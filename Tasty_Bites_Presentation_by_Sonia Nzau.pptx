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73" r:id="rId3"/>
    <p:sldId id="265" r:id="rId4"/>
    <p:sldId id="257" r:id="rId5"/>
    <p:sldId id="283" r:id="rId6"/>
    <p:sldId id="284" r:id="rId7"/>
    <p:sldId id="282" r:id="rId8"/>
    <p:sldId id="277" r:id="rId9"/>
    <p:sldId id="278" r:id="rId10"/>
    <p:sldId id="263"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p:scale>
          <a:sx n="110" d="100"/>
          <a:sy n="110" d="100"/>
        </p:scale>
        <p:origin x="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8808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899001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8.svg"/><Relationship Id="rId5" Type="http://schemas.openxmlformats.org/officeDocument/2006/relationships/image" Target="../media/image6.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457004" y="792287"/>
            <a:ext cx="4229937" cy="822871"/>
          </a:xfrm>
          <a:prstGeom prst="rect">
            <a:avLst/>
          </a:prstGeom>
          <a:noFill/>
          <a:ln/>
        </p:spPr>
        <p:txBody>
          <a:bodyPr wrap="square" lIns="0" tIns="0" rIns="0" bIns="0" rtlCol="0" anchor="t">
            <a:spAutoFit/>
          </a:bodyPr>
          <a:lstStyle/>
          <a:p>
            <a:pPr marL="0" indent="0" algn="ctr">
              <a:lnSpc>
                <a:spcPct val="96000"/>
              </a:lnSpc>
              <a:buNone/>
            </a:pPr>
            <a:r>
              <a:rPr lang="en-US" sz="2800" b="1" kern="0" spc="1" dirty="0">
                <a:solidFill>
                  <a:srgbClr val="FFFFFF"/>
                </a:solidFill>
                <a:latin typeface="Segoe UI" pitchFamily="34" charset="0"/>
                <a:ea typeface="Segoe UI" pitchFamily="34" charset="-122"/>
                <a:cs typeface="Segoe UI" pitchFamily="34" charset="-120"/>
              </a:rPr>
              <a:t>Tasty Bites Restaurant
Sales Analysis</a:t>
            </a:r>
            <a:endParaRPr lang="en-US" sz="2800" dirty="0"/>
          </a:p>
        </p:txBody>
      </p:sp>
      <p:sp>
        <p:nvSpPr>
          <p:cNvPr id="4" name="Text 1"/>
          <p:cNvSpPr/>
          <p:nvPr/>
        </p:nvSpPr>
        <p:spPr>
          <a:xfrm>
            <a:off x="2457004" y="2003820"/>
            <a:ext cx="4229937" cy="430887"/>
          </a:xfrm>
          <a:prstGeom prst="rect">
            <a:avLst/>
          </a:prstGeom>
          <a:noFill/>
          <a:ln/>
        </p:spPr>
        <p:txBody>
          <a:bodyPr wrap="square" lIns="0" tIns="0" rIns="0" bIns="0" rtlCol="0" anchor="t">
            <a:spAutoFit/>
          </a:bodyPr>
          <a:lstStyle/>
          <a:p>
            <a:pPr marL="0" indent="0" algn="ctr">
              <a:buNone/>
            </a:pPr>
            <a:r>
              <a:rPr lang="en-US" sz="1400" dirty="0">
                <a:solidFill>
                  <a:srgbClr val="93C5FD"/>
                </a:solidFill>
                <a:latin typeface="Segoe UI" pitchFamily="34" charset="0"/>
                <a:ea typeface="Segoe UI" pitchFamily="34" charset="-122"/>
                <a:cs typeface="Segoe UI" pitchFamily="34" charset="-120"/>
              </a:rPr>
              <a:t>Business Performance Dashboard and Strategic Insights</a:t>
            </a:r>
            <a:endParaRPr lang="en-US" sz="1400" dirty="0"/>
          </a:p>
        </p:txBody>
      </p:sp>
      <p:sp>
        <p:nvSpPr>
          <p:cNvPr id="5" name="Shape 2"/>
          <p:cNvSpPr/>
          <p:nvPr/>
        </p:nvSpPr>
        <p:spPr>
          <a:xfrm>
            <a:off x="3227524" y="2495535"/>
            <a:ext cx="2993276" cy="278606"/>
          </a:xfrm>
          <a:prstGeom prst="roundRect">
            <a:avLst/>
          </a:prstGeom>
          <a:solidFill>
            <a:srgbClr val="F59E0B">
              <a:alpha val="15000"/>
            </a:srgbClr>
          </a:solidFill>
          <a:ln w="9144">
            <a:solidFill>
              <a:srgbClr val="F59E0B">
                <a:alpha val="40000"/>
              </a:srgbClr>
            </a:solidFill>
            <a:prstDash val="solid"/>
          </a:ln>
        </p:spPr>
      </p:sp>
      <p:pic>
        <p:nvPicPr>
          <p:cNvPr id="6" name="Image 1" descr="preencoded.png"/>
          <p:cNvPicPr>
            <a:picLocks noChangeAspect="1"/>
          </p:cNvPicPr>
          <p:nvPr/>
        </p:nvPicPr>
        <p:blipFill>
          <a:blip r:embed="rId4"/>
          <a:stretch>
            <a:fillRect/>
          </a:stretch>
        </p:blipFill>
        <p:spPr>
          <a:xfrm>
            <a:off x="3325848" y="2600995"/>
            <a:ext cx="96441" cy="107156"/>
          </a:xfrm>
          <a:prstGeom prst="rect">
            <a:avLst/>
          </a:prstGeom>
        </p:spPr>
      </p:pic>
      <p:sp>
        <p:nvSpPr>
          <p:cNvPr id="7" name="Text 3"/>
          <p:cNvSpPr/>
          <p:nvPr/>
        </p:nvSpPr>
        <p:spPr>
          <a:xfrm>
            <a:off x="3469243" y="2564494"/>
            <a:ext cx="2669008" cy="169277"/>
          </a:xfrm>
          <a:prstGeom prst="rect">
            <a:avLst/>
          </a:prstGeom>
          <a:noFill/>
          <a:ln/>
        </p:spPr>
        <p:txBody>
          <a:bodyPr wrap="square" lIns="0" tIns="0" rIns="0" bIns="0" rtlCol="0" anchor="t">
            <a:spAutoFit/>
          </a:bodyPr>
          <a:lstStyle/>
          <a:p>
            <a:pPr marL="0" indent="0" algn="ctr">
              <a:buNone/>
            </a:pPr>
            <a:r>
              <a:rPr lang="en-US" sz="1100" b="1" dirty="0">
                <a:solidFill>
                  <a:srgbClr val="F59E0B"/>
                </a:solidFill>
                <a:latin typeface="Times New Roman" pitchFamily="34" charset="0"/>
                <a:ea typeface="Times New Roman" pitchFamily="34" charset="-122"/>
                <a:cs typeface="Times New Roman" pitchFamily="34" charset="-120"/>
              </a:rPr>
              <a:t>Reporting Period: July 2024 -February 2025</a:t>
            </a:r>
            <a:endParaRPr lang="en-US" sz="1100" dirty="0"/>
          </a:p>
        </p:txBody>
      </p:sp>
      <p:sp>
        <p:nvSpPr>
          <p:cNvPr id="8" name="Shape 4"/>
          <p:cNvSpPr/>
          <p:nvPr/>
        </p:nvSpPr>
        <p:spPr>
          <a:xfrm>
            <a:off x="2664000" y="3139679"/>
            <a:ext cx="4022941" cy="1211533"/>
          </a:xfrm>
          <a:prstGeom prst="rect">
            <a:avLst/>
          </a:prstGeom>
          <a:solidFill>
            <a:srgbClr val="FFFFFF">
              <a:alpha val="5000"/>
            </a:srgbClr>
          </a:solidFill>
          <a:ln w="9144">
            <a:solidFill>
              <a:srgbClr val="FFFFFF">
                <a:alpha val="8000"/>
              </a:srgbClr>
            </a:solidFill>
            <a:prstDash val="solid"/>
          </a:ln>
        </p:spPr>
      </p:sp>
      <p:pic>
        <p:nvPicPr>
          <p:cNvPr id="9" name="Image 2" descr="preencoded.png"/>
          <p:cNvPicPr>
            <a:picLocks noChangeAspect="1"/>
          </p:cNvPicPr>
          <p:nvPr/>
        </p:nvPicPr>
        <p:blipFill>
          <a:blip r:embed="rId5">
            <a:alphaModFix amt="85000"/>
          </a:blip>
          <a:stretch>
            <a:fillRect/>
          </a:stretch>
        </p:blipFill>
        <p:spPr>
          <a:xfrm>
            <a:off x="3162784" y="3237818"/>
            <a:ext cx="595616" cy="563328"/>
          </a:xfrm>
          <a:prstGeom prst="rect">
            <a:avLst/>
          </a:prstGeom>
        </p:spPr>
      </p:pic>
      <p:sp>
        <p:nvSpPr>
          <p:cNvPr id="10" name="Text 5"/>
          <p:cNvSpPr/>
          <p:nvPr/>
        </p:nvSpPr>
        <p:spPr>
          <a:xfrm>
            <a:off x="3227524" y="3872582"/>
            <a:ext cx="389530" cy="123111"/>
          </a:xfrm>
          <a:prstGeom prst="rect">
            <a:avLst/>
          </a:prstGeom>
          <a:noFill/>
          <a:ln/>
        </p:spPr>
        <p:txBody>
          <a:bodyPr wrap="none" lIns="0" tIns="0" rIns="0" bIns="0" rtlCol="0" anchor="t">
            <a:spAutoFit/>
          </a:bodyPr>
          <a:lstStyle/>
          <a:p>
            <a:pPr marL="0" indent="0" algn="l">
              <a:buNone/>
            </a:pPr>
            <a:r>
              <a:rPr lang="en-US" sz="800" dirty="0">
                <a:solidFill>
                  <a:srgbClr val="93C5FD"/>
                </a:solidFill>
                <a:latin typeface="Times New Roman" pitchFamily="34" charset="0"/>
                <a:ea typeface="Times New Roman" pitchFamily="34" charset="-122"/>
                <a:cs typeface="Times New Roman" pitchFamily="34" charset="-120"/>
              </a:rPr>
              <a:t>Power BI</a:t>
            </a:r>
            <a:endParaRPr lang="en-US" sz="800" dirty="0"/>
          </a:p>
        </p:txBody>
      </p:sp>
      <p:pic>
        <p:nvPicPr>
          <p:cNvPr id="11" name="Image 3" descr="preencoded.png"/>
          <p:cNvPicPr>
            <a:picLocks noChangeAspect="1"/>
          </p:cNvPicPr>
          <p:nvPr/>
        </p:nvPicPr>
        <p:blipFill>
          <a:blip r:embed="rId6">
            <a:alphaModFix amt="85000"/>
          </a:blip>
          <a:stretch>
            <a:fillRect/>
          </a:stretch>
        </p:blipFill>
        <p:spPr>
          <a:xfrm>
            <a:off x="4290806" y="3321305"/>
            <a:ext cx="722797" cy="563327"/>
          </a:xfrm>
          <a:prstGeom prst="rect">
            <a:avLst/>
          </a:prstGeom>
        </p:spPr>
      </p:pic>
      <p:sp>
        <p:nvSpPr>
          <p:cNvPr id="12" name="Text 6"/>
          <p:cNvSpPr/>
          <p:nvPr/>
        </p:nvSpPr>
        <p:spPr>
          <a:xfrm>
            <a:off x="4476787" y="3872582"/>
            <a:ext cx="336631" cy="123111"/>
          </a:xfrm>
          <a:prstGeom prst="rect">
            <a:avLst/>
          </a:prstGeom>
          <a:noFill/>
          <a:ln/>
        </p:spPr>
        <p:txBody>
          <a:bodyPr wrap="none" lIns="0" tIns="0" rIns="0" bIns="0" rtlCol="0" anchor="t">
            <a:spAutoFit/>
          </a:bodyPr>
          <a:lstStyle/>
          <a:p>
            <a:pPr marL="0" indent="0" algn="l">
              <a:buNone/>
            </a:pPr>
            <a:r>
              <a:rPr lang="en-US" sz="800" dirty="0">
                <a:solidFill>
                  <a:srgbClr val="93C5FD"/>
                </a:solidFill>
                <a:latin typeface="Times New Roman" pitchFamily="34" charset="0"/>
                <a:ea typeface="Times New Roman" pitchFamily="34" charset="-122"/>
                <a:cs typeface="Times New Roman" pitchFamily="34" charset="-120"/>
              </a:rPr>
              <a:t>MySQL</a:t>
            </a:r>
            <a:endParaRPr lang="en-US" sz="800" dirty="0"/>
          </a:p>
        </p:txBody>
      </p:sp>
      <p:pic>
        <p:nvPicPr>
          <p:cNvPr id="13" name="Image 4" descr="preencoded.png"/>
          <p:cNvPicPr>
            <a:picLocks noChangeAspect="1"/>
          </p:cNvPicPr>
          <p:nvPr/>
        </p:nvPicPr>
        <p:blipFill>
          <a:blip r:embed="rId7"/>
          <a:stretch>
            <a:fillRect/>
          </a:stretch>
        </p:blipFill>
        <p:spPr>
          <a:xfrm>
            <a:off x="5589593" y="3410975"/>
            <a:ext cx="375214" cy="334470"/>
          </a:xfrm>
          <a:prstGeom prst="rect">
            <a:avLst/>
          </a:prstGeom>
        </p:spPr>
      </p:pic>
      <p:sp>
        <p:nvSpPr>
          <p:cNvPr id="14" name="Text 7"/>
          <p:cNvSpPr/>
          <p:nvPr/>
        </p:nvSpPr>
        <p:spPr>
          <a:xfrm>
            <a:off x="5572071" y="3837933"/>
            <a:ext cx="392736" cy="123111"/>
          </a:xfrm>
          <a:prstGeom prst="rect">
            <a:avLst/>
          </a:prstGeom>
          <a:noFill/>
          <a:ln/>
        </p:spPr>
        <p:txBody>
          <a:bodyPr wrap="none" lIns="0" tIns="0" rIns="0" bIns="0" rtlCol="0" anchor="t">
            <a:spAutoFit/>
          </a:bodyPr>
          <a:lstStyle/>
          <a:p>
            <a:pPr marL="0" indent="0" algn="l">
              <a:buNone/>
            </a:pPr>
            <a:r>
              <a:rPr lang="en-US" sz="800" dirty="0">
                <a:solidFill>
                  <a:srgbClr val="93C5FD"/>
                </a:solidFill>
                <a:latin typeface="Times New Roman" pitchFamily="34" charset="0"/>
                <a:ea typeface="Times New Roman" pitchFamily="34" charset="-122"/>
                <a:cs typeface="Times New Roman" pitchFamily="34" charset="-120"/>
              </a:rPr>
              <a:t>Analytics</a:t>
            </a:r>
            <a:endParaRPr lang="en-US" sz="800" dirty="0"/>
          </a:p>
        </p:txBody>
      </p:sp>
      <p:sp>
        <p:nvSpPr>
          <p:cNvPr id="15" name="Text 8"/>
          <p:cNvSpPr/>
          <p:nvPr/>
        </p:nvSpPr>
        <p:spPr>
          <a:xfrm>
            <a:off x="2503332" y="4814888"/>
            <a:ext cx="4137351" cy="169277"/>
          </a:xfrm>
          <a:prstGeom prst="rect">
            <a:avLst/>
          </a:prstGeom>
          <a:noFill/>
          <a:ln/>
        </p:spPr>
        <p:txBody>
          <a:bodyPr wrap="none" lIns="0" tIns="0" rIns="0" bIns="0" rtlCol="0" anchor="t">
            <a:spAutoFit/>
          </a:bodyPr>
          <a:lstStyle/>
          <a:p>
            <a:pPr marL="0" indent="0" algn="ctr">
              <a:buNone/>
            </a:pPr>
            <a:r>
              <a:rPr lang="en-US" sz="1100" dirty="0">
                <a:solidFill>
                  <a:srgbClr val="FFFFFF">
                    <a:alpha val="50000"/>
                  </a:srgbClr>
                </a:solidFill>
                <a:latin typeface="Segoe UI" pitchFamily="34" charset="0"/>
                <a:ea typeface="Segoe UI" pitchFamily="34" charset="-122"/>
                <a:cs typeface="Segoe UI" pitchFamily="34" charset="-120"/>
              </a:rPr>
              <a:t>Presented By: Sonia Nzau | Role: Data Analyst Candidate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308610"/>
            <a:ext cx="54864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Project Overview</a:t>
            </a:r>
            <a:endParaRPr lang="en-US" sz="2250" dirty="0"/>
          </a:p>
        </p:txBody>
      </p:sp>
      <p:sp>
        <p:nvSpPr>
          <p:cNvPr id="3" name="Text 1"/>
          <p:cNvSpPr/>
          <p:nvPr/>
        </p:nvSpPr>
        <p:spPr>
          <a:xfrm>
            <a:off x="411480" y="699516"/>
            <a:ext cx="6172200" cy="274320"/>
          </a:xfrm>
          <a:prstGeom prst="rect">
            <a:avLst/>
          </a:prstGeom>
          <a:noFill/>
          <a:ln/>
        </p:spPr>
        <p:txBody>
          <a:bodyPr wrap="square" rtlCol="0" anchor="ctr"/>
          <a:lstStyle/>
          <a:p>
            <a:r>
              <a:rPr lang="en-US" sz="1200" i="1" dirty="0">
                <a:solidFill>
                  <a:srgbClr val="6B7280"/>
                </a:solidFill>
                <a:latin typeface="Calibri" pitchFamily="34" charset="0"/>
                <a:ea typeface="Calibri" pitchFamily="34" charset="-122"/>
                <a:cs typeface="Calibri" pitchFamily="34" charset="-120"/>
              </a:rPr>
              <a:t>Scope, data foundation, and analytical approach behind this report</a:t>
            </a:r>
            <a:endParaRPr lang="en-US" sz="1200" dirty="0"/>
          </a:p>
        </p:txBody>
      </p:sp>
      <p:sp>
        <p:nvSpPr>
          <p:cNvPr id="4" name="Shape 2"/>
          <p:cNvSpPr/>
          <p:nvPr/>
        </p:nvSpPr>
        <p:spPr>
          <a:xfrm>
            <a:off x="411480" y="1069848"/>
            <a:ext cx="4869180" cy="3531870"/>
          </a:xfrm>
          <a:prstGeom prst="roundRect">
            <a:avLst>
              <a:gd name="adj" fmla="val 1748"/>
            </a:avLst>
          </a:prstGeom>
          <a:solidFill>
            <a:srgbClr val="FFFFFF"/>
          </a:solidFill>
          <a:ln/>
          <a:effectLst>
            <a:outerShdw blurRad="127000" dist="38100" dir="5400000" algn="bl" rotWithShape="0">
              <a:srgbClr val="1F2937">
                <a:alpha val="14000"/>
              </a:srgbClr>
            </a:outerShdw>
          </a:effectLst>
        </p:spPr>
        <p:txBody>
          <a:bodyPr/>
          <a:lstStyle/>
          <a:p>
            <a:endParaRPr lang="en-US" dirty="0"/>
          </a:p>
        </p:txBody>
      </p:sp>
      <p:sp>
        <p:nvSpPr>
          <p:cNvPr id="5" name="Text 3"/>
          <p:cNvSpPr/>
          <p:nvPr/>
        </p:nvSpPr>
        <p:spPr>
          <a:xfrm>
            <a:off x="685800" y="1265301"/>
            <a:ext cx="4320540" cy="205740"/>
          </a:xfrm>
          <a:prstGeom prst="rect">
            <a:avLst/>
          </a:prstGeom>
          <a:noFill/>
          <a:ln/>
        </p:spPr>
        <p:txBody>
          <a:bodyPr wrap="square" rtlCol="0" anchor="ctr"/>
          <a:lstStyle/>
          <a:p>
            <a:r>
              <a:rPr lang="en-US" sz="1600" b="1" kern="0" spc="75" dirty="0">
                <a:solidFill>
                  <a:srgbClr val="F59E0B"/>
                </a:solidFill>
                <a:latin typeface="Calibri" pitchFamily="34" charset="0"/>
                <a:ea typeface="Calibri" pitchFamily="34" charset="-122"/>
                <a:cs typeface="Calibri" pitchFamily="34" charset="-120"/>
              </a:rPr>
              <a:t>OBJECTIVE</a:t>
            </a:r>
            <a:endParaRPr lang="en-US" sz="1600" dirty="0"/>
          </a:p>
        </p:txBody>
      </p:sp>
      <p:sp>
        <p:nvSpPr>
          <p:cNvPr id="6" name="Text 4"/>
          <p:cNvSpPr/>
          <p:nvPr/>
        </p:nvSpPr>
        <p:spPr>
          <a:xfrm>
            <a:off x="685800" y="1507969"/>
            <a:ext cx="4320540" cy="582930"/>
          </a:xfrm>
          <a:prstGeom prst="rect">
            <a:avLst/>
          </a:prstGeom>
          <a:noFill/>
          <a:ln/>
        </p:spPr>
        <p:txBody>
          <a:bodyPr wrap="square" rtlCol="0" anchor="ctr"/>
          <a:lstStyle/>
          <a:p>
            <a:pPr>
              <a:lnSpc>
                <a:spcPct val="125000"/>
              </a:lnSpc>
            </a:pPr>
            <a:r>
              <a:rPr lang="en-US" sz="1100" dirty="0"/>
              <a:t>Analyze restaurant sales data to identify trends, customer behavior, and operational insights that support data-driven business decisions.</a:t>
            </a:r>
          </a:p>
        </p:txBody>
      </p:sp>
      <p:sp>
        <p:nvSpPr>
          <p:cNvPr id="7" name="Text 5"/>
          <p:cNvSpPr/>
          <p:nvPr/>
        </p:nvSpPr>
        <p:spPr>
          <a:xfrm>
            <a:off x="685800" y="2173458"/>
            <a:ext cx="4320540" cy="205740"/>
          </a:xfrm>
          <a:prstGeom prst="rect">
            <a:avLst/>
          </a:prstGeom>
          <a:noFill/>
          <a:ln/>
        </p:spPr>
        <p:txBody>
          <a:bodyPr wrap="square" rtlCol="0" anchor="ctr"/>
          <a:lstStyle/>
          <a:p>
            <a:r>
              <a:rPr lang="en-US" sz="1600" b="1" kern="0" spc="75" dirty="0">
                <a:solidFill>
                  <a:srgbClr val="F59E0B"/>
                </a:solidFill>
                <a:latin typeface="Calibri" pitchFamily="34" charset="0"/>
                <a:ea typeface="Calibri" pitchFamily="34" charset="-122"/>
                <a:cs typeface="Calibri" pitchFamily="34" charset="-120"/>
              </a:rPr>
              <a:t>DATASET SUMMARY</a:t>
            </a:r>
            <a:endParaRPr lang="en-US" sz="1600" dirty="0"/>
          </a:p>
        </p:txBody>
      </p:sp>
      <p:sp>
        <p:nvSpPr>
          <p:cNvPr id="8" name="Text 6"/>
          <p:cNvSpPr/>
          <p:nvPr/>
        </p:nvSpPr>
        <p:spPr>
          <a:xfrm>
            <a:off x="685800" y="2414016"/>
            <a:ext cx="4320540" cy="1165860"/>
          </a:xfrm>
          <a:prstGeom prst="rect">
            <a:avLst/>
          </a:prstGeom>
          <a:noFill/>
          <a:ln/>
        </p:spPr>
        <p:txBody>
          <a:bodyPr wrap="square" rtlCol="0" anchor="ctr"/>
          <a:lstStyle/>
          <a:p>
            <a:pPr marL="257175" indent="-257175">
              <a:lnSpc>
                <a:spcPct val="115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250 complete daily sales records across an 8-month trading window</a:t>
            </a:r>
            <a:endParaRPr lang="en-US" sz="1100" dirty="0"/>
          </a:p>
          <a:p>
            <a:pPr marL="257175" indent="-257175">
              <a:lnSpc>
                <a:spcPct val="115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Fields tracked: daily sales, customers served, feedback score, day of week, weather, promotions, and top-selling menu item</a:t>
            </a:r>
            <a:endParaRPr lang="en-US" sz="1100" dirty="0"/>
          </a:p>
          <a:p>
            <a:pPr marL="257175" indent="-257175">
              <a:lnSpc>
                <a:spcPct val="115000"/>
              </a:lnSpc>
              <a:buSzPct val="100000"/>
              <a:buChar char="▪"/>
            </a:pPr>
            <a:r>
              <a:rPr lang="en-US" sz="1100" dirty="0">
                <a:solidFill>
                  <a:srgbClr val="1F2937"/>
                </a:solidFill>
                <a:latin typeface="Calibri" pitchFamily="34" charset="0"/>
                <a:ea typeface="Calibri" pitchFamily="34" charset="-122"/>
                <a:cs typeface="Calibri" pitchFamily="34" charset="-120"/>
              </a:rPr>
              <a:t>March 2025 (7 days) excluded from some trend analysis — the month is still in progress and would distort monthly comparisons</a:t>
            </a:r>
            <a:endParaRPr lang="en-US" sz="1100" dirty="0"/>
          </a:p>
        </p:txBody>
      </p:sp>
      <p:sp>
        <p:nvSpPr>
          <p:cNvPr id="9" name="Text 7"/>
          <p:cNvSpPr/>
          <p:nvPr/>
        </p:nvSpPr>
        <p:spPr>
          <a:xfrm>
            <a:off x="685800" y="3675888"/>
            <a:ext cx="4320540" cy="205740"/>
          </a:xfrm>
          <a:prstGeom prst="rect">
            <a:avLst/>
          </a:prstGeom>
          <a:noFill/>
          <a:ln/>
        </p:spPr>
        <p:txBody>
          <a:bodyPr wrap="square" rtlCol="0" anchor="ctr"/>
          <a:lstStyle/>
          <a:p>
            <a:r>
              <a:rPr lang="en-US" sz="1600" b="1" kern="0" spc="75" dirty="0">
                <a:solidFill>
                  <a:srgbClr val="F59E0B"/>
                </a:solidFill>
                <a:latin typeface="Calibri" pitchFamily="34" charset="0"/>
                <a:ea typeface="Calibri" pitchFamily="34" charset="-122"/>
                <a:cs typeface="Calibri" pitchFamily="34" charset="-120"/>
              </a:rPr>
              <a:t>METHODOLOGY</a:t>
            </a:r>
            <a:endParaRPr lang="en-US" sz="1600" dirty="0"/>
          </a:p>
        </p:txBody>
      </p:sp>
      <p:sp>
        <p:nvSpPr>
          <p:cNvPr id="10" name="Text 8"/>
          <p:cNvSpPr/>
          <p:nvPr/>
        </p:nvSpPr>
        <p:spPr>
          <a:xfrm>
            <a:off x="685800" y="3916533"/>
            <a:ext cx="4320540" cy="617220"/>
          </a:xfrm>
          <a:prstGeom prst="rect">
            <a:avLst/>
          </a:prstGeom>
          <a:noFill/>
          <a:ln/>
        </p:spPr>
        <p:txBody>
          <a:bodyPr wrap="square" rtlCol="0" anchor="ctr"/>
          <a:lstStyle/>
          <a:p>
            <a:pPr>
              <a:lnSpc>
                <a:spcPct val="125000"/>
              </a:lnSpc>
            </a:pPr>
            <a:r>
              <a:rPr lang="en-US" sz="1100" dirty="0">
                <a:solidFill>
                  <a:srgbClr val="1F2937"/>
                </a:solidFill>
                <a:latin typeface="Calibri" pitchFamily="34" charset="0"/>
                <a:ea typeface="Calibri" pitchFamily="34" charset="-122"/>
                <a:cs typeface="Calibri" pitchFamily="34" charset="-120"/>
              </a:rPr>
              <a:t>Sales transactions were consolidated in Excel, modeled and queried in MySQL, then visualized in Power BI to surface trend, correlation, and segment-level patterns used throughout this deck.</a:t>
            </a:r>
            <a:endParaRPr lang="en-US" sz="1100" dirty="0"/>
          </a:p>
        </p:txBody>
      </p:sp>
      <p:sp>
        <p:nvSpPr>
          <p:cNvPr id="11" name="Shape 9"/>
          <p:cNvSpPr/>
          <p:nvPr/>
        </p:nvSpPr>
        <p:spPr>
          <a:xfrm>
            <a:off x="5486400" y="1131570"/>
            <a:ext cx="3257550" cy="1117854"/>
          </a:xfrm>
          <a:prstGeom prst="roundRect">
            <a:avLst>
              <a:gd name="adj" fmla="val 5521"/>
            </a:avLst>
          </a:prstGeom>
          <a:solidFill>
            <a:srgbClr val="1E3A8A"/>
          </a:solidFill>
          <a:ln/>
          <a:effectLst>
            <a:outerShdw blurRad="127000" dist="38100" dir="5400000" algn="bl" rotWithShape="0">
              <a:srgbClr val="1F2937">
                <a:alpha val="14000"/>
              </a:srgbClr>
            </a:outerShdw>
          </a:effectLst>
        </p:spPr>
      </p:sp>
      <p:pic>
        <p:nvPicPr>
          <p:cNvPr id="12" name="Image 0" descr="icons/chart_F59E0B.png"/>
          <p:cNvPicPr>
            <a:picLocks noChangeAspect="1"/>
          </p:cNvPicPr>
          <p:nvPr/>
        </p:nvPicPr>
        <p:blipFill>
          <a:blip r:embed="rId3"/>
          <a:stretch>
            <a:fillRect/>
          </a:stretch>
        </p:blipFill>
        <p:spPr>
          <a:xfrm>
            <a:off x="5726430" y="1471041"/>
            <a:ext cx="438912" cy="438912"/>
          </a:xfrm>
          <a:prstGeom prst="rect">
            <a:avLst/>
          </a:prstGeom>
        </p:spPr>
      </p:pic>
      <p:sp>
        <p:nvSpPr>
          <p:cNvPr id="13" name="Text 10"/>
          <p:cNvSpPr/>
          <p:nvPr/>
        </p:nvSpPr>
        <p:spPr>
          <a:xfrm>
            <a:off x="6309360" y="1282446"/>
            <a:ext cx="2297430" cy="205740"/>
          </a:xfrm>
          <a:prstGeom prst="rect">
            <a:avLst/>
          </a:prstGeom>
          <a:noFill/>
          <a:ln/>
        </p:spPr>
        <p:txBody>
          <a:bodyPr wrap="square" rtlCol="0" anchor="ctr"/>
          <a:lstStyle/>
          <a:p>
            <a:r>
              <a:rPr lang="en-US" sz="1000" b="1" kern="0" spc="75" dirty="0">
                <a:solidFill>
                  <a:srgbClr val="9FB3E8"/>
                </a:solidFill>
                <a:latin typeface="Calibri" pitchFamily="34" charset="0"/>
                <a:ea typeface="Calibri" pitchFamily="34" charset="-122"/>
                <a:cs typeface="Calibri" pitchFamily="34" charset="-120"/>
              </a:rPr>
              <a:t>RECORDS ANALYZED</a:t>
            </a:r>
            <a:endParaRPr lang="en-US" sz="1000" dirty="0"/>
          </a:p>
        </p:txBody>
      </p:sp>
      <p:sp>
        <p:nvSpPr>
          <p:cNvPr id="14" name="Text 11"/>
          <p:cNvSpPr/>
          <p:nvPr/>
        </p:nvSpPr>
        <p:spPr>
          <a:xfrm>
            <a:off x="6309360" y="1474470"/>
            <a:ext cx="2297430" cy="377190"/>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250</a:t>
            </a:r>
            <a:endParaRPr lang="en-US" sz="2000" dirty="0"/>
          </a:p>
        </p:txBody>
      </p:sp>
      <p:sp>
        <p:nvSpPr>
          <p:cNvPr id="15" name="Text 12"/>
          <p:cNvSpPr/>
          <p:nvPr/>
        </p:nvSpPr>
        <p:spPr>
          <a:xfrm>
            <a:off x="6309360" y="1851660"/>
            <a:ext cx="2297430" cy="240030"/>
          </a:xfrm>
          <a:prstGeom prst="rect">
            <a:avLst/>
          </a:prstGeom>
          <a:noFill/>
          <a:ln/>
        </p:spPr>
        <p:txBody>
          <a:bodyPr wrap="square" rtlCol="0" anchor="ctr"/>
          <a:lstStyle/>
          <a:p>
            <a:r>
              <a:rPr lang="en-US" sz="1000" dirty="0">
                <a:solidFill>
                  <a:srgbClr val="CADCFC"/>
                </a:solidFill>
                <a:latin typeface="Calibri" pitchFamily="34" charset="0"/>
                <a:ea typeface="Calibri" pitchFamily="34" charset="-122"/>
                <a:cs typeface="Calibri" pitchFamily="34" charset="-120"/>
              </a:rPr>
              <a:t>complete daily transactions</a:t>
            </a:r>
            <a:endParaRPr lang="en-US" sz="1000" dirty="0"/>
          </a:p>
        </p:txBody>
      </p:sp>
      <p:sp>
        <p:nvSpPr>
          <p:cNvPr id="16" name="Shape 13"/>
          <p:cNvSpPr/>
          <p:nvPr/>
        </p:nvSpPr>
        <p:spPr>
          <a:xfrm>
            <a:off x="5486400" y="2414016"/>
            <a:ext cx="3257550" cy="1117854"/>
          </a:xfrm>
          <a:prstGeom prst="roundRect">
            <a:avLst>
              <a:gd name="adj" fmla="val 5521"/>
            </a:avLst>
          </a:prstGeom>
          <a:solidFill>
            <a:srgbClr val="1E3A8A"/>
          </a:solidFill>
          <a:ln/>
          <a:effectLst>
            <a:outerShdw blurRad="127000" dist="38100" dir="5400000" algn="bl" rotWithShape="0">
              <a:srgbClr val="1F2937">
                <a:alpha val="14000"/>
              </a:srgbClr>
            </a:outerShdw>
          </a:effectLst>
        </p:spPr>
      </p:sp>
      <p:pic>
        <p:nvPicPr>
          <p:cNvPr id="17" name="Image 1" descr="icons/calendar_F59E0B.png"/>
          <p:cNvPicPr>
            <a:picLocks noChangeAspect="1"/>
          </p:cNvPicPr>
          <p:nvPr/>
        </p:nvPicPr>
        <p:blipFill>
          <a:blip r:embed="rId4"/>
          <a:stretch>
            <a:fillRect/>
          </a:stretch>
        </p:blipFill>
        <p:spPr>
          <a:xfrm>
            <a:off x="5726430" y="2753487"/>
            <a:ext cx="438912" cy="438912"/>
          </a:xfrm>
          <a:prstGeom prst="rect">
            <a:avLst/>
          </a:prstGeom>
        </p:spPr>
      </p:pic>
      <p:sp>
        <p:nvSpPr>
          <p:cNvPr id="18" name="Text 14"/>
          <p:cNvSpPr/>
          <p:nvPr/>
        </p:nvSpPr>
        <p:spPr>
          <a:xfrm>
            <a:off x="6309360" y="2564892"/>
            <a:ext cx="2297430" cy="205740"/>
          </a:xfrm>
          <a:prstGeom prst="rect">
            <a:avLst/>
          </a:prstGeom>
          <a:noFill/>
          <a:ln/>
        </p:spPr>
        <p:txBody>
          <a:bodyPr wrap="square" rtlCol="0" anchor="ctr"/>
          <a:lstStyle/>
          <a:p>
            <a:r>
              <a:rPr lang="en-US" sz="1000" b="1" kern="0" spc="75" dirty="0">
                <a:solidFill>
                  <a:srgbClr val="9FB3E8"/>
                </a:solidFill>
                <a:latin typeface="Calibri" pitchFamily="34" charset="0"/>
                <a:ea typeface="Calibri" pitchFamily="34" charset="-122"/>
                <a:cs typeface="Calibri" pitchFamily="34" charset="-120"/>
              </a:rPr>
              <a:t>ANALYSIS PERIOD</a:t>
            </a:r>
            <a:endParaRPr lang="en-US" sz="1000" dirty="0"/>
          </a:p>
        </p:txBody>
      </p:sp>
      <p:sp>
        <p:nvSpPr>
          <p:cNvPr id="19" name="Text 15"/>
          <p:cNvSpPr/>
          <p:nvPr/>
        </p:nvSpPr>
        <p:spPr>
          <a:xfrm>
            <a:off x="6309360" y="2756916"/>
            <a:ext cx="2297430" cy="377190"/>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8 Months</a:t>
            </a:r>
            <a:endParaRPr lang="en-US" sz="2000" dirty="0"/>
          </a:p>
        </p:txBody>
      </p:sp>
      <p:sp>
        <p:nvSpPr>
          <p:cNvPr id="20" name="Text 16"/>
          <p:cNvSpPr/>
          <p:nvPr/>
        </p:nvSpPr>
        <p:spPr>
          <a:xfrm>
            <a:off x="6309360" y="3134106"/>
            <a:ext cx="2297430" cy="240030"/>
          </a:xfrm>
          <a:prstGeom prst="rect">
            <a:avLst/>
          </a:prstGeom>
          <a:noFill/>
          <a:ln/>
        </p:spPr>
        <p:txBody>
          <a:bodyPr wrap="square" rtlCol="0" anchor="ctr"/>
          <a:lstStyle/>
          <a:p>
            <a:r>
              <a:rPr lang="en-US" sz="1000" dirty="0">
                <a:solidFill>
                  <a:srgbClr val="CADCFC"/>
                </a:solidFill>
                <a:latin typeface="Calibri" pitchFamily="34" charset="0"/>
                <a:ea typeface="Calibri" pitchFamily="34" charset="-122"/>
                <a:cs typeface="Calibri" pitchFamily="34" charset="-120"/>
              </a:rPr>
              <a:t>Jul 2024 – Feb 2025</a:t>
            </a:r>
            <a:endParaRPr lang="en-US" sz="1000" dirty="0"/>
          </a:p>
        </p:txBody>
      </p:sp>
      <p:sp>
        <p:nvSpPr>
          <p:cNvPr id="21" name="Shape 17"/>
          <p:cNvSpPr/>
          <p:nvPr/>
        </p:nvSpPr>
        <p:spPr>
          <a:xfrm>
            <a:off x="5486400" y="3696462"/>
            <a:ext cx="3257550" cy="1117854"/>
          </a:xfrm>
          <a:prstGeom prst="roundRect">
            <a:avLst>
              <a:gd name="adj" fmla="val 5521"/>
            </a:avLst>
          </a:prstGeom>
          <a:solidFill>
            <a:srgbClr val="1E3A8A"/>
          </a:solidFill>
          <a:ln/>
          <a:effectLst>
            <a:outerShdw blurRad="127000" dist="38100" dir="5400000" algn="bl" rotWithShape="0">
              <a:srgbClr val="1F2937">
                <a:alpha val="14000"/>
              </a:srgbClr>
            </a:outerShdw>
          </a:effectLst>
        </p:spPr>
      </p:sp>
      <p:pic>
        <p:nvPicPr>
          <p:cNvPr id="22" name="Image 2" descr="icons/pie_F59E0B.png"/>
          <p:cNvPicPr>
            <a:picLocks noChangeAspect="1"/>
          </p:cNvPicPr>
          <p:nvPr/>
        </p:nvPicPr>
        <p:blipFill>
          <a:blip r:embed="rId5"/>
          <a:stretch>
            <a:fillRect/>
          </a:stretch>
        </p:blipFill>
        <p:spPr>
          <a:xfrm>
            <a:off x="5726430" y="4035933"/>
            <a:ext cx="438912" cy="438912"/>
          </a:xfrm>
          <a:prstGeom prst="rect">
            <a:avLst/>
          </a:prstGeom>
        </p:spPr>
      </p:pic>
      <p:sp>
        <p:nvSpPr>
          <p:cNvPr id="23" name="Text 18"/>
          <p:cNvSpPr/>
          <p:nvPr/>
        </p:nvSpPr>
        <p:spPr>
          <a:xfrm>
            <a:off x="6309360" y="3847338"/>
            <a:ext cx="2297430" cy="205740"/>
          </a:xfrm>
          <a:prstGeom prst="rect">
            <a:avLst/>
          </a:prstGeom>
          <a:noFill/>
          <a:ln/>
        </p:spPr>
        <p:txBody>
          <a:bodyPr wrap="square" rtlCol="0" anchor="ctr"/>
          <a:lstStyle/>
          <a:p>
            <a:r>
              <a:rPr lang="en-US" sz="1000" b="1" kern="0" spc="75" dirty="0">
                <a:solidFill>
                  <a:srgbClr val="9FB3E8"/>
                </a:solidFill>
                <a:latin typeface="Calibri" pitchFamily="34" charset="0"/>
                <a:ea typeface="Calibri" pitchFamily="34" charset="-122"/>
                <a:cs typeface="Calibri" pitchFamily="34" charset="-120"/>
              </a:rPr>
              <a:t>TOOLS USED</a:t>
            </a:r>
            <a:endParaRPr lang="en-US" sz="1000" dirty="0"/>
          </a:p>
        </p:txBody>
      </p:sp>
      <p:sp>
        <p:nvSpPr>
          <p:cNvPr id="24" name="Text 19"/>
          <p:cNvSpPr/>
          <p:nvPr/>
        </p:nvSpPr>
        <p:spPr>
          <a:xfrm>
            <a:off x="6309360" y="4039362"/>
            <a:ext cx="2297430" cy="377190"/>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Excel · MySQL</a:t>
            </a:r>
            <a:endParaRPr lang="en-US" sz="2000" dirty="0"/>
          </a:p>
        </p:txBody>
      </p:sp>
      <p:sp>
        <p:nvSpPr>
          <p:cNvPr id="25" name="Text 20"/>
          <p:cNvSpPr/>
          <p:nvPr/>
        </p:nvSpPr>
        <p:spPr>
          <a:xfrm>
            <a:off x="6309360" y="4416552"/>
            <a:ext cx="2297430" cy="240030"/>
          </a:xfrm>
          <a:prstGeom prst="rect">
            <a:avLst/>
          </a:prstGeom>
          <a:noFill/>
          <a:ln/>
        </p:spPr>
        <p:txBody>
          <a:bodyPr wrap="square" rtlCol="0" anchor="ctr"/>
          <a:lstStyle/>
          <a:p>
            <a:r>
              <a:rPr lang="en-US" sz="1000" dirty="0">
                <a:solidFill>
                  <a:srgbClr val="CADCFC"/>
                </a:solidFill>
                <a:latin typeface="Calibri" pitchFamily="34" charset="0"/>
                <a:ea typeface="Calibri" pitchFamily="34" charset="-122"/>
                <a:cs typeface="Calibri" pitchFamily="34" charset="-120"/>
              </a:rPr>
              <a:t>Power BI</a:t>
            </a:r>
            <a:endParaRPr lang="en-US" sz="1000" dirty="0"/>
          </a:p>
        </p:txBody>
      </p:sp>
      <p:sp>
        <p:nvSpPr>
          <p:cNvPr id="26" name="Text 21"/>
          <p:cNvSpPr/>
          <p:nvPr/>
        </p:nvSpPr>
        <p:spPr>
          <a:xfrm>
            <a:off x="342900" y="4855464"/>
            <a:ext cx="4114800" cy="205740"/>
          </a:xfrm>
          <a:prstGeom prst="rect">
            <a:avLst/>
          </a:prstGeom>
          <a:noFill/>
          <a:ln/>
        </p:spPr>
        <p:txBody>
          <a:bodyPr wrap="square" rtlCol="0" anchor="ctr"/>
          <a:lstStyle/>
          <a:p>
            <a:r>
              <a:rPr lang="en-US" sz="1000" dirty="0">
                <a:solidFill>
                  <a:srgbClr val="6B7280"/>
                </a:solidFill>
                <a:latin typeface="Calibri" pitchFamily="34" charset="0"/>
                <a:ea typeface="Calibri" pitchFamily="34" charset="-122"/>
                <a:cs typeface="Calibri" pitchFamily="34" charset="-120"/>
              </a:rPr>
              <a:t>Tasty Bites  |  Sales Performance Analysis</a:t>
            </a:r>
            <a:endParaRPr lang="en-US" sz="1000" dirty="0"/>
          </a:p>
        </p:txBody>
      </p:sp>
      <p:sp>
        <p:nvSpPr>
          <p:cNvPr id="27" name="Text 22"/>
          <p:cNvSpPr/>
          <p:nvPr/>
        </p:nvSpPr>
        <p:spPr>
          <a:xfrm>
            <a:off x="8455914" y="4855464"/>
            <a:ext cx="342900" cy="205740"/>
          </a:xfrm>
          <a:prstGeom prst="rect">
            <a:avLst/>
          </a:prstGeom>
          <a:noFill/>
          <a:ln/>
        </p:spPr>
        <p:txBody>
          <a:bodyPr wrap="square" rtlCol="0" anchor="ctr"/>
          <a:lstStyle/>
          <a:p>
            <a:pPr algn="r"/>
            <a:r>
              <a:rPr lang="en-US" sz="675" dirty="0">
                <a:solidFill>
                  <a:srgbClr val="6B7280"/>
                </a:solidFill>
                <a:latin typeface="Calibri" pitchFamily="34" charset="0"/>
                <a:ea typeface="Calibri" pitchFamily="34" charset="-122"/>
                <a:cs typeface="Calibri" pitchFamily="34" charset="-120"/>
              </a:rPr>
              <a:t>2</a:t>
            </a:r>
            <a:endParaRPr lang="en-US" sz="6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9A2D5C-EC12-3E09-8854-8B9BBFABA02F}"/>
              </a:ext>
            </a:extLst>
          </p:cNvPr>
          <p:cNvSpPr/>
          <p:nvPr/>
        </p:nvSpPr>
        <p:spPr>
          <a:xfrm>
            <a:off x="202739" y="100211"/>
            <a:ext cx="61722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Sales &amp; Customer Trends</a:t>
            </a:r>
            <a:endParaRPr lang="en-US" sz="2250" dirty="0"/>
          </a:p>
        </p:txBody>
      </p:sp>
      <p:sp>
        <p:nvSpPr>
          <p:cNvPr id="38" name="Text 1">
            <a:extLst>
              <a:ext uri="{FF2B5EF4-FFF2-40B4-BE49-F238E27FC236}">
                <a16:creationId xmlns:a16="http://schemas.microsoft.com/office/drawing/2014/main" id="{620EDBFB-17D5-EAA5-EA95-5A047D6FF3EB}"/>
              </a:ext>
            </a:extLst>
          </p:cNvPr>
          <p:cNvSpPr/>
          <p:nvPr/>
        </p:nvSpPr>
        <p:spPr>
          <a:xfrm>
            <a:off x="210955" y="448833"/>
            <a:ext cx="68580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Monthly  Sales Performance, July 2024 – February 2025 (March excluded — incomplete)</a:t>
            </a:r>
            <a:endParaRPr lang="en-US" sz="938" dirty="0"/>
          </a:p>
        </p:txBody>
      </p:sp>
      <p:grpSp>
        <p:nvGrpSpPr>
          <p:cNvPr id="224" name="Group 223">
            <a:extLst>
              <a:ext uri="{FF2B5EF4-FFF2-40B4-BE49-F238E27FC236}">
                <a16:creationId xmlns:a16="http://schemas.microsoft.com/office/drawing/2014/main" id="{4D989748-922A-6657-9239-9ED42784C24E}"/>
              </a:ext>
            </a:extLst>
          </p:cNvPr>
          <p:cNvGrpSpPr/>
          <p:nvPr/>
        </p:nvGrpSpPr>
        <p:grpSpPr>
          <a:xfrm>
            <a:off x="282668" y="297881"/>
            <a:ext cx="5949816" cy="4319397"/>
            <a:chOff x="611683" y="221349"/>
            <a:chExt cx="5949816" cy="4319397"/>
          </a:xfrm>
        </p:grpSpPr>
        <p:sp>
          <p:nvSpPr>
            <p:cNvPr id="225" name="object 2">
              <a:extLst>
                <a:ext uri="{FF2B5EF4-FFF2-40B4-BE49-F238E27FC236}">
                  <a16:creationId xmlns:a16="http://schemas.microsoft.com/office/drawing/2014/main" id="{2EC73F56-15B3-1524-1ECB-8C2B8F3C577B}"/>
                </a:ext>
              </a:extLst>
            </p:cNvPr>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226" name="object 6">
              <a:extLst>
                <a:ext uri="{FF2B5EF4-FFF2-40B4-BE49-F238E27FC236}">
                  <a16:creationId xmlns:a16="http://schemas.microsoft.com/office/drawing/2014/main" id="{18CC322A-D45B-025D-FA1B-8F204ED1EAE1}"/>
                </a:ext>
              </a:extLst>
            </p:cNvPr>
            <p:cNvSpPr txBox="1"/>
            <p:nvPr/>
          </p:nvSpPr>
          <p:spPr>
            <a:xfrm>
              <a:off x="760404" y="1723180"/>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GH₵160K</a:t>
              </a:r>
              <a:endParaRPr sz="633">
                <a:latin typeface="Segoe UI"/>
                <a:cs typeface="Segoe UI"/>
              </a:endParaRPr>
            </a:p>
          </p:txBody>
        </p:sp>
        <p:sp>
          <p:nvSpPr>
            <p:cNvPr id="227" name="object 7">
              <a:extLst>
                <a:ext uri="{FF2B5EF4-FFF2-40B4-BE49-F238E27FC236}">
                  <a16:creationId xmlns:a16="http://schemas.microsoft.com/office/drawing/2014/main" id="{5417D89F-587F-3D3C-B0C0-BC1B531F8E20}"/>
                </a:ext>
              </a:extLst>
            </p:cNvPr>
            <p:cNvSpPr/>
            <p:nvPr/>
          </p:nvSpPr>
          <p:spPr>
            <a:xfrm>
              <a:off x="1165091" y="830460"/>
              <a:ext cx="5264051" cy="642045"/>
            </a:xfrm>
            <a:custGeom>
              <a:avLst/>
              <a:gdLst/>
              <a:ahLst/>
              <a:cxnLst/>
              <a:rect l="l" t="t" r="r" b="b"/>
              <a:pathLst>
                <a:path w="7486650" h="913130">
                  <a:moveTo>
                    <a:pt x="9525" y="906970"/>
                  </a:moveTo>
                  <a:lnTo>
                    <a:pt x="9067" y="905840"/>
                  </a:lnTo>
                  <a:lnTo>
                    <a:pt x="7200" y="903986"/>
                  </a:lnTo>
                  <a:lnTo>
                    <a:pt x="6083" y="903516"/>
                  </a:lnTo>
                  <a:lnTo>
                    <a:pt x="3454" y="903516"/>
                  </a:lnTo>
                  <a:lnTo>
                    <a:pt x="2336" y="903986"/>
                  </a:lnTo>
                  <a:lnTo>
                    <a:pt x="469" y="905840"/>
                  </a:lnTo>
                  <a:lnTo>
                    <a:pt x="0" y="906970"/>
                  </a:lnTo>
                  <a:lnTo>
                    <a:pt x="0" y="909599"/>
                  </a:lnTo>
                  <a:lnTo>
                    <a:pt x="469" y="910717"/>
                  </a:lnTo>
                  <a:lnTo>
                    <a:pt x="2336" y="912583"/>
                  </a:lnTo>
                  <a:lnTo>
                    <a:pt x="3454" y="913041"/>
                  </a:lnTo>
                  <a:lnTo>
                    <a:pt x="6083" y="913041"/>
                  </a:lnTo>
                  <a:lnTo>
                    <a:pt x="7200" y="912583"/>
                  </a:lnTo>
                  <a:lnTo>
                    <a:pt x="9067" y="910717"/>
                  </a:lnTo>
                  <a:lnTo>
                    <a:pt x="9525" y="909599"/>
                  </a:lnTo>
                  <a:lnTo>
                    <a:pt x="9525" y="906970"/>
                  </a:lnTo>
                  <a:close/>
                </a:path>
                <a:path w="7486650" h="913130">
                  <a:moveTo>
                    <a:pt x="9525" y="455206"/>
                  </a:moveTo>
                  <a:lnTo>
                    <a:pt x="9067" y="454088"/>
                  </a:lnTo>
                  <a:lnTo>
                    <a:pt x="7200" y="452234"/>
                  </a:lnTo>
                  <a:lnTo>
                    <a:pt x="6083" y="451764"/>
                  </a:lnTo>
                  <a:lnTo>
                    <a:pt x="3454" y="451764"/>
                  </a:lnTo>
                  <a:lnTo>
                    <a:pt x="2336" y="452234"/>
                  </a:lnTo>
                  <a:lnTo>
                    <a:pt x="469" y="454088"/>
                  </a:lnTo>
                  <a:lnTo>
                    <a:pt x="0" y="455206"/>
                  </a:lnTo>
                  <a:lnTo>
                    <a:pt x="0" y="457835"/>
                  </a:lnTo>
                  <a:lnTo>
                    <a:pt x="469" y="458965"/>
                  </a:lnTo>
                  <a:lnTo>
                    <a:pt x="2336" y="460819"/>
                  </a:lnTo>
                  <a:lnTo>
                    <a:pt x="3454" y="461289"/>
                  </a:lnTo>
                  <a:lnTo>
                    <a:pt x="6083" y="461289"/>
                  </a:lnTo>
                  <a:lnTo>
                    <a:pt x="7200" y="460819"/>
                  </a:lnTo>
                  <a:lnTo>
                    <a:pt x="9067" y="458965"/>
                  </a:lnTo>
                  <a:lnTo>
                    <a:pt x="9525" y="457835"/>
                  </a:lnTo>
                  <a:lnTo>
                    <a:pt x="9525" y="455206"/>
                  </a:lnTo>
                  <a:close/>
                </a:path>
                <a:path w="7486650" h="913130">
                  <a:moveTo>
                    <a:pt x="9525" y="3454"/>
                  </a:moveTo>
                  <a:lnTo>
                    <a:pt x="9067" y="2336"/>
                  </a:lnTo>
                  <a:lnTo>
                    <a:pt x="7200" y="469"/>
                  </a:lnTo>
                  <a:lnTo>
                    <a:pt x="6083" y="0"/>
                  </a:lnTo>
                  <a:lnTo>
                    <a:pt x="3454" y="0"/>
                  </a:lnTo>
                  <a:lnTo>
                    <a:pt x="2336" y="469"/>
                  </a:lnTo>
                  <a:lnTo>
                    <a:pt x="469" y="2336"/>
                  </a:lnTo>
                  <a:lnTo>
                    <a:pt x="0" y="3454"/>
                  </a:lnTo>
                  <a:lnTo>
                    <a:pt x="0" y="6083"/>
                  </a:lnTo>
                  <a:lnTo>
                    <a:pt x="469" y="7200"/>
                  </a:lnTo>
                  <a:lnTo>
                    <a:pt x="2336" y="9067"/>
                  </a:lnTo>
                  <a:lnTo>
                    <a:pt x="3454" y="9525"/>
                  </a:lnTo>
                  <a:lnTo>
                    <a:pt x="6083" y="9525"/>
                  </a:lnTo>
                  <a:lnTo>
                    <a:pt x="7200" y="9067"/>
                  </a:lnTo>
                  <a:lnTo>
                    <a:pt x="9067" y="7200"/>
                  </a:lnTo>
                  <a:lnTo>
                    <a:pt x="9525" y="6083"/>
                  </a:lnTo>
                  <a:lnTo>
                    <a:pt x="9525" y="3454"/>
                  </a:lnTo>
                  <a:close/>
                </a:path>
                <a:path w="7486650" h="913130">
                  <a:moveTo>
                    <a:pt x="57150" y="906970"/>
                  </a:moveTo>
                  <a:lnTo>
                    <a:pt x="56692" y="905840"/>
                  </a:lnTo>
                  <a:lnTo>
                    <a:pt x="54825" y="903986"/>
                  </a:lnTo>
                  <a:lnTo>
                    <a:pt x="53708" y="903516"/>
                  </a:lnTo>
                  <a:lnTo>
                    <a:pt x="51079" y="903516"/>
                  </a:lnTo>
                  <a:lnTo>
                    <a:pt x="49961" y="903986"/>
                  </a:lnTo>
                  <a:lnTo>
                    <a:pt x="48094" y="905840"/>
                  </a:lnTo>
                  <a:lnTo>
                    <a:pt x="47625" y="906970"/>
                  </a:lnTo>
                  <a:lnTo>
                    <a:pt x="47625" y="909599"/>
                  </a:lnTo>
                  <a:lnTo>
                    <a:pt x="48094" y="910717"/>
                  </a:lnTo>
                  <a:lnTo>
                    <a:pt x="49961" y="912583"/>
                  </a:lnTo>
                  <a:lnTo>
                    <a:pt x="51079" y="913041"/>
                  </a:lnTo>
                  <a:lnTo>
                    <a:pt x="53708" y="913041"/>
                  </a:lnTo>
                  <a:lnTo>
                    <a:pt x="54825" y="912583"/>
                  </a:lnTo>
                  <a:lnTo>
                    <a:pt x="56692" y="910717"/>
                  </a:lnTo>
                  <a:lnTo>
                    <a:pt x="57150" y="909599"/>
                  </a:lnTo>
                  <a:lnTo>
                    <a:pt x="57150" y="906970"/>
                  </a:lnTo>
                  <a:close/>
                </a:path>
                <a:path w="7486650" h="913130">
                  <a:moveTo>
                    <a:pt x="57150" y="455206"/>
                  </a:moveTo>
                  <a:lnTo>
                    <a:pt x="56692" y="454088"/>
                  </a:lnTo>
                  <a:lnTo>
                    <a:pt x="54825" y="452234"/>
                  </a:lnTo>
                  <a:lnTo>
                    <a:pt x="53708" y="451764"/>
                  </a:lnTo>
                  <a:lnTo>
                    <a:pt x="51079" y="451764"/>
                  </a:lnTo>
                  <a:lnTo>
                    <a:pt x="49961" y="452234"/>
                  </a:lnTo>
                  <a:lnTo>
                    <a:pt x="48094" y="454088"/>
                  </a:lnTo>
                  <a:lnTo>
                    <a:pt x="47625" y="455206"/>
                  </a:lnTo>
                  <a:lnTo>
                    <a:pt x="47625" y="457835"/>
                  </a:lnTo>
                  <a:lnTo>
                    <a:pt x="48094" y="458965"/>
                  </a:lnTo>
                  <a:lnTo>
                    <a:pt x="49961" y="460819"/>
                  </a:lnTo>
                  <a:lnTo>
                    <a:pt x="51079" y="461289"/>
                  </a:lnTo>
                  <a:lnTo>
                    <a:pt x="53708" y="461289"/>
                  </a:lnTo>
                  <a:lnTo>
                    <a:pt x="54825" y="460819"/>
                  </a:lnTo>
                  <a:lnTo>
                    <a:pt x="56692" y="458965"/>
                  </a:lnTo>
                  <a:lnTo>
                    <a:pt x="57150" y="457835"/>
                  </a:lnTo>
                  <a:lnTo>
                    <a:pt x="57150" y="455206"/>
                  </a:lnTo>
                  <a:close/>
                </a:path>
                <a:path w="7486650" h="913130">
                  <a:moveTo>
                    <a:pt x="57150" y="3454"/>
                  </a:moveTo>
                  <a:lnTo>
                    <a:pt x="56692" y="2336"/>
                  </a:lnTo>
                  <a:lnTo>
                    <a:pt x="54825" y="469"/>
                  </a:lnTo>
                  <a:lnTo>
                    <a:pt x="53708" y="0"/>
                  </a:lnTo>
                  <a:lnTo>
                    <a:pt x="51079" y="0"/>
                  </a:lnTo>
                  <a:lnTo>
                    <a:pt x="49961" y="469"/>
                  </a:lnTo>
                  <a:lnTo>
                    <a:pt x="48094" y="2336"/>
                  </a:lnTo>
                  <a:lnTo>
                    <a:pt x="47625" y="3454"/>
                  </a:lnTo>
                  <a:lnTo>
                    <a:pt x="47625" y="6083"/>
                  </a:lnTo>
                  <a:lnTo>
                    <a:pt x="48094" y="7200"/>
                  </a:lnTo>
                  <a:lnTo>
                    <a:pt x="49961" y="9067"/>
                  </a:lnTo>
                  <a:lnTo>
                    <a:pt x="51079" y="9525"/>
                  </a:lnTo>
                  <a:lnTo>
                    <a:pt x="53708" y="9525"/>
                  </a:lnTo>
                  <a:lnTo>
                    <a:pt x="54825" y="9067"/>
                  </a:lnTo>
                  <a:lnTo>
                    <a:pt x="56692" y="7200"/>
                  </a:lnTo>
                  <a:lnTo>
                    <a:pt x="57150" y="6083"/>
                  </a:lnTo>
                  <a:lnTo>
                    <a:pt x="57150" y="3454"/>
                  </a:lnTo>
                  <a:close/>
                </a:path>
                <a:path w="7486650" h="913130">
                  <a:moveTo>
                    <a:pt x="104775" y="906970"/>
                  </a:moveTo>
                  <a:lnTo>
                    <a:pt x="104317" y="905840"/>
                  </a:lnTo>
                  <a:lnTo>
                    <a:pt x="102450" y="903986"/>
                  </a:lnTo>
                  <a:lnTo>
                    <a:pt x="101333" y="903516"/>
                  </a:lnTo>
                  <a:lnTo>
                    <a:pt x="98704" y="903516"/>
                  </a:lnTo>
                  <a:lnTo>
                    <a:pt x="97586" y="903986"/>
                  </a:lnTo>
                  <a:lnTo>
                    <a:pt x="95719" y="905840"/>
                  </a:lnTo>
                  <a:lnTo>
                    <a:pt x="95250" y="906970"/>
                  </a:lnTo>
                  <a:lnTo>
                    <a:pt x="95250" y="909599"/>
                  </a:lnTo>
                  <a:lnTo>
                    <a:pt x="95719" y="910717"/>
                  </a:lnTo>
                  <a:lnTo>
                    <a:pt x="97586" y="912583"/>
                  </a:lnTo>
                  <a:lnTo>
                    <a:pt x="98704" y="913041"/>
                  </a:lnTo>
                  <a:lnTo>
                    <a:pt x="101333" y="913041"/>
                  </a:lnTo>
                  <a:lnTo>
                    <a:pt x="102450" y="912583"/>
                  </a:lnTo>
                  <a:lnTo>
                    <a:pt x="104317" y="910717"/>
                  </a:lnTo>
                  <a:lnTo>
                    <a:pt x="104775" y="909599"/>
                  </a:lnTo>
                  <a:lnTo>
                    <a:pt x="104775" y="906970"/>
                  </a:lnTo>
                  <a:close/>
                </a:path>
                <a:path w="7486650" h="913130">
                  <a:moveTo>
                    <a:pt x="104775" y="455206"/>
                  </a:moveTo>
                  <a:lnTo>
                    <a:pt x="104317" y="454088"/>
                  </a:lnTo>
                  <a:lnTo>
                    <a:pt x="102450" y="452234"/>
                  </a:lnTo>
                  <a:lnTo>
                    <a:pt x="101333" y="451764"/>
                  </a:lnTo>
                  <a:lnTo>
                    <a:pt x="98704" y="451764"/>
                  </a:lnTo>
                  <a:lnTo>
                    <a:pt x="97586" y="452234"/>
                  </a:lnTo>
                  <a:lnTo>
                    <a:pt x="95719" y="454088"/>
                  </a:lnTo>
                  <a:lnTo>
                    <a:pt x="95250" y="455206"/>
                  </a:lnTo>
                  <a:lnTo>
                    <a:pt x="95250" y="457835"/>
                  </a:lnTo>
                  <a:lnTo>
                    <a:pt x="95719" y="458965"/>
                  </a:lnTo>
                  <a:lnTo>
                    <a:pt x="97586" y="460819"/>
                  </a:lnTo>
                  <a:lnTo>
                    <a:pt x="98704" y="461289"/>
                  </a:lnTo>
                  <a:lnTo>
                    <a:pt x="101333" y="461289"/>
                  </a:lnTo>
                  <a:lnTo>
                    <a:pt x="102450" y="460819"/>
                  </a:lnTo>
                  <a:lnTo>
                    <a:pt x="104317" y="458965"/>
                  </a:lnTo>
                  <a:lnTo>
                    <a:pt x="104775" y="457835"/>
                  </a:lnTo>
                  <a:lnTo>
                    <a:pt x="104775" y="455206"/>
                  </a:lnTo>
                  <a:close/>
                </a:path>
                <a:path w="7486650" h="913130">
                  <a:moveTo>
                    <a:pt x="104775" y="3454"/>
                  </a:moveTo>
                  <a:lnTo>
                    <a:pt x="104317" y="2336"/>
                  </a:lnTo>
                  <a:lnTo>
                    <a:pt x="102450" y="469"/>
                  </a:lnTo>
                  <a:lnTo>
                    <a:pt x="101333" y="0"/>
                  </a:lnTo>
                  <a:lnTo>
                    <a:pt x="98704" y="0"/>
                  </a:lnTo>
                  <a:lnTo>
                    <a:pt x="97586" y="469"/>
                  </a:lnTo>
                  <a:lnTo>
                    <a:pt x="95719" y="2336"/>
                  </a:lnTo>
                  <a:lnTo>
                    <a:pt x="95250" y="3454"/>
                  </a:lnTo>
                  <a:lnTo>
                    <a:pt x="95250" y="6083"/>
                  </a:lnTo>
                  <a:lnTo>
                    <a:pt x="95719" y="7200"/>
                  </a:lnTo>
                  <a:lnTo>
                    <a:pt x="97586" y="9067"/>
                  </a:lnTo>
                  <a:lnTo>
                    <a:pt x="98704" y="9525"/>
                  </a:lnTo>
                  <a:lnTo>
                    <a:pt x="101333" y="9525"/>
                  </a:lnTo>
                  <a:lnTo>
                    <a:pt x="102450" y="9067"/>
                  </a:lnTo>
                  <a:lnTo>
                    <a:pt x="104317" y="7200"/>
                  </a:lnTo>
                  <a:lnTo>
                    <a:pt x="104775" y="6083"/>
                  </a:lnTo>
                  <a:lnTo>
                    <a:pt x="104775" y="3454"/>
                  </a:lnTo>
                  <a:close/>
                </a:path>
                <a:path w="7486650" h="913130">
                  <a:moveTo>
                    <a:pt x="152400" y="906970"/>
                  </a:moveTo>
                  <a:lnTo>
                    <a:pt x="151942" y="905840"/>
                  </a:lnTo>
                  <a:lnTo>
                    <a:pt x="150075" y="903986"/>
                  </a:lnTo>
                  <a:lnTo>
                    <a:pt x="148958" y="903516"/>
                  </a:lnTo>
                  <a:lnTo>
                    <a:pt x="146329" y="903516"/>
                  </a:lnTo>
                  <a:lnTo>
                    <a:pt x="145211" y="903986"/>
                  </a:lnTo>
                  <a:lnTo>
                    <a:pt x="143344" y="905840"/>
                  </a:lnTo>
                  <a:lnTo>
                    <a:pt x="142875" y="906970"/>
                  </a:lnTo>
                  <a:lnTo>
                    <a:pt x="142875" y="909599"/>
                  </a:lnTo>
                  <a:lnTo>
                    <a:pt x="143344" y="910717"/>
                  </a:lnTo>
                  <a:lnTo>
                    <a:pt x="145211" y="912583"/>
                  </a:lnTo>
                  <a:lnTo>
                    <a:pt x="146329" y="913041"/>
                  </a:lnTo>
                  <a:lnTo>
                    <a:pt x="148958" y="913041"/>
                  </a:lnTo>
                  <a:lnTo>
                    <a:pt x="150075" y="912583"/>
                  </a:lnTo>
                  <a:lnTo>
                    <a:pt x="151942" y="910717"/>
                  </a:lnTo>
                  <a:lnTo>
                    <a:pt x="152400" y="909599"/>
                  </a:lnTo>
                  <a:lnTo>
                    <a:pt x="152400" y="906970"/>
                  </a:lnTo>
                  <a:close/>
                </a:path>
                <a:path w="7486650" h="913130">
                  <a:moveTo>
                    <a:pt x="152400" y="455206"/>
                  </a:moveTo>
                  <a:lnTo>
                    <a:pt x="151942" y="454088"/>
                  </a:lnTo>
                  <a:lnTo>
                    <a:pt x="150075" y="452234"/>
                  </a:lnTo>
                  <a:lnTo>
                    <a:pt x="148958" y="451764"/>
                  </a:lnTo>
                  <a:lnTo>
                    <a:pt x="146329" y="451764"/>
                  </a:lnTo>
                  <a:lnTo>
                    <a:pt x="145211" y="452234"/>
                  </a:lnTo>
                  <a:lnTo>
                    <a:pt x="143344" y="454088"/>
                  </a:lnTo>
                  <a:lnTo>
                    <a:pt x="142875" y="455206"/>
                  </a:lnTo>
                  <a:lnTo>
                    <a:pt x="142875" y="457835"/>
                  </a:lnTo>
                  <a:lnTo>
                    <a:pt x="143344" y="458965"/>
                  </a:lnTo>
                  <a:lnTo>
                    <a:pt x="145211" y="460819"/>
                  </a:lnTo>
                  <a:lnTo>
                    <a:pt x="146329" y="461289"/>
                  </a:lnTo>
                  <a:lnTo>
                    <a:pt x="148958" y="461289"/>
                  </a:lnTo>
                  <a:lnTo>
                    <a:pt x="150075" y="460819"/>
                  </a:lnTo>
                  <a:lnTo>
                    <a:pt x="151942" y="458965"/>
                  </a:lnTo>
                  <a:lnTo>
                    <a:pt x="152400" y="457835"/>
                  </a:lnTo>
                  <a:lnTo>
                    <a:pt x="152400" y="455206"/>
                  </a:lnTo>
                  <a:close/>
                </a:path>
                <a:path w="7486650" h="913130">
                  <a:moveTo>
                    <a:pt x="152400" y="3454"/>
                  </a:moveTo>
                  <a:lnTo>
                    <a:pt x="151942" y="2336"/>
                  </a:lnTo>
                  <a:lnTo>
                    <a:pt x="150075" y="469"/>
                  </a:lnTo>
                  <a:lnTo>
                    <a:pt x="148958" y="0"/>
                  </a:lnTo>
                  <a:lnTo>
                    <a:pt x="146329" y="0"/>
                  </a:lnTo>
                  <a:lnTo>
                    <a:pt x="145211" y="469"/>
                  </a:lnTo>
                  <a:lnTo>
                    <a:pt x="143344" y="2336"/>
                  </a:lnTo>
                  <a:lnTo>
                    <a:pt x="142875" y="3454"/>
                  </a:lnTo>
                  <a:lnTo>
                    <a:pt x="142875" y="6083"/>
                  </a:lnTo>
                  <a:lnTo>
                    <a:pt x="143344" y="7200"/>
                  </a:lnTo>
                  <a:lnTo>
                    <a:pt x="145211" y="9067"/>
                  </a:lnTo>
                  <a:lnTo>
                    <a:pt x="146329" y="9525"/>
                  </a:lnTo>
                  <a:lnTo>
                    <a:pt x="148958" y="9525"/>
                  </a:lnTo>
                  <a:lnTo>
                    <a:pt x="150075" y="9067"/>
                  </a:lnTo>
                  <a:lnTo>
                    <a:pt x="151942" y="7200"/>
                  </a:lnTo>
                  <a:lnTo>
                    <a:pt x="152400" y="6083"/>
                  </a:lnTo>
                  <a:lnTo>
                    <a:pt x="152400" y="3454"/>
                  </a:lnTo>
                  <a:close/>
                </a:path>
                <a:path w="7486650" h="913130">
                  <a:moveTo>
                    <a:pt x="200025" y="906970"/>
                  </a:moveTo>
                  <a:lnTo>
                    <a:pt x="199567" y="905840"/>
                  </a:lnTo>
                  <a:lnTo>
                    <a:pt x="197700" y="903986"/>
                  </a:lnTo>
                  <a:lnTo>
                    <a:pt x="196583" y="903516"/>
                  </a:lnTo>
                  <a:lnTo>
                    <a:pt x="193954" y="903516"/>
                  </a:lnTo>
                  <a:lnTo>
                    <a:pt x="192836" y="903986"/>
                  </a:lnTo>
                  <a:lnTo>
                    <a:pt x="190969" y="905840"/>
                  </a:lnTo>
                  <a:lnTo>
                    <a:pt x="190500" y="906970"/>
                  </a:lnTo>
                  <a:lnTo>
                    <a:pt x="190500" y="909599"/>
                  </a:lnTo>
                  <a:lnTo>
                    <a:pt x="190969" y="910717"/>
                  </a:lnTo>
                  <a:lnTo>
                    <a:pt x="192836" y="912583"/>
                  </a:lnTo>
                  <a:lnTo>
                    <a:pt x="193954" y="913041"/>
                  </a:lnTo>
                  <a:lnTo>
                    <a:pt x="196583" y="913041"/>
                  </a:lnTo>
                  <a:lnTo>
                    <a:pt x="197700" y="912583"/>
                  </a:lnTo>
                  <a:lnTo>
                    <a:pt x="199567" y="910717"/>
                  </a:lnTo>
                  <a:lnTo>
                    <a:pt x="200025" y="909599"/>
                  </a:lnTo>
                  <a:lnTo>
                    <a:pt x="200025" y="906970"/>
                  </a:lnTo>
                  <a:close/>
                </a:path>
                <a:path w="7486650" h="913130">
                  <a:moveTo>
                    <a:pt x="200025" y="455206"/>
                  </a:moveTo>
                  <a:lnTo>
                    <a:pt x="199567" y="454088"/>
                  </a:lnTo>
                  <a:lnTo>
                    <a:pt x="197700" y="452234"/>
                  </a:lnTo>
                  <a:lnTo>
                    <a:pt x="196583" y="451764"/>
                  </a:lnTo>
                  <a:lnTo>
                    <a:pt x="193954" y="451764"/>
                  </a:lnTo>
                  <a:lnTo>
                    <a:pt x="192836" y="452234"/>
                  </a:lnTo>
                  <a:lnTo>
                    <a:pt x="190969" y="454088"/>
                  </a:lnTo>
                  <a:lnTo>
                    <a:pt x="190500" y="455206"/>
                  </a:lnTo>
                  <a:lnTo>
                    <a:pt x="190500" y="457835"/>
                  </a:lnTo>
                  <a:lnTo>
                    <a:pt x="190969" y="458965"/>
                  </a:lnTo>
                  <a:lnTo>
                    <a:pt x="192836" y="460819"/>
                  </a:lnTo>
                  <a:lnTo>
                    <a:pt x="193954" y="461289"/>
                  </a:lnTo>
                  <a:lnTo>
                    <a:pt x="196583" y="461289"/>
                  </a:lnTo>
                  <a:lnTo>
                    <a:pt x="197700" y="460819"/>
                  </a:lnTo>
                  <a:lnTo>
                    <a:pt x="199567" y="458965"/>
                  </a:lnTo>
                  <a:lnTo>
                    <a:pt x="200025" y="457835"/>
                  </a:lnTo>
                  <a:lnTo>
                    <a:pt x="200025" y="455206"/>
                  </a:lnTo>
                  <a:close/>
                </a:path>
                <a:path w="7486650" h="913130">
                  <a:moveTo>
                    <a:pt x="200025" y="3454"/>
                  </a:moveTo>
                  <a:lnTo>
                    <a:pt x="199567" y="2336"/>
                  </a:lnTo>
                  <a:lnTo>
                    <a:pt x="197700" y="469"/>
                  </a:lnTo>
                  <a:lnTo>
                    <a:pt x="196583" y="0"/>
                  </a:lnTo>
                  <a:lnTo>
                    <a:pt x="193954" y="0"/>
                  </a:lnTo>
                  <a:lnTo>
                    <a:pt x="192836" y="469"/>
                  </a:lnTo>
                  <a:lnTo>
                    <a:pt x="190969" y="2336"/>
                  </a:lnTo>
                  <a:lnTo>
                    <a:pt x="190500" y="3454"/>
                  </a:lnTo>
                  <a:lnTo>
                    <a:pt x="190500" y="6083"/>
                  </a:lnTo>
                  <a:lnTo>
                    <a:pt x="190969" y="7200"/>
                  </a:lnTo>
                  <a:lnTo>
                    <a:pt x="192836" y="9067"/>
                  </a:lnTo>
                  <a:lnTo>
                    <a:pt x="193954" y="9525"/>
                  </a:lnTo>
                  <a:lnTo>
                    <a:pt x="196583" y="9525"/>
                  </a:lnTo>
                  <a:lnTo>
                    <a:pt x="197700" y="9067"/>
                  </a:lnTo>
                  <a:lnTo>
                    <a:pt x="199567" y="7200"/>
                  </a:lnTo>
                  <a:lnTo>
                    <a:pt x="200025" y="6083"/>
                  </a:lnTo>
                  <a:lnTo>
                    <a:pt x="200025" y="3454"/>
                  </a:lnTo>
                  <a:close/>
                </a:path>
                <a:path w="7486650" h="913130">
                  <a:moveTo>
                    <a:pt x="247650" y="906970"/>
                  </a:moveTo>
                  <a:lnTo>
                    <a:pt x="247192" y="905840"/>
                  </a:lnTo>
                  <a:lnTo>
                    <a:pt x="245325" y="903986"/>
                  </a:lnTo>
                  <a:lnTo>
                    <a:pt x="244208" y="903516"/>
                  </a:lnTo>
                  <a:lnTo>
                    <a:pt x="241579" y="903516"/>
                  </a:lnTo>
                  <a:lnTo>
                    <a:pt x="240461" y="903986"/>
                  </a:lnTo>
                  <a:lnTo>
                    <a:pt x="238594" y="905840"/>
                  </a:lnTo>
                  <a:lnTo>
                    <a:pt x="238125" y="906970"/>
                  </a:lnTo>
                  <a:lnTo>
                    <a:pt x="238125" y="909599"/>
                  </a:lnTo>
                  <a:lnTo>
                    <a:pt x="238594" y="910717"/>
                  </a:lnTo>
                  <a:lnTo>
                    <a:pt x="240461" y="912583"/>
                  </a:lnTo>
                  <a:lnTo>
                    <a:pt x="241579" y="913041"/>
                  </a:lnTo>
                  <a:lnTo>
                    <a:pt x="244208" y="913041"/>
                  </a:lnTo>
                  <a:lnTo>
                    <a:pt x="245325" y="912583"/>
                  </a:lnTo>
                  <a:lnTo>
                    <a:pt x="247192" y="910717"/>
                  </a:lnTo>
                  <a:lnTo>
                    <a:pt x="247650" y="909599"/>
                  </a:lnTo>
                  <a:lnTo>
                    <a:pt x="247650" y="906970"/>
                  </a:lnTo>
                  <a:close/>
                </a:path>
                <a:path w="7486650" h="913130">
                  <a:moveTo>
                    <a:pt x="247650" y="455206"/>
                  </a:moveTo>
                  <a:lnTo>
                    <a:pt x="247192" y="454088"/>
                  </a:lnTo>
                  <a:lnTo>
                    <a:pt x="245325" y="452234"/>
                  </a:lnTo>
                  <a:lnTo>
                    <a:pt x="244208" y="451764"/>
                  </a:lnTo>
                  <a:lnTo>
                    <a:pt x="241579" y="451764"/>
                  </a:lnTo>
                  <a:lnTo>
                    <a:pt x="240461" y="452234"/>
                  </a:lnTo>
                  <a:lnTo>
                    <a:pt x="238594" y="454088"/>
                  </a:lnTo>
                  <a:lnTo>
                    <a:pt x="238125" y="455206"/>
                  </a:lnTo>
                  <a:lnTo>
                    <a:pt x="238125" y="457835"/>
                  </a:lnTo>
                  <a:lnTo>
                    <a:pt x="238594" y="458965"/>
                  </a:lnTo>
                  <a:lnTo>
                    <a:pt x="240461" y="460819"/>
                  </a:lnTo>
                  <a:lnTo>
                    <a:pt x="241579" y="461289"/>
                  </a:lnTo>
                  <a:lnTo>
                    <a:pt x="244208" y="461289"/>
                  </a:lnTo>
                  <a:lnTo>
                    <a:pt x="245325" y="460819"/>
                  </a:lnTo>
                  <a:lnTo>
                    <a:pt x="247192" y="458965"/>
                  </a:lnTo>
                  <a:lnTo>
                    <a:pt x="247650" y="457835"/>
                  </a:lnTo>
                  <a:lnTo>
                    <a:pt x="247650" y="455206"/>
                  </a:lnTo>
                  <a:close/>
                </a:path>
                <a:path w="7486650" h="913130">
                  <a:moveTo>
                    <a:pt x="247650" y="3454"/>
                  </a:moveTo>
                  <a:lnTo>
                    <a:pt x="247192" y="2336"/>
                  </a:lnTo>
                  <a:lnTo>
                    <a:pt x="245325" y="469"/>
                  </a:lnTo>
                  <a:lnTo>
                    <a:pt x="244208" y="0"/>
                  </a:lnTo>
                  <a:lnTo>
                    <a:pt x="241579" y="0"/>
                  </a:lnTo>
                  <a:lnTo>
                    <a:pt x="240461" y="469"/>
                  </a:lnTo>
                  <a:lnTo>
                    <a:pt x="238594" y="2336"/>
                  </a:lnTo>
                  <a:lnTo>
                    <a:pt x="238125" y="3454"/>
                  </a:lnTo>
                  <a:lnTo>
                    <a:pt x="238125" y="6083"/>
                  </a:lnTo>
                  <a:lnTo>
                    <a:pt x="238594" y="7200"/>
                  </a:lnTo>
                  <a:lnTo>
                    <a:pt x="240461" y="9067"/>
                  </a:lnTo>
                  <a:lnTo>
                    <a:pt x="241579" y="9525"/>
                  </a:lnTo>
                  <a:lnTo>
                    <a:pt x="244208" y="9525"/>
                  </a:lnTo>
                  <a:lnTo>
                    <a:pt x="245325" y="9067"/>
                  </a:lnTo>
                  <a:lnTo>
                    <a:pt x="247192" y="7200"/>
                  </a:lnTo>
                  <a:lnTo>
                    <a:pt x="247650" y="6083"/>
                  </a:lnTo>
                  <a:lnTo>
                    <a:pt x="247650" y="3454"/>
                  </a:lnTo>
                  <a:close/>
                </a:path>
                <a:path w="7486650" h="913130">
                  <a:moveTo>
                    <a:pt x="295275" y="906970"/>
                  </a:moveTo>
                  <a:lnTo>
                    <a:pt x="294817" y="905840"/>
                  </a:lnTo>
                  <a:lnTo>
                    <a:pt x="292950" y="903986"/>
                  </a:lnTo>
                  <a:lnTo>
                    <a:pt x="291833" y="903516"/>
                  </a:lnTo>
                  <a:lnTo>
                    <a:pt x="289204" y="903516"/>
                  </a:lnTo>
                  <a:lnTo>
                    <a:pt x="288086" y="903986"/>
                  </a:lnTo>
                  <a:lnTo>
                    <a:pt x="286219" y="905840"/>
                  </a:lnTo>
                  <a:lnTo>
                    <a:pt x="285750" y="906970"/>
                  </a:lnTo>
                  <a:lnTo>
                    <a:pt x="285750" y="909599"/>
                  </a:lnTo>
                  <a:lnTo>
                    <a:pt x="286219" y="910717"/>
                  </a:lnTo>
                  <a:lnTo>
                    <a:pt x="288086" y="912583"/>
                  </a:lnTo>
                  <a:lnTo>
                    <a:pt x="289204" y="913041"/>
                  </a:lnTo>
                  <a:lnTo>
                    <a:pt x="291833" y="913041"/>
                  </a:lnTo>
                  <a:lnTo>
                    <a:pt x="292950" y="912583"/>
                  </a:lnTo>
                  <a:lnTo>
                    <a:pt x="294817" y="910717"/>
                  </a:lnTo>
                  <a:lnTo>
                    <a:pt x="295275" y="909599"/>
                  </a:lnTo>
                  <a:lnTo>
                    <a:pt x="295275" y="906970"/>
                  </a:lnTo>
                  <a:close/>
                </a:path>
                <a:path w="7486650" h="913130">
                  <a:moveTo>
                    <a:pt x="295275" y="455206"/>
                  </a:moveTo>
                  <a:lnTo>
                    <a:pt x="294817" y="454088"/>
                  </a:lnTo>
                  <a:lnTo>
                    <a:pt x="292950" y="452234"/>
                  </a:lnTo>
                  <a:lnTo>
                    <a:pt x="291833" y="451764"/>
                  </a:lnTo>
                  <a:lnTo>
                    <a:pt x="289204" y="451764"/>
                  </a:lnTo>
                  <a:lnTo>
                    <a:pt x="288086" y="452234"/>
                  </a:lnTo>
                  <a:lnTo>
                    <a:pt x="286219" y="454088"/>
                  </a:lnTo>
                  <a:lnTo>
                    <a:pt x="285750" y="455206"/>
                  </a:lnTo>
                  <a:lnTo>
                    <a:pt x="285750" y="457835"/>
                  </a:lnTo>
                  <a:lnTo>
                    <a:pt x="286219" y="458965"/>
                  </a:lnTo>
                  <a:lnTo>
                    <a:pt x="288086" y="460819"/>
                  </a:lnTo>
                  <a:lnTo>
                    <a:pt x="289204" y="461289"/>
                  </a:lnTo>
                  <a:lnTo>
                    <a:pt x="291833" y="461289"/>
                  </a:lnTo>
                  <a:lnTo>
                    <a:pt x="292950" y="460819"/>
                  </a:lnTo>
                  <a:lnTo>
                    <a:pt x="294817" y="458965"/>
                  </a:lnTo>
                  <a:lnTo>
                    <a:pt x="295275" y="457835"/>
                  </a:lnTo>
                  <a:lnTo>
                    <a:pt x="295275" y="455206"/>
                  </a:lnTo>
                  <a:close/>
                </a:path>
                <a:path w="7486650" h="913130">
                  <a:moveTo>
                    <a:pt x="295275" y="3454"/>
                  </a:moveTo>
                  <a:lnTo>
                    <a:pt x="294817" y="2336"/>
                  </a:lnTo>
                  <a:lnTo>
                    <a:pt x="292950" y="469"/>
                  </a:lnTo>
                  <a:lnTo>
                    <a:pt x="291833" y="0"/>
                  </a:lnTo>
                  <a:lnTo>
                    <a:pt x="289204" y="0"/>
                  </a:lnTo>
                  <a:lnTo>
                    <a:pt x="288086" y="469"/>
                  </a:lnTo>
                  <a:lnTo>
                    <a:pt x="286219" y="2336"/>
                  </a:lnTo>
                  <a:lnTo>
                    <a:pt x="285750" y="3454"/>
                  </a:lnTo>
                  <a:lnTo>
                    <a:pt x="285750" y="6083"/>
                  </a:lnTo>
                  <a:lnTo>
                    <a:pt x="286219" y="7200"/>
                  </a:lnTo>
                  <a:lnTo>
                    <a:pt x="288086" y="9067"/>
                  </a:lnTo>
                  <a:lnTo>
                    <a:pt x="289204" y="9525"/>
                  </a:lnTo>
                  <a:lnTo>
                    <a:pt x="291833" y="9525"/>
                  </a:lnTo>
                  <a:lnTo>
                    <a:pt x="292950" y="9067"/>
                  </a:lnTo>
                  <a:lnTo>
                    <a:pt x="294817" y="7200"/>
                  </a:lnTo>
                  <a:lnTo>
                    <a:pt x="295275" y="6083"/>
                  </a:lnTo>
                  <a:lnTo>
                    <a:pt x="295275" y="3454"/>
                  </a:lnTo>
                  <a:close/>
                </a:path>
                <a:path w="7486650" h="913130">
                  <a:moveTo>
                    <a:pt x="342900" y="906970"/>
                  </a:moveTo>
                  <a:lnTo>
                    <a:pt x="342442" y="905840"/>
                  </a:lnTo>
                  <a:lnTo>
                    <a:pt x="340575" y="903986"/>
                  </a:lnTo>
                  <a:lnTo>
                    <a:pt x="339458" y="903516"/>
                  </a:lnTo>
                  <a:lnTo>
                    <a:pt x="336829" y="903516"/>
                  </a:lnTo>
                  <a:lnTo>
                    <a:pt x="335711" y="903986"/>
                  </a:lnTo>
                  <a:lnTo>
                    <a:pt x="333844" y="905840"/>
                  </a:lnTo>
                  <a:lnTo>
                    <a:pt x="333375" y="906970"/>
                  </a:lnTo>
                  <a:lnTo>
                    <a:pt x="333375" y="909599"/>
                  </a:lnTo>
                  <a:lnTo>
                    <a:pt x="333844" y="910717"/>
                  </a:lnTo>
                  <a:lnTo>
                    <a:pt x="335711" y="912583"/>
                  </a:lnTo>
                  <a:lnTo>
                    <a:pt x="336829" y="913041"/>
                  </a:lnTo>
                  <a:lnTo>
                    <a:pt x="339458" y="913041"/>
                  </a:lnTo>
                  <a:lnTo>
                    <a:pt x="340575" y="912583"/>
                  </a:lnTo>
                  <a:lnTo>
                    <a:pt x="342442" y="910717"/>
                  </a:lnTo>
                  <a:lnTo>
                    <a:pt x="342900" y="909599"/>
                  </a:lnTo>
                  <a:lnTo>
                    <a:pt x="342900" y="906970"/>
                  </a:lnTo>
                  <a:close/>
                </a:path>
                <a:path w="7486650" h="913130">
                  <a:moveTo>
                    <a:pt x="342900" y="455206"/>
                  </a:moveTo>
                  <a:lnTo>
                    <a:pt x="342442" y="454088"/>
                  </a:lnTo>
                  <a:lnTo>
                    <a:pt x="340575" y="452234"/>
                  </a:lnTo>
                  <a:lnTo>
                    <a:pt x="339458" y="451764"/>
                  </a:lnTo>
                  <a:lnTo>
                    <a:pt x="336829" y="451764"/>
                  </a:lnTo>
                  <a:lnTo>
                    <a:pt x="335711" y="452234"/>
                  </a:lnTo>
                  <a:lnTo>
                    <a:pt x="333844" y="454088"/>
                  </a:lnTo>
                  <a:lnTo>
                    <a:pt x="333375" y="455206"/>
                  </a:lnTo>
                  <a:lnTo>
                    <a:pt x="333375" y="457835"/>
                  </a:lnTo>
                  <a:lnTo>
                    <a:pt x="333844" y="458965"/>
                  </a:lnTo>
                  <a:lnTo>
                    <a:pt x="335711" y="460819"/>
                  </a:lnTo>
                  <a:lnTo>
                    <a:pt x="336829" y="461289"/>
                  </a:lnTo>
                  <a:lnTo>
                    <a:pt x="339458" y="461289"/>
                  </a:lnTo>
                  <a:lnTo>
                    <a:pt x="340575" y="460819"/>
                  </a:lnTo>
                  <a:lnTo>
                    <a:pt x="342442" y="458965"/>
                  </a:lnTo>
                  <a:lnTo>
                    <a:pt x="342900" y="457835"/>
                  </a:lnTo>
                  <a:lnTo>
                    <a:pt x="342900" y="455206"/>
                  </a:lnTo>
                  <a:close/>
                </a:path>
                <a:path w="7486650" h="913130">
                  <a:moveTo>
                    <a:pt x="342900" y="3454"/>
                  </a:moveTo>
                  <a:lnTo>
                    <a:pt x="342442" y="2336"/>
                  </a:lnTo>
                  <a:lnTo>
                    <a:pt x="340575" y="469"/>
                  </a:lnTo>
                  <a:lnTo>
                    <a:pt x="339458" y="0"/>
                  </a:lnTo>
                  <a:lnTo>
                    <a:pt x="336829" y="0"/>
                  </a:lnTo>
                  <a:lnTo>
                    <a:pt x="335711" y="469"/>
                  </a:lnTo>
                  <a:lnTo>
                    <a:pt x="333844" y="2336"/>
                  </a:lnTo>
                  <a:lnTo>
                    <a:pt x="333375" y="3454"/>
                  </a:lnTo>
                  <a:lnTo>
                    <a:pt x="333375" y="6083"/>
                  </a:lnTo>
                  <a:lnTo>
                    <a:pt x="333844" y="7200"/>
                  </a:lnTo>
                  <a:lnTo>
                    <a:pt x="335711" y="9067"/>
                  </a:lnTo>
                  <a:lnTo>
                    <a:pt x="336829" y="9525"/>
                  </a:lnTo>
                  <a:lnTo>
                    <a:pt x="339458" y="9525"/>
                  </a:lnTo>
                  <a:lnTo>
                    <a:pt x="340575" y="9067"/>
                  </a:lnTo>
                  <a:lnTo>
                    <a:pt x="342442" y="7200"/>
                  </a:lnTo>
                  <a:lnTo>
                    <a:pt x="342900" y="6083"/>
                  </a:lnTo>
                  <a:lnTo>
                    <a:pt x="342900" y="3454"/>
                  </a:lnTo>
                  <a:close/>
                </a:path>
                <a:path w="7486650" h="913130">
                  <a:moveTo>
                    <a:pt x="390525" y="906970"/>
                  </a:moveTo>
                  <a:lnTo>
                    <a:pt x="390067" y="905840"/>
                  </a:lnTo>
                  <a:lnTo>
                    <a:pt x="388200" y="903986"/>
                  </a:lnTo>
                  <a:lnTo>
                    <a:pt x="387083" y="903516"/>
                  </a:lnTo>
                  <a:lnTo>
                    <a:pt x="384454" y="903516"/>
                  </a:lnTo>
                  <a:lnTo>
                    <a:pt x="383336" y="903986"/>
                  </a:lnTo>
                  <a:lnTo>
                    <a:pt x="381469" y="905840"/>
                  </a:lnTo>
                  <a:lnTo>
                    <a:pt x="381000" y="906970"/>
                  </a:lnTo>
                  <a:lnTo>
                    <a:pt x="381000" y="909599"/>
                  </a:lnTo>
                  <a:lnTo>
                    <a:pt x="381469" y="910717"/>
                  </a:lnTo>
                  <a:lnTo>
                    <a:pt x="383336" y="912583"/>
                  </a:lnTo>
                  <a:lnTo>
                    <a:pt x="384454" y="913041"/>
                  </a:lnTo>
                  <a:lnTo>
                    <a:pt x="387083" y="913041"/>
                  </a:lnTo>
                  <a:lnTo>
                    <a:pt x="388200" y="912583"/>
                  </a:lnTo>
                  <a:lnTo>
                    <a:pt x="390067" y="910717"/>
                  </a:lnTo>
                  <a:lnTo>
                    <a:pt x="390525" y="909599"/>
                  </a:lnTo>
                  <a:lnTo>
                    <a:pt x="390525" y="906970"/>
                  </a:lnTo>
                  <a:close/>
                </a:path>
                <a:path w="7486650" h="913130">
                  <a:moveTo>
                    <a:pt x="390525" y="455206"/>
                  </a:moveTo>
                  <a:lnTo>
                    <a:pt x="390067" y="454088"/>
                  </a:lnTo>
                  <a:lnTo>
                    <a:pt x="388200" y="452234"/>
                  </a:lnTo>
                  <a:lnTo>
                    <a:pt x="387083" y="451764"/>
                  </a:lnTo>
                  <a:lnTo>
                    <a:pt x="384454" y="451764"/>
                  </a:lnTo>
                  <a:lnTo>
                    <a:pt x="383336" y="452234"/>
                  </a:lnTo>
                  <a:lnTo>
                    <a:pt x="381469" y="454088"/>
                  </a:lnTo>
                  <a:lnTo>
                    <a:pt x="381000" y="455206"/>
                  </a:lnTo>
                  <a:lnTo>
                    <a:pt x="381000" y="457835"/>
                  </a:lnTo>
                  <a:lnTo>
                    <a:pt x="381469" y="458965"/>
                  </a:lnTo>
                  <a:lnTo>
                    <a:pt x="383336" y="460819"/>
                  </a:lnTo>
                  <a:lnTo>
                    <a:pt x="384454" y="461289"/>
                  </a:lnTo>
                  <a:lnTo>
                    <a:pt x="387083" y="461289"/>
                  </a:lnTo>
                  <a:lnTo>
                    <a:pt x="388200" y="460819"/>
                  </a:lnTo>
                  <a:lnTo>
                    <a:pt x="390067" y="458965"/>
                  </a:lnTo>
                  <a:lnTo>
                    <a:pt x="390525" y="457835"/>
                  </a:lnTo>
                  <a:lnTo>
                    <a:pt x="390525" y="455206"/>
                  </a:lnTo>
                  <a:close/>
                </a:path>
                <a:path w="7486650" h="913130">
                  <a:moveTo>
                    <a:pt x="390525" y="3454"/>
                  </a:moveTo>
                  <a:lnTo>
                    <a:pt x="390067" y="2336"/>
                  </a:lnTo>
                  <a:lnTo>
                    <a:pt x="388200" y="469"/>
                  </a:lnTo>
                  <a:lnTo>
                    <a:pt x="387083" y="0"/>
                  </a:lnTo>
                  <a:lnTo>
                    <a:pt x="384454" y="0"/>
                  </a:lnTo>
                  <a:lnTo>
                    <a:pt x="383336" y="469"/>
                  </a:lnTo>
                  <a:lnTo>
                    <a:pt x="381469" y="2336"/>
                  </a:lnTo>
                  <a:lnTo>
                    <a:pt x="381000" y="3454"/>
                  </a:lnTo>
                  <a:lnTo>
                    <a:pt x="381000" y="6083"/>
                  </a:lnTo>
                  <a:lnTo>
                    <a:pt x="381469" y="7200"/>
                  </a:lnTo>
                  <a:lnTo>
                    <a:pt x="383336" y="9067"/>
                  </a:lnTo>
                  <a:lnTo>
                    <a:pt x="384454" y="9525"/>
                  </a:lnTo>
                  <a:lnTo>
                    <a:pt x="387083" y="9525"/>
                  </a:lnTo>
                  <a:lnTo>
                    <a:pt x="388200" y="9067"/>
                  </a:lnTo>
                  <a:lnTo>
                    <a:pt x="390067" y="7200"/>
                  </a:lnTo>
                  <a:lnTo>
                    <a:pt x="390525" y="6083"/>
                  </a:lnTo>
                  <a:lnTo>
                    <a:pt x="390525" y="3454"/>
                  </a:lnTo>
                  <a:close/>
                </a:path>
                <a:path w="7486650" h="913130">
                  <a:moveTo>
                    <a:pt x="438150" y="906970"/>
                  </a:moveTo>
                  <a:lnTo>
                    <a:pt x="437692" y="905840"/>
                  </a:lnTo>
                  <a:lnTo>
                    <a:pt x="435825" y="903986"/>
                  </a:lnTo>
                  <a:lnTo>
                    <a:pt x="434708" y="903516"/>
                  </a:lnTo>
                  <a:lnTo>
                    <a:pt x="432079" y="903516"/>
                  </a:lnTo>
                  <a:lnTo>
                    <a:pt x="430961" y="903986"/>
                  </a:lnTo>
                  <a:lnTo>
                    <a:pt x="429094" y="905840"/>
                  </a:lnTo>
                  <a:lnTo>
                    <a:pt x="428625" y="906970"/>
                  </a:lnTo>
                  <a:lnTo>
                    <a:pt x="428625" y="909599"/>
                  </a:lnTo>
                  <a:lnTo>
                    <a:pt x="429094" y="910717"/>
                  </a:lnTo>
                  <a:lnTo>
                    <a:pt x="430961" y="912583"/>
                  </a:lnTo>
                  <a:lnTo>
                    <a:pt x="432079" y="913041"/>
                  </a:lnTo>
                  <a:lnTo>
                    <a:pt x="434708" y="913041"/>
                  </a:lnTo>
                  <a:lnTo>
                    <a:pt x="435825" y="912583"/>
                  </a:lnTo>
                  <a:lnTo>
                    <a:pt x="437692" y="910717"/>
                  </a:lnTo>
                  <a:lnTo>
                    <a:pt x="438150" y="909599"/>
                  </a:lnTo>
                  <a:lnTo>
                    <a:pt x="438150" y="906970"/>
                  </a:lnTo>
                  <a:close/>
                </a:path>
                <a:path w="7486650" h="913130">
                  <a:moveTo>
                    <a:pt x="438150" y="455206"/>
                  </a:moveTo>
                  <a:lnTo>
                    <a:pt x="437692" y="454088"/>
                  </a:lnTo>
                  <a:lnTo>
                    <a:pt x="435825" y="452234"/>
                  </a:lnTo>
                  <a:lnTo>
                    <a:pt x="434708" y="451764"/>
                  </a:lnTo>
                  <a:lnTo>
                    <a:pt x="432079" y="451764"/>
                  </a:lnTo>
                  <a:lnTo>
                    <a:pt x="430961" y="452234"/>
                  </a:lnTo>
                  <a:lnTo>
                    <a:pt x="429094" y="454088"/>
                  </a:lnTo>
                  <a:lnTo>
                    <a:pt x="428625" y="455206"/>
                  </a:lnTo>
                  <a:lnTo>
                    <a:pt x="428625" y="457835"/>
                  </a:lnTo>
                  <a:lnTo>
                    <a:pt x="429094" y="458965"/>
                  </a:lnTo>
                  <a:lnTo>
                    <a:pt x="430961" y="460819"/>
                  </a:lnTo>
                  <a:lnTo>
                    <a:pt x="432079" y="461289"/>
                  </a:lnTo>
                  <a:lnTo>
                    <a:pt x="434708" y="461289"/>
                  </a:lnTo>
                  <a:lnTo>
                    <a:pt x="435825" y="460819"/>
                  </a:lnTo>
                  <a:lnTo>
                    <a:pt x="437692" y="458965"/>
                  </a:lnTo>
                  <a:lnTo>
                    <a:pt x="438150" y="457835"/>
                  </a:lnTo>
                  <a:lnTo>
                    <a:pt x="438150" y="455206"/>
                  </a:lnTo>
                  <a:close/>
                </a:path>
                <a:path w="7486650" h="913130">
                  <a:moveTo>
                    <a:pt x="438150" y="3454"/>
                  </a:moveTo>
                  <a:lnTo>
                    <a:pt x="437692" y="2336"/>
                  </a:lnTo>
                  <a:lnTo>
                    <a:pt x="435825" y="469"/>
                  </a:lnTo>
                  <a:lnTo>
                    <a:pt x="434708" y="0"/>
                  </a:lnTo>
                  <a:lnTo>
                    <a:pt x="432079" y="0"/>
                  </a:lnTo>
                  <a:lnTo>
                    <a:pt x="430961" y="469"/>
                  </a:lnTo>
                  <a:lnTo>
                    <a:pt x="429094" y="2336"/>
                  </a:lnTo>
                  <a:lnTo>
                    <a:pt x="428625" y="3454"/>
                  </a:lnTo>
                  <a:lnTo>
                    <a:pt x="428625" y="6083"/>
                  </a:lnTo>
                  <a:lnTo>
                    <a:pt x="429094" y="7200"/>
                  </a:lnTo>
                  <a:lnTo>
                    <a:pt x="430961" y="9067"/>
                  </a:lnTo>
                  <a:lnTo>
                    <a:pt x="432079" y="9525"/>
                  </a:lnTo>
                  <a:lnTo>
                    <a:pt x="434708" y="9525"/>
                  </a:lnTo>
                  <a:lnTo>
                    <a:pt x="435825" y="9067"/>
                  </a:lnTo>
                  <a:lnTo>
                    <a:pt x="437692" y="7200"/>
                  </a:lnTo>
                  <a:lnTo>
                    <a:pt x="438150" y="6083"/>
                  </a:lnTo>
                  <a:lnTo>
                    <a:pt x="438150" y="3454"/>
                  </a:lnTo>
                  <a:close/>
                </a:path>
                <a:path w="7486650" h="913130">
                  <a:moveTo>
                    <a:pt x="485775" y="906970"/>
                  </a:moveTo>
                  <a:lnTo>
                    <a:pt x="485317" y="905840"/>
                  </a:lnTo>
                  <a:lnTo>
                    <a:pt x="483450" y="903986"/>
                  </a:lnTo>
                  <a:lnTo>
                    <a:pt x="482333" y="903516"/>
                  </a:lnTo>
                  <a:lnTo>
                    <a:pt x="479704" y="903516"/>
                  </a:lnTo>
                  <a:lnTo>
                    <a:pt x="478586" y="903986"/>
                  </a:lnTo>
                  <a:lnTo>
                    <a:pt x="476719" y="905840"/>
                  </a:lnTo>
                  <a:lnTo>
                    <a:pt x="476250" y="906970"/>
                  </a:lnTo>
                  <a:lnTo>
                    <a:pt x="476250" y="909599"/>
                  </a:lnTo>
                  <a:lnTo>
                    <a:pt x="476719" y="910717"/>
                  </a:lnTo>
                  <a:lnTo>
                    <a:pt x="478586" y="912583"/>
                  </a:lnTo>
                  <a:lnTo>
                    <a:pt x="479704" y="913041"/>
                  </a:lnTo>
                  <a:lnTo>
                    <a:pt x="482333" y="913041"/>
                  </a:lnTo>
                  <a:lnTo>
                    <a:pt x="483450" y="912583"/>
                  </a:lnTo>
                  <a:lnTo>
                    <a:pt x="485317" y="910717"/>
                  </a:lnTo>
                  <a:lnTo>
                    <a:pt x="485775" y="909599"/>
                  </a:lnTo>
                  <a:lnTo>
                    <a:pt x="485775" y="906970"/>
                  </a:lnTo>
                  <a:close/>
                </a:path>
                <a:path w="7486650" h="913130">
                  <a:moveTo>
                    <a:pt x="485775" y="455206"/>
                  </a:moveTo>
                  <a:lnTo>
                    <a:pt x="485317" y="454088"/>
                  </a:lnTo>
                  <a:lnTo>
                    <a:pt x="483450" y="452234"/>
                  </a:lnTo>
                  <a:lnTo>
                    <a:pt x="482333" y="451764"/>
                  </a:lnTo>
                  <a:lnTo>
                    <a:pt x="479704" y="451764"/>
                  </a:lnTo>
                  <a:lnTo>
                    <a:pt x="478586" y="452234"/>
                  </a:lnTo>
                  <a:lnTo>
                    <a:pt x="476719" y="454088"/>
                  </a:lnTo>
                  <a:lnTo>
                    <a:pt x="476250" y="455206"/>
                  </a:lnTo>
                  <a:lnTo>
                    <a:pt x="476250" y="457835"/>
                  </a:lnTo>
                  <a:lnTo>
                    <a:pt x="476719" y="458965"/>
                  </a:lnTo>
                  <a:lnTo>
                    <a:pt x="478586" y="460819"/>
                  </a:lnTo>
                  <a:lnTo>
                    <a:pt x="479704" y="461289"/>
                  </a:lnTo>
                  <a:lnTo>
                    <a:pt x="482333" y="461289"/>
                  </a:lnTo>
                  <a:lnTo>
                    <a:pt x="483450" y="460819"/>
                  </a:lnTo>
                  <a:lnTo>
                    <a:pt x="485317" y="458965"/>
                  </a:lnTo>
                  <a:lnTo>
                    <a:pt x="485775" y="457835"/>
                  </a:lnTo>
                  <a:lnTo>
                    <a:pt x="485775" y="455206"/>
                  </a:lnTo>
                  <a:close/>
                </a:path>
                <a:path w="7486650" h="913130">
                  <a:moveTo>
                    <a:pt x="485775" y="3454"/>
                  </a:moveTo>
                  <a:lnTo>
                    <a:pt x="485317" y="2336"/>
                  </a:lnTo>
                  <a:lnTo>
                    <a:pt x="483450" y="469"/>
                  </a:lnTo>
                  <a:lnTo>
                    <a:pt x="482333" y="0"/>
                  </a:lnTo>
                  <a:lnTo>
                    <a:pt x="479704" y="0"/>
                  </a:lnTo>
                  <a:lnTo>
                    <a:pt x="478586" y="469"/>
                  </a:lnTo>
                  <a:lnTo>
                    <a:pt x="476719" y="2336"/>
                  </a:lnTo>
                  <a:lnTo>
                    <a:pt x="476250" y="3454"/>
                  </a:lnTo>
                  <a:lnTo>
                    <a:pt x="476250" y="6083"/>
                  </a:lnTo>
                  <a:lnTo>
                    <a:pt x="476719" y="7200"/>
                  </a:lnTo>
                  <a:lnTo>
                    <a:pt x="478586" y="9067"/>
                  </a:lnTo>
                  <a:lnTo>
                    <a:pt x="479704" y="9525"/>
                  </a:lnTo>
                  <a:lnTo>
                    <a:pt x="482333" y="9525"/>
                  </a:lnTo>
                  <a:lnTo>
                    <a:pt x="483450" y="9067"/>
                  </a:lnTo>
                  <a:lnTo>
                    <a:pt x="485317" y="7200"/>
                  </a:lnTo>
                  <a:lnTo>
                    <a:pt x="485775" y="6083"/>
                  </a:lnTo>
                  <a:lnTo>
                    <a:pt x="485775" y="3454"/>
                  </a:lnTo>
                  <a:close/>
                </a:path>
                <a:path w="7486650" h="913130">
                  <a:moveTo>
                    <a:pt x="533400" y="906970"/>
                  </a:moveTo>
                  <a:lnTo>
                    <a:pt x="532942" y="905840"/>
                  </a:lnTo>
                  <a:lnTo>
                    <a:pt x="531075" y="903986"/>
                  </a:lnTo>
                  <a:lnTo>
                    <a:pt x="529958" y="903516"/>
                  </a:lnTo>
                  <a:lnTo>
                    <a:pt x="527329" y="903516"/>
                  </a:lnTo>
                  <a:lnTo>
                    <a:pt x="526211" y="903986"/>
                  </a:lnTo>
                  <a:lnTo>
                    <a:pt x="524344" y="905840"/>
                  </a:lnTo>
                  <a:lnTo>
                    <a:pt x="523875" y="906970"/>
                  </a:lnTo>
                  <a:lnTo>
                    <a:pt x="523875" y="909599"/>
                  </a:lnTo>
                  <a:lnTo>
                    <a:pt x="524344" y="910717"/>
                  </a:lnTo>
                  <a:lnTo>
                    <a:pt x="526211" y="912583"/>
                  </a:lnTo>
                  <a:lnTo>
                    <a:pt x="527329" y="913041"/>
                  </a:lnTo>
                  <a:lnTo>
                    <a:pt x="529958" y="913041"/>
                  </a:lnTo>
                  <a:lnTo>
                    <a:pt x="531075" y="912583"/>
                  </a:lnTo>
                  <a:lnTo>
                    <a:pt x="532942" y="910717"/>
                  </a:lnTo>
                  <a:lnTo>
                    <a:pt x="533400" y="909599"/>
                  </a:lnTo>
                  <a:lnTo>
                    <a:pt x="533400" y="906970"/>
                  </a:lnTo>
                  <a:close/>
                </a:path>
                <a:path w="7486650" h="913130">
                  <a:moveTo>
                    <a:pt x="533400" y="455206"/>
                  </a:moveTo>
                  <a:lnTo>
                    <a:pt x="532942" y="454088"/>
                  </a:lnTo>
                  <a:lnTo>
                    <a:pt x="531075" y="452234"/>
                  </a:lnTo>
                  <a:lnTo>
                    <a:pt x="529958" y="451764"/>
                  </a:lnTo>
                  <a:lnTo>
                    <a:pt x="527329" y="451764"/>
                  </a:lnTo>
                  <a:lnTo>
                    <a:pt x="526211" y="452234"/>
                  </a:lnTo>
                  <a:lnTo>
                    <a:pt x="524344" y="454088"/>
                  </a:lnTo>
                  <a:lnTo>
                    <a:pt x="523875" y="455206"/>
                  </a:lnTo>
                  <a:lnTo>
                    <a:pt x="523875" y="457835"/>
                  </a:lnTo>
                  <a:lnTo>
                    <a:pt x="524344" y="458965"/>
                  </a:lnTo>
                  <a:lnTo>
                    <a:pt x="526211" y="460819"/>
                  </a:lnTo>
                  <a:lnTo>
                    <a:pt x="527329" y="461289"/>
                  </a:lnTo>
                  <a:lnTo>
                    <a:pt x="529958" y="461289"/>
                  </a:lnTo>
                  <a:lnTo>
                    <a:pt x="531075" y="460819"/>
                  </a:lnTo>
                  <a:lnTo>
                    <a:pt x="532942" y="458965"/>
                  </a:lnTo>
                  <a:lnTo>
                    <a:pt x="533400" y="457835"/>
                  </a:lnTo>
                  <a:lnTo>
                    <a:pt x="533400" y="455206"/>
                  </a:lnTo>
                  <a:close/>
                </a:path>
                <a:path w="7486650" h="913130">
                  <a:moveTo>
                    <a:pt x="533400" y="3454"/>
                  </a:moveTo>
                  <a:lnTo>
                    <a:pt x="532942" y="2336"/>
                  </a:lnTo>
                  <a:lnTo>
                    <a:pt x="531075" y="469"/>
                  </a:lnTo>
                  <a:lnTo>
                    <a:pt x="529958" y="0"/>
                  </a:lnTo>
                  <a:lnTo>
                    <a:pt x="527329" y="0"/>
                  </a:lnTo>
                  <a:lnTo>
                    <a:pt x="526211" y="469"/>
                  </a:lnTo>
                  <a:lnTo>
                    <a:pt x="524344" y="2336"/>
                  </a:lnTo>
                  <a:lnTo>
                    <a:pt x="523875" y="3454"/>
                  </a:lnTo>
                  <a:lnTo>
                    <a:pt x="523875" y="6083"/>
                  </a:lnTo>
                  <a:lnTo>
                    <a:pt x="524344" y="7200"/>
                  </a:lnTo>
                  <a:lnTo>
                    <a:pt x="526211" y="9067"/>
                  </a:lnTo>
                  <a:lnTo>
                    <a:pt x="527329" y="9525"/>
                  </a:lnTo>
                  <a:lnTo>
                    <a:pt x="529958" y="9525"/>
                  </a:lnTo>
                  <a:lnTo>
                    <a:pt x="531075" y="9067"/>
                  </a:lnTo>
                  <a:lnTo>
                    <a:pt x="532942" y="7200"/>
                  </a:lnTo>
                  <a:lnTo>
                    <a:pt x="533400" y="6083"/>
                  </a:lnTo>
                  <a:lnTo>
                    <a:pt x="533400" y="3454"/>
                  </a:lnTo>
                  <a:close/>
                </a:path>
                <a:path w="7486650" h="913130">
                  <a:moveTo>
                    <a:pt x="581025" y="906970"/>
                  </a:moveTo>
                  <a:lnTo>
                    <a:pt x="580567" y="905840"/>
                  </a:lnTo>
                  <a:lnTo>
                    <a:pt x="578700" y="903986"/>
                  </a:lnTo>
                  <a:lnTo>
                    <a:pt x="577583" y="903516"/>
                  </a:lnTo>
                  <a:lnTo>
                    <a:pt x="574954" y="903516"/>
                  </a:lnTo>
                  <a:lnTo>
                    <a:pt x="573836" y="903986"/>
                  </a:lnTo>
                  <a:lnTo>
                    <a:pt x="571969" y="905840"/>
                  </a:lnTo>
                  <a:lnTo>
                    <a:pt x="571500" y="906970"/>
                  </a:lnTo>
                  <a:lnTo>
                    <a:pt x="571500" y="909599"/>
                  </a:lnTo>
                  <a:lnTo>
                    <a:pt x="571969" y="910717"/>
                  </a:lnTo>
                  <a:lnTo>
                    <a:pt x="573836" y="912583"/>
                  </a:lnTo>
                  <a:lnTo>
                    <a:pt x="574954" y="913041"/>
                  </a:lnTo>
                  <a:lnTo>
                    <a:pt x="577583" y="913041"/>
                  </a:lnTo>
                  <a:lnTo>
                    <a:pt x="578700" y="912583"/>
                  </a:lnTo>
                  <a:lnTo>
                    <a:pt x="580567" y="910717"/>
                  </a:lnTo>
                  <a:lnTo>
                    <a:pt x="581025" y="909599"/>
                  </a:lnTo>
                  <a:lnTo>
                    <a:pt x="581025" y="906970"/>
                  </a:lnTo>
                  <a:close/>
                </a:path>
                <a:path w="7486650" h="913130">
                  <a:moveTo>
                    <a:pt x="581025" y="455206"/>
                  </a:moveTo>
                  <a:lnTo>
                    <a:pt x="580567" y="454088"/>
                  </a:lnTo>
                  <a:lnTo>
                    <a:pt x="578700" y="452234"/>
                  </a:lnTo>
                  <a:lnTo>
                    <a:pt x="577583" y="451764"/>
                  </a:lnTo>
                  <a:lnTo>
                    <a:pt x="574954" y="451764"/>
                  </a:lnTo>
                  <a:lnTo>
                    <a:pt x="573836" y="452234"/>
                  </a:lnTo>
                  <a:lnTo>
                    <a:pt x="571969" y="454088"/>
                  </a:lnTo>
                  <a:lnTo>
                    <a:pt x="571500" y="455206"/>
                  </a:lnTo>
                  <a:lnTo>
                    <a:pt x="571500" y="457835"/>
                  </a:lnTo>
                  <a:lnTo>
                    <a:pt x="571969" y="458965"/>
                  </a:lnTo>
                  <a:lnTo>
                    <a:pt x="573836" y="460819"/>
                  </a:lnTo>
                  <a:lnTo>
                    <a:pt x="574954" y="461289"/>
                  </a:lnTo>
                  <a:lnTo>
                    <a:pt x="577583" y="461289"/>
                  </a:lnTo>
                  <a:lnTo>
                    <a:pt x="578700" y="460819"/>
                  </a:lnTo>
                  <a:lnTo>
                    <a:pt x="580567" y="458965"/>
                  </a:lnTo>
                  <a:lnTo>
                    <a:pt x="581025" y="457835"/>
                  </a:lnTo>
                  <a:lnTo>
                    <a:pt x="581025" y="455206"/>
                  </a:lnTo>
                  <a:close/>
                </a:path>
                <a:path w="7486650" h="913130">
                  <a:moveTo>
                    <a:pt x="581025" y="3454"/>
                  </a:moveTo>
                  <a:lnTo>
                    <a:pt x="580567" y="2336"/>
                  </a:lnTo>
                  <a:lnTo>
                    <a:pt x="578700" y="469"/>
                  </a:lnTo>
                  <a:lnTo>
                    <a:pt x="577583" y="0"/>
                  </a:lnTo>
                  <a:lnTo>
                    <a:pt x="574954" y="0"/>
                  </a:lnTo>
                  <a:lnTo>
                    <a:pt x="573836" y="469"/>
                  </a:lnTo>
                  <a:lnTo>
                    <a:pt x="571969" y="2336"/>
                  </a:lnTo>
                  <a:lnTo>
                    <a:pt x="571500" y="3454"/>
                  </a:lnTo>
                  <a:lnTo>
                    <a:pt x="571500" y="6083"/>
                  </a:lnTo>
                  <a:lnTo>
                    <a:pt x="571969" y="7200"/>
                  </a:lnTo>
                  <a:lnTo>
                    <a:pt x="573836" y="9067"/>
                  </a:lnTo>
                  <a:lnTo>
                    <a:pt x="574954" y="9525"/>
                  </a:lnTo>
                  <a:lnTo>
                    <a:pt x="577583" y="9525"/>
                  </a:lnTo>
                  <a:lnTo>
                    <a:pt x="578700" y="9067"/>
                  </a:lnTo>
                  <a:lnTo>
                    <a:pt x="580567" y="7200"/>
                  </a:lnTo>
                  <a:lnTo>
                    <a:pt x="581025" y="6083"/>
                  </a:lnTo>
                  <a:lnTo>
                    <a:pt x="581025" y="3454"/>
                  </a:lnTo>
                  <a:close/>
                </a:path>
                <a:path w="7486650" h="913130">
                  <a:moveTo>
                    <a:pt x="628650" y="906970"/>
                  </a:moveTo>
                  <a:lnTo>
                    <a:pt x="628192" y="905840"/>
                  </a:lnTo>
                  <a:lnTo>
                    <a:pt x="626325" y="903986"/>
                  </a:lnTo>
                  <a:lnTo>
                    <a:pt x="625208" y="903516"/>
                  </a:lnTo>
                  <a:lnTo>
                    <a:pt x="622579" y="903516"/>
                  </a:lnTo>
                  <a:lnTo>
                    <a:pt x="621461" y="903986"/>
                  </a:lnTo>
                  <a:lnTo>
                    <a:pt x="619594" y="905840"/>
                  </a:lnTo>
                  <a:lnTo>
                    <a:pt x="619125" y="906970"/>
                  </a:lnTo>
                  <a:lnTo>
                    <a:pt x="619125" y="909599"/>
                  </a:lnTo>
                  <a:lnTo>
                    <a:pt x="619594" y="910717"/>
                  </a:lnTo>
                  <a:lnTo>
                    <a:pt x="621461" y="912583"/>
                  </a:lnTo>
                  <a:lnTo>
                    <a:pt x="622579" y="913041"/>
                  </a:lnTo>
                  <a:lnTo>
                    <a:pt x="625208" y="913041"/>
                  </a:lnTo>
                  <a:lnTo>
                    <a:pt x="626325" y="912583"/>
                  </a:lnTo>
                  <a:lnTo>
                    <a:pt x="628192" y="910717"/>
                  </a:lnTo>
                  <a:lnTo>
                    <a:pt x="628650" y="909599"/>
                  </a:lnTo>
                  <a:lnTo>
                    <a:pt x="628650" y="906970"/>
                  </a:lnTo>
                  <a:close/>
                </a:path>
                <a:path w="7486650" h="913130">
                  <a:moveTo>
                    <a:pt x="628650" y="455206"/>
                  </a:moveTo>
                  <a:lnTo>
                    <a:pt x="628192" y="454088"/>
                  </a:lnTo>
                  <a:lnTo>
                    <a:pt x="626325" y="452234"/>
                  </a:lnTo>
                  <a:lnTo>
                    <a:pt x="625208" y="451764"/>
                  </a:lnTo>
                  <a:lnTo>
                    <a:pt x="622579" y="451764"/>
                  </a:lnTo>
                  <a:lnTo>
                    <a:pt x="621461" y="452234"/>
                  </a:lnTo>
                  <a:lnTo>
                    <a:pt x="619594" y="454088"/>
                  </a:lnTo>
                  <a:lnTo>
                    <a:pt x="619125" y="455206"/>
                  </a:lnTo>
                  <a:lnTo>
                    <a:pt x="619125" y="457835"/>
                  </a:lnTo>
                  <a:lnTo>
                    <a:pt x="619594" y="458965"/>
                  </a:lnTo>
                  <a:lnTo>
                    <a:pt x="621461" y="460819"/>
                  </a:lnTo>
                  <a:lnTo>
                    <a:pt x="622579" y="461289"/>
                  </a:lnTo>
                  <a:lnTo>
                    <a:pt x="625208" y="461289"/>
                  </a:lnTo>
                  <a:lnTo>
                    <a:pt x="626325" y="460819"/>
                  </a:lnTo>
                  <a:lnTo>
                    <a:pt x="628192" y="458965"/>
                  </a:lnTo>
                  <a:lnTo>
                    <a:pt x="628650" y="457835"/>
                  </a:lnTo>
                  <a:lnTo>
                    <a:pt x="628650" y="455206"/>
                  </a:lnTo>
                  <a:close/>
                </a:path>
                <a:path w="7486650" h="913130">
                  <a:moveTo>
                    <a:pt x="628650" y="3454"/>
                  </a:moveTo>
                  <a:lnTo>
                    <a:pt x="628192" y="2336"/>
                  </a:lnTo>
                  <a:lnTo>
                    <a:pt x="626325" y="469"/>
                  </a:lnTo>
                  <a:lnTo>
                    <a:pt x="625208" y="0"/>
                  </a:lnTo>
                  <a:lnTo>
                    <a:pt x="622579" y="0"/>
                  </a:lnTo>
                  <a:lnTo>
                    <a:pt x="621461" y="469"/>
                  </a:lnTo>
                  <a:lnTo>
                    <a:pt x="619594" y="2336"/>
                  </a:lnTo>
                  <a:lnTo>
                    <a:pt x="619125" y="3454"/>
                  </a:lnTo>
                  <a:lnTo>
                    <a:pt x="619125" y="6083"/>
                  </a:lnTo>
                  <a:lnTo>
                    <a:pt x="619594" y="7200"/>
                  </a:lnTo>
                  <a:lnTo>
                    <a:pt x="621461" y="9067"/>
                  </a:lnTo>
                  <a:lnTo>
                    <a:pt x="622579" y="9525"/>
                  </a:lnTo>
                  <a:lnTo>
                    <a:pt x="625208" y="9525"/>
                  </a:lnTo>
                  <a:lnTo>
                    <a:pt x="626325" y="9067"/>
                  </a:lnTo>
                  <a:lnTo>
                    <a:pt x="628192" y="7200"/>
                  </a:lnTo>
                  <a:lnTo>
                    <a:pt x="628650" y="6083"/>
                  </a:lnTo>
                  <a:lnTo>
                    <a:pt x="628650" y="3454"/>
                  </a:lnTo>
                  <a:close/>
                </a:path>
                <a:path w="7486650" h="913130">
                  <a:moveTo>
                    <a:pt x="676275" y="906970"/>
                  </a:moveTo>
                  <a:lnTo>
                    <a:pt x="675817" y="905840"/>
                  </a:lnTo>
                  <a:lnTo>
                    <a:pt x="673950" y="903986"/>
                  </a:lnTo>
                  <a:lnTo>
                    <a:pt x="672833" y="903516"/>
                  </a:lnTo>
                  <a:lnTo>
                    <a:pt x="670204" y="903516"/>
                  </a:lnTo>
                  <a:lnTo>
                    <a:pt x="669086" y="903986"/>
                  </a:lnTo>
                  <a:lnTo>
                    <a:pt x="667219" y="905840"/>
                  </a:lnTo>
                  <a:lnTo>
                    <a:pt x="666750" y="906970"/>
                  </a:lnTo>
                  <a:lnTo>
                    <a:pt x="666750" y="909599"/>
                  </a:lnTo>
                  <a:lnTo>
                    <a:pt x="667219" y="910717"/>
                  </a:lnTo>
                  <a:lnTo>
                    <a:pt x="669086" y="912583"/>
                  </a:lnTo>
                  <a:lnTo>
                    <a:pt x="670204" y="913041"/>
                  </a:lnTo>
                  <a:lnTo>
                    <a:pt x="672833" y="913041"/>
                  </a:lnTo>
                  <a:lnTo>
                    <a:pt x="673950" y="912583"/>
                  </a:lnTo>
                  <a:lnTo>
                    <a:pt x="675817" y="910717"/>
                  </a:lnTo>
                  <a:lnTo>
                    <a:pt x="676275" y="909599"/>
                  </a:lnTo>
                  <a:lnTo>
                    <a:pt x="676275" y="906970"/>
                  </a:lnTo>
                  <a:close/>
                </a:path>
                <a:path w="7486650" h="913130">
                  <a:moveTo>
                    <a:pt x="676275" y="455206"/>
                  </a:moveTo>
                  <a:lnTo>
                    <a:pt x="675817" y="454088"/>
                  </a:lnTo>
                  <a:lnTo>
                    <a:pt x="673950" y="452234"/>
                  </a:lnTo>
                  <a:lnTo>
                    <a:pt x="672833" y="451764"/>
                  </a:lnTo>
                  <a:lnTo>
                    <a:pt x="670204" y="451764"/>
                  </a:lnTo>
                  <a:lnTo>
                    <a:pt x="669086" y="452234"/>
                  </a:lnTo>
                  <a:lnTo>
                    <a:pt x="667219" y="454088"/>
                  </a:lnTo>
                  <a:lnTo>
                    <a:pt x="666750" y="455206"/>
                  </a:lnTo>
                  <a:lnTo>
                    <a:pt x="666750" y="457835"/>
                  </a:lnTo>
                  <a:lnTo>
                    <a:pt x="667219" y="458965"/>
                  </a:lnTo>
                  <a:lnTo>
                    <a:pt x="669086" y="460819"/>
                  </a:lnTo>
                  <a:lnTo>
                    <a:pt x="670204" y="461289"/>
                  </a:lnTo>
                  <a:lnTo>
                    <a:pt x="672833" y="461289"/>
                  </a:lnTo>
                  <a:lnTo>
                    <a:pt x="673950" y="460819"/>
                  </a:lnTo>
                  <a:lnTo>
                    <a:pt x="675817" y="458965"/>
                  </a:lnTo>
                  <a:lnTo>
                    <a:pt x="676275" y="457835"/>
                  </a:lnTo>
                  <a:lnTo>
                    <a:pt x="676275" y="455206"/>
                  </a:lnTo>
                  <a:close/>
                </a:path>
                <a:path w="7486650" h="913130">
                  <a:moveTo>
                    <a:pt x="676275" y="3454"/>
                  </a:moveTo>
                  <a:lnTo>
                    <a:pt x="675817" y="2336"/>
                  </a:lnTo>
                  <a:lnTo>
                    <a:pt x="673950" y="469"/>
                  </a:lnTo>
                  <a:lnTo>
                    <a:pt x="672833" y="0"/>
                  </a:lnTo>
                  <a:lnTo>
                    <a:pt x="670204" y="0"/>
                  </a:lnTo>
                  <a:lnTo>
                    <a:pt x="669086" y="469"/>
                  </a:lnTo>
                  <a:lnTo>
                    <a:pt x="667219" y="2336"/>
                  </a:lnTo>
                  <a:lnTo>
                    <a:pt x="666750" y="3454"/>
                  </a:lnTo>
                  <a:lnTo>
                    <a:pt x="666750" y="6083"/>
                  </a:lnTo>
                  <a:lnTo>
                    <a:pt x="667219" y="7200"/>
                  </a:lnTo>
                  <a:lnTo>
                    <a:pt x="669086" y="9067"/>
                  </a:lnTo>
                  <a:lnTo>
                    <a:pt x="670204" y="9525"/>
                  </a:lnTo>
                  <a:lnTo>
                    <a:pt x="672833" y="9525"/>
                  </a:lnTo>
                  <a:lnTo>
                    <a:pt x="673950" y="9067"/>
                  </a:lnTo>
                  <a:lnTo>
                    <a:pt x="675817" y="7200"/>
                  </a:lnTo>
                  <a:lnTo>
                    <a:pt x="676275" y="6083"/>
                  </a:lnTo>
                  <a:lnTo>
                    <a:pt x="676275" y="3454"/>
                  </a:lnTo>
                  <a:close/>
                </a:path>
                <a:path w="7486650" h="913130">
                  <a:moveTo>
                    <a:pt x="723900" y="906970"/>
                  </a:moveTo>
                  <a:lnTo>
                    <a:pt x="723442" y="905840"/>
                  </a:lnTo>
                  <a:lnTo>
                    <a:pt x="721575" y="903986"/>
                  </a:lnTo>
                  <a:lnTo>
                    <a:pt x="720458" y="903516"/>
                  </a:lnTo>
                  <a:lnTo>
                    <a:pt x="717829" y="903516"/>
                  </a:lnTo>
                  <a:lnTo>
                    <a:pt x="716711" y="903986"/>
                  </a:lnTo>
                  <a:lnTo>
                    <a:pt x="714844" y="905840"/>
                  </a:lnTo>
                  <a:lnTo>
                    <a:pt x="714375" y="906970"/>
                  </a:lnTo>
                  <a:lnTo>
                    <a:pt x="714375" y="909599"/>
                  </a:lnTo>
                  <a:lnTo>
                    <a:pt x="714844" y="910717"/>
                  </a:lnTo>
                  <a:lnTo>
                    <a:pt x="716711" y="912583"/>
                  </a:lnTo>
                  <a:lnTo>
                    <a:pt x="717829" y="913041"/>
                  </a:lnTo>
                  <a:lnTo>
                    <a:pt x="720458" y="913041"/>
                  </a:lnTo>
                  <a:lnTo>
                    <a:pt x="721575" y="912583"/>
                  </a:lnTo>
                  <a:lnTo>
                    <a:pt x="723442" y="910717"/>
                  </a:lnTo>
                  <a:lnTo>
                    <a:pt x="723900" y="909599"/>
                  </a:lnTo>
                  <a:lnTo>
                    <a:pt x="723900" y="906970"/>
                  </a:lnTo>
                  <a:close/>
                </a:path>
                <a:path w="7486650" h="913130">
                  <a:moveTo>
                    <a:pt x="723900" y="455206"/>
                  </a:moveTo>
                  <a:lnTo>
                    <a:pt x="723442" y="454088"/>
                  </a:lnTo>
                  <a:lnTo>
                    <a:pt x="721575" y="452234"/>
                  </a:lnTo>
                  <a:lnTo>
                    <a:pt x="720458" y="451764"/>
                  </a:lnTo>
                  <a:lnTo>
                    <a:pt x="717829" y="451764"/>
                  </a:lnTo>
                  <a:lnTo>
                    <a:pt x="716711" y="452234"/>
                  </a:lnTo>
                  <a:lnTo>
                    <a:pt x="714844" y="454088"/>
                  </a:lnTo>
                  <a:lnTo>
                    <a:pt x="714375" y="455206"/>
                  </a:lnTo>
                  <a:lnTo>
                    <a:pt x="714375" y="457835"/>
                  </a:lnTo>
                  <a:lnTo>
                    <a:pt x="714844" y="458965"/>
                  </a:lnTo>
                  <a:lnTo>
                    <a:pt x="716711" y="460819"/>
                  </a:lnTo>
                  <a:lnTo>
                    <a:pt x="717829" y="461289"/>
                  </a:lnTo>
                  <a:lnTo>
                    <a:pt x="720458" y="461289"/>
                  </a:lnTo>
                  <a:lnTo>
                    <a:pt x="721575" y="460819"/>
                  </a:lnTo>
                  <a:lnTo>
                    <a:pt x="723442" y="458965"/>
                  </a:lnTo>
                  <a:lnTo>
                    <a:pt x="723900" y="457835"/>
                  </a:lnTo>
                  <a:lnTo>
                    <a:pt x="723900" y="455206"/>
                  </a:lnTo>
                  <a:close/>
                </a:path>
                <a:path w="7486650" h="913130">
                  <a:moveTo>
                    <a:pt x="723900" y="3454"/>
                  </a:moveTo>
                  <a:lnTo>
                    <a:pt x="723442" y="2336"/>
                  </a:lnTo>
                  <a:lnTo>
                    <a:pt x="721575" y="469"/>
                  </a:lnTo>
                  <a:lnTo>
                    <a:pt x="720458" y="0"/>
                  </a:lnTo>
                  <a:lnTo>
                    <a:pt x="717829" y="0"/>
                  </a:lnTo>
                  <a:lnTo>
                    <a:pt x="716711" y="469"/>
                  </a:lnTo>
                  <a:lnTo>
                    <a:pt x="714844" y="2336"/>
                  </a:lnTo>
                  <a:lnTo>
                    <a:pt x="714375" y="3454"/>
                  </a:lnTo>
                  <a:lnTo>
                    <a:pt x="714375" y="6083"/>
                  </a:lnTo>
                  <a:lnTo>
                    <a:pt x="714844" y="7200"/>
                  </a:lnTo>
                  <a:lnTo>
                    <a:pt x="716711" y="9067"/>
                  </a:lnTo>
                  <a:lnTo>
                    <a:pt x="717829" y="9525"/>
                  </a:lnTo>
                  <a:lnTo>
                    <a:pt x="720458" y="9525"/>
                  </a:lnTo>
                  <a:lnTo>
                    <a:pt x="721575" y="9067"/>
                  </a:lnTo>
                  <a:lnTo>
                    <a:pt x="723442" y="7200"/>
                  </a:lnTo>
                  <a:lnTo>
                    <a:pt x="723900" y="6083"/>
                  </a:lnTo>
                  <a:lnTo>
                    <a:pt x="723900" y="3454"/>
                  </a:lnTo>
                  <a:close/>
                </a:path>
                <a:path w="7486650" h="913130">
                  <a:moveTo>
                    <a:pt x="771525" y="906970"/>
                  </a:moveTo>
                  <a:lnTo>
                    <a:pt x="771067" y="905840"/>
                  </a:lnTo>
                  <a:lnTo>
                    <a:pt x="769200" y="903986"/>
                  </a:lnTo>
                  <a:lnTo>
                    <a:pt x="768083" y="903516"/>
                  </a:lnTo>
                  <a:lnTo>
                    <a:pt x="765454" y="903516"/>
                  </a:lnTo>
                  <a:lnTo>
                    <a:pt x="764336" y="903986"/>
                  </a:lnTo>
                  <a:lnTo>
                    <a:pt x="762469" y="905840"/>
                  </a:lnTo>
                  <a:lnTo>
                    <a:pt x="762000" y="906970"/>
                  </a:lnTo>
                  <a:lnTo>
                    <a:pt x="762000" y="909599"/>
                  </a:lnTo>
                  <a:lnTo>
                    <a:pt x="762469" y="910717"/>
                  </a:lnTo>
                  <a:lnTo>
                    <a:pt x="764336" y="912583"/>
                  </a:lnTo>
                  <a:lnTo>
                    <a:pt x="765454" y="913041"/>
                  </a:lnTo>
                  <a:lnTo>
                    <a:pt x="768083" y="913041"/>
                  </a:lnTo>
                  <a:lnTo>
                    <a:pt x="769200" y="912583"/>
                  </a:lnTo>
                  <a:lnTo>
                    <a:pt x="771067" y="910717"/>
                  </a:lnTo>
                  <a:lnTo>
                    <a:pt x="771525" y="909599"/>
                  </a:lnTo>
                  <a:lnTo>
                    <a:pt x="771525" y="906970"/>
                  </a:lnTo>
                  <a:close/>
                </a:path>
                <a:path w="7486650" h="913130">
                  <a:moveTo>
                    <a:pt x="771525" y="455206"/>
                  </a:moveTo>
                  <a:lnTo>
                    <a:pt x="771067" y="454088"/>
                  </a:lnTo>
                  <a:lnTo>
                    <a:pt x="769200" y="452234"/>
                  </a:lnTo>
                  <a:lnTo>
                    <a:pt x="768083" y="451764"/>
                  </a:lnTo>
                  <a:lnTo>
                    <a:pt x="765454" y="451764"/>
                  </a:lnTo>
                  <a:lnTo>
                    <a:pt x="764336" y="452234"/>
                  </a:lnTo>
                  <a:lnTo>
                    <a:pt x="762469" y="454088"/>
                  </a:lnTo>
                  <a:lnTo>
                    <a:pt x="762000" y="455206"/>
                  </a:lnTo>
                  <a:lnTo>
                    <a:pt x="762000" y="457835"/>
                  </a:lnTo>
                  <a:lnTo>
                    <a:pt x="762469" y="458965"/>
                  </a:lnTo>
                  <a:lnTo>
                    <a:pt x="764336" y="460819"/>
                  </a:lnTo>
                  <a:lnTo>
                    <a:pt x="765454" y="461289"/>
                  </a:lnTo>
                  <a:lnTo>
                    <a:pt x="768083" y="461289"/>
                  </a:lnTo>
                  <a:lnTo>
                    <a:pt x="769200" y="460819"/>
                  </a:lnTo>
                  <a:lnTo>
                    <a:pt x="771067" y="458965"/>
                  </a:lnTo>
                  <a:lnTo>
                    <a:pt x="771525" y="457835"/>
                  </a:lnTo>
                  <a:lnTo>
                    <a:pt x="771525" y="455206"/>
                  </a:lnTo>
                  <a:close/>
                </a:path>
                <a:path w="7486650" h="913130">
                  <a:moveTo>
                    <a:pt x="771525" y="3454"/>
                  </a:moveTo>
                  <a:lnTo>
                    <a:pt x="771067" y="2336"/>
                  </a:lnTo>
                  <a:lnTo>
                    <a:pt x="769200" y="469"/>
                  </a:lnTo>
                  <a:lnTo>
                    <a:pt x="768083" y="0"/>
                  </a:lnTo>
                  <a:lnTo>
                    <a:pt x="765454" y="0"/>
                  </a:lnTo>
                  <a:lnTo>
                    <a:pt x="764336" y="469"/>
                  </a:lnTo>
                  <a:lnTo>
                    <a:pt x="762469" y="2336"/>
                  </a:lnTo>
                  <a:lnTo>
                    <a:pt x="762000" y="3454"/>
                  </a:lnTo>
                  <a:lnTo>
                    <a:pt x="762000" y="6083"/>
                  </a:lnTo>
                  <a:lnTo>
                    <a:pt x="762469" y="7200"/>
                  </a:lnTo>
                  <a:lnTo>
                    <a:pt x="764336" y="9067"/>
                  </a:lnTo>
                  <a:lnTo>
                    <a:pt x="765454" y="9525"/>
                  </a:lnTo>
                  <a:lnTo>
                    <a:pt x="768083" y="9525"/>
                  </a:lnTo>
                  <a:lnTo>
                    <a:pt x="769200" y="9067"/>
                  </a:lnTo>
                  <a:lnTo>
                    <a:pt x="771067" y="7200"/>
                  </a:lnTo>
                  <a:lnTo>
                    <a:pt x="771525" y="6083"/>
                  </a:lnTo>
                  <a:lnTo>
                    <a:pt x="771525" y="3454"/>
                  </a:lnTo>
                  <a:close/>
                </a:path>
                <a:path w="7486650" h="913130">
                  <a:moveTo>
                    <a:pt x="819150" y="906970"/>
                  </a:moveTo>
                  <a:lnTo>
                    <a:pt x="818692" y="905840"/>
                  </a:lnTo>
                  <a:lnTo>
                    <a:pt x="816825" y="903986"/>
                  </a:lnTo>
                  <a:lnTo>
                    <a:pt x="815708" y="903516"/>
                  </a:lnTo>
                  <a:lnTo>
                    <a:pt x="813079" y="903516"/>
                  </a:lnTo>
                  <a:lnTo>
                    <a:pt x="811961" y="903986"/>
                  </a:lnTo>
                  <a:lnTo>
                    <a:pt x="810094" y="905840"/>
                  </a:lnTo>
                  <a:lnTo>
                    <a:pt x="809625" y="906970"/>
                  </a:lnTo>
                  <a:lnTo>
                    <a:pt x="809625" y="909599"/>
                  </a:lnTo>
                  <a:lnTo>
                    <a:pt x="810094" y="910717"/>
                  </a:lnTo>
                  <a:lnTo>
                    <a:pt x="811961" y="912583"/>
                  </a:lnTo>
                  <a:lnTo>
                    <a:pt x="813079" y="913041"/>
                  </a:lnTo>
                  <a:lnTo>
                    <a:pt x="815708" y="913041"/>
                  </a:lnTo>
                  <a:lnTo>
                    <a:pt x="816825" y="912583"/>
                  </a:lnTo>
                  <a:lnTo>
                    <a:pt x="818692" y="910717"/>
                  </a:lnTo>
                  <a:lnTo>
                    <a:pt x="819150" y="909599"/>
                  </a:lnTo>
                  <a:lnTo>
                    <a:pt x="819150" y="906970"/>
                  </a:lnTo>
                  <a:close/>
                </a:path>
                <a:path w="7486650" h="913130">
                  <a:moveTo>
                    <a:pt x="819150" y="455206"/>
                  </a:moveTo>
                  <a:lnTo>
                    <a:pt x="818692" y="454088"/>
                  </a:lnTo>
                  <a:lnTo>
                    <a:pt x="816825" y="452234"/>
                  </a:lnTo>
                  <a:lnTo>
                    <a:pt x="815708" y="451764"/>
                  </a:lnTo>
                  <a:lnTo>
                    <a:pt x="813079" y="451764"/>
                  </a:lnTo>
                  <a:lnTo>
                    <a:pt x="811961" y="452234"/>
                  </a:lnTo>
                  <a:lnTo>
                    <a:pt x="810094" y="454088"/>
                  </a:lnTo>
                  <a:lnTo>
                    <a:pt x="809625" y="455206"/>
                  </a:lnTo>
                  <a:lnTo>
                    <a:pt x="809625" y="457835"/>
                  </a:lnTo>
                  <a:lnTo>
                    <a:pt x="810094" y="458965"/>
                  </a:lnTo>
                  <a:lnTo>
                    <a:pt x="811961" y="460819"/>
                  </a:lnTo>
                  <a:lnTo>
                    <a:pt x="813079" y="461289"/>
                  </a:lnTo>
                  <a:lnTo>
                    <a:pt x="815708" y="461289"/>
                  </a:lnTo>
                  <a:lnTo>
                    <a:pt x="816825" y="460819"/>
                  </a:lnTo>
                  <a:lnTo>
                    <a:pt x="818692" y="458965"/>
                  </a:lnTo>
                  <a:lnTo>
                    <a:pt x="819150" y="457835"/>
                  </a:lnTo>
                  <a:lnTo>
                    <a:pt x="819150" y="455206"/>
                  </a:lnTo>
                  <a:close/>
                </a:path>
                <a:path w="7486650" h="913130">
                  <a:moveTo>
                    <a:pt x="819150" y="3454"/>
                  </a:moveTo>
                  <a:lnTo>
                    <a:pt x="818692" y="2336"/>
                  </a:lnTo>
                  <a:lnTo>
                    <a:pt x="816825" y="469"/>
                  </a:lnTo>
                  <a:lnTo>
                    <a:pt x="815708" y="0"/>
                  </a:lnTo>
                  <a:lnTo>
                    <a:pt x="813079" y="0"/>
                  </a:lnTo>
                  <a:lnTo>
                    <a:pt x="811961" y="469"/>
                  </a:lnTo>
                  <a:lnTo>
                    <a:pt x="810094" y="2336"/>
                  </a:lnTo>
                  <a:lnTo>
                    <a:pt x="809625" y="3454"/>
                  </a:lnTo>
                  <a:lnTo>
                    <a:pt x="809625" y="6083"/>
                  </a:lnTo>
                  <a:lnTo>
                    <a:pt x="810094" y="7200"/>
                  </a:lnTo>
                  <a:lnTo>
                    <a:pt x="811961" y="9067"/>
                  </a:lnTo>
                  <a:lnTo>
                    <a:pt x="813079" y="9525"/>
                  </a:lnTo>
                  <a:lnTo>
                    <a:pt x="815708" y="9525"/>
                  </a:lnTo>
                  <a:lnTo>
                    <a:pt x="816825" y="9067"/>
                  </a:lnTo>
                  <a:lnTo>
                    <a:pt x="818692" y="7200"/>
                  </a:lnTo>
                  <a:lnTo>
                    <a:pt x="819150" y="6083"/>
                  </a:lnTo>
                  <a:lnTo>
                    <a:pt x="819150" y="3454"/>
                  </a:lnTo>
                  <a:close/>
                </a:path>
                <a:path w="7486650" h="913130">
                  <a:moveTo>
                    <a:pt x="866775" y="906970"/>
                  </a:moveTo>
                  <a:lnTo>
                    <a:pt x="866317" y="905840"/>
                  </a:lnTo>
                  <a:lnTo>
                    <a:pt x="864450" y="903986"/>
                  </a:lnTo>
                  <a:lnTo>
                    <a:pt x="863333" y="903516"/>
                  </a:lnTo>
                  <a:lnTo>
                    <a:pt x="860704" y="903516"/>
                  </a:lnTo>
                  <a:lnTo>
                    <a:pt x="859586" y="903986"/>
                  </a:lnTo>
                  <a:lnTo>
                    <a:pt x="857719" y="905840"/>
                  </a:lnTo>
                  <a:lnTo>
                    <a:pt x="857250" y="906970"/>
                  </a:lnTo>
                  <a:lnTo>
                    <a:pt x="857250" y="909599"/>
                  </a:lnTo>
                  <a:lnTo>
                    <a:pt x="857719" y="910717"/>
                  </a:lnTo>
                  <a:lnTo>
                    <a:pt x="859586" y="912583"/>
                  </a:lnTo>
                  <a:lnTo>
                    <a:pt x="860704" y="913041"/>
                  </a:lnTo>
                  <a:lnTo>
                    <a:pt x="863333" y="913041"/>
                  </a:lnTo>
                  <a:lnTo>
                    <a:pt x="864450" y="912583"/>
                  </a:lnTo>
                  <a:lnTo>
                    <a:pt x="866317" y="910717"/>
                  </a:lnTo>
                  <a:lnTo>
                    <a:pt x="866775" y="909599"/>
                  </a:lnTo>
                  <a:lnTo>
                    <a:pt x="866775" y="906970"/>
                  </a:lnTo>
                  <a:close/>
                </a:path>
                <a:path w="7486650" h="913130">
                  <a:moveTo>
                    <a:pt x="866775" y="455206"/>
                  </a:moveTo>
                  <a:lnTo>
                    <a:pt x="866317" y="454088"/>
                  </a:lnTo>
                  <a:lnTo>
                    <a:pt x="864450" y="452234"/>
                  </a:lnTo>
                  <a:lnTo>
                    <a:pt x="863333" y="451764"/>
                  </a:lnTo>
                  <a:lnTo>
                    <a:pt x="860704" y="451764"/>
                  </a:lnTo>
                  <a:lnTo>
                    <a:pt x="859586" y="452234"/>
                  </a:lnTo>
                  <a:lnTo>
                    <a:pt x="857719" y="454088"/>
                  </a:lnTo>
                  <a:lnTo>
                    <a:pt x="857250" y="455206"/>
                  </a:lnTo>
                  <a:lnTo>
                    <a:pt x="857250" y="457835"/>
                  </a:lnTo>
                  <a:lnTo>
                    <a:pt x="857719" y="458965"/>
                  </a:lnTo>
                  <a:lnTo>
                    <a:pt x="859586" y="460819"/>
                  </a:lnTo>
                  <a:lnTo>
                    <a:pt x="860704" y="461289"/>
                  </a:lnTo>
                  <a:lnTo>
                    <a:pt x="863333" y="461289"/>
                  </a:lnTo>
                  <a:lnTo>
                    <a:pt x="864450" y="460819"/>
                  </a:lnTo>
                  <a:lnTo>
                    <a:pt x="866317" y="458965"/>
                  </a:lnTo>
                  <a:lnTo>
                    <a:pt x="866775" y="457835"/>
                  </a:lnTo>
                  <a:lnTo>
                    <a:pt x="866775" y="455206"/>
                  </a:lnTo>
                  <a:close/>
                </a:path>
                <a:path w="7486650" h="913130">
                  <a:moveTo>
                    <a:pt x="866775" y="3454"/>
                  </a:moveTo>
                  <a:lnTo>
                    <a:pt x="866317" y="2336"/>
                  </a:lnTo>
                  <a:lnTo>
                    <a:pt x="864450" y="469"/>
                  </a:lnTo>
                  <a:lnTo>
                    <a:pt x="863333" y="0"/>
                  </a:lnTo>
                  <a:lnTo>
                    <a:pt x="860704" y="0"/>
                  </a:lnTo>
                  <a:lnTo>
                    <a:pt x="859586" y="469"/>
                  </a:lnTo>
                  <a:lnTo>
                    <a:pt x="857719" y="2336"/>
                  </a:lnTo>
                  <a:lnTo>
                    <a:pt x="857250" y="3454"/>
                  </a:lnTo>
                  <a:lnTo>
                    <a:pt x="857250" y="6083"/>
                  </a:lnTo>
                  <a:lnTo>
                    <a:pt x="857719" y="7200"/>
                  </a:lnTo>
                  <a:lnTo>
                    <a:pt x="859586" y="9067"/>
                  </a:lnTo>
                  <a:lnTo>
                    <a:pt x="860704" y="9525"/>
                  </a:lnTo>
                  <a:lnTo>
                    <a:pt x="863333" y="9525"/>
                  </a:lnTo>
                  <a:lnTo>
                    <a:pt x="864450" y="9067"/>
                  </a:lnTo>
                  <a:lnTo>
                    <a:pt x="866317" y="7200"/>
                  </a:lnTo>
                  <a:lnTo>
                    <a:pt x="866775" y="6083"/>
                  </a:lnTo>
                  <a:lnTo>
                    <a:pt x="866775" y="3454"/>
                  </a:lnTo>
                  <a:close/>
                </a:path>
                <a:path w="7486650" h="913130">
                  <a:moveTo>
                    <a:pt x="914400" y="906970"/>
                  </a:moveTo>
                  <a:lnTo>
                    <a:pt x="913942" y="905840"/>
                  </a:lnTo>
                  <a:lnTo>
                    <a:pt x="912075" y="903986"/>
                  </a:lnTo>
                  <a:lnTo>
                    <a:pt x="910958" y="903516"/>
                  </a:lnTo>
                  <a:lnTo>
                    <a:pt x="908329" y="903516"/>
                  </a:lnTo>
                  <a:lnTo>
                    <a:pt x="907211" y="903986"/>
                  </a:lnTo>
                  <a:lnTo>
                    <a:pt x="905344" y="905840"/>
                  </a:lnTo>
                  <a:lnTo>
                    <a:pt x="904875" y="906970"/>
                  </a:lnTo>
                  <a:lnTo>
                    <a:pt x="904875" y="909599"/>
                  </a:lnTo>
                  <a:lnTo>
                    <a:pt x="905344" y="910717"/>
                  </a:lnTo>
                  <a:lnTo>
                    <a:pt x="907211" y="912583"/>
                  </a:lnTo>
                  <a:lnTo>
                    <a:pt x="908329" y="913041"/>
                  </a:lnTo>
                  <a:lnTo>
                    <a:pt x="910958" y="913041"/>
                  </a:lnTo>
                  <a:lnTo>
                    <a:pt x="912075" y="912583"/>
                  </a:lnTo>
                  <a:lnTo>
                    <a:pt x="913942" y="910717"/>
                  </a:lnTo>
                  <a:lnTo>
                    <a:pt x="914400" y="909599"/>
                  </a:lnTo>
                  <a:lnTo>
                    <a:pt x="914400" y="906970"/>
                  </a:lnTo>
                  <a:close/>
                </a:path>
                <a:path w="7486650" h="913130">
                  <a:moveTo>
                    <a:pt x="914400" y="455206"/>
                  </a:moveTo>
                  <a:lnTo>
                    <a:pt x="913942" y="454088"/>
                  </a:lnTo>
                  <a:lnTo>
                    <a:pt x="912075" y="452234"/>
                  </a:lnTo>
                  <a:lnTo>
                    <a:pt x="910958" y="451764"/>
                  </a:lnTo>
                  <a:lnTo>
                    <a:pt x="908329" y="451764"/>
                  </a:lnTo>
                  <a:lnTo>
                    <a:pt x="907211" y="452234"/>
                  </a:lnTo>
                  <a:lnTo>
                    <a:pt x="905344" y="454088"/>
                  </a:lnTo>
                  <a:lnTo>
                    <a:pt x="904875" y="455206"/>
                  </a:lnTo>
                  <a:lnTo>
                    <a:pt x="904875" y="457835"/>
                  </a:lnTo>
                  <a:lnTo>
                    <a:pt x="905344" y="458965"/>
                  </a:lnTo>
                  <a:lnTo>
                    <a:pt x="907211" y="460819"/>
                  </a:lnTo>
                  <a:lnTo>
                    <a:pt x="908329" y="461289"/>
                  </a:lnTo>
                  <a:lnTo>
                    <a:pt x="910958" y="461289"/>
                  </a:lnTo>
                  <a:lnTo>
                    <a:pt x="912075" y="460819"/>
                  </a:lnTo>
                  <a:lnTo>
                    <a:pt x="913942" y="458965"/>
                  </a:lnTo>
                  <a:lnTo>
                    <a:pt x="914400" y="457835"/>
                  </a:lnTo>
                  <a:lnTo>
                    <a:pt x="914400" y="455206"/>
                  </a:lnTo>
                  <a:close/>
                </a:path>
                <a:path w="7486650" h="913130">
                  <a:moveTo>
                    <a:pt x="914400" y="3454"/>
                  </a:moveTo>
                  <a:lnTo>
                    <a:pt x="913942" y="2336"/>
                  </a:lnTo>
                  <a:lnTo>
                    <a:pt x="912075" y="469"/>
                  </a:lnTo>
                  <a:lnTo>
                    <a:pt x="910958" y="0"/>
                  </a:lnTo>
                  <a:lnTo>
                    <a:pt x="908329" y="0"/>
                  </a:lnTo>
                  <a:lnTo>
                    <a:pt x="907211" y="469"/>
                  </a:lnTo>
                  <a:lnTo>
                    <a:pt x="905344" y="2336"/>
                  </a:lnTo>
                  <a:lnTo>
                    <a:pt x="904875" y="3454"/>
                  </a:lnTo>
                  <a:lnTo>
                    <a:pt x="904875" y="6083"/>
                  </a:lnTo>
                  <a:lnTo>
                    <a:pt x="905344" y="7200"/>
                  </a:lnTo>
                  <a:lnTo>
                    <a:pt x="907211" y="9067"/>
                  </a:lnTo>
                  <a:lnTo>
                    <a:pt x="908329" y="9525"/>
                  </a:lnTo>
                  <a:lnTo>
                    <a:pt x="910958" y="9525"/>
                  </a:lnTo>
                  <a:lnTo>
                    <a:pt x="912075" y="9067"/>
                  </a:lnTo>
                  <a:lnTo>
                    <a:pt x="913942" y="7200"/>
                  </a:lnTo>
                  <a:lnTo>
                    <a:pt x="914400" y="6083"/>
                  </a:lnTo>
                  <a:lnTo>
                    <a:pt x="914400" y="3454"/>
                  </a:lnTo>
                  <a:close/>
                </a:path>
                <a:path w="7486650" h="913130">
                  <a:moveTo>
                    <a:pt x="962025" y="906970"/>
                  </a:moveTo>
                  <a:lnTo>
                    <a:pt x="961567" y="905840"/>
                  </a:lnTo>
                  <a:lnTo>
                    <a:pt x="959700" y="903986"/>
                  </a:lnTo>
                  <a:lnTo>
                    <a:pt x="958583" y="903516"/>
                  </a:lnTo>
                  <a:lnTo>
                    <a:pt x="955954" y="903516"/>
                  </a:lnTo>
                  <a:lnTo>
                    <a:pt x="954836" y="903986"/>
                  </a:lnTo>
                  <a:lnTo>
                    <a:pt x="952969" y="905840"/>
                  </a:lnTo>
                  <a:lnTo>
                    <a:pt x="952500" y="906970"/>
                  </a:lnTo>
                  <a:lnTo>
                    <a:pt x="952500" y="909599"/>
                  </a:lnTo>
                  <a:lnTo>
                    <a:pt x="952969" y="910717"/>
                  </a:lnTo>
                  <a:lnTo>
                    <a:pt x="954836" y="912583"/>
                  </a:lnTo>
                  <a:lnTo>
                    <a:pt x="955954" y="913041"/>
                  </a:lnTo>
                  <a:lnTo>
                    <a:pt x="958583" y="913041"/>
                  </a:lnTo>
                  <a:lnTo>
                    <a:pt x="959700" y="912583"/>
                  </a:lnTo>
                  <a:lnTo>
                    <a:pt x="961567" y="910717"/>
                  </a:lnTo>
                  <a:lnTo>
                    <a:pt x="962025" y="909599"/>
                  </a:lnTo>
                  <a:lnTo>
                    <a:pt x="962025" y="906970"/>
                  </a:lnTo>
                  <a:close/>
                </a:path>
                <a:path w="7486650" h="913130">
                  <a:moveTo>
                    <a:pt x="962025" y="455206"/>
                  </a:moveTo>
                  <a:lnTo>
                    <a:pt x="961567" y="454088"/>
                  </a:lnTo>
                  <a:lnTo>
                    <a:pt x="959700" y="452234"/>
                  </a:lnTo>
                  <a:lnTo>
                    <a:pt x="958583" y="451764"/>
                  </a:lnTo>
                  <a:lnTo>
                    <a:pt x="955954" y="451764"/>
                  </a:lnTo>
                  <a:lnTo>
                    <a:pt x="954836" y="452234"/>
                  </a:lnTo>
                  <a:lnTo>
                    <a:pt x="952969" y="454088"/>
                  </a:lnTo>
                  <a:lnTo>
                    <a:pt x="952500" y="455206"/>
                  </a:lnTo>
                  <a:lnTo>
                    <a:pt x="952500" y="457835"/>
                  </a:lnTo>
                  <a:lnTo>
                    <a:pt x="952969" y="458965"/>
                  </a:lnTo>
                  <a:lnTo>
                    <a:pt x="954836" y="460819"/>
                  </a:lnTo>
                  <a:lnTo>
                    <a:pt x="955954" y="461289"/>
                  </a:lnTo>
                  <a:lnTo>
                    <a:pt x="958583" y="461289"/>
                  </a:lnTo>
                  <a:lnTo>
                    <a:pt x="959700" y="460819"/>
                  </a:lnTo>
                  <a:lnTo>
                    <a:pt x="961567" y="458965"/>
                  </a:lnTo>
                  <a:lnTo>
                    <a:pt x="962025" y="457835"/>
                  </a:lnTo>
                  <a:lnTo>
                    <a:pt x="962025" y="455206"/>
                  </a:lnTo>
                  <a:close/>
                </a:path>
                <a:path w="7486650" h="913130">
                  <a:moveTo>
                    <a:pt x="962025" y="3454"/>
                  </a:moveTo>
                  <a:lnTo>
                    <a:pt x="961567" y="2336"/>
                  </a:lnTo>
                  <a:lnTo>
                    <a:pt x="959700" y="469"/>
                  </a:lnTo>
                  <a:lnTo>
                    <a:pt x="958583" y="0"/>
                  </a:lnTo>
                  <a:lnTo>
                    <a:pt x="955954" y="0"/>
                  </a:lnTo>
                  <a:lnTo>
                    <a:pt x="954836" y="469"/>
                  </a:lnTo>
                  <a:lnTo>
                    <a:pt x="952969" y="2336"/>
                  </a:lnTo>
                  <a:lnTo>
                    <a:pt x="952500" y="3454"/>
                  </a:lnTo>
                  <a:lnTo>
                    <a:pt x="952500" y="6083"/>
                  </a:lnTo>
                  <a:lnTo>
                    <a:pt x="952969" y="7200"/>
                  </a:lnTo>
                  <a:lnTo>
                    <a:pt x="954836" y="9067"/>
                  </a:lnTo>
                  <a:lnTo>
                    <a:pt x="955954" y="9525"/>
                  </a:lnTo>
                  <a:lnTo>
                    <a:pt x="958583" y="9525"/>
                  </a:lnTo>
                  <a:lnTo>
                    <a:pt x="959700" y="9067"/>
                  </a:lnTo>
                  <a:lnTo>
                    <a:pt x="961567" y="7200"/>
                  </a:lnTo>
                  <a:lnTo>
                    <a:pt x="962025" y="6083"/>
                  </a:lnTo>
                  <a:lnTo>
                    <a:pt x="962025" y="3454"/>
                  </a:lnTo>
                  <a:close/>
                </a:path>
                <a:path w="7486650" h="913130">
                  <a:moveTo>
                    <a:pt x="1009650" y="906970"/>
                  </a:moveTo>
                  <a:lnTo>
                    <a:pt x="1009192" y="905840"/>
                  </a:lnTo>
                  <a:lnTo>
                    <a:pt x="1007325" y="903986"/>
                  </a:lnTo>
                  <a:lnTo>
                    <a:pt x="1006208" y="903516"/>
                  </a:lnTo>
                  <a:lnTo>
                    <a:pt x="1003579" y="903516"/>
                  </a:lnTo>
                  <a:lnTo>
                    <a:pt x="1002461" y="903986"/>
                  </a:lnTo>
                  <a:lnTo>
                    <a:pt x="1000594" y="905840"/>
                  </a:lnTo>
                  <a:lnTo>
                    <a:pt x="1000125" y="906970"/>
                  </a:lnTo>
                  <a:lnTo>
                    <a:pt x="1000125" y="909599"/>
                  </a:lnTo>
                  <a:lnTo>
                    <a:pt x="1000594" y="910717"/>
                  </a:lnTo>
                  <a:lnTo>
                    <a:pt x="1002461" y="912583"/>
                  </a:lnTo>
                  <a:lnTo>
                    <a:pt x="1003579" y="913041"/>
                  </a:lnTo>
                  <a:lnTo>
                    <a:pt x="1006208" y="913041"/>
                  </a:lnTo>
                  <a:lnTo>
                    <a:pt x="1007325" y="912583"/>
                  </a:lnTo>
                  <a:lnTo>
                    <a:pt x="1009192" y="910717"/>
                  </a:lnTo>
                  <a:lnTo>
                    <a:pt x="1009650" y="909599"/>
                  </a:lnTo>
                  <a:lnTo>
                    <a:pt x="1009650" y="906970"/>
                  </a:lnTo>
                  <a:close/>
                </a:path>
                <a:path w="7486650" h="913130">
                  <a:moveTo>
                    <a:pt x="1009650" y="455206"/>
                  </a:moveTo>
                  <a:lnTo>
                    <a:pt x="1009192" y="454088"/>
                  </a:lnTo>
                  <a:lnTo>
                    <a:pt x="1007325" y="452234"/>
                  </a:lnTo>
                  <a:lnTo>
                    <a:pt x="1006208" y="451764"/>
                  </a:lnTo>
                  <a:lnTo>
                    <a:pt x="1003579" y="451764"/>
                  </a:lnTo>
                  <a:lnTo>
                    <a:pt x="1002461" y="452234"/>
                  </a:lnTo>
                  <a:lnTo>
                    <a:pt x="1000594" y="454088"/>
                  </a:lnTo>
                  <a:lnTo>
                    <a:pt x="1000125" y="455206"/>
                  </a:lnTo>
                  <a:lnTo>
                    <a:pt x="1000125" y="457835"/>
                  </a:lnTo>
                  <a:lnTo>
                    <a:pt x="1000594" y="458965"/>
                  </a:lnTo>
                  <a:lnTo>
                    <a:pt x="1002461" y="460819"/>
                  </a:lnTo>
                  <a:lnTo>
                    <a:pt x="1003579" y="461289"/>
                  </a:lnTo>
                  <a:lnTo>
                    <a:pt x="1006208" y="461289"/>
                  </a:lnTo>
                  <a:lnTo>
                    <a:pt x="1007325" y="460819"/>
                  </a:lnTo>
                  <a:lnTo>
                    <a:pt x="1009192" y="458965"/>
                  </a:lnTo>
                  <a:lnTo>
                    <a:pt x="1009650" y="457835"/>
                  </a:lnTo>
                  <a:lnTo>
                    <a:pt x="1009650" y="455206"/>
                  </a:lnTo>
                  <a:close/>
                </a:path>
                <a:path w="7486650" h="913130">
                  <a:moveTo>
                    <a:pt x="1009650" y="3454"/>
                  </a:moveTo>
                  <a:lnTo>
                    <a:pt x="1009192" y="2336"/>
                  </a:lnTo>
                  <a:lnTo>
                    <a:pt x="1007325" y="469"/>
                  </a:lnTo>
                  <a:lnTo>
                    <a:pt x="1006208" y="0"/>
                  </a:lnTo>
                  <a:lnTo>
                    <a:pt x="1003579" y="0"/>
                  </a:lnTo>
                  <a:lnTo>
                    <a:pt x="1002461" y="469"/>
                  </a:lnTo>
                  <a:lnTo>
                    <a:pt x="1000594" y="2336"/>
                  </a:lnTo>
                  <a:lnTo>
                    <a:pt x="1000125" y="3454"/>
                  </a:lnTo>
                  <a:lnTo>
                    <a:pt x="1000125" y="6083"/>
                  </a:lnTo>
                  <a:lnTo>
                    <a:pt x="1000594" y="7200"/>
                  </a:lnTo>
                  <a:lnTo>
                    <a:pt x="1002461" y="9067"/>
                  </a:lnTo>
                  <a:lnTo>
                    <a:pt x="1003579" y="9525"/>
                  </a:lnTo>
                  <a:lnTo>
                    <a:pt x="1006208" y="9525"/>
                  </a:lnTo>
                  <a:lnTo>
                    <a:pt x="1007325" y="9067"/>
                  </a:lnTo>
                  <a:lnTo>
                    <a:pt x="1009192" y="7200"/>
                  </a:lnTo>
                  <a:lnTo>
                    <a:pt x="1009650" y="6083"/>
                  </a:lnTo>
                  <a:lnTo>
                    <a:pt x="1009650" y="3454"/>
                  </a:lnTo>
                  <a:close/>
                </a:path>
                <a:path w="7486650" h="913130">
                  <a:moveTo>
                    <a:pt x="1057275" y="906970"/>
                  </a:moveTo>
                  <a:lnTo>
                    <a:pt x="1056817" y="905840"/>
                  </a:lnTo>
                  <a:lnTo>
                    <a:pt x="1054950" y="903986"/>
                  </a:lnTo>
                  <a:lnTo>
                    <a:pt x="1053833" y="903516"/>
                  </a:lnTo>
                  <a:lnTo>
                    <a:pt x="1051204" y="903516"/>
                  </a:lnTo>
                  <a:lnTo>
                    <a:pt x="1050086" y="903986"/>
                  </a:lnTo>
                  <a:lnTo>
                    <a:pt x="1048219" y="905840"/>
                  </a:lnTo>
                  <a:lnTo>
                    <a:pt x="1047750" y="906970"/>
                  </a:lnTo>
                  <a:lnTo>
                    <a:pt x="1047750" y="909599"/>
                  </a:lnTo>
                  <a:lnTo>
                    <a:pt x="1048219" y="910717"/>
                  </a:lnTo>
                  <a:lnTo>
                    <a:pt x="1050086" y="912583"/>
                  </a:lnTo>
                  <a:lnTo>
                    <a:pt x="1051204" y="913041"/>
                  </a:lnTo>
                  <a:lnTo>
                    <a:pt x="1053833" y="913041"/>
                  </a:lnTo>
                  <a:lnTo>
                    <a:pt x="1054950" y="912583"/>
                  </a:lnTo>
                  <a:lnTo>
                    <a:pt x="1056817" y="910717"/>
                  </a:lnTo>
                  <a:lnTo>
                    <a:pt x="1057275" y="909599"/>
                  </a:lnTo>
                  <a:lnTo>
                    <a:pt x="1057275" y="906970"/>
                  </a:lnTo>
                  <a:close/>
                </a:path>
                <a:path w="7486650" h="913130">
                  <a:moveTo>
                    <a:pt x="1057275" y="455206"/>
                  </a:moveTo>
                  <a:lnTo>
                    <a:pt x="1056817" y="454088"/>
                  </a:lnTo>
                  <a:lnTo>
                    <a:pt x="1054950" y="452234"/>
                  </a:lnTo>
                  <a:lnTo>
                    <a:pt x="1053833" y="451764"/>
                  </a:lnTo>
                  <a:lnTo>
                    <a:pt x="1051204" y="451764"/>
                  </a:lnTo>
                  <a:lnTo>
                    <a:pt x="1050086" y="452234"/>
                  </a:lnTo>
                  <a:lnTo>
                    <a:pt x="1048219" y="454088"/>
                  </a:lnTo>
                  <a:lnTo>
                    <a:pt x="1047750" y="455206"/>
                  </a:lnTo>
                  <a:lnTo>
                    <a:pt x="1047750" y="457835"/>
                  </a:lnTo>
                  <a:lnTo>
                    <a:pt x="1048219" y="458965"/>
                  </a:lnTo>
                  <a:lnTo>
                    <a:pt x="1050086" y="460819"/>
                  </a:lnTo>
                  <a:lnTo>
                    <a:pt x="1051204" y="461289"/>
                  </a:lnTo>
                  <a:lnTo>
                    <a:pt x="1053833" y="461289"/>
                  </a:lnTo>
                  <a:lnTo>
                    <a:pt x="1054950" y="460819"/>
                  </a:lnTo>
                  <a:lnTo>
                    <a:pt x="1056817" y="458965"/>
                  </a:lnTo>
                  <a:lnTo>
                    <a:pt x="1057275" y="457835"/>
                  </a:lnTo>
                  <a:lnTo>
                    <a:pt x="1057275" y="455206"/>
                  </a:lnTo>
                  <a:close/>
                </a:path>
                <a:path w="7486650" h="913130">
                  <a:moveTo>
                    <a:pt x="1057275" y="3454"/>
                  </a:moveTo>
                  <a:lnTo>
                    <a:pt x="1056817" y="2336"/>
                  </a:lnTo>
                  <a:lnTo>
                    <a:pt x="1054950" y="469"/>
                  </a:lnTo>
                  <a:lnTo>
                    <a:pt x="1053833" y="0"/>
                  </a:lnTo>
                  <a:lnTo>
                    <a:pt x="1051204" y="0"/>
                  </a:lnTo>
                  <a:lnTo>
                    <a:pt x="1050086" y="469"/>
                  </a:lnTo>
                  <a:lnTo>
                    <a:pt x="1048219" y="2336"/>
                  </a:lnTo>
                  <a:lnTo>
                    <a:pt x="1047750" y="3454"/>
                  </a:lnTo>
                  <a:lnTo>
                    <a:pt x="1047750" y="6083"/>
                  </a:lnTo>
                  <a:lnTo>
                    <a:pt x="1048219" y="7200"/>
                  </a:lnTo>
                  <a:lnTo>
                    <a:pt x="1050086" y="9067"/>
                  </a:lnTo>
                  <a:lnTo>
                    <a:pt x="1051204" y="9525"/>
                  </a:lnTo>
                  <a:lnTo>
                    <a:pt x="1053833" y="9525"/>
                  </a:lnTo>
                  <a:lnTo>
                    <a:pt x="1054950" y="9067"/>
                  </a:lnTo>
                  <a:lnTo>
                    <a:pt x="1056817" y="7200"/>
                  </a:lnTo>
                  <a:lnTo>
                    <a:pt x="1057275" y="6083"/>
                  </a:lnTo>
                  <a:lnTo>
                    <a:pt x="1057275" y="3454"/>
                  </a:lnTo>
                  <a:close/>
                </a:path>
                <a:path w="7486650" h="913130">
                  <a:moveTo>
                    <a:pt x="1104900" y="906970"/>
                  </a:moveTo>
                  <a:lnTo>
                    <a:pt x="1104442" y="905840"/>
                  </a:lnTo>
                  <a:lnTo>
                    <a:pt x="1102575" y="903986"/>
                  </a:lnTo>
                  <a:lnTo>
                    <a:pt x="1101458" y="903516"/>
                  </a:lnTo>
                  <a:lnTo>
                    <a:pt x="1098829" y="903516"/>
                  </a:lnTo>
                  <a:lnTo>
                    <a:pt x="1097711" y="903986"/>
                  </a:lnTo>
                  <a:lnTo>
                    <a:pt x="1095844" y="905840"/>
                  </a:lnTo>
                  <a:lnTo>
                    <a:pt x="1095375" y="906970"/>
                  </a:lnTo>
                  <a:lnTo>
                    <a:pt x="1095375" y="909599"/>
                  </a:lnTo>
                  <a:lnTo>
                    <a:pt x="1095844" y="910717"/>
                  </a:lnTo>
                  <a:lnTo>
                    <a:pt x="1097711" y="912583"/>
                  </a:lnTo>
                  <a:lnTo>
                    <a:pt x="1098829" y="913041"/>
                  </a:lnTo>
                  <a:lnTo>
                    <a:pt x="1101458" y="913041"/>
                  </a:lnTo>
                  <a:lnTo>
                    <a:pt x="1102575" y="912583"/>
                  </a:lnTo>
                  <a:lnTo>
                    <a:pt x="1104442" y="910717"/>
                  </a:lnTo>
                  <a:lnTo>
                    <a:pt x="1104900" y="909599"/>
                  </a:lnTo>
                  <a:lnTo>
                    <a:pt x="1104900" y="906970"/>
                  </a:lnTo>
                  <a:close/>
                </a:path>
                <a:path w="7486650" h="913130">
                  <a:moveTo>
                    <a:pt x="1104900" y="455206"/>
                  </a:moveTo>
                  <a:lnTo>
                    <a:pt x="1104442" y="454088"/>
                  </a:lnTo>
                  <a:lnTo>
                    <a:pt x="1102575" y="452234"/>
                  </a:lnTo>
                  <a:lnTo>
                    <a:pt x="1101458" y="451764"/>
                  </a:lnTo>
                  <a:lnTo>
                    <a:pt x="1098829" y="451764"/>
                  </a:lnTo>
                  <a:lnTo>
                    <a:pt x="1097711" y="452234"/>
                  </a:lnTo>
                  <a:lnTo>
                    <a:pt x="1095844" y="454088"/>
                  </a:lnTo>
                  <a:lnTo>
                    <a:pt x="1095375" y="455206"/>
                  </a:lnTo>
                  <a:lnTo>
                    <a:pt x="1095375" y="457835"/>
                  </a:lnTo>
                  <a:lnTo>
                    <a:pt x="1095844" y="458965"/>
                  </a:lnTo>
                  <a:lnTo>
                    <a:pt x="1097711" y="460819"/>
                  </a:lnTo>
                  <a:lnTo>
                    <a:pt x="1098829" y="461289"/>
                  </a:lnTo>
                  <a:lnTo>
                    <a:pt x="1101458" y="461289"/>
                  </a:lnTo>
                  <a:lnTo>
                    <a:pt x="1102575" y="460819"/>
                  </a:lnTo>
                  <a:lnTo>
                    <a:pt x="1104442" y="458965"/>
                  </a:lnTo>
                  <a:lnTo>
                    <a:pt x="1104900" y="457835"/>
                  </a:lnTo>
                  <a:lnTo>
                    <a:pt x="1104900" y="455206"/>
                  </a:lnTo>
                  <a:close/>
                </a:path>
                <a:path w="7486650" h="913130">
                  <a:moveTo>
                    <a:pt x="1104900" y="3454"/>
                  </a:moveTo>
                  <a:lnTo>
                    <a:pt x="1104442" y="2336"/>
                  </a:lnTo>
                  <a:lnTo>
                    <a:pt x="1102575" y="469"/>
                  </a:lnTo>
                  <a:lnTo>
                    <a:pt x="1101458" y="0"/>
                  </a:lnTo>
                  <a:lnTo>
                    <a:pt x="1098829" y="0"/>
                  </a:lnTo>
                  <a:lnTo>
                    <a:pt x="1097711" y="469"/>
                  </a:lnTo>
                  <a:lnTo>
                    <a:pt x="1095844" y="2336"/>
                  </a:lnTo>
                  <a:lnTo>
                    <a:pt x="1095375" y="3454"/>
                  </a:lnTo>
                  <a:lnTo>
                    <a:pt x="1095375" y="6083"/>
                  </a:lnTo>
                  <a:lnTo>
                    <a:pt x="1095844" y="7200"/>
                  </a:lnTo>
                  <a:lnTo>
                    <a:pt x="1097711" y="9067"/>
                  </a:lnTo>
                  <a:lnTo>
                    <a:pt x="1098829" y="9525"/>
                  </a:lnTo>
                  <a:lnTo>
                    <a:pt x="1101458" y="9525"/>
                  </a:lnTo>
                  <a:lnTo>
                    <a:pt x="1102575" y="9067"/>
                  </a:lnTo>
                  <a:lnTo>
                    <a:pt x="1104442" y="7200"/>
                  </a:lnTo>
                  <a:lnTo>
                    <a:pt x="1104900" y="6083"/>
                  </a:lnTo>
                  <a:lnTo>
                    <a:pt x="1104900" y="3454"/>
                  </a:lnTo>
                  <a:close/>
                </a:path>
                <a:path w="7486650" h="913130">
                  <a:moveTo>
                    <a:pt x="1152525" y="906970"/>
                  </a:moveTo>
                  <a:lnTo>
                    <a:pt x="1152067" y="905840"/>
                  </a:lnTo>
                  <a:lnTo>
                    <a:pt x="1150200" y="903986"/>
                  </a:lnTo>
                  <a:lnTo>
                    <a:pt x="1149083" y="903516"/>
                  </a:lnTo>
                  <a:lnTo>
                    <a:pt x="1146454" y="903516"/>
                  </a:lnTo>
                  <a:lnTo>
                    <a:pt x="1145336" y="903986"/>
                  </a:lnTo>
                  <a:lnTo>
                    <a:pt x="1143469" y="905840"/>
                  </a:lnTo>
                  <a:lnTo>
                    <a:pt x="1143000" y="906970"/>
                  </a:lnTo>
                  <a:lnTo>
                    <a:pt x="1143000" y="909599"/>
                  </a:lnTo>
                  <a:lnTo>
                    <a:pt x="1143469" y="910717"/>
                  </a:lnTo>
                  <a:lnTo>
                    <a:pt x="1145336" y="912583"/>
                  </a:lnTo>
                  <a:lnTo>
                    <a:pt x="1146454" y="913041"/>
                  </a:lnTo>
                  <a:lnTo>
                    <a:pt x="1149083" y="913041"/>
                  </a:lnTo>
                  <a:lnTo>
                    <a:pt x="1150200" y="912583"/>
                  </a:lnTo>
                  <a:lnTo>
                    <a:pt x="1152067" y="910717"/>
                  </a:lnTo>
                  <a:lnTo>
                    <a:pt x="1152525" y="909599"/>
                  </a:lnTo>
                  <a:lnTo>
                    <a:pt x="1152525" y="906970"/>
                  </a:lnTo>
                  <a:close/>
                </a:path>
                <a:path w="7486650" h="913130">
                  <a:moveTo>
                    <a:pt x="1152525" y="455206"/>
                  </a:moveTo>
                  <a:lnTo>
                    <a:pt x="1152067" y="454088"/>
                  </a:lnTo>
                  <a:lnTo>
                    <a:pt x="1150200" y="452234"/>
                  </a:lnTo>
                  <a:lnTo>
                    <a:pt x="1149083" y="451764"/>
                  </a:lnTo>
                  <a:lnTo>
                    <a:pt x="1146454" y="451764"/>
                  </a:lnTo>
                  <a:lnTo>
                    <a:pt x="1145336" y="452234"/>
                  </a:lnTo>
                  <a:lnTo>
                    <a:pt x="1143469" y="454088"/>
                  </a:lnTo>
                  <a:lnTo>
                    <a:pt x="1143000" y="455206"/>
                  </a:lnTo>
                  <a:lnTo>
                    <a:pt x="1143000" y="457835"/>
                  </a:lnTo>
                  <a:lnTo>
                    <a:pt x="1143469" y="458965"/>
                  </a:lnTo>
                  <a:lnTo>
                    <a:pt x="1145336" y="460819"/>
                  </a:lnTo>
                  <a:lnTo>
                    <a:pt x="1146454" y="461289"/>
                  </a:lnTo>
                  <a:lnTo>
                    <a:pt x="1149083" y="461289"/>
                  </a:lnTo>
                  <a:lnTo>
                    <a:pt x="1150200" y="460819"/>
                  </a:lnTo>
                  <a:lnTo>
                    <a:pt x="1152067" y="458965"/>
                  </a:lnTo>
                  <a:lnTo>
                    <a:pt x="1152525" y="457835"/>
                  </a:lnTo>
                  <a:lnTo>
                    <a:pt x="1152525" y="455206"/>
                  </a:lnTo>
                  <a:close/>
                </a:path>
                <a:path w="7486650" h="913130">
                  <a:moveTo>
                    <a:pt x="1152525" y="3454"/>
                  </a:moveTo>
                  <a:lnTo>
                    <a:pt x="1152067" y="2336"/>
                  </a:lnTo>
                  <a:lnTo>
                    <a:pt x="1150200" y="469"/>
                  </a:lnTo>
                  <a:lnTo>
                    <a:pt x="1149083" y="0"/>
                  </a:lnTo>
                  <a:lnTo>
                    <a:pt x="1146454" y="0"/>
                  </a:lnTo>
                  <a:lnTo>
                    <a:pt x="1145336" y="469"/>
                  </a:lnTo>
                  <a:lnTo>
                    <a:pt x="1143469" y="2336"/>
                  </a:lnTo>
                  <a:lnTo>
                    <a:pt x="1143000" y="3454"/>
                  </a:lnTo>
                  <a:lnTo>
                    <a:pt x="1143000" y="6083"/>
                  </a:lnTo>
                  <a:lnTo>
                    <a:pt x="1143469" y="7200"/>
                  </a:lnTo>
                  <a:lnTo>
                    <a:pt x="1145336" y="9067"/>
                  </a:lnTo>
                  <a:lnTo>
                    <a:pt x="1146454" y="9525"/>
                  </a:lnTo>
                  <a:lnTo>
                    <a:pt x="1149083" y="9525"/>
                  </a:lnTo>
                  <a:lnTo>
                    <a:pt x="1150200" y="9067"/>
                  </a:lnTo>
                  <a:lnTo>
                    <a:pt x="1152067" y="7200"/>
                  </a:lnTo>
                  <a:lnTo>
                    <a:pt x="1152525" y="6083"/>
                  </a:lnTo>
                  <a:lnTo>
                    <a:pt x="1152525" y="3454"/>
                  </a:lnTo>
                  <a:close/>
                </a:path>
                <a:path w="7486650" h="913130">
                  <a:moveTo>
                    <a:pt x="1200150" y="906970"/>
                  </a:moveTo>
                  <a:lnTo>
                    <a:pt x="1199692" y="905840"/>
                  </a:lnTo>
                  <a:lnTo>
                    <a:pt x="1197825" y="903986"/>
                  </a:lnTo>
                  <a:lnTo>
                    <a:pt x="1196708" y="903516"/>
                  </a:lnTo>
                  <a:lnTo>
                    <a:pt x="1194079" y="903516"/>
                  </a:lnTo>
                  <a:lnTo>
                    <a:pt x="1192961" y="903986"/>
                  </a:lnTo>
                  <a:lnTo>
                    <a:pt x="1191094" y="905840"/>
                  </a:lnTo>
                  <a:lnTo>
                    <a:pt x="1190625" y="906970"/>
                  </a:lnTo>
                  <a:lnTo>
                    <a:pt x="1190625" y="909599"/>
                  </a:lnTo>
                  <a:lnTo>
                    <a:pt x="1191094" y="910717"/>
                  </a:lnTo>
                  <a:lnTo>
                    <a:pt x="1192961" y="912583"/>
                  </a:lnTo>
                  <a:lnTo>
                    <a:pt x="1194079" y="913041"/>
                  </a:lnTo>
                  <a:lnTo>
                    <a:pt x="1196708" y="913041"/>
                  </a:lnTo>
                  <a:lnTo>
                    <a:pt x="1197825" y="912583"/>
                  </a:lnTo>
                  <a:lnTo>
                    <a:pt x="1199692" y="910717"/>
                  </a:lnTo>
                  <a:lnTo>
                    <a:pt x="1200150" y="909599"/>
                  </a:lnTo>
                  <a:lnTo>
                    <a:pt x="1200150" y="906970"/>
                  </a:lnTo>
                  <a:close/>
                </a:path>
                <a:path w="7486650" h="913130">
                  <a:moveTo>
                    <a:pt x="1200150" y="455206"/>
                  </a:moveTo>
                  <a:lnTo>
                    <a:pt x="1199692" y="454088"/>
                  </a:lnTo>
                  <a:lnTo>
                    <a:pt x="1197825" y="452234"/>
                  </a:lnTo>
                  <a:lnTo>
                    <a:pt x="1196708" y="451764"/>
                  </a:lnTo>
                  <a:lnTo>
                    <a:pt x="1194079" y="451764"/>
                  </a:lnTo>
                  <a:lnTo>
                    <a:pt x="1192961" y="452234"/>
                  </a:lnTo>
                  <a:lnTo>
                    <a:pt x="1191094" y="454088"/>
                  </a:lnTo>
                  <a:lnTo>
                    <a:pt x="1190625" y="455206"/>
                  </a:lnTo>
                  <a:lnTo>
                    <a:pt x="1190625" y="457835"/>
                  </a:lnTo>
                  <a:lnTo>
                    <a:pt x="1191094" y="458965"/>
                  </a:lnTo>
                  <a:lnTo>
                    <a:pt x="1192961" y="460819"/>
                  </a:lnTo>
                  <a:lnTo>
                    <a:pt x="1194079" y="461289"/>
                  </a:lnTo>
                  <a:lnTo>
                    <a:pt x="1196708" y="461289"/>
                  </a:lnTo>
                  <a:lnTo>
                    <a:pt x="1197825" y="460819"/>
                  </a:lnTo>
                  <a:lnTo>
                    <a:pt x="1199692" y="458965"/>
                  </a:lnTo>
                  <a:lnTo>
                    <a:pt x="1200150" y="457835"/>
                  </a:lnTo>
                  <a:lnTo>
                    <a:pt x="1200150" y="455206"/>
                  </a:lnTo>
                  <a:close/>
                </a:path>
                <a:path w="7486650" h="913130">
                  <a:moveTo>
                    <a:pt x="1200150" y="3454"/>
                  </a:moveTo>
                  <a:lnTo>
                    <a:pt x="1199692" y="2336"/>
                  </a:lnTo>
                  <a:lnTo>
                    <a:pt x="1197825" y="469"/>
                  </a:lnTo>
                  <a:lnTo>
                    <a:pt x="1196708" y="0"/>
                  </a:lnTo>
                  <a:lnTo>
                    <a:pt x="1194079" y="0"/>
                  </a:lnTo>
                  <a:lnTo>
                    <a:pt x="1192961" y="469"/>
                  </a:lnTo>
                  <a:lnTo>
                    <a:pt x="1191094" y="2336"/>
                  </a:lnTo>
                  <a:lnTo>
                    <a:pt x="1190625" y="3454"/>
                  </a:lnTo>
                  <a:lnTo>
                    <a:pt x="1190625" y="6083"/>
                  </a:lnTo>
                  <a:lnTo>
                    <a:pt x="1191094" y="7200"/>
                  </a:lnTo>
                  <a:lnTo>
                    <a:pt x="1192961" y="9067"/>
                  </a:lnTo>
                  <a:lnTo>
                    <a:pt x="1194079" y="9525"/>
                  </a:lnTo>
                  <a:lnTo>
                    <a:pt x="1196708" y="9525"/>
                  </a:lnTo>
                  <a:lnTo>
                    <a:pt x="1197825" y="9067"/>
                  </a:lnTo>
                  <a:lnTo>
                    <a:pt x="1199692" y="7200"/>
                  </a:lnTo>
                  <a:lnTo>
                    <a:pt x="1200150" y="6083"/>
                  </a:lnTo>
                  <a:lnTo>
                    <a:pt x="1200150" y="3454"/>
                  </a:lnTo>
                  <a:close/>
                </a:path>
                <a:path w="7486650" h="913130">
                  <a:moveTo>
                    <a:pt x="1247775" y="906970"/>
                  </a:moveTo>
                  <a:lnTo>
                    <a:pt x="1247317" y="905840"/>
                  </a:lnTo>
                  <a:lnTo>
                    <a:pt x="1245450" y="903986"/>
                  </a:lnTo>
                  <a:lnTo>
                    <a:pt x="1244333" y="903516"/>
                  </a:lnTo>
                  <a:lnTo>
                    <a:pt x="1241704" y="903516"/>
                  </a:lnTo>
                  <a:lnTo>
                    <a:pt x="1240586" y="903986"/>
                  </a:lnTo>
                  <a:lnTo>
                    <a:pt x="1238719" y="905840"/>
                  </a:lnTo>
                  <a:lnTo>
                    <a:pt x="1238250" y="906970"/>
                  </a:lnTo>
                  <a:lnTo>
                    <a:pt x="1238250" y="909599"/>
                  </a:lnTo>
                  <a:lnTo>
                    <a:pt x="1238719" y="910717"/>
                  </a:lnTo>
                  <a:lnTo>
                    <a:pt x="1240586" y="912583"/>
                  </a:lnTo>
                  <a:lnTo>
                    <a:pt x="1241704" y="913041"/>
                  </a:lnTo>
                  <a:lnTo>
                    <a:pt x="1244333" y="913041"/>
                  </a:lnTo>
                  <a:lnTo>
                    <a:pt x="1245450" y="912583"/>
                  </a:lnTo>
                  <a:lnTo>
                    <a:pt x="1247317" y="910717"/>
                  </a:lnTo>
                  <a:lnTo>
                    <a:pt x="1247775" y="909599"/>
                  </a:lnTo>
                  <a:lnTo>
                    <a:pt x="1247775" y="906970"/>
                  </a:lnTo>
                  <a:close/>
                </a:path>
                <a:path w="7486650" h="913130">
                  <a:moveTo>
                    <a:pt x="1247775" y="455206"/>
                  </a:moveTo>
                  <a:lnTo>
                    <a:pt x="1247317" y="454088"/>
                  </a:lnTo>
                  <a:lnTo>
                    <a:pt x="1245450" y="452234"/>
                  </a:lnTo>
                  <a:lnTo>
                    <a:pt x="1244333" y="451764"/>
                  </a:lnTo>
                  <a:lnTo>
                    <a:pt x="1241704" y="451764"/>
                  </a:lnTo>
                  <a:lnTo>
                    <a:pt x="1240586" y="452234"/>
                  </a:lnTo>
                  <a:lnTo>
                    <a:pt x="1238719" y="454088"/>
                  </a:lnTo>
                  <a:lnTo>
                    <a:pt x="1238250" y="455206"/>
                  </a:lnTo>
                  <a:lnTo>
                    <a:pt x="1238250" y="457835"/>
                  </a:lnTo>
                  <a:lnTo>
                    <a:pt x="1238719" y="458965"/>
                  </a:lnTo>
                  <a:lnTo>
                    <a:pt x="1240586" y="460819"/>
                  </a:lnTo>
                  <a:lnTo>
                    <a:pt x="1241704" y="461289"/>
                  </a:lnTo>
                  <a:lnTo>
                    <a:pt x="1244333" y="461289"/>
                  </a:lnTo>
                  <a:lnTo>
                    <a:pt x="1245450" y="460819"/>
                  </a:lnTo>
                  <a:lnTo>
                    <a:pt x="1247317" y="458965"/>
                  </a:lnTo>
                  <a:lnTo>
                    <a:pt x="1247775" y="457835"/>
                  </a:lnTo>
                  <a:lnTo>
                    <a:pt x="1247775" y="455206"/>
                  </a:lnTo>
                  <a:close/>
                </a:path>
                <a:path w="7486650" h="913130">
                  <a:moveTo>
                    <a:pt x="1247775" y="3454"/>
                  </a:moveTo>
                  <a:lnTo>
                    <a:pt x="1247317" y="2336"/>
                  </a:lnTo>
                  <a:lnTo>
                    <a:pt x="1245450" y="469"/>
                  </a:lnTo>
                  <a:lnTo>
                    <a:pt x="1244333" y="0"/>
                  </a:lnTo>
                  <a:lnTo>
                    <a:pt x="1241704" y="0"/>
                  </a:lnTo>
                  <a:lnTo>
                    <a:pt x="1240586" y="469"/>
                  </a:lnTo>
                  <a:lnTo>
                    <a:pt x="1238719" y="2336"/>
                  </a:lnTo>
                  <a:lnTo>
                    <a:pt x="1238250" y="3454"/>
                  </a:lnTo>
                  <a:lnTo>
                    <a:pt x="1238250" y="6083"/>
                  </a:lnTo>
                  <a:lnTo>
                    <a:pt x="1238719" y="7200"/>
                  </a:lnTo>
                  <a:lnTo>
                    <a:pt x="1240586" y="9067"/>
                  </a:lnTo>
                  <a:lnTo>
                    <a:pt x="1241704" y="9525"/>
                  </a:lnTo>
                  <a:lnTo>
                    <a:pt x="1244333" y="9525"/>
                  </a:lnTo>
                  <a:lnTo>
                    <a:pt x="1245450" y="9067"/>
                  </a:lnTo>
                  <a:lnTo>
                    <a:pt x="1247317" y="7200"/>
                  </a:lnTo>
                  <a:lnTo>
                    <a:pt x="1247775" y="6083"/>
                  </a:lnTo>
                  <a:lnTo>
                    <a:pt x="1247775" y="3454"/>
                  </a:lnTo>
                  <a:close/>
                </a:path>
                <a:path w="7486650" h="913130">
                  <a:moveTo>
                    <a:pt x="1295400" y="906970"/>
                  </a:moveTo>
                  <a:lnTo>
                    <a:pt x="1294942" y="905840"/>
                  </a:lnTo>
                  <a:lnTo>
                    <a:pt x="1293075" y="903986"/>
                  </a:lnTo>
                  <a:lnTo>
                    <a:pt x="1291958" y="903516"/>
                  </a:lnTo>
                  <a:lnTo>
                    <a:pt x="1289329" y="903516"/>
                  </a:lnTo>
                  <a:lnTo>
                    <a:pt x="1288211" y="903986"/>
                  </a:lnTo>
                  <a:lnTo>
                    <a:pt x="1286344" y="905840"/>
                  </a:lnTo>
                  <a:lnTo>
                    <a:pt x="1285875" y="906970"/>
                  </a:lnTo>
                  <a:lnTo>
                    <a:pt x="1285875" y="909599"/>
                  </a:lnTo>
                  <a:lnTo>
                    <a:pt x="1286344" y="910717"/>
                  </a:lnTo>
                  <a:lnTo>
                    <a:pt x="1288211" y="912583"/>
                  </a:lnTo>
                  <a:lnTo>
                    <a:pt x="1289329" y="913041"/>
                  </a:lnTo>
                  <a:lnTo>
                    <a:pt x="1291958" y="913041"/>
                  </a:lnTo>
                  <a:lnTo>
                    <a:pt x="1293075" y="912583"/>
                  </a:lnTo>
                  <a:lnTo>
                    <a:pt x="1294942" y="910717"/>
                  </a:lnTo>
                  <a:lnTo>
                    <a:pt x="1295400" y="909599"/>
                  </a:lnTo>
                  <a:lnTo>
                    <a:pt x="1295400" y="906970"/>
                  </a:lnTo>
                  <a:close/>
                </a:path>
                <a:path w="7486650" h="913130">
                  <a:moveTo>
                    <a:pt x="1295400" y="455206"/>
                  </a:moveTo>
                  <a:lnTo>
                    <a:pt x="1294942" y="454088"/>
                  </a:lnTo>
                  <a:lnTo>
                    <a:pt x="1293075" y="452234"/>
                  </a:lnTo>
                  <a:lnTo>
                    <a:pt x="1291958" y="451764"/>
                  </a:lnTo>
                  <a:lnTo>
                    <a:pt x="1289329" y="451764"/>
                  </a:lnTo>
                  <a:lnTo>
                    <a:pt x="1288211" y="452234"/>
                  </a:lnTo>
                  <a:lnTo>
                    <a:pt x="1286344" y="454088"/>
                  </a:lnTo>
                  <a:lnTo>
                    <a:pt x="1285875" y="455206"/>
                  </a:lnTo>
                  <a:lnTo>
                    <a:pt x="1285875" y="457835"/>
                  </a:lnTo>
                  <a:lnTo>
                    <a:pt x="1286344" y="458965"/>
                  </a:lnTo>
                  <a:lnTo>
                    <a:pt x="1288211" y="460819"/>
                  </a:lnTo>
                  <a:lnTo>
                    <a:pt x="1289329" y="461289"/>
                  </a:lnTo>
                  <a:lnTo>
                    <a:pt x="1291958" y="461289"/>
                  </a:lnTo>
                  <a:lnTo>
                    <a:pt x="1293075" y="460819"/>
                  </a:lnTo>
                  <a:lnTo>
                    <a:pt x="1294942" y="458965"/>
                  </a:lnTo>
                  <a:lnTo>
                    <a:pt x="1295400" y="457835"/>
                  </a:lnTo>
                  <a:lnTo>
                    <a:pt x="1295400" y="455206"/>
                  </a:lnTo>
                  <a:close/>
                </a:path>
                <a:path w="7486650" h="913130">
                  <a:moveTo>
                    <a:pt x="1295400" y="3454"/>
                  </a:moveTo>
                  <a:lnTo>
                    <a:pt x="1294942" y="2336"/>
                  </a:lnTo>
                  <a:lnTo>
                    <a:pt x="1293075" y="469"/>
                  </a:lnTo>
                  <a:lnTo>
                    <a:pt x="1291958" y="0"/>
                  </a:lnTo>
                  <a:lnTo>
                    <a:pt x="1289329" y="0"/>
                  </a:lnTo>
                  <a:lnTo>
                    <a:pt x="1288211" y="469"/>
                  </a:lnTo>
                  <a:lnTo>
                    <a:pt x="1286344" y="2336"/>
                  </a:lnTo>
                  <a:lnTo>
                    <a:pt x="1285875" y="3454"/>
                  </a:lnTo>
                  <a:lnTo>
                    <a:pt x="1285875" y="6083"/>
                  </a:lnTo>
                  <a:lnTo>
                    <a:pt x="1286344" y="7200"/>
                  </a:lnTo>
                  <a:lnTo>
                    <a:pt x="1288211" y="9067"/>
                  </a:lnTo>
                  <a:lnTo>
                    <a:pt x="1289329" y="9525"/>
                  </a:lnTo>
                  <a:lnTo>
                    <a:pt x="1291958" y="9525"/>
                  </a:lnTo>
                  <a:lnTo>
                    <a:pt x="1293075" y="9067"/>
                  </a:lnTo>
                  <a:lnTo>
                    <a:pt x="1294942" y="7200"/>
                  </a:lnTo>
                  <a:lnTo>
                    <a:pt x="1295400" y="6083"/>
                  </a:lnTo>
                  <a:lnTo>
                    <a:pt x="1295400" y="3454"/>
                  </a:lnTo>
                  <a:close/>
                </a:path>
                <a:path w="7486650" h="913130">
                  <a:moveTo>
                    <a:pt x="1343025" y="906970"/>
                  </a:moveTo>
                  <a:lnTo>
                    <a:pt x="1342567" y="905840"/>
                  </a:lnTo>
                  <a:lnTo>
                    <a:pt x="1340700" y="903986"/>
                  </a:lnTo>
                  <a:lnTo>
                    <a:pt x="1339583" y="903516"/>
                  </a:lnTo>
                  <a:lnTo>
                    <a:pt x="1336954" y="903516"/>
                  </a:lnTo>
                  <a:lnTo>
                    <a:pt x="1335836" y="903986"/>
                  </a:lnTo>
                  <a:lnTo>
                    <a:pt x="1333969" y="905840"/>
                  </a:lnTo>
                  <a:lnTo>
                    <a:pt x="1333500" y="906970"/>
                  </a:lnTo>
                  <a:lnTo>
                    <a:pt x="1333500" y="909599"/>
                  </a:lnTo>
                  <a:lnTo>
                    <a:pt x="1333969" y="910717"/>
                  </a:lnTo>
                  <a:lnTo>
                    <a:pt x="1335836" y="912583"/>
                  </a:lnTo>
                  <a:lnTo>
                    <a:pt x="1336954" y="913041"/>
                  </a:lnTo>
                  <a:lnTo>
                    <a:pt x="1339583" y="913041"/>
                  </a:lnTo>
                  <a:lnTo>
                    <a:pt x="1340700" y="912583"/>
                  </a:lnTo>
                  <a:lnTo>
                    <a:pt x="1342567" y="910717"/>
                  </a:lnTo>
                  <a:lnTo>
                    <a:pt x="1343025" y="909599"/>
                  </a:lnTo>
                  <a:lnTo>
                    <a:pt x="1343025" y="906970"/>
                  </a:lnTo>
                  <a:close/>
                </a:path>
                <a:path w="7486650" h="913130">
                  <a:moveTo>
                    <a:pt x="1343025" y="455206"/>
                  </a:moveTo>
                  <a:lnTo>
                    <a:pt x="1342567" y="454088"/>
                  </a:lnTo>
                  <a:lnTo>
                    <a:pt x="1340700" y="452234"/>
                  </a:lnTo>
                  <a:lnTo>
                    <a:pt x="1339583" y="451764"/>
                  </a:lnTo>
                  <a:lnTo>
                    <a:pt x="1336954" y="451764"/>
                  </a:lnTo>
                  <a:lnTo>
                    <a:pt x="1335836" y="452234"/>
                  </a:lnTo>
                  <a:lnTo>
                    <a:pt x="1333969" y="454088"/>
                  </a:lnTo>
                  <a:lnTo>
                    <a:pt x="1333500" y="455206"/>
                  </a:lnTo>
                  <a:lnTo>
                    <a:pt x="1333500" y="457835"/>
                  </a:lnTo>
                  <a:lnTo>
                    <a:pt x="1333969" y="458965"/>
                  </a:lnTo>
                  <a:lnTo>
                    <a:pt x="1335836" y="460819"/>
                  </a:lnTo>
                  <a:lnTo>
                    <a:pt x="1336954" y="461289"/>
                  </a:lnTo>
                  <a:lnTo>
                    <a:pt x="1339583" y="461289"/>
                  </a:lnTo>
                  <a:lnTo>
                    <a:pt x="1340700" y="460819"/>
                  </a:lnTo>
                  <a:lnTo>
                    <a:pt x="1342567" y="458965"/>
                  </a:lnTo>
                  <a:lnTo>
                    <a:pt x="1343025" y="457835"/>
                  </a:lnTo>
                  <a:lnTo>
                    <a:pt x="1343025" y="455206"/>
                  </a:lnTo>
                  <a:close/>
                </a:path>
                <a:path w="7486650" h="913130">
                  <a:moveTo>
                    <a:pt x="1343025" y="3454"/>
                  </a:moveTo>
                  <a:lnTo>
                    <a:pt x="1342567" y="2336"/>
                  </a:lnTo>
                  <a:lnTo>
                    <a:pt x="1340700" y="469"/>
                  </a:lnTo>
                  <a:lnTo>
                    <a:pt x="1339583" y="0"/>
                  </a:lnTo>
                  <a:lnTo>
                    <a:pt x="1336954" y="0"/>
                  </a:lnTo>
                  <a:lnTo>
                    <a:pt x="1335836" y="469"/>
                  </a:lnTo>
                  <a:lnTo>
                    <a:pt x="1333969" y="2336"/>
                  </a:lnTo>
                  <a:lnTo>
                    <a:pt x="1333500" y="3454"/>
                  </a:lnTo>
                  <a:lnTo>
                    <a:pt x="1333500" y="6083"/>
                  </a:lnTo>
                  <a:lnTo>
                    <a:pt x="1333969" y="7200"/>
                  </a:lnTo>
                  <a:lnTo>
                    <a:pt x="1335836" y="9067"/>
                  </a:lnTo>
                  <a:lnTo>
                    <a:pt x="1336954" y="9525"/>
                  </a:lnTo>
                  <a:lnTo>
                    <a:pt x="1339583" y="9525"/>
                  </a:lnTo>
                  <a:lnTo>
                    <a:pt x="1340700" y="9067"/>
                  </a:lnTo>
                  <a:lnTo>
                    <a:pt x="1342567" y="7200"/>
                  </a:lnTo>
                  <a:lnTo>
                    <a:pt x="1343025" y="6083"/>
                  </a:lnTo>
                  <a:lnTo>
                    <a:pt x="1343025" y="3454"/>
                  </a:lnTo>
                  <a:close/>
                </a:path>
                <a:path w="7486650" h="913130">
                  <a:moveTo>
                    <a:pt x="1390650" y="906970"/>
                  </a:moveTo>
                  <a:lnTo>
                    <a:pt x="1390192" y="905840"/>
                  </a:lnTo>
                  <a:lnTo>
                    <a:pt x="1388325" y="903986"/>
                  </a:lnTo>
                  <a:lnTo>
                    <a:pt x="1387208" y="903516"/>
                  </a:lnTo>
                  <a:lnTo>
                    <a:pt x="1384579" y="903516"/>
                  </a:lnTo>
                  <a:lnTo>
                    <a:pt x="1383461" y="903986"/>
                  </a:lnTo>
                  <a:lnTo>
                    <a:pt x="1381594" y="905840"/>
                  </a:lnTo>
                  <a:lnTo>
                    <a:pt x="1381125" y="906970"/>
                  </a:lnTo>
                  <a:lnTo>
                    <a:pt x="1381125" y="909599"/>
                  </a:lnTo>
                  <a:lnTo>
                    <a:pt x="1381594" y="910717"/>
                  </a:lnTo>
                  <a:lnTo>
                    <a:pt x="1383461" y="912583"/>
                  </a:lnTo>
                  <a:lnTo>
                    <a:pt x="1384579" y="913041"/>
                  </a:lnTo>
                  <a:lnTo>
                    <a:pt x="1387208" y="913041"/>
                  </a:lnTo>
                  <a:lnTo>
                    <a:pt x="1388325" y="912583"/>
                  </a:lnTo>
                  <a:lnTo>
                    <a:pt x="1390192" y="910717"/>
                  </a:lnTo>
                  <a:lnTo>
                    <a:pt x="1390650" y="909599"/>
                  </a:lnTo>
                  <a:lnTo>
                    <a:pt x="1390650" y="906970"/>
                  </a:lnTo>
                  <a:close/>
                </a:path>
                <a:path w="7486650" h="913130">
                  <a:moveTo>
                    <a:pt x="1390650" y="455206"/>
                  </a:moveTo>
                  <a:lnTo>
                    <a:pt x="1390192" y="454088"/>
                  </a:lnTo>
                  <a:lnTo>
                    <a:pt x="1388325" y="452234"/>
                  </a:lnTo>
                  <a:lnTo>
                    <a:pt x="1387208" y="451764"/>
                  </a:lnTo>
                  <a:lnTo>
                    <a:pt x="1384579" y="451764"/>
                  </a:lnTo>
                  <a:lnTo>
                    <a:pt x="1383461" y="452234"/>
                  </a:lnTo>
                  <a:lnTo>
                    <a:pt x="1381594" y="454088"/>
                  </a:lnTo>
                  <a:lnTo>
                    <a:pt x="1381125" y="455206"/>
                  </a:lnTo>
                  <a:lnTo>
                    <a:pt x="1381125" y="457835"/>
                  </a:lnTo>
                  <a:lnTo>
                    <a:pt x="1381594" y="458965"/>
                  </a:lnTo>
                  <a:lnTo>
                    <a:pt x="1383461" y="460819"/>
                  </a:lnTo>
                  <a:lnTo>
                    <a:pt x="1384579" y="461289"/>
                  </a:lnTo>
                  <a:lnTo>
                    <a:pt x="1387208" y="461289"/>
                  </a:lnTo>
                  <a:lnTo>
                    <a:pt x="1388325" y="460819"/>
                  </a:lnTo>
                  <a:lnTo>
                    <a:pt x="1390192" y="458965"/>
                  </a:lnTo>
                  <a:lnTo>
                    <a:pt x="1390650" y="457835"/>
                  </a:lnTo>
                  <a:lnTo>
                    <a:pt x="1390650" y="455206"/>
                  </a:lnTo>
                  <a:close/>
                </a:path>
                <a:path w="7486650" h="913130">
                  <a:moveTo>
                    <a:pt x="1390650" y="3454"/>
                  </a:moveTo>
                  <a:lnTo>
                    <a:pt x="1390192" y="2336"/>
                  </a:lnTo>
                  <a:lnTo>
                    <a:pt x="1388325" y="469"/>
                  </a:lnTo>
                  <a:lnTo>
                    <a:pt x="1387208" y="0"/>
                  </a:lnTo>
                  <a:lnTo>
                    <a:pt x="1384579" y="0"/>
                  </a:lnTo>
                  <a:lnTo>
                    <a:pt x="1383461" y="469"/>
                  </a:lnTo>
                  <a:lnTo>
                    <a:pt x="1381594" y="2336"/>
                  </a:lnTo>
                  <a:lnTo>
                    <a:pt x="1381125" y="3454"/>
                  </a:lnTo>
                  <a:lnTo>
                    <a:pt x="1381125" y="6083"/>
                  </a:lnTo>
                  <a:lnTo>
                    <a:pt x="1381594" y="7200"/>
                  </a:lnTo>
                  <a:lnTo>
                    <a:pt x="1383461" y="9067"/>
                  </a:lnTo>
                  <a:lnTo>
                    <a:pt x="1384579" y="9525"/>
                  </a:lnTo>
                  <a:lnTo>
                    <a:pt x="1387208" y="9525"/>
                  </a:lnTo>
                  <a:lnTo>
                    <a:pt x="1388325" y="9067"/>
                  </a:lnTo>
                  <a:lnTo>
                    <a:pt x="1390192" y="7200"/>
                  </a:lnTo>
                  <a:lnTo>
                    <a:pt x="1390650" y="6083"/>
                  </a:lnTo>
                  <a:lnTo>
                    <a:pt x="1390650" y="3454"/>
                  </a:lnTo>
                  <a:close/>
                </a:path>
                <a:path w="7486650" h="913130">
                  <a:moveTo>
                    <a:pt x="1438275" y="906970"/>
                  </a:moveTo>
                  <a:lnTo>
                    <a:pt x="1437817" y="905840"/>
                  </a:lnTo>
                  <a:lnTo>
                    <a:pt x="1435950" y="903986"/>
                  </a:lnTo>
                  <a:lnTo>
                    <a:pt x="1434833" y="903516"/>
                  </a:lnTo>
                  <a:lnTo>
                    <a:pt x="1432204" y="903516"/>
                  </a:lnTo>
                  <a:lnTo>
                    <a:pt x="1431086" y="903986"/>
                  </a:lnTo>
                  <a:lnTo>
                    <a:pt x="1429219" y="905840"/>
                  </a:lnTo>
                  <a:lnTo>
                    <a:pt x="1428750" y="906970"/>
                  </a:lnTo>
                  <a:lnTo>
                    <a:pt x="1428750" y="909599"/>
                  </a:lnTo>
                  <a:lnTo>
                    <a:pt x="1429219" y="910717"/>
                  </a:lnTo>
                  <a:lnTo>
                    <a:pt x="1431086" y="912583"/>
                  </a:lnTo>
                  <a:lnTo>
                    <a:pt x="1432204" y="913041"/>
                  </a:lnTo>
                  <a:lnTo>
                    <a:pt x="1434833" y="913041"/>
                  </a:lnTo>
                  <a:lnTo>
                    <a:pt x="1435950" y="912583"/>
                  </a:lnTo>
                  <a:lnTo>
                    <a:pt x="1437817" y="910717"/>
                  </a:lnTo>
                  <a:lnTo>
                    <a:pt x="1438275" y="909599"/>
                  </a:lnTo>
                  <a:lnTo>
                    <a:pt x="1438275" y="906970"/>
                  </a:lnTo>
                  <a:close/>
                </a:path>
                <a:path w="7486650" h="913130">
                  <a:moveTo>
                    <a:pt x="1438275" y="455206"/>
                  </a:moveTo>
                  <a:lnTo>
                    <a:pt x="1437817" y="454088"/>
                  </a:lnTo>
                  <a:lnTo>
                    <a:pt x="1435950" y="452234"/>
                  </a:lnTo>
                  <a:lnTo>
                    <a:pt x="1434833" y="451764"/>
                  </a:lnTo>
                  <a:lnTo>
                    <a:pt x="1432204" y="451764"/>
                  </a:lnTo>
                  <a:lnTo>
                    <a:pt x="1431086" y="452234"/>
                  </a:lnTo>
                  <a:lnTo>
                    <a:pt x="1429219" y="454088"/>
                  </a:lnTo>
                  <a:lnTo>
                    <a:pt x="1428750" y="455206"/>
                  </a:lnTo>
                  <a:lnTo>
                    <a:pt x="1428750" y="457835"/>
                  </a:lnTo>
                  <a:lnTo>
                    <a:pt x="1429219" y="458965"/>
                  </a:lnTo>
                  <a:lnTo>
                    <a:pt x="1431086" y="460819"/>
                  </a:lnTo>
                  <a:lnTo>
                    <a:pt x="1432204" y="461289"/>
                  </a:lnTo>
                  <a:lnTo>
                    <a:pt x="1434833" y="461289"/>
                  </a:lnTo>
                  <a:lnTo>
                    <a:pt x="1435950" y="460819"/>
                  </a:lnTo>
                  <a:lnTo>
                    <a:pt x="1437817" y="458965"/>
                  </a:lnTo>
                  <a:lnTo>
                    <a:pt x="1438275" y="457835"/>
                  </a:lnTo>
                  <a:lnTo>
                    <a:pt x="1438275" y="455206"/>
                  </a:lnTo>
                  <a:close/>
                </a:path>
                <a:path w="7486650" h="913130">
                  <a:moveTo>
                    <a:pt x="1438275" y="3454"/>
                  </a:moveTo>
                  <a:lnTo>
                    <a:pt x="1437817" y="2336"/>
                  </a:lnTo>
                  <a:lnTo>
                    <a:pt x="1435950" y="469"/>
                  </a:lnTo>
                  <a:lnTo>
                    <a:pt x="1434833" y="0"/>
                  </a:lnTo>
                  <a:lnTo>
                    <a:pt x="1432204" y="0"/>
                  </a:lnTo>
                  <a:lnTo>
                    <a:pt x="1431086" y="469"/>
                  </a:lnTo>
                  <a:lnTo>
                    <a:pt x="1429219" y="2336"/>
                  </a:lnTo>
                  <a:lnTo>
                    <a:pt x="1428750" y="3454"/>
                  </a:lnTo>
                  <a:lnTo>
                    <a:pt x="1428750" y="6083"/>
                  </a:lnTo>
                  <a:lnTo>
                    <a:pt x="1429219" y="7200"/>
                  </a:lnTo>
                  <a:lnTo>
                    <a:pt x="1431086" y="9067"/>
                  </a:lnTo>
                  <a:lnTo>
                    <a:pt x="1432204" y="9525"/>
                  </a:lnTo>
                  <a:lnTo>
                    <a:pt x="1434833" y="9525"/>
                  </a:lnTo>
                  <a:lnTo>
                    <a:pt x="1435950" y="9067"/>
                  </a:lnTo>
                  <a:lnTo>
                    <a:pt x="1437817" y="7200"/>
                  </a:lnTo>
                  <a:lnTo>
                    <a:pt x="1438275" y="6083"/>
                  </a:lnTo>
                  <a:lnTo>
                    <a:pt x="1438275" y="3454"/>
                  </a:lnTo>
                  <a:close/>
                </a:path>
                <a:path w="7486650" h="913130">
                  <a:moveTo>
                    <a:pt x="1485900" y="906970"/>
                  </a:moveTo>
                  <a:lnTo>
                    <a:pt x="1485442" y="905840"/>
                  </a:lnTo>
                  <a:lnTo>
                    <a:pt x="1483575" y="903986"/>
                  </a:lnTo>
                  <a:lnTo>
                    <a:pt x="1482458" y="903516"/>
                  </a:lnTo>
                  <a:lnTo>
                    <a:pt x="1479829" y="903516"/>
                  </a:lnTo>
                  <a:lnTo>
                    <a:pt x="1478711" y="903986"/>
                  </a:lnTo>
                  <a:lnTo>
                    <a:pt x="1476844" y="905840"/>
                  </a:lnTo>
                  <a:lnTo>
                    <a:pt x="1476375" y="906970"/>
                  </a:lnTo>
                  <a:lnTo>
                    <a:pt x="1476375" y="909599"/>
                  </a:lnTo>
                  <a:lnTo>
                    <a:pt x="1476844" y="910717"/>
                  </a:lnTo>
                  <a:lnTo>
                    <a:pt x="1478711" y="912583"/>
                  </a:lnTo>
                  <a:lnTo>
                    <a:pt x="1479829" y="913041"/>
                  </a:lnTo>
                  <a:lnTo>
                    <a:pt x="1482458" y="913041"/>
                  </a:lnTo>
                  <a:lnTo>
                    <a:pt x="1483575" y="912583"/>
                  </a:lnTo>
                  <a:lnTo>
                    <a:pt x="1485442" y="910717"/>
                  </a:lnTo>
                  <a:lnTo>
                    <a:pt x="1485900" y="909599"/>
                  </a:lnTo>
                  <a:lnTo>
                    <a:pt x="1485900" y="906970"/>
                  </a:lnTo>
                  <a:close/>
                </a:path>
                <a:path w="7486650" h="913130">
                  <a:moveTo>
                    <a:pt x="1485900" y="455206"/>
                  </a:moveTo>
                  <a:lnTo>
                    <a:pt x="1485442" y="454088"/>
                  </a:lnTo>
                  <a:lnTo>
                    <a:pt x="1483575" y="452234"/>
                  </a:lnTo>
                  <a:lnTo>
                    <a:pt x="1482458" y="451764"/>
                  </a:lnTo>
                  <a:lnTo>
                    <a:pt x="1479829" y="451764"/>
                  </a:lnTo>
                  <a:lnTo>
                    <a:pt x="1478711" y="452234"/>
                  </a:lnTo>
                  <a:lnTo>
                    <a:pt x="1476844" y="454088"/>
                  </a:lnTo>
                  <a:lnTo>
                    <a:pt x="1476375" y="455206"/>
                  </a:lnTo>
                  <a:lnTo>
                    <a:pt x="1476375" y="457835"/>
                  </a:lnTo>
                  <a:lnTo>
                    <a:pt x="1476844" y="458965"/>
                  </a:lnTo>
                  <a:lnTo>
                    <a:pt x="1478711" y="460819"/>
                  </a:lnTo>
                  <a:lnTo>
                    <a:pt x="1479829" y="461289"/>
                  </a:lnTo>
                  <a:lnTo>
                    <a:pt x="1482458" y="461289"/>
                  </a:lnTo>
                  <a:lnTo>
                    <a:pt x="1483575" y="460819"/>
                  </a:lnTo>
                  <a:lnTo>
                    <a:pt x="1485442" y="458965"/>
                  </a:lnTo>
                  <a:lnTo>
                    <a:pt x="1485900" y="457835"/>
                  </a:lnTo>
                  <a:lnTo>
                    <a:pt x="1485900" y="455206"/>
                  </a:lnTo>
                  <a:close/>
                </a:path>
                <a:path w="7486650" h="913130">
                  <a:moveTo>
                    <a:pt x="1485900" y="3454"/>
                  </a:moveTo>
                  <a:lnTo>
                    <a:pt x="1485442" y="2336"/>
                  </a:lnTo>
                  <a:lnTo>
                    <a:pt x="1483575" y="469"/>
                  </a:lnTo>
                  <a:lnTo>
                    <a:pt x="1482458" y="0"/>
                  </a:lnTo>
                  <a:lnTo>
                    <a:pt x="1479829" y="0"/>
                  </a:lnTo>
                  <a:lnTo>
                    <a:pt x="1478711" y="469"/>
                  </a:lnTo>
                  <a:lnTo>
                    <a:pt x="1476844" y="2336"/>
                  </a:lnTo>
                  <a:lnTo>
                    <a:pt x="1476375" y="3454"/>
                  </a:lnTo>
                  <a:lnTo>
                    <a:pt x="1476375" y="6083"/>
                  </a:lnTo>
                  <a:lnTo>
                    <a:pt x="1476844" y="7200"/>
                  </a:lnTo>
                  <a:lnTo>
                    <a:pt x="1478711" y="9067"/>
                  </a:lnTo>
                  <a:lnTo>
                    <a:pt x="1479829" y="9525"/>
                  </a:lnTo>
                  <a:lnTo>
                    <a:pt x="1482458" y="9525"/>
                  </a:lnTo>
                  <a:lnTo>
                    <a:pt x="1483575" y="9067"/>
                  </a:lnTo>
                  <a:lnTo>
                    <a:pt x="1485442" y="7200"/>
                  </a:lnTo>
                  <a:lnTo>
                    <a:pt x="1485900" y="6083"/>
                  </a:lnTo>
                  <a:lnTo>
                    <a:pt x="1485900" y="3454"/>
                  </a:lnTo>
                  <a:close/>
                </a:path>
                <a:path w="7486650" h="913130">
                  <a:moveTo>
                    <a:pt x="1533525" y="906970"/>
                  </a:moveTo>
                  <a:lnTo>
                    <a:pt x="1533067" y="905840"/>
                  </a:lnTo>
                  <a:lnTo>
                    <a:pt x="1531200" y="903986"/>
                  </a:lnTo>
                  <a:lnTo>
                    <a:pt x="1530083" y="903516"/>
                  </a:lnTo>
                  <a:lnTo>
                    <a:pt x="1527454" y="903516"/>
                  </a:lnTo>
                  <a:lnTo>
                    <a:pt x="1526336" y="903986"/>
                  </a:lnTo>
                  <a:lnTo>
                    <a:pt x="1524469" y="905840"/>
                  </a:lnTo>
                  <a:lnTo>
                    <a:pt x="1524000" y="906970"/>
                  </a:lnTo>
                  <a:lnTo>
                    <a:pt x="1524000" y="909599"/>
                  </a:lnTo>
                  <a:lnTo>
                    <a:pt x="1524469" y="910717"/>
                  </a:lnTo>
                  <a:lnTo>
                    <a:pt x="1526336" y="912583"/>
                  </a:lnTo>
                  <a:lnTo>
                    <a:pt x="1527454" y="913041"/>
                  </a:lnTo>
                  <a:lnTo>
                    <a:pt x="1530083" y="913041"/>
                  </a:lnTo>
                  <a:lnTo>
                    <a:pt x="1531200" y="912583"/>
                  </a:lnTo>
                  <a:lnTo>
                    <a:pt x="1533067" y="910717"/>
                  </a:lnTo>
                  <a:lnTo>
                    <a:pt x="1533525" y="909599"/>
                  </a:lnTo>
                  <a:lnTo>
                    <a:pt x="1533525" y="906970"/>
                  </a:lnTo>
                  <a:close/>
                </a:path>
                <a:path w="7486650" h="913130">
                  <a:moveTo>
                    <a:pt x="1533525" y="455206"/>
                  </a:moveTo>
                  <a:lnTo>
                    <a:pt x="1533067" y="454088"/>
                  </a:lnTo>
                  <a:lnTo>
                    <a:pt x="1531200" y="452234"/>
                  </a:lnTo>
                  <a:lnTo>
                    <a:pt x="1530083" y="451764"/>
                  </a:lnTo>
                  <a:lnTo>
                    <a:pt x="1527454" y="451764"/>
                  </a:lnTo>
                  <a:lnTo>
                    <a:pt x="1526336" y="452234"/>
                  </a:lnTo>
                  <a:lnTo>
                    <a:pt x="1524469" y="454088"/>
                  </a:lnTo>
                  <a:lnTo>
                    <a:pt x="1524000" y="455206"/>
                  </a:lnTo>
                  <a:lnTo>
                    <a:pt x="1524000" y="457835"/>
                  </a:lnTo>
                  <a:lnTo>
                    <a:pt x="1524469" y="458965"/>
                  </a:lnTo>
                  <a:lnTo>
                    <a:pt x="1526336" y="460819"/>
                  </a:lnTo>
                  <a:lnTo>
                    <a:pt x="1527454" y="461289"/>
                  </a:lnTo>
                  <a:lnTo>
                    <a:pt x="1530083" y="461289"/>
                  </a:lnTo>
                  <a:lnTo>
                    <a:pt x="1531200" y="460819"/>
                  </a:lnTo>
                  <a:lnTo>
                    <a:pt x="1533067" y="458965"/>
                  </a:lnTo>
                  <a:lnTo>
                    <a:pt x="1533525" y="457835"/>
                  </a:lnTo>
                  <a:lnTo>
                    <a:pt x="1533525" y="455206"/>
                  </a:lnTo>
                  <a:close/>
                </a:path>
                <a:path w="7486650" h="913130">
                  <a:moveTo>
                    <a:pt x="1533525" y="3454"/>
                  </a:moveTo>
                  <a:lnTo>
                    <a:pt x="1533067" y="2336"/>
                  </a:lnTo>
                  <a:lnTo>
                    <a:pt x="1531200" y="469"/>
                  </a:lnTo>
                  <a:lnTo>
                    <a:pt x="1530083" y="0"/>
                  </a:lnTo>
                  <a:lnTo>
                    <a:pt x="1527454" y="0"/>
                  </a:lnTo>
                  <a:lnTo>
                    <a:pt x="1526336" y="469"/>
                  </a:lnTo>
                  <a:lnTo>
                    <a:pt x="1524469" y="2336"/>
                  </a:lnTo>
                  <a:lnTo>
                    <a:pt x="1524000" y="3454"/>
                  </a:lnTo>
                  <a:lnTo>
                    <a:pt x="1524000" y="6083"/>
                  </a:lnTo>
                  <a:lnTo>
                    <a:pt x="1524469" y="7200"/>
                  </a:lnTo>
                  <a:lnTo>
                    <a:pt x="1526336" y="9067"/>
                  </a:lnTo>
                  <a:lnTo>
                    <a:pt x="1527454" y="9525"/>
                  </a:lnTo>
                  <a:lnTo>
                    <a:pt x="1530083" y="9525"/>
                  </a:lnTo>
                  <a:lnTo>
                    <a:pt x="1531200" y="9067"/>
                  </a:lnTo>
                  <a:lnTo>
                    <a:pt x="1533067" y="7200"/>
                  </a:lnTo>
                  <a:lnTo>
                    <a:pt x="1533525" y="6083"/>
                  </a:lnTo>
                  <a:lnTo>
                    <a:pt x="1533525" y="3454"/>
                  </a:lnTo>
                  <a:close/>
                </a:path>
                <a:path w="7486650" h="913130">
                  <a:moveTo>
                    <a:pt x="1581150" y="906970"/>
                  </a:moveTo>
                  <a:lnTo>
                    <a:pt x="1580692" y="905840"/>
                  </a:lnTo>
                  <a:lnTo>
                    <a:pt x="1578825" y="903986"/>
                  </a:lnTo>
                  <a:lnTo>
                    <a:pt x="1577708" y="903516"/>
                  </a:lnTo>
                  <a:lnTo>
                    <a:pt x="1575079" y="903516"/>
                  </a:lnTo>
                  <a:lnTo>
                    <a:pt x="1573961" y="903986"/>
                  </a:lnTo>
                  <a:lnTo>
                    <a:pt x="1572094" y="905840"/>
                  </a:lnTo>
                  <a:lnTo>
                    <a:pt x="1571625" y="906970"/>
                  </a:lnTo>
                  <a:lnTo>
                    <a:pt x="1571625" y="909599"/>
                  </a:lnTo>
                  <a:lnTo>
                    <a:pt x="1572094" y="910717"/>
                  </a:lnTo>
                  <a:lnTo>
                    <a:pt x="1573961" y="912583"/>
                  </a:lnTo>
                  <a:lnTo>
                    <a:pt x="1575079" y="913041"/>
                  </a:lnTo>
                  <a:lnTo>
                    <a:pt x="1577708" y="913041"/>
                  </a:lnTo>
                  <a:lnTo>
                    <a:pt x="1578825" y="912583"/>
                  </a:lnTo>
                  <a:lnTo>
                    <a:pt x="1580692" y="910717"/>
                  </a:lnTo>
                  <a:lnTo>
                    <a:pt x="1581150" y="909599"/>
                  </a:lnTo>
                  <a:lnTo>
                    <a:pt x="1581150" y="906970"/>
                  </a:lnTo>
                  <a:close/>
                </a:path>
                <a:path w="7486650" h="913130">
                  <a:moveTo>
                    <a:pt x="1581150" y="455206"/>
                  </a:moveTo>
                  <a:lnTo>
                    <a:pt x="1580692" y="454088"/>
                  </a:lnTo>
                  <a:lnTo>
                    <a:pt x="1578825" y="452234"/>
                  </a:lnTo>
                  <a:lnTo>
                    <a:pt x="1577708" y="451764"/>
                  </a:lnTo>
                  <a:lnTo>
                    <a:pt x="1575079" y="451764"/>
                  </a:lnTo>
                  <a:lnTo>
                    <a:pt x="1573961" y="452234"/>
                  </a:lnTo>
                  <a:lnTo>
                    <a:pt x="1572094" y="454088"/>
                  </a:lnTo>
                  <a:lnTo>
                    <a:pt x="1571625" y="455206"/>
                  </a:lnTo>
                  <a:lnTo>
                    <a:pt x="1571625" y="457835"/>
                  </a:lnTo>
                  <a:lnTo>
                    <a:pt x="1572094" y="458965"/>
                  </a:lnTo>
                  <a:lnTo>
                    <a:pt x="1573961" y="460819"/>
                  </a:lnTo>
                  <a:lnTo>
                    <a:pt x="1575079" y="461289"/>
                  </a:lnTo>
                  <a:lnTo>
                    <a:pt x="1577708" y="461289"/>
                  </a:lnTo>
                  <a:lnTo>
                    <a:pt x="1578825" y="460819"/>
                  </a:lnTo>
                  <a:lnTo>
                    <a:pt x="1580692" y="458965"/>
                  </a:lnTo>
                  <a:lnTo>
                    <a:pt x="1581150" y="457835"/>
                  </a:lnTo>
                  <a:lnTo>
                    <a:pt x="1581150" y="455206"/>
                  </a:lnTo>
                  <a:close/>
                </a:path>
                <a:path w="7486650" h="913130">
                  <a:moveTo>
                    <a:pt x="1581150" y="3454"/>
                  </a:moveTo>
                  <a:lnTo>
                    <a:pt x="1580692" y="2336"/>
                  </a:lnTo>
                  <a:lnTo>
                    <a:pt x="1578825" y="469"/>
                  </a:lnTo>
                  <a:lnTo>
                    <a:pt x="1577708" y="0"/>
                  </a:lnTo>
                  <a:lnTo>
                    <a:pt x="1575079" y="0"/>
                  </a:lnTo>
                  <a:lnTo>
                    <a:pt x="1573961" y="469"/>
                  </a:lnTo>
                  <a:lnTo>
                    <a:pt x="1572094" y="2336"/>
                  </a:lnTo>
                  <a:lnTo>
                    <a:pt x="1571625" y="3454"/>
                  </a:lnTo>
                  <a:lnTo>
                    <a:pt x="1571625" y="6083"/>
                  </a:lnTo>
                  <a:lnTo>
                    <a:pt x="1572094" y="7200"/>
                  </a:lnTo>
                  <a:lnTo>
                    <a:pt x="1573961" y="9067"/>
                  </a:lnTo>
                  <a:lnTo>
                    <a:pt x="1575079" y="9525"/>
                  </a:lnTo>
                  <a:lnTo>
                    <a:pt x="1577708" y="9525"/>
                  </a:lnTo>
                  <a:lnTo>
                    <a:pt x="1578825" y="9067"/>
                  </a:lnTo>
                  <a:lnTo>
                    <a:pt x="1580692" y="7200"/>
                  </a:lnTo>
                  <a:lnTo>
                    <a:pt x="1581150" y="6083"/>
                  </a:lnTo>
                  <a:lnTo>
                    <a:pt x="1581150" y="3454"/>
                  </a:lnTo>
                  <a:close/>
                </a:path>
                <a:path w="7486650" h="913130">
                  <a:moveTo>
                    <a:pt x="1628775" y="906970"/>
                  </a:moveTo>
                  <a:lnTo>
                    <a:pt x="1628317" y="905840"/>
                  </a:lnTo>
                  <a:lnTo>
                    <a:pt x="1626450" y="903986"/>
                  </a:lnTo>
                  <a:lnTo>
                    <a:pt x="1625333" y="903516"/>
                  </a:lnTo>
                  <a:lnTo>
                    <a:pt x="1622704" y="903516"/>
                  </a:lnTo>
                  <a:lnTo>
                    <a:pt x="1621586" y="903986"/>
                  </a:lnTo>
                  <a:lnTo>
                    <a:pt x="1619719" y="905840"/>
                  </a:lnTo>
                  <a:lnTo>
                    <a:pt x="1619250" y="906970"/>
                  </a:lnTo>
                  <a:lnTo>
                    <a:pt x="1619250" y="909599"/>
                  </a:lnTo>
                  <a:lnTo>
                    <a:pt x="1619719" y="910717"/>
                  </a:lnTo>
                  <a:lnTo>
                    <a:pt x="1621586" y="912583"/>
                  </a:lnTo>
                  <a:lnTo>
                    <a:pt x="1622704" y="913041"/>
                  </a:lnTo>
                  <a:lnTo>
                    <a:pt x="1625333" y="913041"/>
                  </a:lnTo>
                  <a:lnTo>
                    <a:pt x="1626450" y="912583"/>
                  </a:lnTo>
                  <a:lnTo>
                    <a:pt x="1628317" y="910717"/>
                  </a:lnTo>
                  <a:lnTo>
                    <a:pt x="1628775" y="909599"/>
                  </a:lnTo>
                  <a:lnTo>
                    <a:pt x="1628775" y="906970"/>
                  </a:lnTo>
                  <a:close/>
                </a:path>
                <a:path w="7486650" h="913130">
                  <a:moveTo>
                    <a:pt x="1628775" y="455206"/>
                  </a:moveTo>
                  <a:lnTo>
                    <a:pt x="1628317" y="454088"/>
                  </a:lnTo>
                  <a:lnTo>
                    <a:pt x="1626450" y="452234"/>
                  </a:lnTo>
                  <a:lnTo>
                    <a:pt x="1625333" y="451764"/>
                  </a:lnTo>
                  <a:lnTo>
                    <a:pt x="1622704" y="451764"/>
                  </a:lnTo>
                  <a:lnTo>
                    <a:pt x="1621586" y="452234"/>
                  </a:lnTo>
                  <a:lnTo>
                    <a:pt x="1619719" y="454088"/>
                  </a:lnTo>
                  <a:lnTo>
                    <a:pt x="1619250" y="455206"/>
                  </a:lnTo>
                  <a:lnTo>
                    <a:pt x="1619250" y="457835"/>
                  </a:lnTo>
                  <a:lnTo>
                    <a:pt x="1619719" y="458965"/>
                  </a:lnTo>
                  <a:lnTo>
                    <a:pt x="1621586" y="460819"/>
                  </a:lnTo>
                  <a:lnTo>
                    <a:pt x="1622704" y="461289"/>
                  </a:lnTo>
                  <a:lnTo>
                    <a:pt x="1625333" y="461289"/>
                  </a:lnTo>
                  <a:lnTo>
                    <a:pt x="1626450" y="460819"/>
                  </a:lnTo>
                  <a:lnTo>
                    <a:pt x="1628317" y="458965"/>
                  </a:lnTo>
                  <a:lnTo>
                    <a:pt x="1628775" y="457835"/>
                  </a:lnTo>
                  <a:lnTo>
                    <a:pt x="1628775" y="455206"/>
                  </a:lnTo>
                  <a:close/>
                </a:path>
                <a:path w="7486650" h="913130">
                  <a:moveTo>
                    <a:pt x="1628775" y="3454"/>
                  </a:moveTo>
                  <a:lnTo>
                    <a:pt x="1628317" y="2336"/>
                  </a:lnTo>
                  <a:lnTo>
                    <a:pt x="1626450" y="469"/>
                  </a:lnTo>
                  <a:lnTo>
                    <a:pt x="1625333" y="0"/>
                  </a:lnTo>
                  <a:lnTo>
                    <a:pt x="1622704" y="0"/>
                  </a:lnTo>
                  <a:lnTo>
                    <a:pt x="1621586" y="469"/>
                  </a:lnTo>
                  <a:lnTo>
                    <a:pt x="1619719" y="2336"/>
                  </a:lnTo>
                  <a:lnTo>
                    <a:pt x="1619250" y="3454"/>
                  </a:lnTo>
                  <a:lnTo>
                    <a:pt x="1619250" y="6083"/>
                  </a:lnTo>
                  <a:lnTo>
                    <a:pt x="1619719" y="7200"/>
                  </a:lnTo>
                  <a:lnTo>
                    <a:pt x="1621586" y="9067"/>
                  </a:lnTo>
                  <a:lnTo>
                    <a:pt x="1622704" y="9525"/>
                  </a:lnTo>
                  <a:lnTo>
                    <a:pt x="1625333" y="9525"/>
                  </a:lnTo>
                  <a:lnTo>
                    <a:pt x="1626450" y="9067"/>
                  </a:lnTo>
                  <a:lnTo>
                    <a:pt x="1628317" y="7200"/>
                  </a:lnTo>
                  <a:lnTo>
                    <a:pt x="1628775" y="6083"/>
                  </a:lnTo>
                  <a:lnTo>
                    <a:pt x="1628775" y="3454"/>
                  </a:lnTo>
                  <a:close/>
                </a:path>
                <a:path w="7486650" h="913130">
                  <a:moveTo>
                    <a:pt x="1676400" y="906970"/>
                  </a:moveTo>
                  <a:lnTo>
                    <a:pt x="1675942" y="905840"/>
                  </a:lnTo>
                  <a:lnTo>
                    <a:pt x="1674075" y="903986"/>
                  </a:lnTo>
                  <a:lnTo>
                    <a:pt x="1672958" y="903516"/>
                  </a:lnTo>
                  <a:lnTo>
                    <a:pt x="1670329" y="903516"/>
                  </a:lnTo>
                  <a:lnTo>
                    <a:pt x="1669211" y="903986"/>
                  </a:lnTo>
                  <a:lnTo>
                    <a:pt x="1667344" y="905840"/>
                  </a:lnTo>
                  <a:lnTo>
                    <a:pt x="1666875" y="906970"/>
                  </a:lnTo>
                  <a:lnTo>
                    <a:pt x="1666875" y="909599"/>
                  </a:lnTo>
                  <a:lnTo>
                    <a:pt x="1667344" y="910717"/>
                  </a:lnTo>
                  <a:lnTo>
                    <a:pt x="1669211" y="912583"/>
                  </a:lnTo>
                  <a:lnTo>
                    <a:pt x="1670329" y="913041"/>
                  </a:lnTo>
                  <a:lnTo>
                    <a:pt x="1672958" y="913041"/>
                  </a:lnTo>
                  <a:lnTo>
                    <a:pt x="1674075" y="912583"/>
                  </a:lnTo>
                  <a:lnTo>
                    <a:pt x="1675942" y="910717"/>
                  </a:lnTo>
                  <a:lnTo>
                    <a:pt x="1676400" y="909599"/>
                  </a:lnTo>
                  <a:lnTo>
                    <a:pt x="1676400" y="906970"/>
                  </a:lnTo>
                  <a:close/>
                </a:path>
                <a:path w="7486650" h="913130">
                  <a:moveTo>
                    <a:pt x="1676400" y="455206"/>
                  </a:moveTo>
                  <a:lnTo>
                    <a:pt x="1675942" y="454088"/>
                  </a:lnTo>
                  <a:lnTo>
                    <a:pt x="1674075" y="452234"/>
                  </a:lnTo>
                  <a:lnTo>
                    <a:pt x="1672958" y="451764"/>
                  </a:lnTo>
                  <a:lnTo>
                    <a:pt x="1670329" y="451764"/>
                  </a:lnTo>
                  <a:lnTo>
                    <a:pt x="1669211" y="452234"/>
                  </a:lnTo>
                  <a:lnTo>
                    <a:pt x="1667344" y="454088"/>
                  </a:lnTo>
                  <a:lnTo>
                    <a:pt x="1666875" y="455206"/>
                  </a:lnTo>
                  <a:lnTo>
                    <a:pt x="1666875" y="457835"/>
                  </a:lnTo>
                  <a:lnTo>
                    <a:pt x="1667344" y="458965"/>
                  </a:lnTo>
                  <a:lnTo>
                    <a:pt x="1669211" y="460819"/>
                  </a:lnTo>
                  <a:lnTo>
                    <a:pt x="1670329" y="461289"/>
                  </a:lnTo>
                  <a:lnTo>
                    <a:pt x="1672958" y="461289"/>
                  </a:lnTo>
                  <a:lnTo>
                    <a:pt x="1674075" y="460819"/>
                  </a:lnTo>
                  <a:lnTo>
                    <a:pt x="1675942" y="458965"/>
                  </a:lnTo>
                  <a:lnTo>
                    <a:pt x="1676400" y="457835"/>
                  </a:lnTo>
                  <a:lnTo>
                    <a:pt x="1676400" y="455206"/>
                  </a:lnTo>
                  <a:close/>
                </a:path>
                <a:path w="7486650" h="913130">
                  <a:moveTo>
                    <a:pt x="1676400" y="3454"/>
                  </a:moveTo>
                  <a:lnTo>
                    <a:pt x="1675942" y="2336"/>
                  </a:lnTo>
                  <a:lnTo>
                    <a:pt x="1674075" y="469"/>
                  </a:lnTo>
                  <a:lnTo>
                    <a:pt x="1672958" y="0"/>
                  </a:lnTo>
                  <a:lnTo>
                    <a:pt x="1670329" y="0"/>
                  </a:lnTo>
                  <a:lnTo>
                    <a:pt x="1669211" y="469"/>
                  </a:lnTo>
                  <a:lnTo>
                    <a:pt x="1667344" y="2336"/>
                  </a:lnTo>
                  <a:lnTo>
                    <a:pt x="1666875" y="3454"/>
                  </a:lnTo>
                  <a:lnTo>
                    <a:pt x="1666875" y="6083"/>
                  </a:lnTo>
                  <a:lnTo>
                    <a:pt x="1667344" y="7200"/>
                  </a:lnTo>
                  <a:lnTo>
                    <a:pt x="1669211" y="9067"/>
                  </a:lnTo>
                  <a:lnTo>
                    <a:pt x="1670329" y="9525"/>
                  </a:lnTo>
                  <a:lnTo>
                    <a:pt x="1672958" y="9525"/>
                  </a:lnTo>
                  <a:lnTo>
                    <a:pt x="1674075" y="9067"/>
                  </a:lnTo>
                  <a:lnTo>
                    <a:pt x="1675942" y="7200"/>
                  </a:lnTo>
                  <a:lnTo>
                    <a:pt x="1676400" y="6083"/>
                  </a:lnTo>
                  <a:lnTo>
                    <a:pt x="1676400" y="3454"/>
                  </a:lnTo>
                  <a:close/>
                </a:path>
                <a:path w="7486650" h="913130">
                  <a:moveTo>
                    <a:pt x="1724025" y="906970"/>
                  </a:moveTo>
                  <a:lnTo>
                    <a:pt x="1723567" y="905840"/>
                  </a:lnTo>
                  <a:lnTo>
                    <a:pt x="1721700" y="903986"/>
                  </a:lnTo>
                  <a:lnTo>
                    <a:pt x="1720583" y="903516"/>
                  </a:lnTo>
                  <a:lnTo>
                    <a:pt x="1717954" y="903516"/>
                  </a:lnTo>
                  <a:lnTo>
                    <a:pt x="1716836" y="903986"/>
                  </a:lnTo>
                  <a:lnTo>
                    <a:pt x="1714969" y="905840"/>
                  </a:lnTo>
                  <a:lnTo>
                    <a:pt x="1714500" y="906970"/>
                  </a:lnTo>
                  <a:lnTo>
                    <a:pt x="1714500" y="909599"/>
                  </a:lnTo>
                  <a:lnTo>
                    <a:pt x="1714969" y="910717"/>
                  </a:lnTo>
                  <a:lnTo>
                    <a:pt x="1716836" y="912583"/>
                  </a:lnTo>
                  <a:lnTo>
                    <a:pt x="1717954" y="913041"/>
                  </a:lnTo>
                  <a:lnTo>
                    <a:pt x="1720583" y="913041"/>
                  </a:lnTo>
                  <a:lnTo>
                    <a:pt x="1721700" y="912583"/>
                  </a:lnTo>
                  <a:lnTo>
                    <a:pt x="1723567" y="910717"/>
                  </a:lnTo>
                  <a:lnTo>
                    <a:pt x="1724025" y="909599"/>
                  </a:lnTo>
                  <a:lnTo>
                    <a:pt x="1724025" y="906970"/>
                  </a:lnTo>
                  <a:close/>
                </a:path>
                <a:path w="7486650" h="913130">
                  <a:moveTo>
                    <a:pt x="1724025" y="455206"/>
                  </a:moveTo>
                  <a:lnTo>
                    <a:pt x="1723567" y="454088"/>
                  </a:lnTo>
                  <a:lnTo>
                    <a:pt x="1721700" y="452234"/>
                  </a:lnTo>
                  <a:lnTo>
                    <a:pt x="1720583" y="451764"/>
                  </a:lnTo>
                  <a:lnTo>
                    <a:pt x="1717954" y="451764"/>
                  </a:lnTo>
                  <a:lnTo>
                    <a:pt x="1716836" y="452234"/>
                  </a:lnTo>
                  <a:lnTo>
                    <a:pt x="1714969" y="454088"/>
                  </a:lnTo>
                  <a:lnTo>
                    <a:pt x="1714500" y="455206"/>
                  </a:lnTo>
                  <a:lnTo>
                    <a:pt x="1714500" y="457835"/>
                  </a:lnTo>
                  <a:lnTo>
                    <a:pt x="1714969" y="458965"/>
                  </a:lnTo>
                  <a:lnTo>
                    <a:pt x="1716836" y="460819"/>
                  </a:lnTo>
                  <a:lnTo>
                    <a:pt x="1717954" y="461289"/>
                  </a:lnTo>
                  <a:lnTo>
                    <a:pt x="1720583" y="461289"/>
                  </a:lnTo>
                  <a:lnTo>
                    <a:pt x="1721700" y="460819"/>
                  </a:lnTo>
                  <a:lnTo>
                    <a:pt x="1723567" y="458965"/>
                  </a:lnTo>
                  <a:lnTo>
                    <a:pt x="1724025" y="457835"/>
                  </a:lnTo>
                  <a:lnTo>
                    <a:pt x="1724025" y="455206"/>
                  </a:lnTo>
                  <a:close/>
                </a:path>
                <a:path w="7486650" h="913130">
                  <a:moveTo>
                    <a:pt x="1724025" y="3454"/>
                  </a:moveTo>
                  <a:lnTo>
                    <a:pt x="1723567" y="2336"/>
                  </a:lnTo>
                  <a:lnTo>
                    <a:pt x="1721700" y="469"/>
                  </a:lnTo>
                  <a:lnTo>
                    <a:pt x="1720583" y="0"/>
                  </a:lnTo>
                  <a:lnTo>
                    <a:pt x="1717954" y="0"/>
                  </a:lnTo>
                  <a:lnTo>
                    <a:pt x="1716836" y="469"/>
                  </a:lnTo>
                  <a:lnTo>
                    <a:pt x="1714969" y="2336"/>
                  </a:lnTo>
                  <a:lnTo>
                    <a:pt x="1714500" y="3454"/>
                  </a:lnTo>
                  <a:lnTo>
                    <a:pt x="1714500" y="6083"/>
                  </a:lnTo>
                  <a:lnTo>
                    <a:pt x="1714969" y="7200"/>
                  </a:lnTo>
                  <a:lnTo>
                    <a:pt x="1716836" y="9067"/>
                  </a:lnTo>
                  <a:lnTo>
                    <a:pt x="1717954" y="9525"/>
                  </a:lnTo>
                  <a:lnTo>
                    <a:pt x="1720583" y="9525"/>
                  </a:lnTo>
                  <a:lnTo>
                    <a:pt x="1721700" y="9067"/>
                  </a:lnTo>
                  <a:lnTo>
                    <a:pt x="1723567" y="7200"/>
                  </a:lnTo>
                  <a:lnTo>
                    <a:pt x="1724025" y="6083"/>
                  </a:lnTo>
                  <a:lnTo>
                    <a:pt x="1724025" y="3454"/>
                  </a:lnTo>
                  <a:close/>
                </a:path>
                <a:path w="7486650" h="913130">
                  <a:moveTo>
                    <a:pt x="1771650" y="906970"/>
                  </a:moveTo>
                  <a:lnTo>
                    <a:pt x="1771192" y="905840"/>
                  </a:lnTo>
                  <a:lnTo>
                    <a:pt x="1769325" y="903986"/>
                  </a:lnTo>
                  <a:lnTo>
                    <a:pt x="1768208" y="903516"/>
                  </a:lnTo>
                  <a:lnTo>
                    <a:pt x="1765579" y="903516"/>
                  </a:lnTo>
                  <a:lnTo>
                    <a:pt x="1764461" y="903986"/>
                  </a:lnTo>
                  <a:lnTo>
                    <a:pt x="1762594" y="905840"/>
                  </a:lnTo>
                  <a:lnTo>
                    <a:pt x="1762125" y="906970"/>
                  </a:lnTo>
                  <a:lnTo>
                    <a:pt x="1762125" y="909599"/>
                  </a:lnTo>
                  <a:lnTo>
                    <a:pt x="1762594" y="910717"/>
                  </a:lnTo>
                  <a:lnTo>
                    <a:pt x="1764461" y="912583"/>
                  </a:lnTo>
                  <a:lnTo>
                    <a:pt x="1765579" y="913041"/>
                  </a:lnTo>
                  <a:lnTo>
                    <a:pt x="1768208" y="913041"/>
                  </a:lnTo>
                  <a:lnTo>
                    <a:pt x="1769325" y="912583"/>
                  </a:lnTo>
                  <a:lnTo>
                    <a:pt x="1771192" y="910717"/>
                  </a:lnTo>
                  <a:lnTo>
                    <a:pt x="1771650" y="909599"/>
                  </a:lnTo>
                  <a:lnTo>
                    <a:pt x="1771650" y="906970"/>
                  </a:lnTo>
                  <a:close/>
                </a:path>
                <a:path w="7486650" h="913130">
                  <a:moveTo>
                    <a:pt x="1771650" y="455206"/>
                  </a:moveTo>
                  <a:lnTo>
                    <a:pt x="1771192" y="454088"/>
                  </a:lnTo>
                  <a:lnTo>
                    <a:pt x="1769325" y="452234"/>
                  </a:lnTo>
                  <a:lnTo>
                    <a:pt x="1768208" y="451764"/>
                  </a:lnTo>
                  <a:lnTo>
                    <a:pt x="1765579" y="451764"/>
                  </a:lnTo>
                  <a:lnTo>
                    <a:pt x="1764461" y="452234"/>
                  </a:lnTo>
                  <a:lnTo>
                    <a:pt x="1762594" y="454088"/>
                  </a:lnTo>
                  <a:lnTo>
                    <a:pt x="1762125" y="455206"/>
                  </a:lnTo>
                  <a:lnTo>
                    <a:pt x="1762125" y="457835"/>
                  </a:lnTo>
                  <a:lnTo>
                    <a:pt x="1762594" y="458965"/>
                  </a:lnTo>
                  <a:lnTo>
                    <a:pt x="1764461" y="460819"/>
                  </a:lnTo>
                  <a:lnTo>
                    <a:pt x="1765579" y="461289"/>
                  </a:lnTo>
                  <a:lnTo>
                    <a:pt x="1768208" y="461289"/>
                  </a:lnTo>
                  <a:lnTo>
                    <a:pt x="1769325" y="460819"/>
                  </a:lnTo>
                  <a:lnTo>
                    <a:pt x="1771192" y="458965"/>
                  </a:lnTo>
                  <a:lnTo>
                    <a:pt x="1771650" y="457835"/>
                  </a:lnTo>
                  <a:lnTo>
                    <a:pt x="1771650" y="455206"/>
                  </a:lnTo>
                  <a:close/>
                </a:path>
                <a:path w="7486650" h="913130">
                  <a:moveTo>
                    <a:pt x="1771650" y="3454"/>
                  </a:moveTo>
                  <a:lnTo>
                    <a:pt x="1771192" y="2336"/>
                  </a:lnTo>
                  <a:lnTo>
                    <a:pt x="1769325" y="469"/>
                  </a:lnTo>
                  <a:lnTo>
                    <a:pt x="1768208" y="0"/>
                  </a:lnTo>
                  <a:lnTo>
                    <a:pt x="1765579" y="0"/>
                  </a:lnTo>
                  <a:lnTo>
                    <a:pt x="1764461" y="469"/>
                  </a:lnTo>
                  <a:lnTo>
                    <a:pt x="1762594" y="2336"/>
                  </a:lnTo>
                  <a:lnTo>
                    <a:pt x="1762125" y="3454"/>
                  </a:lnTo>
                  <a:lnTo>
                    <a:pt x="1762125" y="6083"/>
                  </a:lnTo>
                  <a:lnTo>
                    <a:pt x="1762594" y="7200"/>
                  </a:lnTo>
                  <a:lnTo>
                    <a:pt x="1764461" y="9067"/>
                  </a:lnTo>
                  <a:lnTo>
                    <a:pt x="1765579" y="9525"/>
                  </a:lnTo>
                  <a:lnTo>
                    <a:pt x="1768208" y="9525"/>
                  </a:lnTo>
                  <a:lnTo>
                    <a:pt x="1769325" y="9067"/>
                  </a:lnTo>
                  <a:lnTo>
                    <a:pt x="1771192" y="7200"/>
                  </a:lnTo>
                  <a:lnTo>
                    <a:pt x="1771650" y="6083"/>
                  </a:lnTo>
                  <a:lnTo>
                    <a:pt x="1771650" y="3454"/>
                  </a:lnTo>
                  <a:close/>
                </a:path>
                <a:path w="7486650" h="913130">
                  <a:moveTo>
                    <a:pt x="1819275" y="906970"/>
                  </a:moveTo>
                  <a:lnTo>
                    <a:pt x="1818817" y="905840"/>
                  </a:lnTo>
                  <a:lnTo>
                    <a:pt x="1816950" y="903986"/>
                  </a:lnTo>
                  <a:lnTo>
                    <a:pt x="1815833" y="903516"/>
                  </a:lnTo>
                  <a:lnTo>
                    <a:pt x="1813204" y="903516"/>
                  </a:lnTo>
                  <a:lnTo>
                    <a:pt x="1812086" y="903986"/>
                  </a:lnTo>
                  <a:lnTo>
                    <a:pt x="1810219" y="905840"/>
                  </a:lnTo>
                  <a:lnTo>
                    <a:pt x="1809750" y="906970"/>
                  </a:lnTo>
                  <a:lnTo>
                    <a:pt x="1809750" y="909599"/>
                  </a:lnTo>
                  <a:lnTo>
                    <a:pt x="1810219" y="910717"/>
                  </a:lnTo>
                  <a:lnTo>
                    <a:pt x="1812086" y="912583"/>
                  </a:lnTo>
                  <a:lnTo>
                    <a:pt x="1813204" y="913041"/>
                  </a:lnTo>
                  <a:lnTo>
                    <a:pt x="1815833" y="913041"/>
                  </a:lnTo>
                  <a:lnTo>
                    <a:pt x="1816950" y="912583"/>
                  </a:lnTo>
                  <a:lnTo>
                    <a:pt x="1818817" y="910717"/>
                  </a:lnTo>
                  <a:lnTo>
                    <a:pt x="1819275" y="909599"/>
                  </a:lnTo>
                  <a:lnTo>
                    <a:pt x="1819275" y="906970"/>
                  </a:lnTo>
                  <a:close/>
                </a:path>
                <a:path w="7486650" h="913130">
                  <a:moveTo>
                    <a:pt x="1819275" y="455206"/>
                  </a:moveTo>
                  <a:lnTo>
                    <a:pt x="1818817" y="454088"/>
                  </a:lnTo>
                  <a:lnTo>
                    <a:pt x="1816950" y="452234"/>
                  </a:lnTo>
                  <a:lnTo>
                    <a:pt x="1815833" y="451764"/>
                  </a:lnTo>
                  <a:lnTo>
                    <a:pt x="1813204" y="451764"/>
                  </a:lnTo>
                  <a:lnTo>
                    <a:pt x="1812086" y="452234"/>
                  </a:lnTo>
                  <a:lnTo>
                    <a:pt x="1810219" y="454088"/>
                  </a:lnTo>
                  <a:lnTo>
                    <a:pt x="1809750" y="455206"/>
                  </a:lnTo>
                  <a:lnTo>
                    <a:pt x="1809750" y="457835"/>
                  </a:lnTo>
                  <a:lnTo>
                    <a:pt x="1810219" y="458965"/>
                  </a:lnTo>
                  <a:lnTo>
                    <a:pt x="1812086" y="460819"/>
                  </a:lnTo>
                  <a:lnTo>
                    <a:pt x="1813204" y="461289"/>
                  </a:lnTo>
                  <a:lnTo>
                    <a:pt x="1815833" y="461289"/>
                  </a:lnTo>
                  <a:lnTo>
                    <a:pt x="1816950" y="460819"/>
                  </a:lnTo>
                  <a:lnTo>
                    <a:pt x="1818817" y="458965"/>
                  </a:lnTo>
                  <a:lnTo>
                    <a:pt x="1819275" y="457835"/>
                  </a:lnTo>
                  <a:lnTo>
                    <a:pt x="1819275" y="455206"/>
                  </a:lnTo>
                  <a:close/>
                </a:path>
                <a:path w="7486650" h="913130">
                  <a:moveTo>
                    <a:pt x="1819275" y="3454"/>
                  </a:moveTo>
                  <a:lnTo>
                    <a:pt x="1818817" y="2336"/>
                  </a:lnTo>
                  <a:lnTo>
                    <a:pt x="1816950" y="469"/>
                  </a:lnTo>
                  <a:lnTo>
                    <a:pt x="1815833" y="0"/>
                  </a:lnTo>
                  <a:lnTo>
                    <a:pt x="1813204" y="0"/>
                  </a:lnTo>
                  <a:lnTo>
                    <a:pt x="1812086" y="469"/>
                  </a:lnTo>
                  <a:lnTo>
                    <a:pt x="1810219" y="2336"/>
                  </a:lnTo>
                  <a:lnTo>
                    <a:pt x="1809750" y="3454"/>
                  </a:lnTo>
                  <a:lnTo>
                    <a:pt x="1809750" y="6083"/>
                  </a:lnTo>
                  <a:lnTo>
                    <a:pt x="1810219" y="7200"/>
                  </a:lnTo>
                  <a:lnTo>
                    <a:pt x="1812086" y="9067"/>
                  </a:lnTo>
                  <a:lnTo>
                    <a:pt x="1813204" y="9525"/>
                  </a:lnTo>
                  <a:lnTo>
                    <a:pt x="1815833" y="9525"/>
                  </a:lnTo>
                  <a:lnTo>
                    <a:pt x="1816950" y="9067"/>
                  </a:lnTo>
                  <a:lnTo>
                    <a:pt x="1818817" y="7200"/>
                  </a:lnTo>
                  <a:lnTo>
                    <a:pt x="1819275" y="6083"/>
                  </a:lnTo>
                  <a:lnTo>
                    <a:pt x="1819275" y="3454"/>
                  </a:lnTo>
                  <a:close/>
                </a:path>
                <a:path w="7486650" h="913130">
                  <a:moveTo>
                    <a:pt x="1866900" y="906970"/>
                  </a:moveTo>
                  <a:lnTo>
                    <a:pt x="1866442" y="905840"/>
                  </a:lnTo>
                  <a:lnTo>
                    <a:pt x="1864575" y="903986"/>
                  </a:lnTo>
                  <a:lnTo>
                    <a:pt x="1863458" y="903516"/>
                  </a:lnTo>
                  <a:lnTo>
                    <a:pt x="1860829" y="903516"/>
                  </a:lnTo>
                  <a:lnTo>
                    <a:pt x="1859711" y="903986"/>
                  </a:lnTo>
                  <a:lnTo>
                    <a:pt x="1857844" y="905840"/>
                  </a:lnTo>
                  <a:lnTo>
                    <a:pt x="1857375" y="906970"/>
                  </a:lnTo>
                  <a:lnTo>
                    <a:pt x="1857375" y="909599"/>
                  </a:lnTo>
                  <a:lnTo>
                    <a:pt x="1857844" y="910717"/>
                  </a:lnTo>
                  <a:lnTo>
                    <a:pt x="1859711" y="912583"/>
                  </a:lnTo>
                  <a:lnTo>
                    <a:pt x="1860829" y="913041"/>
                  </a:lnTo>
                  <a:lnTo>
                    <a:pt x="1863458" y="913041"/>
                  </a:lnTo>
                  <a:lnTo>
                    <a:pt x="1864575" y="912583"/>
                  </a:lnTo>
                  <a:lnTo>
                    <a:pt x="1866442" y="910717"/>
                  </a:lnTo>
                  <a:lnTo>
                    <a:pt x="1866900" y="909599"/>
                  </a:lnTo>
                  <a:lnTo>
                    <a:pt x="1866900" y="906970"/>
                  </a:lnTo>
                  <a:close/>
                </a:path>
                <a:path w="7486650" h="913130">
                  <a:moveTo>
                    <a:pt x="1866900" y="455206"/>
                  </a:moveTo>
                  <a:lnTo>
                    <a:pt x="1866442" y="454088"/>
                  </a:lnTo>
                  <a:lnTo>
                    <a:pt x="1864575" y="452234"/>
                  </a:lnTo>
                  <a:lnTo>
                    <a:pt x="1863458" y="451764"/>
                  </a:lnTo>
                  <a:lnTo>
                    <a:pt x="1860829" y="451764"/>
                  </a:lnTo>
                  <a:lnTo>
                    <a:pt x="1859711" y="452234"/>
                  </a:lnTo>
                  <a:lnTo>
                    <a:pt x="1857844" y="454088"/>
                  </a:lnTo>
                  <a:lnTo>
                    <a:pt x="1857375" y="455206"/>
                  </a:lnTo>
                  <a:lnTo>
                    <a:pt x="1857375" y="457835"/>
                  </a:lnTo>
                  <a:lnTo>
                    <a:pt x="1857844" y="458965"/>
                  </a:lnTo>
                  <a:lnTo>
                    <a:pt x="1859711" y="460819"/>
                  </a:lnTo>
                  <a:lnTo>
                    <a:pt x="1860829" y="461289"/>
                  </a:lnTo>
                  <a:lnTo>
                    <a:pt x="1863458" y="461289"/>
                  </a:lnTo>
                  <a:lnTo>
                    <a:pt x="1864575" y="460819"/>
                  </a:lnTo>
                  <a:lnTo>
                    <a:pt x="1866442" y="458965"/>
                  </a:lnTo>
                  <a:lnTo>
                    <a:pt x="1866900" y="457835"/>
                  </a:lnTo>
                  <a:lnTo>
                    <a:pt x="1866900" y="455206"/>
                  </a:lnTo>
                  <a:close/>
                </a:path>
                <a:path w="7486650" h="913130">
                  <a:moveTo>
                    <a:pt x="1866900" y="3454"/>
                  </a:moveTo>
                  <a:lnTo>
                    <a:pt x="1866442" y="2336"/>
                  </a:lnTo>
                  <a:lnTo>
                    <a:pt x="1864575" y="469"/>
                  </a:lnTo>
                  <a:lnTo>
                    <a:pt x="1863458" y="0"/>
                  </a:lnTo>
                  <a:lnTo>
                    <a:pt x="1860829" y="0"/>
                  </a:lnTo>
                  <a:lnTo>
                    <a:pt x="1859711" y="469"/>
                  </a:lnTo>
                  <a:lnTo>
                    <a:pt x="1857844" y="2336"/>
                  </a:lnTo>
                  <a:lnTo>
                    <a:pt x="1857375" y="3454"/>
                  </a:lnTo>
                  <a:lnTo>
                    <a:pt x="1857375" y="6083"/>
                  </a:lnTo>
                  <a:lnTo>
                    <a:pt x="1857844" y="7200"/>
                  </a:lnTo>
                  <a:lnTo>
                    <a:pt x="1859711" y="9067"/>
                  </a:lnTo>
                  <a:lnTo>
                    <a:pt x="1860829" y="9525"/>
                  </a:lnTo>
                  <a:lnTo>
                    <a:pt x="1863458" y="9525"/>
                  </a:lnTo>
                  <a:lnTo>
                    <a:pt x="1864575" y="9067"/>
                  </a:lnTo>
                  <a:lnTo>
                    <a:pt x="1866442" y="7200"/>
                  </a:lnTo>
                  <a:lnTo>
                    <a:pt x="1866900" y="6083"/>
                  </a:lnTo>
                  <a:lnTo>
                    <a:pt x="1866900" y="3454"/>
                  </a:lnTo>
                  <a:close/>
                </a:path>
                <a:path w="7486650" h="913130">
                  <a:moveTo>
                    <a:pt x="1914525" y="906970"/>
                  </a:moveTo>
                  <a:lnTo>
                    <a:pt x="1914067" y="905840"/>
                  </a:lnTo>
                  <a:lnTo>
                    <a:pt x="1912200" y="903986"/>
                  </a:lnTo>
                  <a:lnTo>
                    <a:pt x="1911083" y="903516"/>
                  </a:lnTo>
                  <a:lnTo>
                    <a:pt x="1908454" y="903516"/>
                  </a:lnTo>
                  <a:lnTo>
                    <a:pt x="1907336" y="903986"/>
                  </a:lnTo>
                  <a:lnTo>
                    <a:pt x="1905469" y="905840"/>
                  </a:lnTo>
                  <a:lnTo>
                    <a:pt x="1905000" y="906970"/>
                  </a:lnTo>
                  <a:lnTo>
                    <a:pt x="1905000" y="909599"/>
                  </a:lnTo>
                  <a:lnTo>
                    <a:pt x="1905469" y="910717"/>
                  </a:lnTo>
                  <a:lnTo>
                    <a:pt x="1907336" y="912583"/>
                  </a:lnTo>
                  <a:lnTo>
                    <a:pt x="1908454" y="913041"/>
                  </a:lnTo>
                  <a:lnTo>
                    <a:pt x="1911083" y="913041"/>
                  </a:lnTo>
                  <a:lnTo>
                    <a:pt x="1912200" y="912583"/>
                  </a:lnTo>
                  <a:lnTo>
                    <a:pt x="1914067" y="910717"/>
                  </a:lnTo>
                  <a:lnTo>
                    <a:pt x="1914525" y="909599"/>
                  </a:lnTo>
                  <a:lnTo>
                    <a:pt x="1914525" y="906970"/>
                  </a:lnTo>
                  <a:close/>
                </a:path>
                <a:path w="7486650" h="913130">
                  <a:moveTo>
                    <a:pt x="1914525" y="455206"/>
                  </a:moveTo>
                  <a:lnTo>
                    <a:pt x="1914067" y="454088"/>
                  </a:lnTo>
                  <a:lnTo>
                    <a:pt x="1912200" y="452234"/>
                  </a:lnTo>
                  <a:lnTo>
                    <a:pt x="1911083" y="451764"/>
                  </a:lnTo>
                  <a:lnTo>
                    <a:pt x="1908454" y="451764"/>
                  </a:lnTo>
                  <a:lnTo>
                    <a:pt x="1907336" y="452234"/>
                  </a:lnTo>
                  <a:lnTo>
                    <a:pt x="1905469" y="454088"/>
                  </a:lnTo>
                  <a:lnTo>
                    <a:pt x="1905000" y="455206"/>
                  </a:lnTo>
                  <a:lnTo>
                    <a:pt x="1905000" y="457835"/>
                  </a:lnTo>
                  <a:lnTo>
                    <a:pt x="1905469" y="458965"/>
                  </a:lnTo>
                  <a:lnTo>
                    <a:pt x="1907336" y="460819"/>
                  </a:lnTo>
                  <a:lnTo>
                    <a:pt x="1908454" y="461289"/>
                  </a:lnTo>
                  <a:lnTo>
                    <a:pt x="1911083" y="461289"/>
                  </a:lnTo>
                  <a:lnTo>
                    <a:pt x="1912200" y="460819"/>
                  </a:lnTo>
                  <a:lnTo>
                    <a:pt x="1914067" y="458965"/>
                  </a:lnTo>
                  <a:lnTo>
                    <a:pt x="1914525" y="457835"/>
                  </a:lnTo>
                  <a:lnTo>
                    <a:pt x="1914525" y="455206"/>
                  </a:lnTo>
                  <a:close/>
                </a:path>
                <a:path w="7486650" h="913130">
                  <a:moveTo>
                    <a:pt x="1914525" y="3454"/>
                  </a:moveTo>
                  <a:lnTo>
                    <a:pt x="1914067" y="2336"/>
                  </a:lnTo>
                  <a:lnTo>
                    <a:pt x="1912200" y="469"/>
                  </a:lnTo>
                  <a:lnTo>
                    <a:pt x="1911083" y="0"/>
                  </a:lnTo>
                  <a:lnTo>
                    <a:pt x="1908454" y="0"/>
                  </a:lnTo>
                  <a:lnTo>
                    <a:pt x="1907336" y="469"/>
                  </a:lnTo>
                  <a:lnTo>
                    <a:pt x="1905469" y="2336"/>
                  </a:lnTo>
                  <a:lnTo>
                    <a:pt x="1905000" y="3454"/>
                  </a:lnTo>
                  <a:lnTo>
                    <a:pt x="1905000" y="6083"/>
                  </a:lnTo>
                  <a:lnTo>
                    <a:pt x="1905469" y="7200"/>
                  </a:lnTo>
                  <a:lnTo>
                    <a:pt x="1907336" y="9067"/>
                  </a:lnTo>
                  <a:lnTo>
                    <a:pt x="1908454" y="9525"/>
                  </a:lnTo>
                  <a:lnTo>
                    <a:pt x="1911083" y="9525"/>
                  </a:lnTo>
                  <a:lnTo>
                    <a:pt x="1912200" y="9067"/>
                  </a:lnTo>
                  <a:lnTo>
                    <a:pt x="1914067" y="7200"/>
                  </a:lnTo>
                  <a:lnTo>
                    <a:pt x="1914525" y="6083"/>
                  </a:lnTo>
                  <a:lnTo>
                    <a:pt x="1914525" y="3454"/>
                  </a:lnTo>
                  <a:close/>
                </a:path>
                <a:path w="7486650" h="913130">
                  <a:moveTo>
                    <a:pt x="1962150" y="906970"/>
                  </a:moveTo>
                  <a:lnTo>
                    <a:pt x="1961692" y="905840"/>
                  </a:lnTo>
                  <a:lnTo>
                    <a:pt x="1959825" y="903986"/>
                  </a:lnTo>
                  <a:lnTo>
                    <a:pt x="1958708" y="903516"/>
                  </a:lnTo>
                  <a:lnTo>
                    <a:pt x="1956079" y="903516"/>
                  </a:lnTo>
                  <a:lnTo>
                    <a:pt x="1954961" y="903986"/>
                  </a:lnTo>
                  <a:lnTo>
                    <a:pt x="1953094" y="905840"/>
                  </a:lnTo>
                  <a:lnTo>
                    <a:pt x="1952625" y="906970"/>
                  </a:lnTo>
                  <a:lnTo>
                    <a:pt x="1952625" y="909599"/>
                  </a:lnTo>
                  <a:lnTo>
                    <a:pt x="1953094" y="910717"/>
                  </a:lnTo>
                  <a:lnTo>
                    <a:pt x="1954961" y="912583"/>
                  </a:lnTo>
                  <a:lnTo>
                    <a:pt x="1956079" y="913041"/>
                  </a:lnTo>
                  <a:lnTo>
                    <a:pt x="1958708" y="913041"/>
                  </a:lnTo>
                  <a:lnTo>
                    <a:pt x="1959825" y="912583"/>
                  </a:lnTo>
                  <a:lnTo>
                    <a:pt x="1961692" y="910717"/>
                  </a:lnTo>
                  <a:lnTo>
                    <a:pt x="1962150" y="909599"/>
                  </a:lnTo>
                  <a:lnTo>
                    <a:pt x="1962150" y="906970"/>
                  </a:lnTo>
                  <a:close/>
                </a:path>
                <a:path w="7486650" h="913130">
                  <a:moveTo>
                    <a:pt x="1962150" y="455206"/>
                  </a:moveTo>
                  <a:lnTo>
                    <a:pt x="1961692" y="454088"/>
                  </a:lnTo>
                  <a:lnTo>
                    <a:pt x="1959825" y="452234"/>
                  </a:lnTo>
                  <a:lnTo>
                    <a:pt x="1958708" y="451764"/>
                  </a:lnTo>
                  <a:lnTo>
                    <a:pt x="1956079" y="451764"/>
                  </a:lnTo>
                  <a:lnTo>
                    <a:pt x="1954961" y="452234"/>
                  </a:lnTo>
                  <a:lnTo>
                    <a:pt x="1953094" y="454088"/>
                  </a:lnTo>
                  <a:lnTo>
                    <a:pt x="1952625" y="455206"/>
                  </a:lnTo>
                  <a:lnTo>
                    <a:pt x="1952625" y="457835"/>
                  </a:lnTo>
                  <a:lnTo>
                    <a:pt x="1953094" y="458965"/>
                  </a:lnTo>
                  <a:lnTo>
                    <a:pt x="1954961" y="460819"/>
                  </a:lnTo>
                  <a:lnTo>
                    <a:pt x="1956079" y="461289"/>
                  </a:lnTo>
                  <a:lnTo>
                    <a:pt x="1958708" y="461289"/>
                  </a:lnTo>
                  <a:lnTo>
                    <a:pt x="1959825" y="460819"/>
                  </a:lnTo>
                  <a:lnTo>
                    <a:pt x="1961692" y="458965"/>
                  </a:lnTo>
                  <a:lnTo>
                    <a:pt x="1962150" y="457835"/>
                  </a:lnTo>
                  <a:lnTo>
                    <a:pt x="1962150" y="455206"/>
                  </a:lnTo>
                  <a:close/>
                </a:path>
                <a:path w="7486650" h="913130">
                  <a:moveTo>
                    <a:pt x="1962150" y="3454"/>
                  </a:moveTo>
                  <a:lnTo>
                    <a:pt x="1961692" y="2336"/>
                  </a:lnTo>
                  <a:lnTo>
                    <a:pt x="1959825" y="469"/>
                  </a:lnTo>
                  <a:lnTo>
                    <a:pt x="1958708" y="0"/>
                  </a:lnTo>
                  <a:lnTo>
                    <a:pt x="1956079" y="0"/>
                  </a:lnTo>
                  <a:lnTo>
                    <a:pt x="1954961" y="469"/>
                  </a:lnTo>
                  <a:lnTo>
                    <a:pt x="1953094" y="2336"/>
                  </a:lnTo>
                  <a:lnTo>
                    <a:pt x="1952625" y="3454"/>
                  </a:lnTo>
                  <a:lnTo>
                    <a:pt x="1952625" y="6083"/>
                  </a:lnTo>
                  <a:lnTo>
                    <a:pt x="1953094" y="7200"/>
                  </a:lnTo>
                  <a:lnTo>
                    <a:pt x="1954961" y="9067"/>
                  </a:lnTo>
                  <a:lnTo>
                    <a:pt x="1956079" y="9525"/>
                  </a:lnTo>
                  <a:lnTo>
                    <a:pt x="1958708" y="9525"/>
                  </a:lnTo>
                  <a:lnTo>
                    <a:pt x="1959825" y="9067"/>
                  </a:lnTo>
                  <a:lnTo>
                    <a:pt x="1961692" y="7200"/>
                  </a:lnTo>
                  <a:lnTo>
                    <a:pt x="1962150" y="6083"/>
                  </a:lnTo>
                  <a:lnTo>
                    <a:pt x="1962150" y="3454"/>
                  </a:lnTo>
                  <a:close/>
                </a:path>
                <a:path w="7486650" h="913130">
                  <a:moveTo>
                    <a:pt x="2009775" y="906970"/>
                  </a:moveTo>
                  <a:lnTo>
                    <a:pt x="2009317" y="905840"/>
                  </a:lnTo>
                  <a:lnTo>
                    <a:pt x="2007450" y="903986"/>
                  </a:lnTo>
                  <a:lnTo>
                    <a:pt x="2006333" y="903516"/>
                  </a:lnTo>
                  <a:lnTo>
                    <a:pt x="2003704" y="903516"/>
                  </a:lnTo>
                  <a:lnTo>
                    <a:pt x="2002586" y="903986"/>
                  </a:lnTo>
                  <a:lnTo>
                    <a:pt x="2000719" y="905840"/>
                  </a:lnTo>
                  <a:lnTo>
                    <a:pt x="2000250" y="906970"/>
                  </a:lnTo>
                  <a:lnTo>
                    <a:pt x="2000250" y="909599"/>
                  </a:lnTo>
                  <a:lnTo>
                    <a:pt x="2000719" y="910717"/>
                  </a:lnTo>
                  <a:lnTo>
                    <a:pt x="2002586" y="912583"/>
                  </a:lnTo>
                  <a:lnTo>
                    <a:pt x="2003704" y="913041"/>
                  </a:lnTo>
                  <a:lnTo>
                    <a:pt x="2006333" y="913041"/>
                  </a:lnTo>
                  <a:lnTo>
                    <a:pt x="2007450" y="912583"/>
                  </a:lnTo>
                  <a:lnTo>
                    <a:pt x="2009317" y="910717"/>
                  </a:lnTo>
                  <a:lnTo>
                    <a:pt x="2009775" y="909599"/>
                  </a:lnTo>
                  <a:lnTo>
                    <a:pt x="2009775" y="906970"/>
                  </a:lnTo>
                  <a:close/>
                </a:path>
                <a:path w="7486650" h="913130">
                  <a:moveTo>
                    <a:pt x="2009775" y="455206"/>
                  </a:moveTo>
                  <a:lnTo>
                    <a:pt x="2009317" y="454088"/>
                  </a:lnTo>
                  <a:lnTo>
                    <a:pt x="2007450" y="452234"/>
                  </a:lnTo>
                  <a:lnTo>
                    <a:pt x="2006333" y="451764"/>
                  </a:lnTo>
                  <a:lnTo>
                    <a:pt x="2003704" y="451764"/>
                  </a:lnTo>
                  <a:lnTo>
                    <a:pt x="2002586" y="452234"/>
                  </a:lnTo>
                  <a:lnTo>
                    <a:pt x="2000719" y="454088"/>
                  </a:lnTo>
                  <a:lnTo>
                    <a:pt x="2000250" y="455206"/>
                  </a:lnTo>
                  <a:lnTo>
                    <a:pt x="2000250" y="457835"/>
                  </a:lnTo>
                  <a:lnTo>
                    <a:pt x="2000719" y="458965"/>
                  </a:lnTo>
                  <a:lnTo>
                    <a:pt x="2002586" y="460819"/>
                  </a:lnTo>
                  <a:lnTo>
                    <a:pt x="2003704" y="461289"/>
                  </a:lnTo>
                  <a:lnTo>
                    <a:pt x="2006333" y="461289"/>
                  </a:lnTo>
                  <a:lnTo>
                    <a:pt x="2007450" y="460819"/>
                  </a:lnTo>
                  <a:lnTo>
                    <a:pt x="2009317" y="458965"/>
                  </a:lnTo>
                  <a:lnTo>
                    <a:pt x="2009775" y="457835"/>
                  </a:lnTo>
                  <a:lnTo>
                    <a:pt x="2009775" y="455206"/>
                  </a:lnTo>
                  <a:close/>
                </a:path>
                <a:path w="7486650" h="913130">
                  <a:moveTo>
                    <a:pt x="2009775" y="3454"/>
                  </a:moveTo>
                  <a:lnTo>
                    <a:pt x="2009317" y="2336"/>
                  </a:lnTo>
                  <a:lnTo>
                    <a:pt x="2007450" y="469"/>
                  </a:lnTo>
                  <a:lnTo>
                    <a:pt x="2006333" y="0"/>
                  </a:lnTo>
                  <a:lnTo>
                    <a:pt x="2003704" y="0"/>
                  </a:lnTo>
                  <a:lnTo>
                    <a:pt x="2002586" y="469"/>
                  </a:lnTo>
                  <a:lnTo>
                    <a:pt x="2000719" y="2336"/>
                  </a:lnTo>
                  <a:lnTo>
                    <a:pt x="2000250" y="3454"/>
                  </a:lnTo>
                  <a:lnTo>
                    <a:pt x="2000250" y="6083"/>
                  </a:lnTo>
                  <a:lnTo>
                    <a:pt x="2000719" y="7200"/>
                  </a:lnTo>
                  <a:lnTo>
                    <a:pt x="2002586" y="9067"/>
                  </a:lnTo>
                  <a:lnTo>
                    <a:pt x="2003704" y="9525"/>
                  </a:lnTo>
                  <a:lnTo>
                    <a:pt x="2006333" y="9525"/>
                  </a:lnTo>
                  <a:lnTo>
                    <a:pt x="2007450" y="9067"/>
                  </a:lnTo>
                  <a:lnTo>
                    <a:pt x="2009317" y="7200"/>
                  </a:lnTo>
                  <a:lnTo>
                    <a:pt x="2009775" y="6083"/>
                  </a:lnTo>
                  <a:lnTo>
                    <a:pt x="2009775" y="3454"/>
                  </a:lnTo>
                  <a:close/>
                </a:path>
                <a:path w="7486650" h="913130">
                  <a:moveTo>
                    <a:pt x="2057400" y="906970"/>
                  </a:moveTo>
                  <a:lnTo>
                    <a:pt x="2056942" y="905840"/>
                  </a:lnTo>
                  <a:lnTo>
                    <a:pt x="2055075" y="903986"/>
                  </a:lnTo>
                  <a:lnTo>
                    <a:pt x="2053958" y="903516"/>
                  </a:lnTo>
                  <a:lnTo>
                    <a:pt x="2051329" y="903516"/>
                  </a:lnTo>
                  <a:lnTo>
                    <a:pt x="2050211" y="903986"/>
                  </a:lnTo>
                  <a:lnTo>
                    <a:pt x="2048344" y="905840"/>
                  </a:lnTo>
                  <a:lnTo>
                    <a:pt x="2047875" y="906970"/>
                  </a:lnTo>
                  <a:lnTo>
                    <a:pt x="2047875" y="909599"/>
                  </a:lnTo>
                  <a:lnTo>
                    <a:pt x="2048344" y="910717"/>
                  </a:lnTo>
                  <a:lnTo>
                    <a:pt x="2050211" y="912583"/>
                  </a:lnTo>
                  <a:lnTo>
                    <a:pt x="2051329" y="913041"/>
                  </a:lnTo>
                  <a:lnTo>
                    <a:pt x="2053958" y="913041"/>
                  </a:lnTo>
                  <a:lnTo>
                    <a:pt x="2055075" y="912583"/>
                  </a:lnTo>
                  <a:lnTo>
                    <a:pt x="2056942" y="910717"/>
                  </a:lnTo>
                  <a:lnTo>
                    <a:pt x="2057400" y="909599"/>
                  </a:lnTo>
                  <a:lnTo>
                    <a:pt x="2057400" y="906970"/>
                  </a:lnTo>
                  <a:close/>
                </a:path>
                <a:path w="7486650" h="913130">
                  <a:moveTo>
                    <a:pt x="2057400" y="455206"/>
                  </a:moveTo>
                  <a:lnTo>
                    <a:pt x="2056942" y="454088"/>
                  </a:lnTo>
                  <a:lnTo>
                    <a:pt x="2055075" y="452234"/>
                  </a:lnTo>
                  <a:lnTo>
                    <a:pt x="2053958" y="451764"/>
                  </a:lnTo>
                  <a:lnTo>
                    <a:pt x="2051329" y="451764"/>
                  </a:lnTo>
                  <a:lnTo>
                    <a:pt x="2050211" y="452234"/>
                  </a:lnTo>
                  <a:lnTo>
                    <a:pt x="2048344" y="454088"/>
                  </a:lnTo>
                  <a:lnTo>
                    <a:pt x="2047875" y="455206"/>
                  </a:lnTo>
                  <a:lnTo>
                    <a:pt x="2047875" y="457835"/>
                  </a:lnTo>
                  <a:lnTo>
                    <a:pt x="2048344" y="458965"/>
                  </a:lnTo>
                  <a:lnTo>
                    <a:pt x="2050211" y="460819"/>
                  </a:lnTo>
                  <a:lnTo>
                    <a:pt x="2051329" y="461289"/>
                  </a:lnTo>
                  <a:lnTo>
                    <a:pt x="2053958" y="461289"/>
                  </a:lnTo>
                  <a:lnTo>
                    <a:pt x="2055075" y="460819"/>
                  </a:lnTo>
                  <a:lnTo>
                    <a:pt x="2056942" y="458965"/>
                  </a:lnTo>
                  <a:lnTo>
                    <a:pt x="2057400" y="457835"/>
                  </a:lnTo>
                  <a:lnTo>
                    <a:pt x="2057400" y="455206"/>
                  </a:lnTo>
                  <a:close/>
                </a:path>
                <a:path w="7486650" h="913130">
                  <a:moveTo>
                    <a:pt x="2057400" y="3454"/>
                  </a:moveTo>
                  <a:lnTo>
                    <a:pt x="2056942" y="2336"/>
                  </a:lnTo>
                  <a:lnTo>
                    <a:pt x="2055075" y="469"/>
                  </a:lnTo>
                  <a:lnTo>
                    <a:pt x="2053958" y="0"/>
                  </a:lnTo>
                  <a:lnTo>
                    <a:pt x="2051329" y="0"/>
                  </a:lnTo>
                  <a:lnTo>
                    <a:pt x="2050211" y="469"/>
                  </a:lnTo>
                  <a:lnTo>
                    <a:pt x="2048344" y="2336"/>
                  </a:lnTo>
                  <a:lnTo>
                    <a:pt x="2047875" y="3454"/>
                  </a:lnTo>
                  <a:lnTo>
                    <a:pt x="2047875" y="6083"/>
                  </a:lnTo>
                  <a:lnTo>
                    <a:pt x="2048344" y="7200"/>
                  </a:lnTo>
                  <a:lnTo>
                    <a:pt x="2050211" y="9067"/>
                  </a:lnTo>
                  <a:lnTo>
                    <a:pt x="2051329" y="9525"/>
                  </a:lnTo>
                  <a:lnTo>
                    <a:pt x="2053958" y="9525"/>
                  </a:lnTo>
                  <a:lnTo>
                    <a:pt x="2055075" y="9067"/>
                  </a:lnTo>
                  <a:lnTo>
                    <a:pt x="2056942" y="7200"/>
                  </a:lnTo>
                  <a:lnTo>
                    <a:pt x="2057400" y="6083"/>
                  </a:lnTo>
                  <a:lnTo>
                    <a:pt x="2057400" y="3454"/>
                  </a:lnTo>
                  <a:close/>
                </a:path>
                <a:path w="7486650" h="913130">
                  <a:moveTo>
                    <a:pt x="2105025" y="906970"/>
                  </a:moveTo>
                  <a:lnTo>
                    <a:pt x="2104567" y="905840"/>
                  </a:lnTo>
                  <a:lnTo>
                    <a:pt x="2102700" y="903986"/>
                  </a:lnTo>
                  <a:lnTo>
                    <a:pt x="2101583" y="903516"/>
                  </a:lnTo>
                  <a:lnTo>
                    <a:pt x="2098954" y="903516"/>
                  </a:lnTo>
                  <a:lnTo>
                    <a:pt x="2097836" y="903986"/>
                  </a:lnTo>
                  <a:lnTo>
                    <a:pt x="2095969" y="905840"/>
                  </a:lnTo>
                  <a:lnTo>
                    <a:pt x="2095500" y="906970"/>
                  </a:lnTo>
                  <a:lnTo>
                    <a:pt x="2095500" y="909599"/>
                  </a:lnTo>
                  <a:lnTo>
                    <a:pt x="2095969" y="910717"/>
                  </a:lnTo>
                  <a:lnTo>
                    <a:pt x="2097836" y="912583"/>
                  </a:lnTo>
                  <a:lnTo>
                    <a:pt x="2098954" y="913041"/>
                  </a:lnTo>
                  <a:lnTo>
                    <a:pt x="2101583" y="913041"/>
                  </a:lnTo>
                  <a:lnTo>
                    <a:pt x="2102700" y="912583"/>
                  </a:lnTo>
                  <a:lnTo>
                    <a:pt x="2104567" y="910717"/>
                  </a:lnTo>
                  <a:lnTo>
                    <a:pt x="2105025" y="909599"/>
                  </a:lnTo>
                  <a:lnTo>
                    <a:pt x="2105025" y="906970"/>
                  </a:lnTo>
                  <a:close/>
                </a:path>
                <a:path w="7486650" h="913130">
                  <a:moveTo>
                    <a:pt x="2105025" y="455206"/>
                  </a:moveTo>
                  <a:lnTo>
                    <a:pt x="2104567" y="454088"/>
                  </a:lnTo>
                  <a:lnTo>
                    <a:pt x="2102700" y="452234"/>
                  </a:lnTo>
                  <a:lnTo>
                    <a:pt x="2101583" y="451764"/>
                  </a:lnTo>
                  <a:lnTo>
                    <a:pt x="2098954" y="451764"/>
                  </a:lnTo>
                  <a:lnTo>
                    <a:pt x="2097836" y="452234"/>
                  </a:lnTo>
                  <a:lnTo>
                    <a:pt x="2095969" y="454088"/>
                  </a:lnTo>
                  <a:lnTo>
                    <a:pt x="2095500" y="455206"/>
                  </a:lnTo>
                  <a:lnTo>
                    <a:pt x="2095500" y="457835"/>
                  </a:lnTo>
                  <a:lnTo>
                    <a:pt x="2095969" y="458965"/>
                  </a:lnTo>
                  <a:lnTo>
                    <a:pt x="2097836" y="460819"/>
                  </a:lnTo>
                  <a:lnTo>
                    <a:pt x="2098954" y="461289"/>
                  </a:lnTo>
                  <a:lnTo>
                    <a:pt x="2101583" y="461289"/>
                  </a:lnTo>
                  <a:lnTo>
                    <a:pt x="2102700" y="460819"/>
                  </a:lnTo>
                  <a:lnTo>
                    <a:pt x="2104567" y="458965"/>
                  </a:lnTo>
                  <a:lnTo>
                    <a:pt x="2105025" y="457835"/>
                  </a:lnTo>
                  <a:lnTo>
                    <a:pt x="2105025" y="455206"/>
                  </a:lnTo>
                  <a:close/>
                </a:path>
                <a:path w="7486650" h="913130">
                  <a:moveTo>
                    <a:pt x="2105025" y="3454"/>
                  </a:moveTo>
                  <a:lnTo>
                    <a:pt x="2104567" y="2336"/>
                  </a:lnTo>
                  <a:lnTo>
                    <a:pt x="2102700" y="469"/>
                  </a:lnTo>
                  <a:lnTo>
                    <a:pt x="2101583" y="0"/>
                  </a:lnTo>
                  <a:lnTo>
                    <a:pt x="2098954" y="0"/>
                  </a:lnTo>
                  <a:lnTo>
                    <a:pt x="2097836" y="469"/>
                  </a:lnTo>
                  <a:lnTo>
                    <a:pt x="2095969" y="2336"/>
                  </a:lnTo>
                  <a:lnTo>
                    <a:pt x="2095500" y="3454"/>
                  </a:lnTo>
                  <a:lnTo>
                    <a:pt x="2095500" y="6083"/>
                  </a:lnTo>
                  <a:lnTo>
                    <a:pt x="2095969" y="7200"/>
                  </a:lnTo>
                  <a:lnTo>
                    <a:pt x="2097836" y="9067"/>
                  </a:lnTo>
                  <a:lnTo>
                    <a:pt x="2098954" y="9525"/>
                  </a:lnTo>
                  <a:lnTo>
                    <a:pt x="2101583" y="9525"/>
                  </a:lnTo>
                  <a:lnTo>
                    <a:pt x="2102700" y="9067"/>
                  </a:lnTo>
                  <a:lnTo>
                    <a:pt x="2104567" y="7200"/>
                  </a:lnTo>
                  <a:lnTo>
                    <a:pt x="2105025" y="6083"/>
                  </a:lnTo>
                  <a:lnTo>
                    <a:pt x="2105025" y="3454"/>
                  </a:lnTo>
                  <a:close/>
                </a:path>
                <a:path w="7486650" h="913130">
                  <a:moveTo>
                    <a:pt x="2152650" y="906970"/>
                  </a:moveTo>
                  <a:lnTo>
                    <a:pt x="2152192" y="905840"/>
                  </a:lnTo>
                  <a:lnTo>
                    <a:pt x="2150326" y="903986"/>
                  </a:lnTo>
                  <a:lnTo>
                    <a:pt x="2149208" y="903516"/>
                  </a:lnTo>
                  <a:lnTo>
                    <a:pt x="2146579" y="903516"/>
                  </a:lnTo>
                  <a:lnTo>
                    <a:pt x="2145461" y="903986"/>
                  </a:lnTo>
                  <a:lnTo>
                    <a:pt x="2143595" y="905840"/>
                  </a:lnTo>
                  <a:lnTo>
                    <a:pt x="2143125" y="906970"/>
                  </a:lnTo>
                  <a:lnTo>
                    <a:pt x="2143125" y="909599"/>
                  </a:lnTo>
                  <a:lnTo>
                    <a:pt x="2143595" y="910717"/>
                  </a:lnTo>
                  <a:lnTo>
                    <a:pt x="2145461" y="912583"/>
                  </a:lnTo>
                  <a:lnTo>
                    <a:pt x="2146579" y="913041"/>
                  </a:lnTo>
                  <a:lnTo>
                    <a:pt x="2149208" y="913041"/>
                  </a:lnTo>
                  <a:lnTo>
                    <a:pt x="2150326" y="912583"/>
                  </a:lnTo>
                  <a:lnTo>
                    <a:pt x="2152192" y="910717"/>
                  </a:lnTo>
                  <a:lnTo>
                    <a:pt x="2152650" y="909599"/>
                  </a:lnTo>
                  <a:lnTo>
                    <a:pt x="2152650" y="906970"/>
                  </a:lnTo>
                  <a:close/>
                </a:path>
                <a:path w="7486650" h="913130">
                  <a:moveTo>
                    <a:pt x="2152650" y="455206"/>
                  </a:moveTo>
                  <a:lnTo>
                    <a:pt x="2152192" y="454088"/>
                  </a:lnTo>
                  <a:lnTo>
                    <a:pt x="2150326" y="452234"/>
                  </a:lnTo>
                  <a:lnTo>
                    <a:pt x="2149208" y="451764"/>
                  </a:lnTo>
                  <a:lnTo>
                    <a:pt x="2146579" y="451764"/>
                  </a:lnTo>
                  <a:lnTo>
                    <a:pt x="2145461" y="452234"/>
                  </a:lnTo>
                  <a:lnTo>
                    <a:pt x="2143595" y="454088"/>
                  </a:lnTo>
                  <a:lnTo>
                    <a:pt x="2143125" y="455206"/>
                  </a:lnTo>
                  <a:lnTo>
                    <a:pt x="2143125" y="457835"/>
                  </a:lnTo>
                  <a:lnTo>
                    <a:pt x="2143595" y="458965"/>
                  </a:lnTo>
                  <a:lnTo>
                    <a:pt x="2145461" y="460819"/>
                  </a:lnTo>
                  <a:lnTo>
                    <a:pt x="2146579" y="461289"/>
                  </a:lnTo>
                  <a:lnTo>
                    <a:pt x="2149208" y="461289"/>
                  </a:lnTo>
                  <a:lnTo>
                    <a:pt x="2150326" y="460819"/>
                  </a:lnTo>
                  <a:lnTo>
                    <a:pt x="2152192" y="458965"/>
                  </a:lnTo>
                  <a:lnTo>
                    <a:pt x="2152650" y="457835"/>
                  </a:lnTo>
                  <a:lnTo>
                    <a:pt x="2152650" y="455206"/>
                  </a:lnTo>
                  <a:close/>
                </a:path>
                <a:path w="7486650" h="913130">
                  <a:moveTo>
                    <a:pt x="2152650" y="3454"/>
                  </a:moveTo>
                  <a:lnTo>
                    <a:pt x="2152192" y="2336"/>
                  </a:lnTo>
                  <a:lnTo>
                    <a:pt x="2150326" y="469"/>
                  </a:lnTo>
                  <a:lnTo>
                    <a:pt x="2149208" y="0"/>
                  </a:lnTo>
                  <a:lnTo>
                    <a:pt x="2146579" y="0"/>
                  </a:lnTo>
                  <a:lnTo>
                    <a:pt x="2145461" y="469"/>
                  </a:lnTo>
                  <a:lnTo>
                    <a:pt x="2143595" y="2336"/>
                  </a:lnTo>
                  <a:lnTo>
                    <a:pt x="2143125" y="3454"/>
                  </a:lnTo>
                  <a:lnTo>
                    <a:pt x="2143125" y="6083"/>
                  </a:lnTo>
                  <a:lnTo>
                    <a:pt x="2143595" y="7200"/>
                  </a:lnTo>
                  <a:lnTo>
                    <a:pt x="2145461" y="9067"/>
                  </a:lnTo>
                  <a:lnTo>
                    <a:pt x="2146579" y="9525"/>
                  </a:lnTo>
                  <a:lnTo>
                    <a:pt x="2149208" y="9525"/>
                  </a:lnTo>
                  <a:lnTo>
                    <a:pt x="2150326" y="9067"/>
                  </a:lnTo>
                  <a:lnTo>
                    <a:pt x="2152192" y="7200"/>
                  </a:lnTo>
                  <a:lnTo>
                    <a:pt x="2152650" y="6083"/>
                  </a:lnTo>
                  <a:lnTo>
                    <a:pt x="2152650" y="3454"/>
                  </a:lnTo>
                  <a:close/>
                </a:path>
                <a:path w="7486650" h="913130">
                  <a:moveTo>
                    <a:pt x="2200275" y="906970"/>
                  </a:moveTo>
                  <a:lnTo>
                    <a:pt x="2199817" y="905840"/>
                  </a:lnTo>
                  <a:lnTo>
                    <a:pt x="2197951" y="903986"/>
                  </a:lnTo>
                  <a:lnTo>
                    <a:pt x="2196833" y="903516"/>
                  </a:lnTo>
                  <a:lnTo>
                    <a:pt x="2194204" y="903516"/>
                  </a:lnTo>
                  <a:lnTo>
                    <a:pt x="2193086" y="903986"/>
                  </a:lnTo>
                  <a:lnTo>
                    <a:pt x="2191220" y="905840"/>
                  </a:lnTo>
                  <a:lnTo>
                    <a:pt x="2190750" y="906970"/>
                  </a:lnTo>
                  <a:lnTo>
                    <a:pt x="2190750" y="909599"/>
                  </a:lnTo>
                  <a:lnTo>
                    <a:pt x="2191220" y="910717"/>
                  </a:lnTo>
                  <a:lnTo>
                    <a:pt x="2193086" y="912583"/>
                  </a:lnTo>
                  <a:lnTo>
                    <a:pt x="2194204" y="913041"/>
                  </a:lnTo>
                  <a:lnTo>
                    <a:pt x="2196833" y="913041"/>
                  </a:lnTo>
                  <a:lnTo>
                    <a:pt x="2197951" y="912583"/>
                  </a:lnTo>
                  <a:lnTo>
                    <a:pt x="2199817" y="910717"/>
                  </a:lnTo>
                  <a:lnTo>
                    <a:pt x="2200275" y="909599"/>
                  </a:lnTo>
                  <a:lnTo>
                    <a:pt x="2200275" y="906970"/>
                  </a:lnTo>
                  <a:close/>
                </a:path>
                <a:path w="7486650" h="913130">
                  <a:moveTo>
                    <a:pt x="2200275" y="455206"/>
                  </a:moveTo>
                  <a:lnTo>
                    <a:pt x="2199817" y="454088"/>
                  </a:lnTo>
                  <a:lnTo>
                    <a:pt x="2197951" y="452234"/>
                  </a:lnTo>
                  <a:lnTo>
                    <a:pt x="2196833" y="451764"/>
                  </a:lnTo>
                  <a:lnTo>
                    <a:pt x="2194204" y="451764"/>
                  </a:lnTo>
                  <a:lnTo>
                    <a:pt x="2193086" y="452234"/>
                  </a:lnTo>
                  <a:lnTo>
                    <a:pt x="2191220" y="454088"/>
                  </a:lnTo>
                  <a:lnTo>
                    <a:pt x="2190750" y="455206"/>
                  </a:lnTo>
                  <a:lnTo>
                    <a:pt x="2190750" y="457835"/>
                  </a:lnTo>
                  <a:lnTo>
                    <a:pt x="2191220" y="458965"/>
                  </a:lnTo>
                  <a:lnTo>
                    <a:pt x="2193086" y="460819"/>
                  </a:lnTo>
                  <a:lnTo>
                    <a:pt x="2194204" y="461289"/>
                  </a:lnTo>
                  <a:lnTo>
                    <a:pt x="2196833" y="461289"/>
                  </a:lnTo>
                  <a:lnTo>
                    <a:pt x="2197951" y="460819"/>
                  </a:lnTo>
                  <a:lnTo>
                    <a:pt x="2199817" y="458965"/>
                  </a:lnTo>
                  <a:lnTo>
                    <a:pt x="2200275" y="457835"/>
                  </a:lnTo>
                  <a:lnTo>
                    <a:pt x="2200275" y="455206"/>
                  </a:lnTo>
                  <a:close/>
                </a:path>
                <a:path w="7486650" h="913130">
                  <a:moveTo>
                    <a:pt x="2200275" y="3454"/>
                  </a:moveTo>
                  <a:lnTo>
                    <a:pt x="2199817" y="2336"/>
                  </a:lnTo>
                  <a:lnTo>
                    <a:pt x="2197951" y="469"/>
                  </a:lnTo>
                  <a:lnTo>
                    <a:pt x="2196833" y="0"/>
                  </a:lnTo>
                  <a:lnTo>
                    <a:pt x="2194204" y="0"/>
                  </a:lnTo>
                  <a:lnTo>
                    <a:pt x="2193086" y="469"/>
                  </a:lnTo>
                  <a:lnTo>
                    <a:pt x="2191220" y="2336"/>
                  </a:lnTo>
                  <a:lnTo>
                    <a:pt x="2190750" y="3454"/>
                  </a:lnTo>
                  <a:lnTo>
                    <a:pt x="2190750" y="6083"/>
                  </a:lnTo>
                  <a:lnTo>
                    <a:pt x="2191220" y="7200"/>
                  </a:lnTo>
                  <a:lnTo>
                    <a:pt x="2193086" y="9067"/>
                  </a:lnTo>
                  <a:lnTo>
                    <a:pt x="2194204" y="9525"/>
                  </a:lnTo>
                  <a:lnTo>
                    <a:pt x="2196833" y="9525"/>
                  </a:lnTo>
                  <a:lnTo>
                    <a:pt x="2197951" y="9067"/>
                  </a:lnTo>
                  <a:lnTo>
                    <a:pt x="2199817" y="7200"/>
                  </a:lnTo>
                  <a:lnTo>
                    <a:pt x="2200275" y="6083"/>
                  </a:lnTo>
                  <a:lnTo>
                    <a:pt x="2200275" y="3454"/>
                  </a:lnTo>
                  <a:close/>
                </a:path>
                <a:path w="7486650" h="913130">
                  <a:moveTo>
                    <a:pt x="2247900" y="906970"/>
                  </a:moveTo>
                  <a:lnTo>
                    <a:pt x="2247442" y="905840"/>
                  </a:lnTo>
                  <a:lnTo>
                    <a:pt x="2245576" y="903986"/>
                  </a:lnTo>
                  <a:lnTo>
                    <a:pt x="2244458" y="903516"/>
                  </a:lnTo>
                  <a:lnTo>
                    <a:pt x="2241829" y="903516"/>
                  </a:lnTo>
                  <a:lnTo>
                    <a:pt x="2240711" y="903986"/>
                  </a:lnTo>
                  <a:lnTo>
                    <a:pt x="2238845" y="905840"/>
                  </a:lnTo>
                  <a:lnTo>
                    <a:pt x="2238375" y="906970"/>
                  </a:lnTo>
                  <a:lnTo>
                    <a:pt x="2238375" y="909599"/>
                  </a:lnTo>
                  <a:lnTo>
                    <a:pt x="2238845" y="910717"/>
                  </a:lnTo>
                  <a:lnTo>
                    <a:pt x="2240711" y="912583"/>
                  </a:lnTo>
                  <a:lnTo>
                    <a:pt x="2241829" y="913041"/>
                  </a:lnTo>
                  <a:lnTo>
                    <a:pt x="2244458" y="913041"/>
                  </a:lnTo>
                  <a:lnTo>
                    <a:pt x="2245576" y="912583"/>
                  </a:lnTo>
                  <a:lnTo>
                    <a:pt x="2247442" y="910717"/>
                  </a:lnTo>
                  <a:lnTo>
                    <a:pt x="2247900" y="909599"/>
                  </a:lnTo>
                  <a:lnTo>
                    <a:pt x="2247900" y="906970"/>
                  </a:lnTo>
                  <a:close/>
                </a:path>
                <a:path w="7486650" h="913130">
                  <a:moveTo>
                    <a:pt x="2247900" y="455206"/>
                  </a:moveTo>
                  <a:lnTo>
                    <a:pt x="2247442" y="454088"/>
                  </a:lnTo>
                  <a:lnTo>
                    <a:pt x="2245576" y="452234"/>
                  </a:lnTo>
                  <a:lnTo>
                    <a:pt x="2244458" y="451764"/>
                  </a:lnTo>
                  <a:lnTo>
                    <a:pt x="2241829" y="451764"/>
                  </a:lnTo>
                  <a:lnTo>
                    <a:pt x="2240711" y="452234"/>
                  </a:lnTo>
                  <a:lnTo>
                    <a:pt x="2238845" y="454088"/>
                  </a:lnTo>
                  <a:lnTo>
                    <a:pt x="2238375" y="455206"/>
                  </a:lnTo>
                  <a:lnTo>
                    <a:pt x="2238375" y="457835"/>
                  </a:lnTo>
                  <a:lnTo>
                    <a:pt x="2238845" y="458965"/>
                  </a:lnTo>
                  <a:lnTo>
                    <a:pt x="2240711" y="460819"/>
                  </a:lnTo>
                  <a:lnTo>
                    <a:pt x="2241829" y="461289"/>
                  </a:lnTo>
                  <a:lnTo>
                    <a:pt x="2244458" y="461289"/>
                  </a:lnTo>
                  <a:lnTo>
                    <a:pt x="2245576" y="460819"/>
                  </a:lnTo>
                  <a:lnTo>
                    <a:pt x="2247442" y="458965"/>
                  </a:lnTo>
                  <a:lnTo>
                    <a:pt x="2247900" y="457835"/>
                  </a:lnTo>
                  <a:lnTo>
                    <a:pt x="2247900" y="455206"/>
                  </a:lnTo>
                  <a:close/>
                </a:path>
                <a:path w="7486650" h="913130">
                  <a:moveTo>
                    <a:pt x="2247900" y="3454"/>
                  </a:moveTo>
                  <a:lnTo>
                    <a:pt x="2247442" y="2336"/>
                  </a:lnTo>
                  <a:lnTo>
                    <a:pt x="2245576" y="469"/>
                  </a:lnTo>
                  <a:lnTo>
                    <a:pt x="2244458" y="0"/>
                  </a:lnTo>
                  <a:lnTo>
                    <a:pt x="2241829" y="0"/>
                  </a:lnTo>
                  <a:lnTo>
                    <a:pt x="2240711" y="469"/>
                  </a:lnTo>
                  <a:lnTo>
                    <a:pt x="2238845" y="2336"/>
                  </a:lnTo>
                  <a:lnTo>
                    <a:pt x="2238375" y="3454"/>
                  </a:lnTo>
                  <a:lnTo>
                    <a:pt x="2238375" y="6083"/>
                  </a:lnTo>
                  <a:lnTo>
                    <a:pt x="2238845" y="7200"/>
                  </a:lnTo>
                  <a:lnTo>
                    <a:pt x="2240711" y="9067"/>
                  </a:lnTo>
                  <a:lnTo>
                    <a:pt x="2241829" y="9525"/>
                  </a:lnTo>
                  <a:lnTo>
                    <a:pt x="2244458" y="9525"/>
                  </a:lnTo>
                  <a:lnTo>
                    <a:pt x="2245576" y="9067"/>
                  </a:lnTo>
                  <a:lnTo>
                    <a:pt x="2247442" y="7200"/>
                  </a:lnTo>
                  <a:lnTo>
                    <a:pt x="2247900" y="6083"/>
                  </a:lnTo>
                  <a:lnTo>
                    <a:pt x="2247900" y="3454"/>
                  </a:lnTo>
                  <a:close/>
                </a:path>
                <a:path w="7486650" h="913130">
                  <a:moveTo>
                    <a:pt x="2295525" y="906970"/>
                  </a:moveTo>
                  <a:lnTo>
                    <a:pt x="2295067" y="905840"/>
                  </a:lnTo>
                  <a:lnTo>
                    <a:pt x="2293201" y="903986"/>
                  </a:lnTo>
                  <a:lnTo>
                    <a:pt x="2292083" y="903516"/>
                  </a:lnTo>
                  <a:lnTo>
                    <a:pt x="2289454" y="903516"/>
                  </a:lnTo>
                  <a:lnTo>
                    <a:pt x="2288336" y="903986"/>
                  </a:lnTo>
                  <a:lnTo>
                    <a:pt x="2286470" y="905840"/>
                  </a:lnTo>
                  <a:lnTo>
                    <a:pt x="2286000" y="906970"/>
                  </a:lnTo>
                  <a:lnTo>
                    <a:pt x="2286000" y="909599"/>
                  </a:lnTo>
                  <a:lnTo>
                    <a:pt x="2286470" y="910717"/>
                  </a:lnTo>
                  <a:lnTo>
                    <a:pt x="2288336" y="912583"/>
                  </a:lnTo>
                  <a:lnTo>
                    <a:pt x="2289454" y="913041"/>
                  </a:lnTo>
                  <a:lnTo>
                    <a:pt x="2292083" y="913041"/>
                  </a:lnTo>
                  <a:lnTo>
                    <a:pt x="2293201" y="912583"/>
                  </a:lnTo>
                  <a:lnTo>
                    <a:pt x="2295067" y="910717"/>
                  </a:lnTo>
                  <a:lnTo>
                    <a:pt x="2295525" y="909599"/>
                  </a:lnTo>
                  <a:lnTo>
                    <a:pt x="2295525" y="906970"/>
                  </a:lnTo>
                  <a:close/>
                </a:path>
                <a:path w="7486650" h="913130">
                  <a:moveTo>
                    <a:pt x="2295525" y="455206"/>
                  </a:moveTo>
                  <a:lnTo>
                    <a:pt x="2295067" y="454088"/>
                  </a:lnTo>
                  <a:lnTo>
                    <a:pt x="2293201" y="452234"/>
                  </a:lnTo>
                  <a:lnTo>
                    <a:pt x="2292083" y="451764"/>
                  </a:lnTo>
                  <a:lnTo>
                    <a:pt x="2289454" y="451764"/>
                  </a:lnTo>
                  <a:lnTo>
                    <a:pt x="2288336" y="452234"/>
                  </a:lnTo>
                  <a:lnTo>
                    <a:pt x="2286470" y="454088"/>
                  </a:lnTo>
                  <a:lnTo>
                    <a:pt x="2286000" y="455206"/>
                  </a:lnTo>
                  <a:lnTo>
                    <a:pt x="2286000" y="457835"/>
                  </a:lnTo>
                  <a:lnTo>
                    <a:pt x="2286470" y="458965"/>
                  </a:lnTo>
                  <a:lnTo>
                    <a:pt x="2288336" y="460819"/>
                  </a:lnTo>
                  <a:lnTo>
                    <a:pt x="2289454" y="461289"/>
                  </a:lnTo>
                  <a:lnTo>
                    <a:pt x="2292083" y="461289"/>
                  </a:lnTo>
                  <a:lnTo>
                    <a:pt x="2293201" y="460819"/>
                  </a:lnTo>
                  <a:lnTo>
                    <a:pt x="2295067" y="458965"/>
                  </a:lnTo>
                  <a:lnTo>
                    <a:pt x="2295525" y="457835"/>
                  </a:lnTo>
                  <a:lnTo>
                    <a:pt x="2295525" y="455206"/>
                  </a:lnTo>
                  <a:close/>
                </a:path>
                <a:path w="7486650" h="913130">
                  <a:moveTo>
                    <a:pt x="2295525" y="3454"/>
                  </a:moveTo>
                  <a:lnTo>
                    <a:pt x="2295067" y="2336"/>
                  </a:lnTo>
                  <a:lnTo>
                    <a:pt x="2293201" y="469"/>
                  </a:lnTo>
                  <a:lnTo>
                    <a:pt x="2292083" y="0"/>
                  </a:lnTo>
                  <a:lnTo>
                    <a:pt x="2289454" y="0"/>
                  </a:lnTo>
                  <a:lnTo>
                    <a:pt x="2288336" y="469"/>
                  </a:lnTo>
                  <a:lnTo>
                    <a:pt x="2286470" y="2336"/>
                  </a:lnTo>
                  <a:lnTo>
                    <a:pt x="2286000" y="3454"/>
                  </a:lnTo>
                  <a:lnTo>
                    <a:pt x="2286000" y="6083"/>
                  </a:lnTo>
                  <a:lnTo>
                    <a:pt x="2286470" y="7200"/>
                  </a:lnTo>
                  <a:lnTo>
                    <a:pt x="2288336" y="9067"/>
                  </a:lnTo>
                  <a:lnTo>
                    <a:pt x="2289454" y="9525"/>
                  </a:lnTo>
                  <a:lnTo>
                    <a:pt x="2292083" y="9525"/>
                  </a:lnTo>
                  <a:lnTo>
                    <a:pt x="2293201" y="9067"/>
                  </a:lnTo>
                  <a:lnTo>
                    <a:pt x="2295067" y="7200"/>
                  </a:lnTo>
                  <a:lnTo>
                    <a:pt x="2295525" y="6083"/>
                  </a:lnTo>
                  <a:lnTo>
                    <a:pt x="2295525" y="3454"/>
                  </a:lnTo>
                  <a:close/>
                </a:path>
                <a:path w="7486650" h="913130">
                  <a:moveTo>
                    <a:pt x="2343150" y="906970"/>
                  </a:moveTo>
                  <a:lnTo>
                    <a:pt x="2342692" y="905840"/>
                  </a:lnTo>
                  <a:lnTo>
                    <a:pt x="2340826" y="903986"/>
                  </a:lnTo>
                  <a:lnTo>
                    <a:pt x="2339708" y="903516"/>
                  </a:lnTo>
                  <a:lnTo>
                    <a:pt x="2337079" y="903516"/>
                  </a:lnTo>
                  <a:lnTo>
                    <a:pt x="2335961" y="903986"/>
                  </a:lnTo>
                  <a:lnTo>
                    <a:pt x="2334095" y="905840"/>
                  </a:lnTo>
                  <a:lnTo>
                    <a:pt x="2333625" y="906970"/>
                  </a:lnTo>
                  <a:lnTo>
                    <a:pt x="2333625" y="909599"/>
                  </a:lnTo>
                  <a:lnTo>
                    <a:pt x="2334095" y="910717"/>
                  </a:lnTo>
                  <a:lnTo>
                    <a:pt x="2335961" y="912583"/>
                  </a:lnTo>
                  <a:lnTo>
                    <a:pt x="2337079" y="913041"/>
                  </a:lnTo>
                  <a:lnTo>
                    <a:pt x="2339708" y="913041"/>
                  </a:lnTo>
                  <a:lnTo>
                    <a:pt x="2340826" y="912583"/>
                  </a:lnTo>
                  <a:lnTo>
                    <a:pt x="2342692" y="910717"/>
                  </a:lnTo>
                  <a:lnTo>
                    <a:pt x="2343150" y="909599"/>
                  </a:lnTo>
                  <a:lnTo>
                    <a:pt x="2343150" y="906970"/>
                  </a:lnTo>
                  <a:close/>
                </a:path>
                <a:path w="7486650" h="913130">
                  <a:moveTo>
                    <a:pt x="2343150" y="455206"/>
                  </a:moveTo>
                  <a:lnTo>
                    <a:pt x="2342692" y="454088"/>
                  </a:lnTo>
                  <a:lnTo>
                    <a:pt x="2340826" y="452234"/>
                  </a:lnTo>
                  <a:lnTo>
                    <a:pt x="2339708" y="451764"/>
                  </a:lnTo>
                  <a:lnTo>
                    <a:pt x="2337079" y="451764"/>
                  </a:lnTo>
                  <a:lnTo>
                    <a:pt x="2335961" y="452234"/>
                  </a:lnTo>
                  <a:lnTo>
                    <a:pt x="2334095" y="454088"/>
                  </a:lnTo>
                  <a:lnTo>
                    <a:pt x="2333625" y="455206"/>
                  </a:lnTo>
                  <a:lnTo>
                    <a:pt x="2333625" y="457835"/>
                  </a:lnTo>
                  <a:lnTo>
                    <a:pt x="2334095" y="458965"/>
                  </a:lnTo>
                  <a:lnTo>
                    <a:pt x="2335961" y="460819"/>
                  </a:lnTo>
                  <a:lnTo>
                    <a:pt x="2337079" y="461289"/>
                  </a:lnTo>
                  <a:lnTo>
                    <a:pt x="2339708" y="461289"/>
                  </a:lnTo>
                  <a:lnTo>
                    <a:pt x="2340826" y="460819"/>
                  </a:lnTo>
                  <a:lnTo>
                    <a:pt x="2342692" y="458965"/>
                  </a:lnTo>
                  <a:lnTo>
                    <a:pt x="2343150" y="457835"/>
                  </a:lnTo>
                  <a:lnTo>
                    <a:pt x="2343150" y="455206"/>
                  </a:lnTo>
                  <a:close/>
                </a:path>
                <a:path w="7486650" h="913130">
                  <a:moveTo>
                    <a:pt x="2343150" y="3454"/>
                  </a:moveTo>
                  <a:lnTo>
                    <a:pt x="2342692" y="2336"/>
                  </a:lnTo>
                  <a:lnTo>
                    <a:pt x="2340826" y="469"/>
                  </a:lnTo>
                  <a:lnTo>
                    <a:pt x="2339708" y="0"/>
                  </a:lnTo>
                  <a:lnTo>
                    <a:pt x="2337079" y="0"/>
                  </a:lnTo>
                  <a:lnTo>
                    <a:pt x="2335961" y="469"/>
                  </a:lnTo>
                  <a:lnTo>
                    <a:pt x="2334095" y="2336"/>
                  </a:lnTo>
                  <a:lnTo>
                    <a:pt x="2333625" y="3454"/>
                  </a:lnTo>
                  <a:lnTo>
                    <a:pt x="2333625" y="6083"/>
                  </a:lnTo>
                  <a:lnTo>
                    <a:pt x="2334095" y="7200"/>
                  </a:lnTo>
                  <a:lnTo>
                    <a:pt x="2335961" y="9067"/>
                  </a:lnTo>
                  <a:lnTo>
                    <a:pt x="2337079" y="9525"/>
                  </a:lnTo>
                  <a:lnTo>
                    <a:pt x="2339708" y="9525"/>
                  </a:lnTo>
                  <a:lnTo>
                    <a:pt x="2340826" y="9067"/>
                  </a:lnTo>
                  <a:lnTo>
                    <a:pt x="2342692" y="7200"/>
                  </a:lnTo>
                  <a:lnTo>
                    <a:pt x="2343150" y="6083"/>
                  </a:lnTo>
                  <a:lnTo>
                    <a:pt x="2343150" y="3454"/>
                  </a:lnTo>
                  <a:close/>
                </a:path>
                <a:path w="7486650" h="913130">
                  <a:moveTo>
                    <a:pt x="2390775" y="906970"/>
                  </a:moveTo>
                  <a:lnTo>
                    <a:pt x="2390317" y="905840"/>
                  </a:lnTo>
                  <a:lnTo>
                    <a:pt x="2388451" y="903986"/>
                  </a:lnTo>
                  <a:lnTo>
                    <a:pt x="2387333" y="903516"/>
                  </a:lnTo>
                  <a:lnTo>
                    <a:pt x="2384704" y="903516"/>
                  </a:lnTo>
                  <a:lnTo>
                    <a:pt x="2383586" y="903986"/>
                  </a:lnTo>
                  <a:lnTo>
                    <a:pt x="2381720" y="905840"/>
                  </a:lnTo>
                  <a:lnTo>
                    <a:pt x="2381250" y="906970"/>
                  </a:lnTo>
                  <a:lnTo>
                    <a:pt x="2381250" y="909599"/>
                  </a:lnTo>
                  <a:lnTo>
                    <a:pt x="2381720" y="910717"/>
                  </a:lnTo>
                  <a:lnTo>
                    <a:pt x="2383586" y="912583"/>
                  </a:lnTo>
                  <a:lnTo>
                    <a:pt x="2384704" y="913041"/>
                  </a:lnTo>
                  <a:lnTo>
                    <a:pt x="2387333" y="913041"/>
                  </a:lnTo>
                  <a:lnTo>
                    <a:pt x="2388451" y="912583"/>
                  </a:lnTo>
                  <a:lnTo>
                    <a:pt x="2390317" y="910717"/>
                  </a:lnTo>
                  <a:lnTo>
                    <a:pt x="2390775" y="909599"/>
                  </a:lnTo>
                  <a:lnTo>
                    <a:pt x="2390775" y="906970"/>
                  </a:lnTo>
                  <a:close/>
                </a:path>
                <a:path w="7486650" h="913130">
                  <a:moveTo>
                    <a:pt x="2390775" y="455206"/>
                  </a:moveTo>
                  <a:lnTo>
                    <a:pt x="2390317" y="454088"/>
                  </a:lnTo>
                  <a:lnTo>
                    <a:pt x="2388451" y="452234"/>
                  </a:lnTo>
                  <a:lnTo>
                    <a:pt x="2387333" y="451764"/>
                  </a:lnTo>
                  <a:lnTo>
                    <a:pt x="2384704" y="451764"/>
                  </a:lnTo>
                  <a:lnTo>
                    <a:pt x="2383586" y="452234"/>
                  </a:lnTo>
                  <a:lnTo>
                    <a:pt x="2381720" y="454088"/>
                  </a:lnTo>
                  <a:lnTo>
                    <a:pt x="2381250" y="455206"/>
                  </a:lnTo>
                  <a:lnTo>
                    <a:pt x="2381250" y="457835"/>
                  </a:lnTo>
                  <a:lnTo>
                    <a:pt x="2381720" y="458965"/>
                  </a:lnTo>
                  <a:lnTo>
                    <a:pt x="2383586" y="460819"/>
                  </a:lnTo>
                  <a:lnTo>
                    <a:pt x="2384704" y="461289"/>
                  </a:lnTo>
                  <a:lnTo>
                    <a:pt x="2387333" y="461289"/>
                  </a:lnTo>
                  <a:lnTo>
                    <a:pt x="2388451" y="460819"/>
                  </a:lnTo>
                  <a:lnTo>
                    <a:pt x="2390317" y="458965"/>
                  </a:lnTo>
                  <a:lnTo>
                    <a:pt x="2390775" y="457835"/>
                  </a:lnTo>
                  <a:lnTo>
                    <a:pt x="2390775" y="455206"/>
                  </a:lnTo>
                  <a:close/>
                </a:path>
                <a:path w="7486650" h="913130">
                  <a:moveTo>
                    <a:pt x="2390775" y="3454"/>
                  </a:moveTo>
                  <a:lnTo>
                    <a:pt x="2390317" y="2336"/>
                  </a:lnTo>
                  <a:lnTo>
                    <a:pt x="2388451" y="469"/>
                  </a:lnTo>
                  <a:lnTo>
                    <a:pt x="2387333" y="0"/>
                  </a:lnTo>
                  <a:lnTo>
                    <a:pt x="2384704" y="0"/>
                  </a:lnTo>
                  <a:lnTo>
                    <a:pt x="2383586" y="469"/>
                  </a:lnTo>
                  <a:lnTo>
                    <a:pt x="2381720" y="2336"/>
                  </a:lnTo>
                  <a:lnTo>
                    <a:pt x="2381250" y="3454"/>
                  </a:lnTo>
                  <a:lnTo>
                    <a:pt x="2381250" y="6083"/>
                  </a:lnTo>
                  <a:lnTo>
                    <a:pt x="2381720" y="7200"/>
                  </a:lnTo>
                  <a:lnTo>
                    <a:pt x="2383586" y="9067"/>
                  </a:lnTo>
                  <a:lnTo>
                    <a:pt x="2384704" y="9525"/>
                  </a:lnTo>
                  <a:lnTo>
                    <a:pt x="2387333" y="9525"/>
                  </a:lnTo>
                  <a:lnTo>
                    <a:pt x="2388451" y="9067"/>
                  </a:lnTo>
                  <a:lnTo>
                    <a:pt x="2390317" y="7200"/>
                  </a:lnTo>
                  <a:lnTo>
                    <a:pt x="2390775" y="6083"/>
                  </a:lnTo>
                  <a:lnTo>
                    <a:pt x="2390775" y="3454"/>
                  </a:lnTo>
                  <a:close/>
                </a:path>
                <a:path w="7486650" h="913130">
                  <a:moveTo>
                    <a:pt x="2438400" y="906970"/>
                  </a:moveTo>
                  <a:lnTo>
                    <a:pt x="2437942" y="905840"/>
                  </a:lnTo>
                  <a:lnTo>
                    <a:pt x="2436076" y="903986"/>
                  </a:lnTo>
                  <a:lnTo>
                    <a:pt x="2434958" y="903516"/>
                  </a:lnTo>
                  <a:lnTo>
                    <a:pt x="2432329" y="903516"/>
                  </a:lnTo>
                  <a:lnTo>
                    <a:pt x="2431211" y="903986"/>
                  </a:lnTo>
                  <a:lnTo>
                    <a:pt x="2429345" y="905840"/>
                  </a:lnTo>
                  <a:lnTo>
                    <a:pt x="2428875" y="906970"/>
                  </a:lnTo>
                  <a:lnTo>
                    <a:pt x="2428875" y="909599"/>
                  </a:lnTo>
                  <a:lnTo>
                    <a:pt x="2429345" y="910717"/>
                  </a:lnTo>
                  <a:lnTo>
                    <a:pt x="2431211" y="912583"/>
                  </a:lnTo>
                  <a:lnTo>
                    <a:pt x="2432329" y="913041"/>
                  </a:lnTo>
                  <a:lnTo>
                    <a:pt x="2434958" y="913041"/>
                  </a:lnTo>
                  <a:lnTo>
                    <a:pt x="2436076" y="912583"/>
                  </a:lnTo>
                  <a:lnTo>
                    <a:pt x="2437942" y="910717"/>
                  </a:lnTo>
                  <a:lnTo>
                    <a:pt x="2438400" y="909599"/>
                  </a:lnTo>
                  <a:lnTo>
                    <a:pt x="2438400" y="906970"/>
                  </a:lnTo>
                  <a:close/>
                </a:path>
                <a:path w="7486650" h="913130">
                  <a:moveTo>
                    <a:pt x="2438400" y="455206"/>
                  </a:moveTo>
                  <a:lnTo>
                    <a:pt x="2437942" y="454088"/>
                  </a:lnTo>
                  <a:lnTo>
                    <a:pt x="2436076" y="452234"/>
                  </a:lnTo>
                  <a:lnTo>
                    <a:pt x="2434958" y="451764"/>
                  </a:lnTo>
                  <a:lnTo>
                    <a:pt x="2432329" y="451764"/>
                  </a:lnTo>
                  <a:lnTo>
                    <a:pt x="2431211" y="452234"/>
                  </a:lnTo>
                  <a:lnTo>
                    <a:pt x="2429345" y="454088"/>
                  </a:lnTo>
                  <a:lnTo>
                    <a:pt x="2428875" y="455206"/>
                  </a:lnTo>
                  <a:lnTo>
                    <a:pt x="2428875" y="457835"/>
                  </a:lnTo>
                  <a:lnTo>
                    <a:pt x="2429345" y="458965"/>
                  </a:lnTo>
                  <a:lnTo>
                    <a:pt x="2431211" y="460819"/>
                  </a:lnTo>
                  <a:lnTo>
                    <a:pt x="2432329" y="461289"/>
                  </a:lnTo>
                  <a:lnTo>
                    <a:pt x="2434958" y="461289"/>
                  </a:lnTo>
                  <a:lnTo>
                    <a:pt x="2436076" y="460819"/>
                  </a:lnTo>
                  <a:lnTo>
                    <a:pt x="2437942" y="458965"/>
                  </a:lnTo>
                  <a:lnTo>
                    <a:pt x="2438400" y="457835"/>
                  </a:lnTo>
                  <a:lnTo>
                    <a:pt x="2438400" y="455206"/>
                  </a:lnTo>
                  <a:close/>
                </a:path>
                <a:path w="7486650" h="913130">
                  <a:moveTo>
                    <a:pt x="2438400" y="3454"/>
                  </a:moveTo>
                  <a:lnTo>
                    <a:pt x="2437942" y="2336"/>
                  </a:lnTo>
                  <a:lnTo>
                    <a:pt x="2436076" y="469"/>
                  </a:lnTo>
                  <a:lnTo>
                    <a:pt x="2434958" y="0"/>
                  </a:lnTo>
                  <a:lnTo>
                    <a:pt x="2432329" y="0"/>
                  </a:lnTo>
                  <a:lnTo>
                    <a:pt x="2431211" y="469"/>
                  </a:lnTo>
                  <a:lnTo>
                    <a:pt x="2429345" y="2336"/>
                  </a:lnTo>
                  <a:lnTo>
                    <a:pt x="2428875" y="3454"/>
                  </a:lnTo>
                  <a:lnTo>
                    <a:pt x="2428875" y="6083"/>
                  </a:lnTo>
                  <a:lnTo>
                    <a:pt x="2429345" y="7200"/>
                  </a:lnTo>
                  <a:lnTo>
                    <a:pt x="2431211" y="9067"/>
                  </a:lnTo>
                  <a:lnTo>
                    <a:pt x="2432329" y="9525"/>
                  </a:lnTo>
                  <a:lnTo>
                    <a:pt x="2434958" y="9525"/>
                  </a:lnTo>
                  <a:lnTo>
                    <a:pt x="2436076" y="9067"/>
                  </a:lnTo>
                  <a:lnTo>
                    <a:pt x="2437942" y="7200"/>
                  </a:lnTo>
                  <a:lnTo>
                    <a:pt x="2438400" y="6083"/>
                  </a:lnTo>
                  <a:lnTo>
                    <a:pt x="2438400" y="3454"/>
                  </a:lnTo>
                  <a:close/>
                </a:path>
                <a:path w="7486650" h="913130">
                  <a:moveTo>
                    <a:pt x="2486025" y="906970"/>
                  </a:moveTo>
                  <a:lnTo>
                    <a:pt x="2485567" y="905840"/>
                  </a:lnTo>
                  <a:lnTo>
                    <a:pt x="2483701" y="903986"/>
                  </a:lnTo>
                  <a:lnTo>
                    <a:pt x="2482583" y="903516"/>
                  </a:lnTo>
                  <a:lnTo>
                    <a:pt x="2479954" y="903516"/>
                  </a:lnTo>
                  <a:lnTo>
                    <a:pt x="2478836" y="903986"/>
                  </a:lnTo>
                  <a:lnTo>
                    <a:pt x="2476970" y="905840"/>
                  </a:lnTo>
                  <a:lnTo>
                    <a:pt x="2476500" y="906970"/>
                  </a:lnTo>
                  <a:lnTo>
                    <a:pt x="2476500" y="909599"/>
                  </a:lnTo>
                  <a:lnTo>
                    <a:pt x="2476970" y="910717"/>
                  </a:lnTo>
                  <a:lnTo>
                    <a:pt x="2478836" y="912583"/>
                  </a:lnTo>
                  <a:lnTo>
                    <a:pt x="2479954" y="913041"/>
                  </a:lnTo>
                  <a:lnTo>
                    <a:pt x="2482583" y="913041"/>
                  </a:lnTo>
                  <a:lnTo>
                    <a:pt x="2483701" y="912583"/>
                  </a:lnTo>
                  <a:lnTo>
                    <a:pt x="2485567" y="910717"/>
                  </a:lnTo>
                  <a:lnTo>
                    <a:pt x="2486025" y="909599"/>
                  </a:lnTo>
                  <a:lnTo>
                    <a:pt x="2486025" y="906970"/>
                  </a:lnTo>
                  <a:close/>
                </a:path>
                <a:path w="7486650" h="913130">
                  <a:moveTo>
                    <a:pt x="2486025" y="455206"/>
                  </a:moveTo>
                  <a:lnTo>
                    <a:pt x="2485567" y="454088"/>
                  </a:lnTo>
                  <a:lnTo>
                    <a:pt x="2483701" y="452234"/>
                  </a:lnTo>
                  <a:lnTo>
                    <a:pt x="2482583" y="451764"/>
                  </a:lnTo>
                  <a:lnTo>
                    <a:pt x="2479954" y="451764"/>
                  </a:lnTo>
                  <a:lnTo>
                    <a:pt x="2478836" y="452234"/>
                  </a:lnTo>
                  <a:lnTo>
                    <a:pt x="2476970" y="454088"/>
                  </a:lnTo>
                  <a:lnTo>
                    <a:pt x="2476500" y="455206"/>
                  </a:lnTo>
                  <a:lnTo>
                    <a:pt x="2476500" y="457835"/>
                  </a:lnTo>
                  <a:lnTo>
                    <a:pt x="2476970" y="458965"/>
                  </a:lnTo>
                  <a:lnTo>
                    <a:pt x="2478836" y="460819"/>
                  </a:lnTo>
                  <a:lnTo>
                    <a:pt x="2479954" y="461289"/>
                  </a:lnTo>
                  <a:lnTo>
                    <a:pt x="2482583" y="461289"/>
                  </a:lnTo>
                  <a:lnTo>
                    <a:pt x="2483701" y="460819"/>
                  </a:lnTo>
                  <a:lnTo>
                    <a:pt x="2485567" y="458965"/>
                  </a:lnTo>
                  <a:lnTo>
                    <a:pt x="2486025" y="457835"/>
                  </a:lnTo>
                  <a:lnTo>
                    <a:pt x="2486025" y="455206"/>
                  </a:lnTo>
                  <a:close/>
                </a:path>
                <a:path w="7486650" h="913130">
                  <a:moveTo>
                    <a:pt x="2486025" y="3454"/>
                  </a:moveTo>
                  <a:lnTo>
                    <a:pt x="2485567" y="2336"/>
                  </a:lnTo>
                  <a:lnTo>
                    <a:pt x="2483701" y="469"/>
                  </a:lnTo>
                  <a:lnTo>
                    <a:pt x="2482583" y="0"/>
                  </a:lnTo>
                  <a:lnTo>
                    <a:pt x="2479954" y="0"/>
                  </a:lnTo>
                  <a:lnTo>
                    <a:pt x="2478836" y="469"/>
                  </a:lnTo>
                  <a:lnTo>
                    <a:pt x="2476970" y="2336"/>
                  </a:lnTo>
                  <a:lnTo>
                    <a:pt x="2476500" y="3454"/>
                  </a:lnTo>
                  <a:lnTo>
                    <a:pt x="2476500" y="6083"/>
                  </a:lnTo>
                  <a:lnTo>
                    <a:pt x="2476970" y="7200"/>
                  </a:lnTo>
                  <a:lnTo>
                    <a:pt x="2478836" y="9067"/>
                  </a:lnTo>
                  <a:lnTo>
                    <a:pt x="2479954" y="9525"/>
                  </a:lnTo>
                  <a:lnTo>
                    <a:pt x="2482583" y="9525"/>
                  </a:lnTo>
                  <a:lnTo>
                    <a:pt x="2483701" y="9067"/>
                  </a:lnTo>
                  <a:lnTo>
                    <a:pt x="2485567" y="7200"/>
                  </a:lnTo>
                  <a:lnTo>
                    <a:pt x="2486025" y="6083"/>
                  </a:lnTo>
                  <a:lnTo>
                    <a:pt x="2486025" y="3454"/>
                  </a:lnTo>
                  <a:close/>
                </a:path>
                <a:path w="7486650" h="913130">
                  <a:moveTo>
                    <a:pt x="2533650" y="906970"/>
                  </a:moveTo>
                  <a:lnTo>
                    <a:pt x="2533192" y="905840"/>
                  </a:lnTo>
                  <a:lnTo>
                    <a:pt x="2531326" y="903986"/>
                  </a:lnTo>
                  <a:lnTo>
                    <a:pt x="2530208" y="903516"/>
                  </a:lnTo>
                  <a:lnTo>
                    <a:pt x="2527579" y="903516"/>
                  </a:lnTo>
                  <a:lnTo>
                    <a:pt x="2526461" y="903986"/>
                  </a:lnTo>
                  <a:lnTo>
                    <a:pt x="2524595" y="905840"/>
                  </a:lnTo>
                  <a:lnTo>
                    <a:pt x="2524125" y="906970"/>
                  </a:lnTo>
                  <a:lnTo>
                    <a:pt x="2524125" y="909599"/>
                  </a:lnTo>
                  <a:lnTo>
                    <a:pt x="2524595" y="910717"/>
                  </a:lnTo>
                  <a:lnTo>
                    <a:pt x="2526461" y="912583"/>
                  </a:lnTo>
                  <a:lnTo>
                    <a:pt x="2527579" y="913041"/>
                  </a:lnTo>
                  <a:lnTo>
                    <a:pt x="2530208" y="913041"/>
                  </a:lnTo>
                  <a:lnTo>
                    <a:pt x="2531326" y="912583"/>
                  </a:lnTo>
                  <a:lnTo>
                    <a:pt x="2533192" y="910717"/>
                  </a:lnTo>
                  <a:lnTo>
                    <a:pt x="2533650" y="909599"/>
                  </a:lnTo>
                  <a:lnTo>
                    <a:pt x="2533650" y="906970"/>
                  </a:lnTo>
                  <a:close/>
                </a:path>
                <a:path w="7486650" h="913130">
                  <a:moveTo>
                    <a:pt x="2533650" y="455206"/>
                  </a:moveTo>
                  <a:lnTo>
                    <a:pt x="2533192" y="454088"/>
                  </a:lnTo>
                  <a:lnTo>
                    <a:pt x="2531326" y="452234"/>
                  </a:lnTo>
                  <a:lnTo>
                    <a:pt x="2530208" y="451764"/>
                  </a:lnTo>
                  <a:lnTo>
                    <a:pt x="2527579" y="451764"/>
                  </a:lnTo>
                  <a:lnTo>
                    <a:pt x="2526461" y="452234"/>
                  </a:lnTo>
                  <a:lnTo>
                    <a:pt x="2524595" y="454088"/>
                  </a:lnTo>
                  <a:lnTo>
                    <a:pt x="2524125" y="455206"/>
                  </a:lnTo>
                  <a:lnTo>
                    <a:pt x="2524125" y="457835"/>
                  </a:lnTo>
                  <a:lnTo>
                    <a:pt x="2524595" y="458965"/>
                  </a:lnTo>
                  <a:lnTo>
                    <a:pt x="2526461" y="460819"/>
                  </a:lnTo>
                  <a:lnTo>
                    <a:pt x="2527579" y="461289"/>
                  </a:lnTo>
                  <a:lnTo>
                    <a:pt x="2530208" y="461289"/>
                  </a:lnTo>
                  <a:lnTo>
                    <a:pt x="2531326" y="460819"/>
                  </a:lnTo>
                  <a:lnTo>
                    <a:pt x="2533192" y="458965"/>
                  </a:lnTo>
                  <a:lnTo>
                    <a:pt x="2533650" y="457835"/>
                  </a:lnTo>
                  <a:lnTo>
                    <a:pt x="2533650" y="455206"/>
                  </a:lnTo>
                  <a:close/>
                </a:path>
                <a:path w="7486650" h="913130">
                  <a:moveTo>
                    <a:pt x="2533650" y="3454"/>
                  </a:moveTo>
                  <a:lnTo>
                    <a:pt x="2533192" y="2336"/>
                  </a:lnTo>
                  <a:lnTo>
                    <a:pt x="2531326" y="469"/>
                  </a:lnTo>
                  <a:lnTo>
                    <a:pt x="2530208" y="0"/>
                  </a:lnTo>
                  <a:lnTo>
                    <a:pt x="2527579" y="0"/>
                  </a:lnTo>
                  <a:lnTo>
                    <a:pt x="2526461" y="469"/>
                  </a:lnTo>
                  <a:lnTo>
                    <a:pt x="2524595" y="2336"/>
                  </a:lnTo>
                  <a:lnTo>
                    <a:pt x="2524125" y="3454"/>
                  </a:lnTo>
                  <a:lnTo>
                    <a:pt x="2524125" y="6083"/>
                  </a:lnTo>
                  <a:lnTo>
                    <a:pt x="2524595" y="7200"/>
                  </a:lnTo>
                  <a:lnTo>
                    <a:pt x="2526461" y="9067"/>
                  </a:lnTo>
                  <a:lnTo>
                    <a:pt x="2527579" y="9525"/>
                  </a:lnTo>
                  <a:lnTo>
                    <a:pt x="2530208" y="9525"/>
                  </a:lnTo>
                  <a:lnTo>
                    <a:pt x="2531326" y="9067"/>
                  </a:lnTo>
                  <a:lnTo>
                    <a:pt x="2533192" y="7200"/>
                  </a:lnTo>
                  <a:lnTo>
                    <a:pt x="2533650" y="6083"/>
                  </a:lnTo>
                  <a:lnTo>
                    <a:pt x="2533650" y="3454"/>
                  </a:lnTo>
                  <a:close/>
                </a:path>
                <a:path w="7486650" h="913130">
                  <a:moveTo>
                    <a:pt x="2581275" y="906970"/>
                  </a:moveTo>
                  <a:lnTo>
                    <a:pt x="2580817" y="905840"/>
                  </a:lnTo>
                  <a:lnTo>
                    <a:pt x="2578951" y="903986"/>
                  </a:lnTo>
                  <a:lnTo>
                    <a:pt x="2577833" y="903516"/>
                  </a:lnTo>
                  <a:lnTo>
                    <a:pt x="2575204" y="903516"/>
                  </a:lnTo>
                  <a:lnTo>
                    <a:pt x="2574086" y="903986"/>
                  </a:lnTo>
                  <a:lnTo>
                    <a:pt x="2572220" y="905840"/>
                  </a:lnTo>
                  <a:lnTo>
                    <a:pt x="2571750" y="906970"/>
                  </a:lnTo>
                  <a:lnTo>
                    <a:pt x="2571750" y="909599"/>
                  </a:lnTo>
                  <a:lnTo>
                    <a:pt x="2572220" y="910717"/>
                  </a:lnTo>
                  <a:lnTo>
                    <a:pt x="2574086" y="912583"/>
                  </a:lnTo>
                  <a:lnTo>
                    <a:pt x="2575204" y="913041"/>
                  </a:lnTo>
                  <a:lnTo>
                    <a:pt x="2577833" y="913041"/>
                  </a:lnTo>
                  <a:lnTo>
                    <a:pt x="2578951" y="912583"/>
                  </a:lnTo>
                  <a:lnTo>
                    <a:pt x="2580817" y="910717"/>
                  </a:lnTo>
                  <a:lnTo>
                    <a:pt x="2581275" y="909599"/>
                  </a:lnTo>
                  <a:lnTo>
                    <a:pt x="2581275" y="906970"/>
                  </a:lnTo>
                  <a:close/>
                </a:path>
                <a:path w="7486650" h="913130">
                  <a:moveTo>
                    <a:pt x="2581275" y="455206"/>
                  </a:moveTo>
                  <a:lnTo>
                    <a:pt x="2580817" y="454088"/>
                  </a:lnTo>
                  <a:lnTo>
                    <a:pt x="2578951" y="452234"/>
                  </a:lnTo>
                  <a:lnTo>
                    <a:pt x="2577833" y="451764"/>
                  </a:lnTo>
                  <a:lnTo>
                    <a:pt x="2575204" y="451764"/>
                  </a:lnTo>
                  <a:lnTo>
                    <a:pt x="2574086" y="452234"/>
                  </a:lnTo>
                  <a:lnTo>
                    <a:pt x="2572220" y="454088"/>
                  </a:lnTo>
                  <a:lnTo>
                    <a:pt x="2571750" y="455206"/>
                  </a:lnTo>
                  <a:lnTo>
                    <a:pt x="2571750" y="457835"/>
                  </a:lnTo>
                  <a:lnTo>
                    <a:pt x="2572220" y="458965"/>
                  </a:lnTo>
                  <a:lnTo>
                    <a:pt x="2574086" y="460819"/>
                  </a:lnTo>
                  <a:lnTo>
                    <a:pt x="2575204" y="461289"/>
                  </a:lnTo>
                  <a:lnTo>
                    <a:pt x="2577833" y="461289"/>
                  </a:lnTo>
                  <a:lnTo>
                    <a:pt x="2578951" y="460819"/>
                  </a:lnTo>
                  <a:lnTo>
                    <a:pt x="2580817" y="458965"/>
                  </a:lnTo>
                  <a:lnTo>
                    <a:pt x="2581275" y="457835"/>
                  </a:lnTo>
                  <a:lnTo>
                    <a:pt x="2581275" y="455206"/>
                  </a:lnTo>
                  <a:close/>
                </a:path>
                <a:path w="7486650" h="913130">
                  <a:moveTo>
                    <a:pt x="2581275" y="3454"/>
                  </a:moveTo>
                  <a:lnTo>
                    <a:pt x="2580817" y="2336"/>
                  </a:lnTo>
                  <a:lnTo>
                    <a:pt x="2578951" y="469"/>
                  </a:lnTo>
                  <a:lnTo>
                    <a:pt x="2577833" y="0"/>
                  </a:lnTo>
                  <a:lnTo>
                    <a:pt x="2575204" y="0"/>
                  </a:lnTo>
                  <a:lnTo>
                    <a:pt x="2574086" y="469"/>
                  </a:lnTo>
                  <a:lnTo>
                    <a:pt x="2572220" y="2336"/>
                  </a:lnTo>
                  <a:lnTo>
                    <a:pt x="2571750" y="3454"/>
                  </a:lnTo>
                  <a:lnTo>
                    <a:pt x="2571750" y="6083"/>
                  </a:lnTo>
                  <a:lnTo>
                    <a:pt x="2572220" y="7200"/>
                  </a:lnTo>
                  <a:lnTo>
                    <a:pt x="2574086" y="9067"/>
                  </a:lnTo>
                  <a:lnTo>
                    <a:pt x="2575204" y="9525"/>
                  </a:lnTo>
                  <a:lnTo>
                    <a:pt x="2577833" y="9525"/>
                  </a:lnTo>
                  <a:lnTo>
                    <a:pt x="2578951" y="9067"/>
                  </a:lnTo>
                  <a:lnTo>
                    <a:pt x="2580817" y="7200"/>
                  </a:lnTo>
                  <a:lnTo>
                    <a:pt x="2581275" y="6083"/>
                  </a:lnTo>
                  <a:lnTo>
                    <a:pt x="2581275" y="3454"/>
                  </a:lnTo>
                  <a:close/>
                </a:path>
                <a:path w="7486650" h="913130">
                  <a:moveTo>
                    <a:pt x="2628900" y="906970"/>
                  </a:moveTo>
                  <a:lnTo>
                    <a:pt x="2628442" y="905840"/>
                  </a:lnTo>
                  <a:lnTo>
                    <a:pt x="2626576" y="903986"/>
                  </a:lnTo>
                  <a:lnTo>
                    <a:pt x="2625458" y="903516"/>
                  </a:lnTo>
                  <a:lnTo>
                    <a:pt x="2622829" y="903516"/>
                  </a:lnTo>
                  <a:lnTo>
                    <a:pt x="2621711" y="903986"/>
                  </a:lnTo>
                  <a:lnTo>
                    <a:pt x="2619845" y="905840"/>
                  </a:lnTo>
                  <a:lnTo>
                    <a:pt x="2619375" y="906970"/>
                  </a:lnTo>
                  <a:lnTo>
                    <a:pt x="2619375" y="909599"/>
                  </a:lnTo>
                  <a:lnTo>
                    <a:pt x="2619845" y="910717"/>
                  </a:lnTo>
                  <a:lnTo>
                    <a:pt x="2621711" y="912583"/>
                  </a:lnTo>
                  <a:lnTo>
                    <a:pt x="2622829" y="913041"/>
                  </a:lnTo>
                  <a:lnTo>
                    <a:pt x="2625458" y="913041"/>
                  </a:lnTo>
                  <a:lnTo>
                    <a:pt x="2626576" y="912583"/>
                  </a:lnTo>
                  <a:lnTo>
                    <a:pt x="2628442" y="910717"/>
                  </a:lnTo>
                  <a:lnTo>
                    <a:pt x="2628900" y="909599"/>
                  </a:lnTo>
                  <a:lnTo>
                    <a:pt x="2628900" y="906970"/>
                  </a:lnTo>
                  <a:close/>
                </a:path>
                <a:path w="7486650" h="913130">
                  <a:moveTo>
                    <a:pt x="2628900" y="455206"/>
                  </a:moveTo>
                  <a:lnTo>
                    <a:pt x="2628442" y="454088"/>
                  </a:lnTo>
                  <a:lnTo>
                    <a:pt x="2626576" y="452234"/>
                  </a:lnTo>
                  <a:lnTo>
                    <a:pt x="2625458" y="451764"/>
                  </a:lnTo>
                  <a:lnTo>
                    <a:pt x="2622829" y="451764"/>
                  </a:lnTo>
                  <a:lnTo>
                    <a:pt x="2621711" y="452234"/>
                  </a:lnTo>
                  <a:lnTo>
                    <a:pt x="2619845" y="454088"/>
                  </a:lnTo>
                  <a:lnTo>
                    <a:pt x="2619375" y="455206"/>
                  </a:lnTo>
                  <a:lnTo>
                    <a:pt x="2619375" y="457835"/>
                  </a:lnTo>
                  <a:lnTo>
                    <a:pt x="2619845" y="458965"/>
                  </a:lnTo>
                  <a:lnTo>
                    <a:pt x="2621711" y="460819"/>
                  </a:lnTo>
                  <a:lnTo>
                    <a:pt x="2622829" y="461289"/>
                  </a:lnTo>
                  <a:lnTo>
                    <a:pt x="2625458" y="461289"/>
                  </a:lnTo>
                  <a:lnTo>
                    <a:pt x="2626576" y="460819"/>
                  </a:lnTo>
                  <a:lnTo>
                    <a:pt x="2628442" y="458965"/>
                  </a:lnTo>
                  <a:lnTo>
                    <a:pt x="2628900" y="457835"/>
                  </a:lnTo>
                  <a:lnTo>
                    <a:pt x="2628900" y="455206"/>
                  </a:lnTo>
                  <a:close/>
                </a:path>
                <a:path w="7486650" h="913130">
                  <a:moveTo>
                    <a:pt x="2628900" y="3454"/>
                  </a:moveTo>
                  <a:lnTo>
                    <a:pt x="2628442" y="2336"/>
                  </a:lnTo>
                  <a:lnTo>
                    <a:pt x="2626576" y="469"/>
                  </a:lnTo>
                  <a:lnTo>
                    <a:pt x="2625458" y="0"/>
                  </a:lnTo>
                  <a:lnTo>
                    <a:pt x="2622829" y="0"/>
                  </a:lnTo>
                  <a:lnTo>
                    <a:pt x="2621711" y="469"/>
                  </a:lnTo>
                  <a:lnTo>
                    <a:pt x="2619845" y="2336"/>
                  </a:lnTo>
                  <a:lnTo>
                    <a:pt x="2619375" y="3454"/>
                  </a:lnTo>
                  <a:lnTo>
                    <a:pt x="2619375" y="6083"/>
                  </a:lnTo>
                  <a:lnTo>
                    <a:pt x="2619845" y="7200"/>
                  </a:lnTo>
                  <a:lnTo>
                    <a:pt x="2621711" y="9067"/>
                  </a:lnTo>
                  <a:lnTo>
                    <a:pt x="2622829" y="9525"/>
                  </a:lnTo>
                  <a:lnTo>
                    <a:pt x="2625458" y="9525"/>
                  </a:lnTo>
                  <a:lnTo>
                    <a:pt x="2626576" y="9067"/>
                  </a:lnTo>
                  <a:lnTo>
                    <a:pt x="2628442" y="7200"/>
                  </a:lnTo>
                  <a:lnTo>
                    <a:pt x="2628900" y="6083"/>
                  </a:lnTo>
                  <a:lnTo>
                    <a:pt x="2628900" y="3454"/>
                  </a:lnTo>
                  <a:close/>
                </a:path>
                <a:path w="7486650" h="913130">
                  <a:moveTo>
                    <a:pt x="2676525" y="906970"/>
                  </a:moveTo>
                  <a:lnTo>
                    <a:pt x="2676067" y="905840"/>
                  </a:lnTo>
                  <a:lnTo>
                    <a:pt x="2674201" y="903986"/>
                  </a:lnTo>
                  <a:lnTo>
                    <a:pt x="2673083" y="903516"/>
                  </a:lnTo>
                  <a:lnTo>
                    <a:pt x="2670454" y="903516"/>
                  </a:lnTo>
                  <a:lnTo>
                    <a:pt x="2669336" y="903986"/>
                  </a:lnTo>
                  <a:lnTo>
                    <a:pt x="2667470" y="905840"/>
                  </a:lnTo>
                  <a:lnTo>
                    <a:pt x="2667000" y="906970"/>
                  </a:lnTo>
                  <a:lnTo>
                    <a:pt x="2667000" y="909599"/>
                  </a:lnTo>
                  <a:lnTo>
                    <a:pt x="2667470" y="910717"/>
                  </a:lnTo>
                  <a:lnTo>
                    <a:pt x="2669336" y="912583"/>
                  </a:lnTo>
                  <a:lnTo>
                    <a:pt x="2670454" y="913041"/>
                  </a:lnTo>
                  <a:lnTo>
                    <a:pt x="2673083" y="913041"/>
                  </a:lnTo>
                  <a:lnTo>
                    <a:pt x="2674201" y="912583"/>
                  </a:lnTo>
                  <a:lnTo>
                    <a:pt x="2676067" y="910717"/>
                  </a:lnTo>
                  <a:lnTo>
                    <a:pt x="2676525" y="909599"/>
                  </a:lnTo>
                  <a:lnTo>
                    <a:pt x="2676525" y="906970"/>
                  </a:lnTo>
                  <a:close/>
                </a:path>
                <a:path w="7486650" h="913130">
                  <a:moveTo>
                    <a:pt x="2676525" y="455206"/>
                  </a:moveTo>
                  <a:lnTo>
                    <a:pt x="2676067" y="454088"/>
                  </a:lnTo>
                  <a:lnTo>
                    <a:pt x="2674201" y="452234"/>
                  </a:lnTo>
                  <a:lnTo>
                    <a:pt x="2673083" y="451764"/>
                  </a:lnTo>
                  <a:lnTo>
                    <a:pt x="2670454" y="451764"/>
                  </a:lnTo>
                  <a:lnTo>
                    <a:pt x="2669336" y="452234"/>
                  </a:lnTo>
                  <a:lnTo>
                    <a:pt x="2667470" y="454088"/>
                  </a:lnTo>
                  <a:lnTo>
                    <a:pt x="2667000" y="455206"/>
                  </a:lnTo>
                  <a:lnTo>
                    <a:pt x="2667000" y="457835"/>
                  </a:lnTo>
                  <a:lnTo>
                    <a:pt x="2667470" y="458965"/>
                  </a:lnTo>
                  <a:lnTo>
                    <a:pt x="2669336" y="460819"/>
                  </a:lnTo>
                  <a:lnTo>
                    <a:pt x="2670454" y="461289"/>
                  </a:lnTo>
                  <a:lnTo>
                    <a:pt x="2673083" y="461289"/>
                  </a:lnTo>
                  <a:lnTo>
                    <a:pt x="2674201" y="460819"/>
                  </a:lnTo>
                  <a:lnTo>
                    <a:pt x="2676067" y="458965"/>
                  </a:lnTo>
                  <a:lnTo>
                    <a:pt x="2676525" y="457835"/>
                  </a:lnTo>
                  <a:lnTo>
                    <a:pt x="2676525" y="455206"/>
                  </a:lnTo>
                  <a:close/>
                </a:path>
                <a:path w="7486650" h="913130">
                  <a:moveTo>
                    <a:pt x="2676525" y="3454"/>
                  </a:moveTo>
                  <a:lnTo>
                    <a:pt x="2676067" y="2336"/>
                  </a:lnTo>
                  <a:lnTo>
                    <a:pt x="2674201" y="469"/>
                  </a:lnTo>
                  <a:lnTo>
                    <a:pt x="2673083" y="0"/>
                  </a:lnTo>
                  <a:lnTo>
                    <a:pt x="2670454" y="0"/>
                  </a:lnTo>
                  <a:lnTo>
                    <a:pt x="2669336" y="469"/>
                  </a:lnTo>
                  <a:lnTo>
                    <a:pt x="2667470" y="2336"/>
                  </a:lnTo>
                  <a:lnTo>
                    <a:pt x="2667000" y="3454"/>
                  </a:lnTo>
                  <a:lnTo>
                    <a:pt x="2667000" y="6083"/>
                  </a:lnTo>
                  <a:lnTo>
                    <a:pt x="2667470" y="7200"/>
                  </a:lnTo>
                  <a:lnTo>
                    <a:pt x="2669336" y="9067"/>
                  </a:lnTo>
                  <a:lnTo>
                    <a:pt x="2670454" y="9525"/>
                  </a:lnTo>
                  <a:lnTo>
                    <a:pt x="2673083" y="9525"/>
                  </a:lnTo>
                  <a:lnTo>
                    <a:pt x="2674201" y="9067"/>
                  </a:lnTo>
                  <a:lnTo>
                    <a:pt x="2676067" y="7200"/>
                  </a:lnTo>
                  <a:lnTo>
                    <a:pt x="2676525" y="6083"/>
                  </a:lnTo>
                  <a:lnTo>
                    <a:pt x="2676525" y="3454"/>
                  </a:lnTo>
                  <a:close/>
                </a:path>
                <a:path w="7486650" h="913130">
                  <a:moveTo>
                    <a:pt x="2724150" y="906970"/>
                  </a:moveTo>
                  <a:lnTo>
                    <a:pt x="2723692" y="905840"/>
                  </a:lnTo>
                  <a:lnTo>
                    <a:pt x="2721826" y="903986"/>
                  </a:lnTo>
                  <a:lnTo>
                    <a:pt x="2720708" y="903516"/>
                  </a:lnTo>
                  <a:lnTo>
                    <a:pt x="2718079" y="903516"/>
                  </a:lnTo>
                  <a:lnTo>
                    <a:pt x="2716961" y="903986"/>
                  </a:lnTo>
                  <a:lnTo>
                    <a:pt x="2715095" y="905840"/>
                  </a:lnTo>
                  <a:lnTo>
                    <a:pt x="2714625" y="906970"/>
                  </a:lnTo>
                  <a:lnTo>
                    <a:pt x="2714625" y="909599"/>
                  </a:lnTo>
                  <a:lnTo>
                    <a:pt x="2715095" y="910717"/>
                  </a:lnTo>
                  <a:lnTo>
                    <a:pt x="2716961" y="912583"/>
                  </a:lnTo>
                  <a:lnTo>
                    <a:pt x="2718079" y="913041"/>
                  </a:lnTo>
                  <a:lnTo>
                    <a:pt x="2720708" y="913041"/>
                  </a:lnTo>
                  <a:lnTo>
                    <a:pt x="2721826" y="912583"/>
                  </a:lnTo>
                  <a:lnTo>
                    <a:pt x="2723692" y="910717"/>
                  </a:lnTo>
                  <a:lnTo>
                    <a:pt x="2724150" y="909599"/>
                  </a:lnTo>
                  <a:lnTo>
                    <a:pt x="2724150" y="906970"/>
                  </a:lnTo>
                  <a:close/>
                </a:path>
                <a:path w="7486650" h="913130">
                  <a:moveTo>
                    <a:pt x="2724150" y="455206"/>
                  </a:moveTo>
                  <a:lnTo>
                    <a:pt x="2723692" y="454088"/>
                  </a:lnTo>
                  <a:lnTo>
                    <a:pt x="2721826" y="452234"/>
                  </a:lnTo>
                  <a:lnTo>
                    <a:pt x="2720708" y="451764"/>
                  </a:lnTo>
                  <a:lnTo>
                    <a:pt x="2718079" y="451764"/>
                  </a:lnTo>
                  <a:lnTo>
                    <a:pt x="2716961" y="452234"/>
                  </a:lnTo>
                  <a:lnTo>
                    <a:pt x="2715095" y="454088"/>
                  </a:lnTo>
                  <a:lnTo>
                    <a:pt x="2714625" y="455206"/>
                  </a:lnTo>
                  <a:lnTo>
                    <a:pt x="2714625" y="457835"/>
                  </a:lnTo>
                  <a:lnTo>
                    <a:pt x="2715095" y="458965"/>
                  </a:lnTo>
                  <a:lnTo>
                    <a:pt x="2716961" y="460819"/>
                  </a:lnTo>
                  <a:lnTo>
                    <a:pt x="2718079" y="461289"/>
                  </a:lnTo>
                  <a:lnTo>
                    <a:pt x="2720708" y="461289"/>
                  </a:lnTo>
                  <a:lnTo>
                    <a:pt x="2721826" y="460819"/>
                  </a:lnTo>
                  <a:lnTo>
                    <a:pt x="2723692" y="458965"/>
                  </a:lnTo>
                  <a:lnTo>
                    <a:pt x="2724150" y="457835"/>
                  </a:lnTo>
                  <a:lnTo>
                    <a:pt x="2724150" y="455206"/>
                  </a:lnTo>
                  <a:close/>
                </a:path>
                <a:path w="7486650" h="913130">
                  <a:moveTo>
                    <a:pt x="2724150" y="3454"/>
                  </a:moveTo>
                  <a:lnTo>
                    <a:pt x="2723692" y="2336"/>
                  </a:lnTo>
                  <a:lnTo>
                    <a:pt x="2721826" y="469"/>
                  </a:lnTo>
                  <a:lnTo>
                    <a:pt x="2720708" y="0"/>
                  </a:lnTo>
                  <a:lnTo>
                    <a:pt x="2718079" y="0"/>
                  </a:lnTo>
                  <a:lnTo>
                    <a:pt x="2716961" y="469"/>
                  </a:lnTo>
                  <a:lnTo>
                    <a:pt x="2715095" y="2336"/>
                  </a:lnTo>
                  <a:lnTo>
                    <a:pt x="2714625" y="3454"/>
                  </a:lnTo>
                  <a:lnTo>
                    <a:pt x="2714625" y="6083"/>
                  </a:lnTo>
                  <a:lnTo>
                    <a:pt x="2715095" y="7200"/>
                  </a:lnTo>
                  <a:lnTo>
                    <a:pt x="2716961" y="9067"/>
                  </a:lnTo>
                  <a:lnTo>
                    <a:pt x="2718079" y="9525"/>
                  </a:lnTo>
                  <a:lnTo>
                    <a:pt x="2720708" y="9525"/>
                  </a:lnTo>
                  <a:lnTo>
                    <a:pt x="2721826" y="9067"/>
                  </a:lnTo>
                  <a:lnTo>
                    <a:pt x="2723692" y="7200"/>
                  </a:lnTo>
                  <a:lnTo>
                    <a:pt x="2724150" y="6083"/>
                  </a:lnTo>
                  <a:lnTo>
                    <a:pt x="2724150" y="3454"/>
                  </a:lnTo>
                  <a:close/>
                </a:path>
                <a:path w="7486650" h="913130">
                  <a:moveTo>
                    <a:pt x="2771775" y="906970"/>
                  </a:moveTo>
                  <a:lnTo>
                    <a:pt x="2771317" y="905840"/>
                  </a:lnTo>
                  <a:lnTo>
                    <a:pt x="2769451" y="903986"/>
                  </a:lnTo>
                  <a:lnTo>
                    <a:pt x="2768333" y="903516"/>
                  </a:lnTo>
                  <a:lnTo>
                    <a:pt x="2765704" y="903516"/>
                  </a:lnTo>
                  <a:lnTo>
                    <a:pt x="2764586" y="903986"/>
                  </a:lnTo>
                  <a:lnTo>
                    <a:pt x="2762720" y="905840"/>
                  </a:lnTo>
                  <a:lnTo>
                    <a:pt x="2762250" y="906970"/>
                  </a:lnTo>
                  <a:lnTo>
                    <a:pt x="2762250" y="909599"/>
                  </a:lnTo>
                  <a:lnTo>
                    <a:pt x="2762720" y="910717"/>
                  </a:lnTo>
                  <a:lnTo>
                    <a:pt x="2764586" y="912583"/>
                  </a:lnTo>
                  <a:lnTo>
                    <a:pt x="2765704" y="913041"/>
                  </a:lnTo>
                  <a:lnTo>
                    <a:pt x="2768333" y="913041"/>
                  </a:lnTo>
                  <a:lnTo>
                    <a:pt x="2769451" y="912583"/>
                  </a:lnTo>
                  <a:lnTo>
                    <a:pt x="2771317" y="910717"/>
                  </a:lnTo>
                  <a:lnTo>
                    <a:pt x="2771775" y="909599"/>
                  </a:lnTo>
                  <a:lnTo>
                    <a:pt x="2771775" y="906970"/>
                  </a:lnTo>
                  <a:close/>
                </a:path>
                <a:path w="7486650" h="913130">
                  <a:moveTo>
                    <a:pt x="2771775" y="455206"/>
                  </a:moveTo>
                  <a:lnTo>
                    <a:pt x="2771317" y="454088"/>
                  </a:lnTo>
                  <a:lnTo>
                    <a:pt x="2769451" y="452234"/>
                  </a:lnTo>
                  <a:lnTo>
                    <a:pt x="2768333" y="451764"/>
                  </a:lnTo>
                  <a:lnTo>
                    <a:pt x="2765704" y="451764"/>
                  </a:lnTo>
                  <a:lnTo>
                    <a:pt x="2764586" y="452234"/>
                  </a:lnTo>
                  <a:lnTo>
                    <a:pt x="2762720" y="454088"/>
                  </a:lnTo>
                  <a:lnTo>
                    <a:pt x="2762250" y="455206"/>
                  </a:lnTo>
                  <a:lnTo>
                    <a:pt x="2762250" y="457835"/>
                  </a:lnTo>
                  <a:lnTo>
                    <a:pt x="2762720" y="458965"/>
                  </a:lnTo>
                  <a:lnTo>
                    <a:pt x="2764586" y="460819"/>
                  </a:lnTo>
                  <a:lnTo>
                    <a:pt x="2765704" y="461289"/>
                  </a:lnTo>
                  <a:lnTo>
                    <a:pt x="2768333" y="461289"/>
                  </a:lnTo>
                  <a:lnTo>
                    <a:pt x="2769451" y="460819"/>
                  </a:lnTo>
                  <a:lnTo>
                    <a:pt x="2771317" y="458965"/>
                  </a:lnTo>
                  <a:lnTo>
                    <a:pt x="2771775" y="457835"/>
                  </a:lnTo>
                  <a:lnTo>
                    <a:pt x="2771775" y="455206"/>
                  </a:lnTo>
                  <a:close/>
                </a:path>
                <a:path w="7486650" h="913130">
                  <a:moveTo>
                    <a:pt x="2771775" y="3454"/>
                  </a:moveTo>
                  <a:lnTo>
                    <a:pt x="2771317" y="2336"/>
                  </a:lnTo>
                  <a:lnTo>
                    <a:pt x="2769451" y="469"/>
                  </a:lnTo>
                  <a:lnTo>
                    <a:pt x="2768333" y="0"/>
                  </a:lnTo>
                  <a:lnTo>
                    <a:pt x="2765704" y="0"/>
                  </a:lnTo>
                  <a:lnTo>
                    <a:pt x="2764586" y="469"/>
                  </a:lnTo>
                  <a:lnTo>
                    <a:pt x="2762720" y="2336"/>
                  </a:lnTo>
                  <a:lnTo>
                    <a:pt x="2762250" y="3454"/>
                  </a:lnTo>
                  <a:lnTo>
                    <a:pt x="2762250" y="6083"/>
                  </a:lnTo>
                  <a:lnTo>
                    <a:pt x="2762720" y="7200"/>
                  </a:lnTo>
                  <a:lnTo>
                    <a:pt x="2764586" y="9067"/>
                  </a:lnTo>
                  <a:lnTo>
                    <a:pt x="2765704" y="9525"/>
                  </a:lnTo>
                  <a:lnTo>
                    <a:pt x="2768333" y="9525"/>
                  </a:lnTo>
                  <a:lnTo>
                    <a:pt x="2769451" y="9067"/>
                  </a:lnTo>
                  <a:lnTo>
                    <a:pt x="2771317" y="7200"/>
                  </a:lnTo>
                  <a:lnTo>
                    <a:pt x="2771775" y="6083"/>
                  </a:lnTo>
                  <a:lnTo>
                    <a:pt x="2771775" y="3454"/>
                  </a:lnTo>
                  <a:close/>
                </a:path>
                <a:path w="7486650" h="913130">
                  <a:moveTo>
                    <a:pt x="2819400" y="906970"/>
                  </a:moveTo>
                  <a:lnTo>
                    <a:pt x="2818942" y="905840"/>
                  </a:lnTo>
                  <a:lnTo>
                    <a:pt x="2817076" y="903986"/>
                  </a:lnTo>
                  <a:lnTo>
                    <a:pt x="2815958" y="903516"/>
                  </a:lnTo>
                  <a:lnTo>
                    <a:pt x="2813329" y="903516"/>
                  </a:lnTo>
                  <a:lnTo>
                    <a:pt x="2812211" y="903986"/>
                  </a:lnTo>
                  <a:lnTo>
                    <a:pt x="2810345" y="905840"/>
                  </a:lnTo>
                  <a:lnTo>
                    <a:pt x="2809875" y="906970"/>
                  </a:lnTo>
                  <a:lnTo>
                    <a:pt x="2809875" y="909599"/>
                  </a:lnTo>
                  <a:lnTo>
                    <a:pt x="2810345" y="910717"/>
                  </a:lnTo>
                  <a:lnTo>
                    <a:pt x="2812211" y="912583"/>
                  </a:lnTo>
                  <a:lnTo>
                    <a:pt x="2813329" y="913041"/>
                  </a:lnTo>
                  <a:lnTo>
                    <a:pt x="2815958" y="913041"/>
                  </a:lnTo>
                  <a:lnTo>
                    <a:pt x="2817076" y="912583"/>
                  </a:lnTo>
                  <a:lnTo>
                    <a:pt x="2818942" y="910717"/>
                  </a:lnTo>
                  <a:lnTo>
                    <a:pt x="2819400" y="909599"/>
                  </a:lnTo>
                  <a:lnTo>
                    <a:pt x="2819400" y="906970"/>
                  </a:lnTo>
                  <a:close/>
                </a:path>
                <a:path w="7486650" h="913130">
                  <a:moveTo>
                    <a:pt x="2819400" y="455206"/>
                  </a:moveTo>
                  <a:lnTo>
                    <a:pt x="2818942" y="454088"/>
                  </a:lnTo>
                  <a:lnTo>
                    <a:pt x="2817076" y="452234"/>
                  </a:lnTo>
                  <a:lnTo>
                    <a:pt x="2815958" y="451764"/>
                  </a:lnTo>
                  <a:lnTo>
                    <a:pt x="2813329" y="451764"/>
                  </a:lnTo>
                  <a:lnTo>
                    <a:pt x="2812211" y="452234"/>
                  </a:lnTo>
                  <a:lnTo>
                    <a:pt x="2810345" y="454088"/>
                  </a:lnTo>
                  <a:lnTo>
                    <a:pt x="2809875" y="455206"/>
                  </a:lnTo>
                  <a:lnTo>
                    <a:pt x="2809875" y="457835"/>
                  </a:lnTo>
                  <a:lnTo>
                    <a:pt x="2810345" y="458965"/>
                  </a:lnTo>
                  <a:lnTo>
                    <a:pt x="2812211" y="460819"/>
                  </a:lnTo>
                  <a:lnTo>
                    <a:pt x="2813329" y="461289"/>
                  </a:lnTo>
                  <a:lnTo>
                    <a:pt x="2815958" y="461289"/>
                  </a:lnTo>
                  <a:lnTo>
                    <a:pt x="2817076" y="460819"/>
                  </a:lnTo>
                  <a:lnTo>
                    <a:pt x="2818942" y="458965"/>
                  </a:lnTo>
                  <a:lnTo>
                    <a:pt x="2819400" y="457835"/>
                  </a:lnTo>
                  <a:lnTo>
                    <a:pt x="2819400" y="455206"/>
                  </a:lnTo>
                  <a:close/>
                </a:path>
                <a:path w="7486650" h="913130">
                  <a:moveTo>
                    <a:pt x="2819400" y="3454"/>
                  </a:moveTo>
                  <a:lnTo>
                    <a:pt x="2818942" y="2336"/>
                  </a:lnTo>
                  <a:lnTo>
                    <a:pt x="2817076" y="469"/>
                  </a:lnTo>
                  <a:lnTo>
                    <a:pt x="2815958" y="0"/>
                  </a:lnTo>
                  <a:lnTo>
                    <a:pt x="2813329" y="0"/>
                  </a:lnTo>
                  <a:lnTo>
                    <a:pt x="2812211" y="469"/>
                  </a:lnTo>
                  <a:lnTo>
                    <a:pt x="2810345" y="2336"/>
                  </a:lnTo>
                  <a:lnTo>
                    <a:pt x="2809875" y="3454"/>
                  </a:lnTo>
                  <a:lnTo>
                    <a:pt x="2809875" y="6083"/>
                  </a:lnTo>
                  <a:lnTo>
                    <a:pt x="2810345" y="7200"/>
                  </a:lnTo>
                  <a:lnTo>
                    <a:pt x="2812211" y="9067"/>
                  </a:lnTo>
                  <a:lnTo>
                    <a:pt x="2813329" y="9525"/>
                  </a:lnTo>
                  <a:lnTo>
                    <a:pt x="2815958" y="9525"/>
                  </a:lnTo>
                  <a:lnTo>
                    <a:pt x="2817076" y="9067"/>
                  </a:lnTo>
                  <a:lnTo>
                    <a:pt x="2818942" y="7200"/>
                  </a:lnTo>
                  <a:lnTo>
                    <a:pt x="2819400" y="6083"/>
                  </a:lnTo>
                  <a:lnTo>
                    <a:pt x="2819400" y="3454"/>
                  </a:lnTo>
                  <a:close/>
                </a:path>
                <a:path w="7486650" h="913130">
                  <a:moveTo>
                    <a:pt x="2867025" y="906970"/>
                  </a:moveTo>
                  <a:lnTo>
                    <a:pt x="2866567" y="905840"/>
                  </a:lnTo>
                  <a:lnTo>
                    <a:pt x="2864701" y="903986"/>
                  </a:lnTo>
                  <a:lnTo>
                    <a:pt x="2863583" y="903516"/>
                  </a:lnTo>
                  <a:lnTo>
                    <a:pt x="2860954" y="903516"/>
                  </a:lnTo>
                  <a:lnTo>
                    <a:pt x="2859836" y="903986"/>
                  </a:lnTo>
                  <a:lnTo>
                    <a:pt x="2857970" y="905840"/>
                  </a:lnTo>
                  <a:lnTo>
                    <a:pt x="2857500" y="906970"/>
                  </a:lnTo>
                  <a:lnTo>
                    <a:pt x="2857500" y="909599"/>
                  </a:lnTo>
                  <a:lnTo>
                    <a:pt x="2857970" y="910717"/>
                  </a:lnTo>
                  <a:lnTo>
                    <a:pt x="2859836" y="912583"/>
                  </a:lnTo>
                  <a:lnTo>
                    <a:pt x="2860954" y="913041"/>
                  </a:lnTo>
                  <a:lnTo>
                    <a:pt x="2863583" y="913041"/>
                  </a:lnTo>
                  <a:lnTo>
                    <a:pt x="2864701" y="912583"/>
                  </a:lnTo>
                  <a:lnTo>
                    <a:pt x="2866567" y="910717"/>
                  </a:lnTo>
                  <a:lnTo>
                    <a:pt x="2867025" y="909599"/>
                  </a:lnTo>
                  <a:lnTo>
                    <a:pt x="2867025" y="906970"/>
                  </a:lnTo>
                  <a:close/>
                </a:path>
                <a:path w="7486650" h="913130">
                  <a:moveTo>
                    <a:pt x="2867025" y="455206"/>
                  </a:moveTo>
                  <a:lnTo>
                    <a:pt x="2866567" y="454088"/>
                  </a:lnTo>
                  <a:lnTo>
                    <a:pt x="2864701" y="452234"/>
                  </a:lnTo>
                  <a:lnTo>
                    <a:pt x="2863583" y="451764"/>
                  </a:lnTo>
                  <a:lnTo>
                    <a:pt x="2860954" y="451764"/>
                  </a:lnTo>
                  <a:lnTo>
                    <a:pt x="2859836" y="452234"/>
                  </a:lnTo>
                  <a:lnTo>
                    <a:pt x="2857970" y="454088"/>
                  </a:lnTo>
                  <a:lnTo>
                    <a:pt x="2857500" y="455206"/>
                  </a:lnTo>
                  <a:lnTo>
                    <a:pt x="2857500" y="457835"/>
                  </a:lnTo>
                  <a:lnTo>
                    <a:pt x="2857970" y="458965"/>
                  </a:lnTo>
                  <a:lnTo>
                    <a:pt x="2859836" y="460819"/>
                  </a:lnTo>
                  <a:lnTo>
                    <a:pt x="2860954" y="461289"/>
                  </a:lnTo>
                  <a:lnTo>
                    <a:pt x="2863583" y="461289"/>
                  </a:lnTo>
                  <a:lnTo>
                    <a:pt x="2864701" y="460819"/>
                  </a:lnTo>
                  <a:lnTo>
                    <a:pt x="2866567" y="458965"/>
                  </a:lnTo>
                  <a:lnTo>
                    <a:pt x="2867025" y="457835"/>
                  </a:lnTo>
                  <a:lnTo>
                    <a:pt x="2867025" y="455206"/>
                  </a:lnTo>
                  <a:close/>
                </a:path>
                <a:path w="7486650" h="913130">
                  <a:moveTo>
                    <a:pt x="2867025" y="3454"/>
                  </a:moveTo>
                  <a:lnTo>
                    <a:pt x="2866567" y="2336"/>
                  </a:lnTo>
                  <a:lnTo>
                    <a:pt x="2864701" y="469"/>
                  </a:lnTo>
                  <a:lnTo>
                    <a:pt x="2863583" y="0"/>
                  </a:lnTo>
                  <a:lnTo>
                    <a:pt x="2860954" y="0"/>
                  </a:lnTo>
                  <a:lnTo>
                    <a:pt x="2859836" y="469"/>
                  </a:lnTo>
                  <a:lnTo>
                    <a:pt x="2857970" y="2336"/>
                  </a:lnTo>
                  <a:lnTo>
                    <a:pt x="2857500" y="3454"/>
                  </a:lnTo>
                  <a:lnTo>
                    <a:pt x="2857500" y="6083"/>
                  </a:lnTo>
                  <a:lnTo>
                    <a:pt x="2857970" y="7200"/>
                  </a:lnTo>
                  <a:lnTo>
                    <a:pt x="2859836" y="9067"/>
                  </a:lnTo>
                  <a:lnTo>
                    <a:pt x="2860954" y="9525"/>
                  </a:lnTo>
                  <a:lnTo>
                    <a:pt x="2863583" y="9525"/>
                  </a:lnTo>
                  <a:lnTo>
                    <a:pt x="2864701" y="9067"/>
                  </a:lnTo>
                  <a:lnTo>
                    <a:pt x="2866567" y="7200"/>
                  </a:lnTo>
                  <a:lnTo>
                    <a:pt x="2867025" y="6083"/>
                  </a:lnTo>
                  <a:lnTo>
                    <a:pt x="2867025" y="3454"/>
                  </a:lnTo>
                  <a:close/>
                </a:path>
                <a:path w="7486650" h="913130">
                  <a:moveTo>
                    <a:pt x="2914650" y="906970"/>
                  </a:moveTo>
                  <a:lnTo>
                    <a:pt x="2914192" y="905840"/>
                  </a:lnTo>
                  <a:lnTo>
                    <a:pt x="2912326" y="903986"/>
                  </a:lnTo>
                  <a:lnTo>
                    <a:pt x="2911208" y="903516"/>
                  </a:lnTo>
                  <a:lnTo>
                    <a:pt x="2908579" y="903516"/>
                  </a:lnTo>
                  <a:lnTo>
                    <a:pt x="2907461" y="903986"/>
                  </a:lnTo>
                  <a:lnTo>
                    <a:pt x="2905595" y="905840"/>
                  </a:lnTo>
                  <a:lnTo>
                    <a:pt x="2905125" y="906970"/>
                  </a:lnTo>
                  <a:lnTo>
                    <a:pt x="2905125" y="909599"/>
                  </a:lnTo>
                  <a:lnTo>
                    <a:pt x="2905595" y="910717"/>
                  </a:lnTo>
                  <a:lnTo>
                    <a:pt x="2907461" y="912583"/>
                  </a:lnTo>
                  <a:lnTo>
                    <a:pt x="2908579" y="913041"/>
                  </a:lnTo>
                  <a:lnTo>
                    <a:pt x="2911208" y="913041"/>
                  </a:lnTo>
                  <a:lnTo>
                    <a:pt x="2912326" y="912583"/>
                  </a:lnTo>
                  <a:lnTo>
                    <a:pt x="2914192" y="910717"/>
                  </a:lnTo>
                  <a:lnTo>
                    <a:pt x="2914650" y="909599"/>
                  </a:lnTo>
                  <a:lnTo>
                    <a:pt x="2914650" y="906970"/>
                  </a:lnTo>
                  <a:close/>
                </a:path>
                <a:path w="7486650" h="913130">
                  <a:moveTo>
                    <a:pt x="2914650" y="455206"/>
                  </a:moveTo>
                  <a:lnTo>
                    <a:pt x="2914192" y="454088"/>
                  </a:lnTo>
                  <a:lnTo>
                    <a:pt x="2912326" y="452234"/>
                  </a:lnTo>
                  <a:lnTo>
                    <a:pt x="2911208" y="451764"/>
                  </a:lnTo>
                  <a:lnTo>
                    <a:pt x="2908579" y="451764"/>
                  </a:lnTo>
                  <a:lnTo>
                    <a:pt x="2907461" y="452234"/>
                  </a:lnTo>
                  <a:lnTo>
                    <a:pt x="2905595" y="454088"/>
                  </a:lnTo>
                  <a:lnTo>
                    <a:pt x="2905125" y="455206"/>
                  </a:lnTo>
                  <a:lnTo>
                    <a:pt x="2905125" y="457835"/>
                  </a:lnTo>
                  <a:lnTo>
                    <a:pt x="2905595" y="458965"/>
                  </a:lnTo>
                  <a:lnTo>
                    <a:pt x="2907461" y="460819"/>
                  </a:lnTo>
                  <a:lnTo>
                    <a:pt x="2908579" y="461289"/>
                  </a:lnTo>
                  <a:lnTo>
                    <a:pt x="2911208" y="461289"/>
                  </a:lnTo>
                  <a:lnTo>
                    <a:pt x="2912326" y="460819"/>
                  </a:lnTo>
                  <a:lnTo>
                    <a:pt x="2914192" y="458965"/>
                  </a:lnTo>
                  <a:lnTo>
                    <a:pt x="2914650" y="457835"/>
                  </a:lnTo>
                  <a:lnTo>
                    <a:pt x="2914650" y="455206"/>
                  </a:lnTo>
                  <a:close/>
                </a:path>
                <a:path w="7486650" h="913130">
                  <a:moveTo>
                    <a:pt x="2914650" y="3454"/>
                  </a:moveTo>
                  <a:lnTo>
                    <a:pt x="2914192" y="2336"/>
                  </a:lnTo>
                  <a:lnTo>
                    <a:pt x="2912326" y="469"/>
                  </a:lnTo>
                  <a:lnTo>
                    <a:pt x="2911208" y="0"/>
                  </a:lnTo>
                  <a:lnTo>
                    <a:pt x="2908579" y="0"/>
                  </a:lnTo>
                  <a:lnTo>
                    <a:pt x="2907461" y="469"/>
                  </a:lnTo>
                  <a:lnTo>
                    <a:pt x="2905595" y="2336"/>
                  </a:lnTo>
                  <a:lnTo>
                    <a:pt x="2905125" y="3454"/>
                  </a:lnTo>
                  <a:lnTo>
                    <a:pt x="2905125" y="6083"/>
                  </a:lnTo>
                  <a:lnTo>
                    <a:pt x="2905595" y="7200"/>
                  </a:lnTo>
                  <a:lnTo>
                    <a:pt x="2907461" y="9067"/>
                  </a:lnTo>
                  <a:lnTo>
                    <a:pt x="2908579" y="9525"/>
                  </a:lnTo>
                  <a:lnTo>
                    <a:pt x="2911208" y="9525"/>
                  </a:lnTo>
                  <a:lnTo>
                    <a:pt x="2912326" y="9067"/>
                  </a:lnTo>
                  <a:lnTo>
                    <a:pt x="2914192" y="7200"/>
                  </a:lnTo>
                  <a:lnTo>
                    <a:pt x="2914650" y="6083"/>
                  </a:lnTo>
                  <a:lnTo>
                    <a:pt x="2914650" y="3454"/>
                  </a:lnTo>
                  <a:close/>
                </a:path>
                <a:path w="7486650" h="913130">
                  <a:moveTo>
                    <a:pt x="2962275" y="906970"/>
                  </a:moveTo>
                  <a:lnTo>
                    <a:pt x="2961817" y="905840"/>
                  </a:lnTo>
                  <a:lnTo>
                    <a:pt x="2959951" y="903986"/>
                  </a:lnTo>
                  <a:lnTo>
                    <a:pt x="2958833" y="903516"/>
                  </a:lnTo>
                  <a:lnTo>
                    <a:pt x="2956204" y="903516"/>
                  </a:lnTo>
                  <a:lnTo>
                    <a:pt x="2955086" y="903986"/>
                  </a:lnTo>
                  <a:lnTo>
                    <a:pt x="2953220" y="905840"/>
                  </a:lnTo>
                  <a:lnTo>
                    <a:pt x="2952750" y="906970"/>
                  </a:lnTo>
                  <a:lnTo>
                    <a:pt x="2952750" y="909599"/>
                  </a:lnTo>
                  <a:lnTo>
                    <a:pt x="2953220" y="910717"/>
                  </a:lnTo>
                  <a:lnTo>
                    <a:pt x="2955086" y="912583"/>
                  </a:lnTo>
                  <a:lnTo>
                    <a:pt x="2956204" y="913041"/>
                  </a:lnTo>
                  <a:lnTo>
                    <a:pt x="2958833" y="913041"/>
                  </a:lnTo>
                  <a:lnTo>
                    <a:pt x="2959951" y="912583"/>
                  </a:lnTo>
                  <a:lnTo>
                    <a:pt x="2961817" y="910717"/>
                  </a:lnTo>
                  <a:lnTo>
                    <a:pt x="2962275" y="909599"/>
                  </a:lnTo>
                  <a:lnTo>
                    <a:pt x="2962275" y="906970"/>
                  </a:lnTo>
                  <a:close/>
                </a:path>
                <a:path w="7486650" h="913130">
                  <a:moveTo>
                    <a:pt x="2962275" y="455206"/>
                  </a:moveTo>
                  <a:lnTo>
                    <a:pt x="2961817" y="454088"/>
                  </a:lnTo>
                  <a:lnTo>
                    <a:pt x="2959951" y="452234"/>
                  </a:lnTo>
                  <a:lnTo>
                    <a:pt x="2958833" y="451764"/>
                  </a:lnTo>
                  <a:lnTo>
                    <a:pt x="2956204" y="451764"/>
                  </a:lnTo>
                  <a:lnTo>
                    <a:pt x="2955086" y="452234"/>
                  </a:lnTo>
                  <a:lnTo>
                    <a:pt x="2953220" y="454088"/>
                  </a:lnTo>
                  <a:lnTo>
                    <a:pt x="2952750" y="455206"/>
                  </a:lnTo>
                  <a:lnTo>
                    <a:pt x="2952750" y="457835"/>
                  </a:lnTo>
                  <a:lnTo>
                    <a:pt x="2953220" y="458965"/>
                  </a:lnTo>
                  <a:lnTo>
                    <a:pt x="2955086" y="460819"/>
                  </a:lnTo>
                  <a:lnTo>
                    <a:pt x="2956204" y="461289"/>
                  </a:lnTo>
                  <a:lnTo>
                    <a:pt x="2958833" y="461289"/>
                  </a:lnTo>
                  <a:lnTo>
                    <a:pt x="2959951" y="460819"/>
                  </a:lnTo>
                  <a:lnTo>
                    <a:pt x="2961817" y="458965"/>
                  </a:lnTo>
                  <a:lnTo>
                    <a:pt x="2962275" y="457835"/>
                  </a:lnTo>
                  <a:lnTo>
                    <a:pt x="2962275" y="455206"/>
                  </a:lnTo>
                  <a:close/>
                </a:path>
                <a:path w="7486650" h="913130">
                  <a:moveTo>
                    <a:pt x="2962275" y="3454"/>
                  </a:moveTo>
                  <a:lnTo>
                    <a:pt x="2961817" y="2336"/>
                  </a:lnTo>
                  <a:lnTo>
                    <a:pt x="2959951" y="469"/>
                  </a:lnTo>
                  <a:lnTo>
                    <a:pt x="2958833" y="0"/>
                  </a:lnTo>
                  <a:lnTo>
                    <a:pt x="2956204" y="0"/>
                  </a:lnTo>
                  <a:lnTo>
                    <a:pt x="2955086" y="469"/>
                  </a:lnTo>
                  <a:lnTo>
                    <a:pt x="2953220" y="2336"/>
                  </a:lnTo>
                  <a:lnTo>
                    <a:pt x="2952750" y="3454"/>
                  </a:lnTo>
                  <a:lnTo>
                    <a:pt x="2952750" y="6083"/>
                  </a:lnTo>
                  <a:lnTo>
                    <a:pt x="2953220" y="7200"/>
                  </a:lnTo>
                  <a:lnTo>
                    <a:pt x="2955086" y="9067"/>
                  </a:lnTo>
                  <a:lnTo>
                    <a:pt x="2956204" y="9525"/>
                  </a:lnTo>
                  <a:lnTo>
                    <a:pt x="2958833" y="9525"/>
                  </a:lnTo>
                  <a:lnTo>
                    <a:pt x="2959951" y="9067"/>
                  </a:lnTo>
                  <a:lnTo>
                    <a:pt x="2961817" y="7200"/>
                  </a:lnTo>
                  <a:lnTo>
                    <a:pt x="2962275" y="6083"/>
                  </a:lnTo>
                  <a:lnTo>
                    <a:pt x="2962275" y="3454"/>
                  </a:lnTo>
                  <a:close/>
                </a:path>
                <a:path w="7486650" h="913130">
                  <a:moveTo>
                    <a:pt x="3009900" y="906970"/>
                  </a:moveTo>
                  <a:lnTo>
                    <a:pt x="3009442" y="905840"/>
                  </a:lnTo>
                  <a:lnTo>
                    <a:pt x="3007576" y="903986"/>
                  </a:lnTo>
                  <a:lnTo>
                    <a:pt x="3006458" y="903516"/>
                  </a:lnTo>
                  <a:lnTo>
                    <a:pt x="3003829" y="903516"/>
                  </a:lnTo>
                  <a:lnTo>
                    <a:pt x="3002711" y="903986"/>
                  </a:lnTo>
                  <a:lnTo>
                    <a:pt x="3000845" y="905840"/>
                  </a:lnTo>
                  <a:lnTo>
                    <a:pt x="3000375" y="906970"/>
                  </a:lnTo>
                  <a:lnTo>
                    <a:pt x="3000375" y="909599"/>
                  </a:lnTo>
                  <a:lnTo>
                    <a:pt x="3000845" y="910717"/>
                  </a:lnTo>
                  <a:lnTo>
                    <a:pt x="3002711" y="912583"/>
                  </a:lnTo>
                  <a:lnTo>
                    <a:pt x="3003829" y="913041"/>
                  </a:lnTo>
                  <a:lnTo>
                    <a:pt x="3006458" y="913041"/>
                  </a:lnTo>
                  <a:lnTo>
                    <a:pt x="3007576" y="912583"/>
                  </a:lnTo>
                  <a:lnTo>
                    <a:pt x="3009442" y="910717"/>
                  </a:lnTo>
                  <a:lnTo>
                    <a:pt x="3009900" y="909599"/>
                  </a:lnTo>
                  <a:lnTo>
                    <a:pt x="3009900" y="906970"/>
                  </a:lnTo>
                  <a:close/>
                </a:path>
                <a:path w="7486650" h="913130">
                  <a:moveTo>
                    <a:pt x="3009900" y="455206"/>
                  </a:moveTo>
                  <a:lnTo>
                    <a:pt x="3009442" y="454088"/>
                  </a:lnTo>
                  <a:lnTo>
                    <a:pt x="3007576" y="452234"/>
                  </a:lnTo>
                  <a:lnTo>
                    <a:pt x="3006458" y="451764"/>
                  </a:lnTo>
                  <a:lnTo>
                    <a:pt x="3003829" y="451764"/>
                  </a:lnTo>
                  <a:lnTo>
                    <a:pt x="3002711" y="452234"/>
                  </a:lnTo>
                  <a:lnTo>
                    <a:pt x="3000845" y="454088"/>
                  </a:lnTo>
                  <a:lnTo>
                    <a:pt x="3000375" y="455206"/>
                  </a:lnTo>
                  <a:lnTo>
                    <a:pt x="3000375" y="457835"/>
                  </a:lnTo>
                  <a:lnTo>
                    <a:pt x="3000845" y="458965"/>
                  </a:lnTo>
                  <a:lnTo>
                    <a:pt x="3002711" y="460819"/>
                  </a:lnTo>
                  <a:lnTo>
                    <a:pt x="3003829" y="461289"/>
                  </a:lnTo>
                  <a:lnTo>
                    <a:pt x="3006458" y="461289"/>
                  </a:lnTo>
                  <a:lnTo>
                    <a:pt x="3007576" y="460819"/>
                  </a:lnTo>
                  <a:lnTo>
                    <a:pt x="3009442" y="458965"/>
                  </a:lnTo>
                  <a:lnTo>
                    <a:pt x="3009900" y="457835"/>
                  </a:lnTo>
                  <a:lnTo>
                    <a:pt x="3009900" y="455206"/>
                  </a:lnTo>
                  <a:close/>
                </a:path>
                <a:path w="7486650" h="913130">
                  <a:moveTo>
                    <a:pt x="3009900" y="3454"/>
                  </a:moveTo>
                  <a:lnTo>
                    <a:pt x="3009442" y="2336"/>
                  </a:lnTo>
                  <a:lnTo>
                    <a:pt x="3007576" y="469"/>
                  </a:lnTo>
                  <a:lnTo>
                    <a:pt x="3006458" y="0"/>
                  </a:lnTo>
                  <a:lnTo>
                    <a:pt x="3003829" y="0"/>
                  </a:lnTo>
                  <a:lnTo>
                    <a:pt x="3002711" y="469"/>
                  </a:lnTo>
                  <a:lnTo>
                    <a:pt x="3000845" y="2336"/>
                  </a:lnTo>
                  <a:lnTo>
                    <a:pt x="3000375" y="3454"/>
                  </a:lnTo>
                  <a:lnTo>
                    <a:pt x="3000375" y="6083"/>
                  </a:lnTo>
                  <a:lnTo>
                    <a:pt x="3000845" y="7200"/>
                  </a:lnTo>
                  <a:lnTo>
                    <a:pt x="3002711" y="9067"/>
                  </a:lnTo>
                  <a:lnTo>
                    <a:pt x="3003829" y="9525"/>
                  </a:lnTo>
                  <a:lnTo>
                    <a:pt x="3006458" y="9525"/>
                  </a:lnTo>
                  <a:lnTo>
                    <a:pt x="3007576" y="9067"/>
                  </a:lnTo>
                  <a:lnTo>
                    <a:pt x="3009442" y="7200"/>
                  </a:lnTo>
                  <a:lnTo>
                    <a:pt x="3009900" y="6083"/>
                  </a:lnTo>
                  <a:lnTo>
                    <a:pt x="3009900" y="3454"/>
                  </a:lnTo>
                  <a:close/>
                </a:path>
                <a:path w="7486650" h="913130">
                  <a:moveTo>
                    <a:pt x="3057525" y="906970"/>
                  </a:moveTo>
                  <a:lnTo>
                    <a:pt x="3057067" y="905840"/>
                  </a:lnTo>
                  <a:lnTo>
                    <a:pt x="3055201" y="903986"/>
                  </a:lnTo>
                  <a:lnTo>
                    <a:pt x="3054083" y="903516"/>
                  </a:lnTo>
                  <a:lnTo>
                    <a:pt x="3051454" y="903516"/>
                  </a:lnTo>
                  <a:lnTo>
                    <a:pt x="3050336" y="903986"/>
                  </a:lnTo>
                  <a:lnTo>
                    <a:pt x="3048470" y="905840"/>
                  </a:lnTo>
                  <a:lnTo>
                    <a:pt x="3048000" y="906970"/>
                  </a:lnTo>
                  <a:lnTo>
                    <a:pt x="3048000" y="909599"/>
                  </a:lnTo>
                  <a:lnTo>
                    <a:pt x="3048470" y="910717"/>
                  </a:lnTo>
                  <a:lnTo>
                    <a:pt x="3050336" y="912583"/>
                  </a:lnTo>
                  <a:lnTo>
                    <a:pt x="3051454" y="913041"/>
                  </a:lnTo>
                  <a:lnTo>
                    <a:pt x="3054083" y="913041"/>
                  </a:lnTo>
                  <a:lnTo>
                    <a:pt x="3055201" y="912583"/>
                  </a:lnTo>
                  <a:lnTo>
                    <a:pt x="3057067" y="910717"/>
                  </a:lnTo>
                  <a:lnTo>
                    <a:pt x="3057525" y="909599"/>
                  </a:lnTo>
                  <a:lnTo>
                    <a:pt x="3057525" y="906970"/>
                  </a:lnTo>
                  <a:close/>
                </a:path>
                <a:path w="7486650" h="913130">
                  <a:moveTo>
                    <a:pt x="3057525" y="455206"/>
                  </a:moveTo>
                  <a:lnTo>
                    <a:pt x="3057067" y="454088"/>
                  </a:lnTo>
                  <a:lnTo>
                    <a:pt x="3055201" y="452234"/>
                  </a:lnTo>
                  <a:lnTo>
                    <a:pt x="3054083" y="451764"/>
                  </a:lnTo>
                  <a:lnTo>
                    <a:pt x="3051454" y="451764"/>
                  </a:lnTo>
                  <a:lnTo>
                    <a:pt x="3050336" y="452234"/>
                  </a:lnTo>
                  <a:lnTo>
                    <a:pt x="3048470" y="454088"/>
                  </a:lnTo>
                  <a:lnTo>
                    <a:pt x="3048000" y="455206"/>
                  </a:lnTo>
                  <a:lnTo>
                    <a:pt x="3048000" y="457835"/>
                  </a:lnTo>
                  <a:lnTo>
                    <a:pt x="3048470" y="458965"/>
                  </a:lnTo>
                  <a:lnTo>
                    <a:pt x="3050336" y="460819"/>
                  </a:lnTo>
                  <a:lnTo>
                    <a:pt x="3051454" y="461289"/>
                  </a:lnTo>
                  <a:lnTo>
                    <a:pt x="3054083" y="461289"/>
                  </a:lnTo>
                  <a:lnTo>
                    <a:pt x="3055201" y="460819"/>
                  </a:lnTo>
                  <a:lnTo>
                    <a:pt x="3057067" y="458965"/>
                  </a:lnTo>
                  <a:lnTo>
                    <a:pt x="3057525" y="457835"/>
                  </a:lnTo>
                  <a:lnTo>
                    <a:pt x="3057525" y="455206"/>
                  </a:lnTo>
                  <a:close/>
                </a:path>
                <a:path w="7486650" h="913130">
                  <a:moveTo>
                    <a:pt x="3057525" y="3454"/>
                  </a:moveTo>
                  <a:lnTo>
                    <a:pt x="3057067" y="2336"/>
                  </a:lnTo>
                  <a:lnTo>
                    <a:pt x="3055201" y="469"/>
                  </a:lnTo>
                  <a:lnTo>
                    <a:pt x="3054083" y="0"/>
                  </a:lnTo>
                  <a:lnTo>
                    <a:pt x="3051454" y="0"/>
                  </a:lnTo>
                  <a:lnTo>
                    <a:pt x="3050336" y="469"/>
                  </a:lnTo>
                  <a:lnTo>
                    <a:pt x="3048470" y="2336"/>
                  </a:lnTo>
                  <a:lnTo>
                    <a:pt x="3048000" y="3454"/>
                  </a:lnTo>
                  <a:lnTo>
                    <a:pt x="3048000" y="6083"/>
                  </a:lnTo>
                  <a:lnTo>
                    <a:pt x="3048470" y="7200"/>
                  </a:lnTo>
                  <a:lnTo>
                    <a:pt x="3050336" y="9067"/>
                  </a:lnTo>
                  <a:lnTo>
                    <a:pt x="3051454" y="9525"/>
                  </a:lnTo>
                  <a:lnTo>
                    <a:pt x="3054083" y="9525"/>
                  </a:lnTo>
                  <a:lnTo>
                    <a:pt x="3055201" y="9067"/>
                  </a:lnTo>
                  <a:lnTo>
                    <a:pt x="3057067" y="7200"/>
                  </a:lnTo>
                  <a:lnTo>
                    <a:pt x="3057525" y="6083"/>
                  </a:lnTo>
                  <a:lnTo>
                    <a:pt x="3057525" y="3454"/>
                  </a:lnTo>
                  <a:close/>
                </a:path>
                <a:path w="7486650" h="913130">
                  <a:moveTo>
                    <a:pt x="3105150" y="906970"/>
                  </a:moveTo>
                  <a:lnTo>
                    <a:pt x="3104692" y="905840"/>
                  </a:lnTo>
                  <a:lnTo>
                    <a:pt x="3102826" y="903986"/>
                  </a:lnTo>
                  <a:lnTo>
                    <a:pt x="3101708" y="903516"/>
                  </a:lnTo>
                  <a:lnTo>
                    <a:pt x="3099079" y="903516"/>
                  </a:lnTo>
                  <a:lnTo>
                    <a:pt x="3097961" y="903986"/>
                  </a:lnTo>
                  <a:lnTo>
                    <a:pt x="3096095" y="905840"/>
                  </a:lnTo>
                  <a:lnTo>
                    <a:pt x="3095625" y="906970"/>
                  </a:lnTo>
                  <a:lnTo>
                    <a:pt x="3095625" y="909599"/>
                  </a:lnTo>
                  <a:lnTo>
                    <a:pt x="3096095" y="910717"/>
                  </a:lnTo>
                  <a:lnTo>
                    <a:pt x="3097961" y="912583"/>
                  </a:lnTo>
                  <a:lnTo>
                    <a:pt x="3099079" y="913041"/>
                  </a:lnTo>
                  <a:lnTo>
                    <a:pt x="3101708" y="913041"/>
                  </a:lnTo>
                  <a:lnTo>
                    <a:pt x="3102826" y="912583"/>
                  </a:lnTo>
                  <a:lnTo>
                    <a:pt x="3104692" y="910717"/>
                  </a:lnTo>
                  <a:lnTo>
                    <a:pt x="3105150" y="909599"/>
                  </a:lnTo>
                  <a:lnTo>
                    <a:pt x="3105150" y="906970"/>
                  </a:lnTo>
                  <a:close/>
                </a:path>
                <a:path w="7486650" h="913130">
                  <a:moveTo>
                    <a:pt x="3105150" y="455206"/>
                  </a:moveTo>
                  <a:lnTo>
                    <a:pt x="3104692" y="454088"/>
                  </a:lnTo>
                  <a:lnTo>
                    <a:pt x="3102826" y="452234"/>
                  </a:lnTo>
                  <a:lnTo>
                    <a:pt x="3101708" y="451764"/>
                  </a:lnTo>
                  <a:lnTo>
                    <a:pt x="3099079" y="451764"/>
                  </a:lnTo>
                  <a:lnTo>
                    <a:pt x="3097961" y="452234"/>
                  </a:lnTo>
                  <a:lnTo>
                    <a:pt x="3096095" y="454088"/>
                  </a:lnTo>
                  <a:lnTo>
                    <a:pt x="3095625" y="455206"/>
                  </a:lnTo>
                  <a:lnTo>
                    <a:pt x="3095625" y="457835"/>
                  </a:lnTo>
                  <a:lnTo>
                    <a:pt x="3096095" y="458965"/>
                  </a:lnTo>
                  <a:lnTo>
                    <a:pt x="3097961" y="460819"/>
                  </a:lnTo>
                  <a:lnTo>
                    <a:pt x="3099079" y="461289"/>
                  </a:lnTo>
                  <a:lnTo>
                    <a:pt x="3101708" y="461289"/>
                  </a:lnTo>
                  <a:lnTo>
                    <a:pt x="3102826" y="460819"/>
                  </a:lnTo>
                  <a:lnTo>
                    <a:pt x="3104692" y="458965"/>
                  </a:lnTo>
                  <a:lnTo>
                    <a:pt x="3105150" y="457835"/>
                  </a:lnTo>
                  <a:lnTo>
                    <a:pt x="3105150" y="455206"/>
                  </a:lnTo>
                  <a:close/>
                </a:path>
                <a:path w="7486650" h="913130">
                  <a:moveTo>
                    <a:pt x="3105150" y="3454"/>
                  </a:moveTo>
                  <a:lnTo>
                    <a:pt x="3104692" y="2336"/>
                  </a:lnTo>
                  <a:lnTo>
                    <a:pt x="3102826" y="469"/>
                  </a:lnTo>
                  <a:lnTo>
                    <a:pt x="3101708" y="0"/>
                  </a:lnTo>
                  <a:lnTo>
                    <a:pt x="3099079" y="0"/>
                  </a:lnTo>
                  <a:lnTo>
                    <a:pt x="3097961" y="469"/>
                  </a:lnTo>
                  <a:lnTo>
                    <a:pt x="3096095" y="2336"/>
                  </a:lnTo>
                  <a:lnTo>
                    <a:pt x="3095625" y="3454"/>
                  </a:lnTo>
                  <a:lnTo>
                    <a:pt x="3095625" y="6083"/>
                  </a:lnTo>
                  <a:lnTo>
                    <a:pt x="3096095" y="7200"/>
                  </a:lnTo>
                  <a:lnTo>
                    <a:pt x="3097961" y="9067"/>
                  </a:lnTo>
                  <a:lnTo>
                    <a:pt x="3099079" y="9525"/>
                  </a:lnTo>
                  <a:lnTo>
                    <a:pt x="3101708" y="9525"/>
                  </a:lnTo>
                  <a:lnTo>
                    <a:pt x="3102826" y="9067"/>
                  </a:lnTo>
                  <a:lnTo>
                    <a:pt x="3104692" y="7200"/>
                  </a:lnTo>
                  <a:lnTo>
                    <a:pt x="3105150" y="6083"/>
                  </a:lnTo>
                  <a:lnTo>
                    <a:pt x="3105150" y="3454"/>
                  </a:lnTo>
                  <a:close/>
                </a:path>
                <a:path w="7486650" h="913130">
                  <a:moveTo>
                    <a:pt x="3152775" y="906970"/>
                  </a:moveTo>
                  <a:lnTo>
                    <a:pt x="3152317" y="905840"/>
                  </a:lnTo>
                  <a:lnTo>
                    <a:pt x="3150451" y="903986"/>
                  </a:lnTo>
                  <a:lnTo>
                    <a:pt x="3149333" y="903516"/>
                  </a:lnTo>
                  <a:lnTo>
                    <a:pt x="3146704" y="903516"/>
                  </a:lnTo>
                  <a:lnTo>
                    <a:pt x="3145586" y="903986"/>
                  </a:lnTo>
                  <a:lnTo>
                    <a:pt x="3143720" y="905840"/>
                  </a:lnTo>
                  <a:lnTo>
                    <a:pt x="3143250" y="906970"/>
                  </a:lnTo>
                  <a:lnTo>
                    <a:pt x="3143250" y="909599"/>
                  </a:lnTo>
                  <a:lnTo>
                    <a:pt x="3143720" y="910717"/>
                  </a:lnTo>
                  <a:lnTo>
                    <a:pt x="3145586" y="912583"/>
                  </a:lnTo>
                  <a:lnTo>
                    <a:pt x="3146704" y="913041"/>
                  </a:lnTo>
                  <a:lnTo>
                    <a:pt x="3149333" y="913041"/>
                  </a:lnTo>
                  <a:lnTo>
                    <a:pt x="3150451" y="912583"/>
                  </a:lnTo>
                  <a:lnTo>
                    <a:pt x="3152317" y="910717"/>
                  </a:lnTo>
                  <a:lnTo>
                    <a:pt x="3152775" y="909599"/>
                  </a:lnTo>
                  <a:lnTo>
                    <a:pt x="3152775" y="906970"/>
                  </a:lnTo>
                  <a:close/>
                </a:path>
                <a:path w="7486650" h="913130">
                  <a:moveTo>
                    <a:pt x="3152775" y="455206"/>
                  </a:moveTo>
                  <a:lnTo>
                    <a:pt x="3152317" y="454088"/>
                  </a:lnTo>
                  <a:lnTo>
                    <a:pt x="3150451" y="452234"/>
                  </a:lnTo>
                  <a:lnTo>
                    <a:pt x="3149333" y="451764"/>
                  </a:lnTo>
                  <a:lnTo>
                    <a:pt x="3146704" y="451764"/>
                  </a:lnTo>
                  <a:lnTo>
                    <a:pt x="3145586" y="452234"/>
                  </a:lnTo>
                  <a:lnTo>
                    <a:pt x="3143720" y="454088"/>
                  </a:lnTo>
                  <a:lnTo>
                    <a:pt x="3143250" y="455206"/>
                  </a:lnTo>
                  <a:lnTo>
                    <a:pt x="3143250" y="457835"/>
                  </a:lnTo>
                  <a:lnTo>
                    <a:pt x="3143720" y="458965"/>
                  </a:lnTo>
                  <a:lnTo>
                    <a:pt x="3145586" y="460819"/>
                  </a:lnTo>
                  <a:lnTo>
                    <a:pt x="3146704" y="461289"/>
                  </a:lnTo>
                  <a:lnTo>
                    <a:pt x="3149333" y="461289"/>
                  </a:lnTo>
                  <a:lnTo>
                    <a:pt x="3150451" y="460819"/>
                  </a:lnTo>
                  <a:lnTo>
                    <a:pt x="3152317" y="458965"/>
                  </a:lnTo>
                  <a:lnTo>
                    <a:pt x="3152775" y="457835"/>
                  </a:lnTo>
                  <a:lnTo>
                    <a:pt x="3152775" y="455206"/>
                  </a:lnTo>
                  <a:close/>
                </a:path>
                <a:path w="7486650" h="913130">
                  <a:moveTo>
                    <a:pt x="3152775" y="3454"/>
                  </a:moveTo>
                  <a:lnTo>
                    <a:pt x="3152317" y="2336"/>
                  </a:lnTo>
                  <a:lnTo>
                    <a:pt x="3150451" y="469"/>
                  </a:lnTo>
                  <a:lnTo>
                    <a:pt x="3149333" y="0"/>
                  </a:lnTo>
                  <a:lnTo>
                    <a:pt x="3146704" y="0"/>
                  </a:lnTo>
                  <a:lnTo>
                    <a:pt x="3145586" y="469"/>
                  </a:lnTo>
                  <a:lnTo>
                    <a:pt x="3143720" y="2336"/>
                  </a:lnTo>
                  <a:lnTo>
                    <a:pt x="3143250" y="3454"/>
                  </a:lnTo>
                  <a:lnTo>
                    <a:pt x="3143250" y="6083"/>
                  </a:lnTo>
                  <a:lnTo>
                    <a:pt x="3143720" y="7200"/>
                  </a:lnTo>
                  <a:lnTo>
                    <a:pt x="3145586" y="9067"/>
                  </a:lnTo>
                  <a:lnTo>
                    <a:pt x="3146704" y="9525"/>
                  </a:lnTo>
                  <a:lnTo>
                    <a:pt x="3149333" y="9525"/>
                  </a:lnTo>
                  <a:lnTo>
                    <a:pt x="3150451" y="9067"/>
                  </a:lnTo>
                  <a:lnTo>
                    <a:pt x="3152317" y="7200"/>
                  </a:lnTo>
                  <a:lnTo>
                    <a:pt x="3152775" y="6083"/>
                  </a:lnTo>
                  <a:lnTo>
                    <a:pt x="3152775" y="3454"/>
                  </a:lnTo>
                  <a:close/>
                </a:path>
                <a:path w="7486650" h="913130">
                  <a:moveTo>
                    <a:pt x="3200400" y="906970"/>
                  </a:moveTo>
                  <a:lnTo>
                    <a:pt x="3199942" y="905840"/>
                  </a:lnTo>
                  <a:lnTo>
                    <a:pt x="3198076" y="903986"/>
                  </a:lnTo>
                  <a:lnTo>
                    <a:pt x="3196958" y="903516"/>
                  </a:lnTo>
                  <a:lnTo>
                    <a:pt x="3194329" y="903516"/>
                  </a:lnTo>
                  <a:lnTo>
                    <a:pt x="3193211" y="903986"/>
                  </a:lnTo>
                  <a:lnTo>
                    <a:pt x="3191345" y="905840"/>
                  </a:lnTo>
                  <a:lnTo>
                    <a:pt x="3190875" y="906970"/>
                  </a:lnTo>
                  <a:lnTo>
                    <a:pt x="3190875" y="909599"/>
                  </a:lnTo>
                  <a:lnTo>
                    <a:pt x="3191345" y="910717"/>
                  </a:lnTo>
                  <a:lnTo>
                    <a:pt x="3193211" y="912583"/>
                  </a:lnTo>
                  <a:lnTo>
                    <a:pt x="3194329" y="913041"/>
                  </a:lnTo>
                  <a:lnTo>
                    <a:pt x="3196958" y="913041"/>
                  </a:lnTo>
                  <a:lnTo>
                    <a:pt x="3198076" y="912583"/>
                  </a:lnTo>
                  <a:lnTo>
                    <a:pt x="3199942" y="910717"/>
                  </a:lnTo>
                  <a:lnTo>
                    <a:pt x="3200400" y="909599"/>
                  </a:lnTo>
                  <a:lnTo>
                    <a:pt x="3200400" y="906970"/>
                  </a:lnTo>
                  <a:close/>
                </a:path>
                <a:path w="7486650" h="913130">
                  <a:moveTo>
                    <a:pt x="3200400" y="455206"/>
                  </a:moveTo>
                  <a:lnTo>
                    <a:pt x="3199942" y="454088"/>
                  </a:lnTo>
                  <a:lnTo>
                    <a:pt x="3198076" y="452234"/>
                  </a:lnTo>
                  <a:lnTo>
                    <a:pt x="3196958" y="451764"/>
                  </a:lnTo>
                  <a:lnTo>
                    <a:pt x="3194329" y="451764"/>
                  </a:lnTo>
                  <a:lnTo>
                    <a:pt x="3193211" y="452234"/>
                  </a:lnTo>
                  <a:lnTo>
                    <a:pt x="3191345" y="454088"/>
                  </a:lnTo>
                  <a:lnTo>
                    <a:pt x="3190875" y="455206"/>
                  </a:lnTo>
                  <a:lnTo>
                    <a:pt x="3190875" y="457835"/>
                  </a:lnTo>
                  <a:lnTo>
                    <a:pt x="3191345" y="458965"/>
                  </a:lnTo>
                  <a:lnTo>
                    <a:pt x="3193211" y="460819"/>
                  </a:lnTo>
                  <a:lnTo>
                    <a:pt x="3194329" y="461289"/>
                  </a:lnTo>
                  <a:lnTo>
                    <a:pt x="3196958" y="461289"/>
                  </a:lnTo>
                  <a:lnTo>
                    <a:pt x="3198076" y="460819"/>
                  </a:lnTo>
                  <a:lnTo>
                    <a:pt x="3199942" y="458965"/>
                  </a:lnTo>
                  <a:lnTo>
                    <a:pt x="3200400" y="457835"/>
                  </a:lnTo>
                  <a:lnTo>
                    <a:pt x="3200400" y="455206"/>
                  </a:lnTo>
                  <a:close/>
                </a:path>
                <a:path w="7486650" h="913130">
                  <a:moveTo>
                    <a:pt x="3200400" y="3454"/>
                  </a:moveTo>
                  <a:lnTo>
                    <a:pt x="3199942" y="2336"/>
                  </a:lnTo>
                  <a:lnTo>
                    <a:pt x="3198076" y="469"/>
                  </a:lnTo>
                  <a:lnTo>
                    <a:pt x="3196958" y="0"/>
                  </a:lnTo>
                  <a:lnTo>
                    <a:pt x="3194329" y="0"/>
                  </a:lnTo>
                  <a:lnTo>
                    <a:pt x="3193211" y="469"/>
                  </a:lnTo>
                  <a:lnTo>
                    <a:pt x="3191345" y="2336"/>
                  </a:lnTo>
                  <a:lnTo>
                    <a:pt x="3190875" y="3454"/>
                  </a:lnTo>
                  <a:lnTo>
                    <a:pt x="3190875" y="6083"/>
                  </a:lnTo>
                  <a:lnTo>
                    <a:pt x="3191345" y="7200"/>
                  </a:lnTo>
                  <a:lnTo>
                    <a:pt x="3193211" y="9067"/>
                  </a:lnTo>
                  <a:lnTo>
                    <a:pt x="3194329" y="9525"/>
                  </a:lnTo>
                  <a:lnTo>
                    <a:pt x="3196958" y="9525"/>
                  </a:lnTo>
                  <a:lnTo>
                    <a:pt x="3198076" y="9067"/>
                  </a:lnTo>
                  <a:lnTo>
                    <a:pt x="3199942" y="7200"/>
                  </a:lnTo>
                  <a:lnTo>
                    <a:pt x="3200400" y="6083"/>
                  </a:lnTo>
                  <a:lnTo>
                    <a:pt x="3200400" y="3454"/>
                  </a:lnTo>
                  <a:close/>
                </a:path>
                <a:path w="7486650" h="913130">
                  <a:moveTo>
                    <a:pt x="3248025" y="906970"/>
                  </a:moveTo>
                  <a:lnTo>
                    <a:pt x="3247567" y="905840"/>
                  </a:lnTo>
                  <a:lnTo>
                    <a:pt x="3245701" y="903986"/>
                  </a:lnTo>
                  <a:lnTo>
                    <a:pt x="3244583" y="903516"/>
                  </a:lnTo>
                  <a:lnTo>
                    <a:pt x="3241954" y="903516"/>
                  </a:lnTo>
                  <a:lnTo>
                    <a:pt x="3240836" y="903986"/>
                  </a:lnTo>
                  <a:lnTo>
                    <a:pt x="3238970" y="905840"/>
                  </a:lnTo>
                  <a:lnTo>
                    <a:pt x="3238500" y="906970"/>
                  </a:lnTo>
                  <a:lnTo>
                    <a:pt x="3238500" y="909599"/>
                  </a:lnTo>
                  <a:lnTo>
                    <a:pt x="3238970" y="910717"/>
                  </a:lnTo>
                  <a:lnTo>
                    <a:pt x="3240836" y="912583"/>
                  </a:lnTo>
                  <a:lnTo>
                    <a:pt x="3241954" y="913041"/>
                  </a:lnTo>
                  <a:lnTo>
                    <a:pt x="3244583" y="913041"/>
                  </a:lnTo>
                  <a:lnTo>
                    <a:pt x="3245701" y="912583"/>
                  </a:lnTo>
                  <a:lnTo>
                    <a:pt x="3247567" y="910717"/>
                  </a:lnTo>
                  <a:lnTo>
                    <a:pt x="3248025" y="909599"/>
                  </a:lnTo>
                  <a:lnTo>
                    <a:pt x="3248025" y="906970"/>
                  </a:lnTo>
                  <a:close/>
                </a:path>
                <a:path w="7486650" h="913130">
                  <a:moveTo>
                    <a:pt x="3248025" y="455206"/>
                  </a:moveTo>
                  <a:lnTo>
                    <a:pt x="3247567" y="454088"/>
                  </a:lnTo>
                  <a:lnTo>
                    <a:pt x="3245701" y="452234"/>
                  </a:lnTo>
                  <a:lnTo>
                    <a:pt x="3244583" y="451764"/>
                  </a:lnTo>
                  <a:lnTo>
                    <a:pt x="3241954" y="451764"/>
                  </a:lnTo>
                  <a:lnTo>
                    <a:pt x="3240836" y="452234"/>
                  </a:lnTo>
                  <a:lnTo>
                    <a:pt x="3238970" y="454088"/>
                  </a:lnTo>
                  <a:lnTo>
                    <a:pt x="3238500" y="455206"/>
                  </a:lnTo>
                  <a:lnTo>
                    <a:pt x="3238500" y="457835"/>
                  </a:lnTo>
                  <a:lnTo>
                    <a:pt x="3238970" y="458965"/>
                  </a:lnTo>
                  <a:lnTo>
                    <a:pt x="3240836" y="460819"/>
                  </a:lnTo>
                  <a:lnTo>
                    <a:pt x="3241954" y="461289"/>
                  </a:lnTo>
                  <a:lnTo>
                    <a:pt x="3244583" y="461289"/>
                  </a:lnTo>
                  <a:lnTo>
                    <a:pt x="3245701" y="460819"/>
                  </a:lnTo>
                  <a:lnTo>
                    <a:pt x="3247567" y="458965"/>
                  </a:lnTo>
                  <a:lnTo>
                    <a:pt x="3248025" y="457835"/>
                  </a:lnTo>
                  <a:lnTo>
                    <a:pt x="3248025" y="455206"/>
                  </a:lnTo>
                  <a:close/>
                </a:path>
                <a:path w="7486650" h="913130">
                  <a:moveTo>
                    <a:pt x="3248025" y="3454"/>
                  </a:moveTo>
                  <a:lnTo>
                    <a:pt x="3247567" y="2336"/>
                  </a:lnTo>
                  <a:lnTo>
                    <a:pt x="3245701" y="469"/>
                  </a:lnTo>
                  <a:lnTo>
                    <a:pt x="3244583" y="0"/>
                  </a:lnTo>
                  <a:lnTo>
                    <a:pt x="3241954" y="0"/>
                  </a:lnTo>
                  <a:lnTo>
                    <a:pt x="3240836" y="469"/>
                  </a:lnTo>
                  <a:lnTo>
                    <a:pt x="3238970" y="2336"/>
                  </a:lnTo>
                  <a:lnTo>
                    <a:pt x="3238500" y="3454"/>
                  </a:lnTo>
                  <a:lnTo>
                    <a:pt x="3238500" y="6083"/>
                  </a:lnTo>
                  <a:lnTo>
                    <a:pt x="3238970" y="7200"/>
                  </a:lnTo>
                  <a:lnTo>
                    <a:pt x="3240836" y="9067"/>
                  </a:lnTo>
                  <a:lnTo>
                    <a:pt x="3241954" y="9525"/>
                  </a:lnTo>
                  <a:lnTo>
                    <a:pt x="3244583" y="9525"/>
                  </a:lnTo>
                  <a:lnTo>
                    <a:pt x="3245701" y="9067"/>
                  </a:lnTo>
                  <a:lnTo>
                    <a:pt x="3247567" y="7200"/>
                  </a:lnTo>
                  <a:lnTo>
                    <a:pt x="3248025" y="6083"/>
                  </a:lnTo>
                  <a:lnTo>
                    <a:pt x="3248025" y="3454"/>
                  </a:lnTo>
                  <a:close/>
                </a:path>
                <a:path w="7486650" h="913130">
                  <a:moveTo>
                    <a:pt x="3295650" y="906970"/>
                  </a:moveTo>
                  <a:lnTo>
                    <a:pt x="3295192" y="905840"/>
                  </a:lnTo>
                  <a:lnTo>
                    <a:pt x="3293326" y="903986"/>
                  </a:lnTo>
                  <a:lnTo>
                    <a:pt x="3292208" y="903516"/>
                  </a:lnTo>
                  <a:lnTo>
                    <a:pt x="3289579" y="903516"/>
                  </a:lnTo>
                  <a:lnTo>
                    <a:pt x="3288461" y="903986"/>
                  </a:lnTo>
                  <a:lnTo>
                    <a:pt x="3286595" y="905840"/>
                  </a:lnTo>
                  <a:lnTo>
                    <a:pt x="3286125" y="906970"/>
                  </a:lnTo>
                  <a:lnTo>
                    <a:pt x="3286125" y="909599"/>
                  </a:lnTo>
                  <a:lnTo>
                    <a:pt x="3286595" y="910717"/>
                  </a:lnTo>
                  <a:lnTo>
                    <a:pt x="3288461" y="912583"/>
                  </a:lnTo>
                  <a:lnTo>
                    <a:pt x="3289579" y="913041"/>
                  </a:lnTo>
                  <a:lnTo>
                    <a:pt x="3292208" y="913041"/>
                  </a:lnTo>
                  <a:lnTo>
                    <a:pt x="3293326" y="912583"/>
                  </a:lnTo>
                  <a:lnTo>
                    <a:pt x="3295192" y="910717"/>
                  </a:lnTo>
                  <a:lnTo>
                    <a:pt x="3295650" y="909599"/>
                  </a:lnTo>
                  <a:lnTo>
                    <a:pt x="3295650" y="906970"/>
                  </a:lnTo>
                  <a:close/>
                </a:path>
                <a:path w="7486650" h="913130">
                  <a:moveTo>
                    <a:pt x="3295650" y="455206"/>
                  </a:moveTo>
                  <a:lnTo>
                    <a:pt x="3295192" y="454088"/>
                  </a:lnTo>
                  <a:lnTo>
                    <a:pt x="3293326" y="452234"/>
                  </a:lnTo>
                  <a:lnTo>
                    <a:pt x="3292208" y="451764"/>
                  </a:lnTo>
                  <a:lnTo>
                    <a:pt x="3289579" y="451764"/>
                  </a:lnTo>
                  <a:lnTo>
                    <a:pt x="3288461" y="452234"/>
                  </a:lnTo>
                  <a:lnTo>
                    <a:pt x="3286595" y="454088"/>
                  </a:lnTo>
                  <a:lnTo>
                    <a:pt x="3286125" y="455206"/>
                  </a:lnTo>
                  <a:lnTo>
                    <a:pt x="3286125" y="457835"/>
                  </a:lnTo>
                  <a:lnTo>
                    <a:pt x="3286595" y="458965"/>
                  </a:lnTo>
                  <a:lnTo>
                    <a:pt x="3288461" y="460819"/>
                  </a:lnTo>
                  <a:lnTo>
                    <a:pt x="3289579" y="461289"/>
                  </a:lnTo>
                  <a:lnTo>
                    <a:pt x="3292208" y="461289"/>
                  </a:lnTo>
                  <a:lnTo>
                    <a:pt x="3293326" y="460819"/>
                  </a:lnTo>
                  <a:lnTo>
                    <a:pt x="3295192" y="458965"/>
                  </a:lnTo>
                  <a:lnTo>
                    <a:pt x="3295650" y="457835"/>
                  </a:lnTo>
                  <a:lnTo>
                    <a:pt x="3295650" y="455206"/>
                  </a:lnTo>
                  <a:close/>
                </a:path>
                <a:path w="7486650" h="913130">
                  <a:moveTo>
                    <a:pt x="3295650" y="3454"/>
                  </a:moveTo>
                  <a:lnTo>
                    <a:pt x="3295192" y="2336"/>
                  </a:lnTo>
                  <a:lnTo>
                    <a:pt x="3293326" y="469"/>
                  </a:lnTo>
                  <a:lnTo>
                    <a:pt x="3292208" y="0"/>
                  </a:lnTo>
                  <a:lnTo>
                    <a:pt x="3289579" y="0"/>
                  </a:lnTo>
                  <a:lnTo>
                    <a:pt x="3288461" y="469"/>
                  </a:lnTo>
                  <a:lnTo>
                    <a:pt x="3286595" y="2336"/>
                  </a:lnTo>
                  <a:lnTo>
                    <a:pt x="3286125" y="3454"/>
                  </a:lnTo>
                  <a:lnTo>
                    <a:pt x="3286125" y="6083"/>
                  </a:lnTo>
                  <a:lnTo>
                    <a:pt x="3286595" y="7200"/>
                  </a:lnTo>
                  <a:lnTo>
                    <a:pt x="3288461" y="9067"/>
                  </a:lnTo>
                  <a:lnTo>
                    <a:pt x="3289579" y="9525"/>
                  </a:lnTo>
                  <a:lnTo>
                    <a:pt x="3292208" y="9525"/>
                  </a:lnTo>
                  <a:lnTo>
                    <a:pt x="3293326" y="9067"/>
                  </a:lnTo>
                  <a:lnTo>
                    <a:pt x="3295192" y="7200"/>
                  </a:lnTo>
                  <a:lnTo>
                    <a:pt x="3295650" y="6083"/>
                  </a:lnTo>
                  <a:lnTo>
                    <a:pt x="3295650" y="3454"/>
                  </a:lnTo>
                  <a:close/>
                </a:path>
                <a:path w="7486650" h="913130">
                  <a:moveTo>
                    <a:pt x="3343275" y="906970"/>
                  </a:moveTo>
                  <a:lnTo>
                    <a:pt x="3342817" y="905840"/>
                  </a:lnTo>
                  <a:lnTo>
                    <a:pt x="3340951" y="903986"/>
                  </a:lnTo>
                  <a:lnTo>
                    <a:pt x="3339833" y="903516"/>
                  </a:lnTo>
                  <a:lnTo>
                    <a:pt x="3337204" y="903516"/>
                  </a:lnTo>
                  <a:lnTo>
                    <a:pt x="3336074" y="903986"/>
                  </a:lnTo>
                  <a:lnTo>
                    <a:pt x="3334220" y="905840"/>
                  </a:lnTo>
                  <a:lnTo>
                    <a:pt x="3333750" y="906970"/>
                  </a:lnTo>
                  <a:lnTo>
                    <a:pt x="3333750" y="909599"/>
                  </a:lnTo>
                  <a:lnTo>
                    <a:pt x="3334220" y="910717"/>
                  </a:lnTo>
                  <a:lnTo>
                    <a:pt x="3336074" y="912583"/>
                  </a:lnTo>
                  <a:lnTo>
                    <a:pt x="3337204" y="913041"/>
                  </a:lnTo>
                  <a:lnTo>
                    <a:pt x="3339833" y="913041"/>
                  </a:lnTo>
                  <a:lnTo>
                    <a:pt x="3340951" y="912583"/>
                  </a:lnTo>
                  <a:lnTo>
                    <a:pt x="3342817" y="910717"/>
                  </a:lnTo>
                  <a:lnTo>
                    <a:pt x="3343275" y="909599"/>
                  </a:lnTo>
                  <a:lnTo>
                    <a:pt x="3343275" y="906970"/>
                  </a:lnTo>
                  <a:close/>
                </a:path>
                <a:path w="7486650" h="913130">
                  <a:moveTo>
                    <a:pt x="3343275" y="455206"/>
                  </a:moveTo>
                  <a:lnTo>
                    <a:pt x="3342817" y="454088"/>
                  </a:lnTo>
                  <a:lnTo>
                    <a:pt x="3340951" y="452234"/>
                  </a:lnTo>
                  <a:lnTo>
                    <a:pt x="3339833" y="451764"/>
                  </a:lnTo>
                  <a:lnTo>
                    <a:pt x="3337204" y="451764"/>
                  </a:lnTo>
                  <a:lnTo>
                    <a:pt x="3336074" y="452234"/>
                  </a:lnTo>
                  <a:lnTo>
                    <a:pt x="3334220" y="454088"/>
                  </a:lnTo>
                  <a:lnTo>
                    <a:pt x="3333750" y="455206"/>
                  </a:lnTo>
                  <a:lnTo>
                    <a:pt x="3333750" y="457835"/>
                  </a:lnTo>
                  <a:lnTo>
                    <a:pt x="3334220" y="458965"/>
                  </a:lnTo>
                  <a:lnTo>
                    <a:pt x="3336074" y="460819"/>
                  </a:lnTo>
                  <a:lnTo>
                    <a:pt x="3337204" y="461289"/>
                  </a:lnTo>
                  <a:lnTo>
                    <a:pt x="3339833" y="461289"/>
                  </a:lnTo>
                  <a:lnTo>
                    <a:pt x="3340951" y="460819"/>
                  </a:lnTo>
                  <a:lnTo>
                    <a:pt x="3342817" y="458965"/>
                  </a:lnTo>
                  <a:lnTo>
                    <a:pt x="3343275" y="457835"/>
                  </a:lnTo>
                  <a:lnTo>
                    <a:pt x="3343275" y="455206"/>
                  </a:lnTo>
                  <a:close/>
                </a:path>
                <a:path w="7486650" h="913130">
                  <a:moveTo>
                    <a:pt x="3343275" y="3454"/>
                  </a:moveTo>
                  <a:lnTo>
                    <a:pt x="3342817" y="2336"/>
                  </a:lnTo>
                  <a:lnTo>
                    <a:pt x="3340951" y="469"/>
                  </a:lnTo>
                  <a:lnTo>
                    <a:pt x="3339833" y="0"/>
                  </a:lnTo>
                  <a:lnTo>
                    <a:pt x="3337204" y="0"/>
                  </a:lnTo>
                  <a:lnTo>
                    <a:pt x="3336074" y="469"/>
                  </a:lnTo>
                  <a:lnTo>
                    <a:pt x="3334220" y="2336"/>
                  </a:lnTo>
                  <a:lnTo>
                    <a:pt x="3333750" y="3454"/>
                  </a:lnTo>
                  <a:lnTo>
                    <a:pt x="3333750" y="6083"/>
                  </a:lnTo>
                  <a:lnTo>
                    <a:pt x="3334220" y="7200"/>
                  </a:lnTo>
                  <a:lnTo>
                    <a:pt x="3336074" y="9067"/>
                  </a:lnTo>
                  <a:lnTo>
                    <a:pt x="3337204" y="9525"/>
                  </a:lnTo>
                  <a:lnTo>
                    <a:pt x="3339833" y="9525"/>
                  </a:lnTo>
                  <a:lnTo>
                    <a:pt x="3340951" y="9067"/>
                  </a:lnTo>
                  <a:lnTo>
                    <a:pt x="3342817" y="7200"/>
                  </a:lnTo>
                  <a:lnTo>
                    <a:pt x="3343275" y="6083"/>
                  </a:lnTo>
                  <a:lnTo>
                    <a:pt x="3343275" y="3454"/>
                  </a:lnTo>
                  <a:close/>
                </a:path>
                <a:path w="7486650" h="913130">
                  <a:moveTo>
                    <a:pt x="3390900" y="906970"/>
                  </a:moveTo>
                  <a:lnTo>
                    <a:pt x="3390442" y="905840"/>
                  </a:lnTo>
                  <a:lnTo>
                    <a:pt x="3388576" y="903986"/>
                  </a:lnTo>
                  <a:lnTo>
                    <a:pt x="3387458" y="903516"/>
                  </a:lnTo>
                  <a:lnTo>
                    <a:pt x="3384829" y="903516"/>
                  </a:lnTo>
                  <a:lnTo>
                    <a:pt x="3383699" y="903986"/>
                  </a:lnTo>
                  <a:lnTo>
                    <a:pt x="3381845" y="905840"/>
                  </a:lnTo>
                  <a:lnTo>
                    <a:pt x="3381375" y="906970"/>
                  </a:lnTo>
                  <a:lnTo>
                    <a:pt x="3381375" y="909599"/>
                  </a:lnTo>
                  <a:lnTo>
                    <a:pt x="3381845" y="910717"/>
                  </a:lnTo>
                  <a:lnTo>
                    <a:pt x="3383699" y="912583"/>
                  </a:lnTo>
                  <a:lnTo>
                    <a:pt x="3384829" y="913041"/>
                  </a:lnTo>
                  <a:lnTo>
                    <a:pt x="3387458" y="913041"/>
                  </a:lnTo>
                  <a:lnTo>
                    <a:pt x="3388576" y="912583"/>
                  </a:lnTo>
                  <a:lnTo>
                    <a:pt x="3390442" y="910717"/>
                  </a:lnTo>
                  <a:lnTo>
                    <a:pt x="3390900" y="909599"/>
                  </a:lnTo>
                  <a:lnTo>
                    <a:pt x="3390900" y="906970"/>
                  </a:lnTo>
                  <a:close/>
                </a:path>
                <a:path w="7486650" h="913130">
                  <a:moveTo>
                    <a:pt x="3390900" y="455206"/>
                  </a:moveTo>
                  <a:lnTo>
                    <a:pt x="3390442" y="454088"/>
                  </a:lnTo>
                  <a:lnTo>
                    <a:pt x="3388576" y="452234"/>
                  </a:lnTo>
                  <a:lnTo>
                    <a:pt x="3387458" y="451764"/>
                  </a:lnTo>
                  <a:lnTo>
                    <a:pt x="3384829" y="451764"/>
                  </a:lnTo>
                  <a:lnTo>
                    <a:pt x="3383699" y="452234"/>
                  </a:lnTo>
                  <a:lnTo>
                    <a:pt x="3381845" y="454088"/>
                  </a:lnTo>
                  <a:lnTo>
                    <a:pt x="3381375" y="455206"/>
                  </a:lnTo>
                  <a:lnTo>
                    <a:pt x="3381375" y="457835"/>
                  </a:lnTo>
                  <a:lnTo>
                    <a:pt x="3381845" y="458965"/>
                  </a:lnTo>
                  <a:lnTo>
                    <a:pt x="3383699" y="460819"/>
                  </a:lnTo>
                  <a:lnTo>
                    <a:pt x="3384829" y="461289"/>
                  </a:lnTo>
                  <a:lnTo>
                    <a:pt x="3387458" y="461289"/>
                  </a:lnTo>
                  <a:lnTo>
                    <a:pt x="3388576" y="460819"/>
                  </a:lnTo>
                  <a:lnTo>
                    <a:pt x="3390442" y="458965"/>
                  </a:lnTo>
                  <a:lnTo>
                    <a:pt x="3390900" y="457835"/>
                  </a:lnTo>
                  <a:lnTo>
                    <a:pt x="3390900" y="455206"/>
                  </a:lnTo>
                  <a:close/>
                </a:path>
                <a:path w="7486650" h="913130">
                  <a:moveTo>
                    <a:pt x="3390900" y="3454"/>
                  </a:moveTo>
                  <a:lnTo>
                    <a:pt x="3390442" y="2336"/>
                  </a:lnTo>
                  <a:lnTo>
                    <a:pt x="3388576" y="469"/>
                  </a:lnTo>
                  <a:lnTo>
                    <a:pt x="3387458" y="0"/>
                  </a:lnTo>
                  <a:lnTo>
                    <a:pt x="3384829" y="0"/>
                  </a:lnTo>
                  <a:lnTo>
                    <a:pt x="3383699" y="469"/>
                  </a:lnTo>
                  <a:lnTo>
                    <a:pt x="3381845" y="2336"/>
                  </a:lnTo>
                  <a:lnTo>
                    <a:pt x="3381375" y="3454"/>
                  </a:lnTo>
                  <a:lnTo>
                    <a:pt x="3381375" y="6083"/>
                  </a:lnTo>
                  <a:lnTo>
                    <a:pt x="3381845" y="7200"/>
                  </a:lnTo>
                  <a:lnTo>
                    <a:pt x="3383699" y="9067"/>
                  </a:lnTo>
                  <a:lnTo>
                    <a:pt x="3384829" y="9525"/>
                  </a:lnTo>
                  <a:lnTo>
                    <a:pt x="3387458" y="9525"/>
                  </a:lnTo>
                  <a:lnTo>
                    <a:pt x="3388576" y="9067"/>
                  </a:lnTo>
                  <a:lnTo>
                    <a:pt x="3390442" y="7200"/>
                  </a:lnTo>
                  <a:lnTo>
                    <a:pt x="3390900" y="6083"/>
                  </a:lnTo>
                  <a:lnTo>
                    <a:pt x="3390900" y="3454"/>
                  </a:lnTo>
                  <a:close/>
                </a:path>
                <a:path w="7486650" h="913130">
                  <a:moveTo>
                    <a:pt x="3438525" y="906970"/>
                  </a:moveTo>
                  <a:lnTo>
                    <a:pt x="3438067" y="905840"/>
                  </a:lnTo>
                  <a:lnTo>
                    <a:pt x="3436201" y="903986"/>
                  </a:lnTo>
                  <a:lnTo>
                    <a:pt x="3435083" y="903516"/>
                  </a:lnTo>
                  <a:lnTo>
                    <a:pt x="3432454" y="903516"/>
                  </a:lnTo>
                  <a:lnTo>
                    <a:pt x="3431336" y="903986"/>
                  </a:lnTo>
                  <a:lnTo>
                    <a:pt x="3429470" y="905840"/>
                  </a:lnTo>
                  <a:lnTo>
                    <a:pt x="3429000" y="906970"/>
                  </a:lnTo>
                  <a:lnTo>
                    <a:pt x="3429000" y="909599"/>
                  </a:lnTo>
                  <a:lnTo>
                    <a:pt x="3429470" y="910717"/>
                  </a:lnTo>
                  <a:lnTo>
                    <a:pt x="3431336" y="912583"/>
                  </a:lnTo>
                  <a:lnTo>
                    <a:pt x="3432454" y="913041"/>
                  </a:lnTo>
                  <a:lnTo>
                    <a:pt x="3435083" y="913041"/>
                  </a:lnTo>
                  <a:lnTo>
                    <a:pt x="3436201" y="912583"/>
                  </a:lnTo>
                  <a:lnTo>
                    <a:pt x="3438067" y="910717"/>
                  </a:lnTo>
                  <a:lnTo>
                    <a:pt x="3438525" y="909599"/>
                  </a:lnTo>
                  <a:lnTo>
                    <a:pt x="3438525" y="906970"/>
                  </a:lnTo>
                  <a:close/>
                </a:path>
                <a:path w="7486650" h="913130">
                  <a:moveTo>
                    <a:pt x="3438525" y="455206"/>
                  </a:moveTo>
                  <a:lnTo>
                    <a:pt x="3438067" y="454088"/>
                  </a:lnTo>
                  <a:lnTo>
                    <a:pt x="3436201" y="452234"/>
                  </a:lnTo>
                  <a:lnTo>
                    <a:pt x="3435083" y="451764"/>
                  </a:lnTo>
                  <a:lnTo>
                    <a:pt x="3432454" y="451764"/>
                  </a:lnTo>
                  <a:lnTo>
                    <a:pt x="3431336" y="452234"/>
                  </a:lnTo>
                  <a:lnTo>
                    <a:pt x="3429470" y="454088"/>
                  </a:lnTo>
                  <a:lnTo>
                    <a:pt x="3429000" y="455206"/>
                  </a:lnTo>
                  <a:lnTo>
                    <a:pt x="3429000" y="457835"/>
                  </a:lnTo>
                  <a:lnTo>
                    <a:pt x="3429470" y="458965"/>
                  </a:lnTo>
                  <a:lnTo>
                    <a:pt x="3431336" y="460819"/>
                  </a:lnTo>
                  <a:lnTo>
                    <a:pt x="3432454" y="461289"/>
                  </a:lnTo>
                  <a:lnTo>
                    <a:pt x="3435083" y="461289"/>
                  </a:lnTo>
                  <a:lnTo>
                    <a:pt x="3436201" y="460819"/>
                  </a:lnTo>
                  <a:lnTo>
                    <a:pt x="3438067" y="458965"/>
                  </a:lnTo>
                  <a:lnTo>
                    <a:pt x="3438525" y="457835"/>
                  </a:lnTo>
                  <a:lnTo>
                    <a:pt x="3438525" y="455206"/>
                  </a:lnTo>
                  <a:close/>
                </a:path>
                <a:path w="7486650" h="913130">
                  <a:moveTo>
                    <a:pt x="3438525" y="3454"/>
                  </a:moveTo>
                  <a:lnTo>
                    <a:pt x="3438067" y="2336"/>
                  </a:lnTo>
                  <a:lnTo>
                    <a:pt x="3436201" y="469"/>
                  </a:lnTo>
                  <a:lnTo>
                    <a:pt x="3435083" y="0"/>
                  </a:lnTo>
                  <a:lnTo>
                    <a:pt x="3432454" y="0"/>
                  </a:lnTo>
                  <a:lnTo>
                    <a:pt x="3431336" y="469"/>
                  </a:lnTo>
                  <a:lnTo>
                    <a:pt x="3429470" y="2336"/>
                  </a:lnTo>
                  <a:lnTo>
                    <a:pt x="3429000" y="3454"/>
                  </a:lnTo>
                  <a:lnTo>
                    <a:pt x="3429000" y="6083"/>
                  </a:lnTo>
                  <a:lnTo>
                    <a:pt x="3429470" y="7200"/>
                  </a:lnTo>
                  <a:lnTo>
                    <a:pt x="3431336" y="9067"/>
                  </a:lnTo>
                  <a:lnTo>
                    <a:pt x="3432454" y="9525"/>
                  </a:lnTo>
                  <a:lnTo>
                    <a:pt x="3435083" y="9525"/>
                  </a:lnTo>
                  <a:lnTo>
                    <a:pt x="3436201" y="9067"/>
                  </a:lnTo>
                  <a:lnTo>
                    <a:pt x="3438067" y="7200"/>
                  </a:lnTo>
                  <a:lnTo>
                    <a:pt x="3438525" y="6083"/>
                  </a:lnTo>
                  <a:lnTo>
                    <a:pt x="3438525" y="3454"/>
                  </a:lnTo>
                  <a:close/>
                </a:path>
                <a:path w="7486650" h="913130">
                  <a:moveTo>
                    <a:pt x="3486150" y="906970"/>
                  </a:moveTo>
                  <a:lnTo>
                    <a:pt x="3485692" y="905840"/>
                  </a:lnTo>
                  <a:lnTo>
                    <a:pt x="3483826" y="903986"/>
                  </a:lnTo>
                  <a:lnTo>
                    <a:pt x="3482708" y="903516"/>
                  </a:lnTo>
                  <a:lnTo>
                    <a:pt x="3480079" y="903516"/>
                  </a:lnTo>
                  <a:lnTo>
                    <a:pt x="3478961" y="903986"/>
                  </a:lnTo>
                  <a:lnTo>
                    <a:pt x="3477095" y="905840"/>
                  </a:lnTo>
                  <a:lnTo>
                    <a:pt x="3476625" y="906970"/>
                  </a:lnTo>
                  <a:lnTo>
                    <a:pt x="3476625" y="909599"/>
                  </a:lnTo>
                  <a:lnTo>
                    <a:pt x="3477095" y="910717"/>
                  </a:lnTo>
                  <a:lnTo>
                    <a:pt x="3478961" y="912583"/>
                  </a:lnTo>
                  <a:lnTo>
                    <a:pt x="3480079" y="913041"/>
                  </a:lnTo>
                  <a:lnTo>
                    <a:pt x="3482708" y="913041"/>
                  </a:lnTo>
                  <a:lnTo>
                    <a:pt x="3483826" y="912583"/>
                  </a:lnTo>
                  <a:lnTo>
                    <a:pt x="3485692" y="910717"/>
                  </a:lnTo>
                  <a:lnTo>
                    <a:pt x="3486150" y="909599"/>
                  </a:lnTo>
                  <a:lnTo>
                    <a:pt x="3486150" y="906970"/>
                  </a:lnTo>
                  <a:close/>
                </a:path>
                <a:path w="7486650" h="913130">
                  <a:moveTo>
                    <a:pt x="3486150" y="455206"/>
                  </a:moveTo>
                  <a:lnTo>
                    <a:pt x="3485692" y="454088"/>
                  </a:lnTo>
                  <a:lnTo>
                    <a:pt x="3483826" y="452234"/>
                  </a:lnTo>
                  <a:lnTo>
                    <a:pt x="3482708" y="451764"/>
                  </a:lnTo>
                  <a:lnTo>
                    <a:pt x="3480079" y="451764"/>
                  </a:lnTo>
                  <a:lnTo>
                    <a:pt x="3478961" y="452234"/>
                  </a:lnTo>
                  <a:lnTo>
                    <a:pt x="3477095" y="454088"/>
                  </a:lnTo>
                  <a:lnTo>
                    <a:pt x="3476625" y="455206"/>
                  </a:lnTo>
                  <a:lnTo>
                    <a:pt x="3476625" y="457835"/>
                  </a:lnTo>
                  <a:lnTo>
                    <a:pt x="3477095" y="458965"/>
                  </a:lnTo>
                  <a:lnTo>
                    <a:pt x="3478961" y="460819"/>
                  </a:lnTo>
                  <a:lnTo>
                    <a:pt x="3480079" y="461289"/>
                  </a:lnTo>
                  <a:lnTo>
                    <a:pt x="3482708" y="461289"/>
                  </a:lnTo>
                  <a:lnTo>
                    <a:pt x="3483826" y="460819"/>
                  </a:lnTo>
                  <a:lnTo>
                    <a:pt x="3485692" y="458965"/>
                  </a:lnTo>
                  <a:lnTo>
                    <a:pt x="3486150" y="457835"/>
                  </a:lnTo>
                  <a:lnTo>
                    <a:pt x="3486150" y="455206"/>
                  </a:lnTo>
                  <a:close/>
                </a:path>
                <a:path w="7486650" h="913130">
                  <a:moveTo>
                    <a:pt x="3486150" y="3454"/>
                  </a:moveTo>
                  <a:lnTo>
                    <a:pt x="3485692" y="2336"/>
                  </a:lnTo>
                  <a:lnTo>
                    <a:pt x="3483826" y="469"/>
                  </a:lnTo>
                  <a:lnTo>
                    <a:pt x="3482708" y="0"/>
                  </a:lnTo>
                  <a:lnTo>
                    <a:pt x="3480079" y="0"/>
                  </a:lnTo>
                  <a:lnTo>
                    <a:pt x="3478961" y="469"/>
                  </a:lnTo>
                  <a:lnTo>
                    <a:pt x="3477095" y="2336"/>
                  </a:lnTo>
                  <a:lnTo>
                    <a:pt x="3476625" y="3454"/>
                  </a:lnTo>
                  <a:lnTo>
                    <a:pt x="3476625" y="6083"/>
                  </a:lnTo>
                  <a:lnTo>
                    <a:pt x="3477095" y="7200"/>
                  </a:lnTo>
                  <a:lnTo>
                    <a:pt x="3478961" y="9067"/>
                  </a:lnTo>
                  <a:lnTo>
                    <a:pt x="3480079" y="9525"/>
                  </a:lnTo>
                  <a:lnTo>
                    <a:pt x="3482708" y="9525"/>
                  </a:lnTo>
                  <a:lnTo>
                    <a:pt x="3483826" y="9067"/>
                  </a:lnTo>
                  <a:lnTo>
                    <a:pt x="3485692" y="7200"/>
                  </a:lnTo>
                  <a:lnTo>
                    <a:pt x="3486150" y="6083"/>
                  </a:lnTo>
                  <a:lnTo>
                    <a:pt x="3486150" y="3454"/>
                  </a:lnTo>
                  <a:close/>
                </a:path>
                <a:path w="7486650" h="913130">
                  <a:moveTo>
                    <a:pt x="3533775" y="906970"/>
                  </a:moveTo>
                  <a:lnTo>
                    <a:pt x="3533317" y="905840"/>
                  </a:lnTo>
                  <a:lnTo>
                    <a:pt x="3531451" y="903986"/>
                  </a:lnTo>
                  <a:lnTo>
                    <a:pt x="3530333" y="903516"/>
                  </a:lnTo>
                  <a:lnTo>
                    <a:pt x="3527704" y="903516"/>
                  </a:lnTo>
                  <a:lnTo>
                    <a:pt x="3526586" y="903986"/>
                  </a:lnTo>
                  <a:lnTo>
                    <a:pt x="3524720" y="905840"/>
                  </a:lnTo>
                  <a:lnTo>
                    <a:pt x="3524250" y="906970"/>
                  </a:lnTo>
                  <a:lnTo>
                    <a:pt x="3524250" y="909599"/>
                  </a:lnTo>
                  <a:lnTo>
                    <a:pt x="3524720" y="910717"/>
                  </a:lnTo>
                  <a:lnTo>
                    <a:pt x="3526586" y="912583"/>
                  </a:lnTo>
                  <a:lnTo>
                    <a:pt x="3527704" y="913041"/>
                  </a:lnTo>
                  <a:lnTo>
                    <a:pt x="3530333" y="913041"/>
                  </a:lnTo>
                  <a:lnTo>
                    <a:pt x="3531451" y="912583"/>
                  </a:lnTo>
                  <a:lnTo>
                    <a:pt x="3533317" y="910717"/>
                  </a:lnTo>
                  <a:lnTo>
                    <a:pt x="3533775" y="909599"/>
                  </a:lnTo>
                  <a:lnTo>
                    <a:pt x="3533775" y="906970"/>
                  </a:lnTo>
                  <a:close/>
                </a:path>
                <a:path w="7486650" h="913130">
                  <a:moveTo>
                    <a:pt x="3533775" y="455206"/>
                  </a:moveTo>
                  <a:lnTo>
                    <a:pt x="3533317" y="454088"/>
                  </a:lnTo>
                  <a:lnTo>
                    <a:pt x="3531451" y="452234"/>
                  </a:lnTo>
                  <a:lnTo>
                    <a:pt x="3530333" y="451764"/>
                  </a:lnTo>
                  <a:lnTo>
                    <a:pt x="3527704" y="451764"/>
                  </a:lnTo>
                  <a:lnTo>
                    <a:pt x="3526586" y="452234"/>
                  </a:lnTo>
                  <a:lnTo>
                    <a:pt x="3524720" y="454088"/>
                  </a:lnTo>
                  <a:lnTo>
                    <a:pt x="3524250" y="455206"/>
                  </a:lnTo>
                  <a:lnTo>
                    <a:pt x="3524250" y="457835"/>
                  </a:lnTo>
                  <a:lnTo>
                    <a:pt x="3524720" y="458965"/>
                  </a:lnTo>
                  <a:lnTo>
                    <a:pt x="3526586" y="460819"/>
                  </a:lnTo>
                  <a:lnTo>
                    <a:pt x="3527704" y="461289"/>
                  </a:lnTo>
                  <a:lnTo>
                    <a:pt x="3530333" y="461289"/>
                  </a:lnTo>
                  <a:lnTo>
                    <a:pt x="3531451" y="460819"/>
                  </a:lnTo>
                  <a:lnTo>
                    <a:pt x="3533317" y="458965"/>
                  </a:lnTo>
                  <a:lnTo>
                    <a:pt x="3533775" y="457835"/>
                  </a:lnTo>
                  <a:lnTo>
                    <a:pt x="3533775" y="455206"/>
                  </a:lnTo>
                  <a:close/>
                </a:path>
                <a:path w="7486650" h="913130">
                  <a:moveTo>
                    <a:pt x="3533775" y="3454"/>
                  </a:moveTo>
                  <a:lnTo>
                    <a:pt x="3533317" y="2336"/>
                  </a:lnTo>
                  <a:lnTo>
                    <a:pt x="3531451" y="469"/>
                  </a:lnTo>
                  <a:lnTo>
                    <a:pt x="3530333" y="0"/>
                  </a:lnTo>
                  <a:lnTo>
                    <a:pt x="3527704" y="0"/>
                  </a:lnTo>
                  <a:lnTo>
                    <a:pt x="3526586" y="469"/>
                  </a:lnTo>
                  <a:lnTo>
                    <a:pt x="3524720" y="2336"/>
                  </a:lnTo>
                  <a:lnTo>
                    <a:pt x="3524250" y="3454"/>
                  </a:lnTo>
                  <a:lnTo>
                    <a:pt x="3524250" y="6083"/>
                  </a:lnTo>
                  <a:lnTo>
                    <a:pt x="3524720" y="7200"/>
                  </a:lnTo>
                  <a:lnTo>
                    <a:pt x="3526586" y="9067"/>
                  </a:lnTo>
                  <a:lnTo>
                    <a:pt x="3527704" y="9525"/>
                  </a:lnTo>
                  <a:lnTo>
                    <a:pt x="3530333" y="9525"/>
                  </a:lnTo>
                  <a:lnTo>
                    <a:pt x="3531451" y="9067"/>
                  </a:lnTo>
                  <a:lnTo>
                    <a:pt x="3533317" y="7200"/>
                  </a:lnTo>
                  <a:lnTo>
                    <a:pt x="3533775" y="6083"/>
                  </a:lnTo>
                  <a:lnTo>
                    <a:pt x="3533775" y="3454"/>
                  </a:lnTo>
                  <a:close/>
                </a:path>
                <a:path w="7486650" h="913130">
                  <a:moveTo>
                    <a:pt x="3581400" y="906970"/>
                  </a:moveTo>
                  <a:lnTo>
                    <a:pt x="3580942" y="905840"/>
                  </a:lnTo>
                  <a:lnTo>
                    <a:pt x="3579076" y="903986"/>
                  </a:lnTo>
                  <a:lnTo>
                    <a:pt x="3577958" y="903516"/>
                  </a:lnTo>
                  <a:lnTo>
                    <a:pt x="3575329" y="903516"/>
                  </a:lnTo>
                  <a:lnTo>
                    <a:pt x="3574211" y="903986"/>
                  </a:lnTo>
                  <a:lnTo>
                    <a:pt x="3572345" y="905840"/>
                  </a:lnTo>
                  <a:lnTo>
                    <a:pt x="3571875" y="906970"/>
                  </a:lnTo>
                  <a:lnTo>
                    <a:pt x="3571875" y="909599"/>
                  </a:lnTo>
                  <a:lnTo>
                    <a:pt x="3572345" y="910717"/>
                  </a:lnTo>
                  <a:lnTo>
                    <a:pt x="3574211" y="912583"/>
                  </a:lnTo>
                  <a:lnTo>
                    <a:pt x="3575329" y="913041"/>
                  </a:lnTo>
                  <a:lnTo>
                    <a:pt x="3577958" y="913041"/>
                  </a:lnTo>
                  <a:lnTo>
                    <a:pt x="3579076" y="912583"/>
                  </a:lnTo>
                  <a:lnTo>
                    <a:pt x="3580942" y="910717"/>
                  </a:lnTo>
                  <a:lnTo>
                    <a:pt x="3581400" y="909599"/>
                  </a:lnTo>
                  <a:lnTo>
                    <a:pt x="3581400" y="906970"/>
                  </a:lnTo>
                  <a:close/>
                </a:path>
                <a:path w="7486650" h="913130">
                  <a:moveTo>
                    <a:pt x="3581400" y="455206"/>
                  </a:moveTo>
                  <a:lnTo>
                    <a:pt x="3580942" y="454088"/>
                  </a:lnTo>
                  <a:lnTo>
                    <a:pt x="3579076" y="452234"/>
                  </a:lnTo>
                  <a:lnTo>
                    <a:pt x="3577958" y="451764"/>
                  </a:lnTo>
                  <a:lnTo>
                    <a:pt x="3575329" y="451764"/>
                  </a:lnTo>
                  <a:lnTo>
                    <a:pt x="3574211" y="452234"/>
                  </a:lnTo>
                  <a:lnTo>
                    <a:pt x="3572345" y="454088"/>
                  </a:lnTo>
                  <a:lnTo>
                    <a:pt x="3571875" y="455206"/>
                  </a:lnTo>
                  <a:lnTo>
                    <a:pt x="3571875" y="457835"/>
                  </a:lnTo>
                  <a:lnTo>
                    <a:pt x="3572345" y="458965"/>
                  </a:lnTo>
                  <a:lnTo>
                    <a:pt x="3574211" y="460819"/>
                  </a:lnTo>
                  <a:lnTo>
                    <a:pt x="3575329" y="461289"/>
                  </a:lnTo>
                  <a:lnTo>
                    <a:pt x="3577958" y="461289"/>
                  </a:lnTo>
                  <a:lnTo>
                    <a:pt x="3579076" y="460819"/>
                  </a:lnTo>
                  <a:lnTo>
                    <a:pt x="3580942" y="458965"/>
                  </a:lnTo>
                  <a:lnTo>
                    <a:pt x="3581400" y="457835"/>
                  </a:lnTo>
                  <a:lnTo>
                    <a:pt x="3581400" y="455206"/>
                  </a:lnTo>
                  <a:close/>
                </a:path>
                <a:path w="7486650" h="913130">
                  <a:moveTo>
                    <a:pt x="3581400" y="3454"/>
                  </a:moveTo>
                  <a:lnTo>
                    <a:pt x="3580942" y="2336"/>
                  </a:lnTo>
                  <a:lnTo>
                    <a:pt x="3579076" y="469"/>
                  </a:lnTo>
                  <a:lnTo>
                    <a:pt x="3577958" y="0"/>
                  </a:lnTo>
                  <a:lnTo>
                    <a:pt x="3575329" y="0"/>
                  </a:lnTo>
                  <a:lnTo>
                    <a:pt x="3574211" y="469"/>
                  </a:lnTo>
                  <a:lnTo>
                    <a:pt x="3572345" y="2336"/>
                  </a:lnTo>
                  <a:lnTo>
                    <a:pt x="3571875" y="3454"/>
                  </a:lnTo>
                  <a:lnTo>
                    <a:pt x="3571875" y="6083"/>
                  </a:lnTo>
                  <a:lnTo>
                    <a:pt x="3572345" y="7200"/>
                  </a:lnTo>
                  <a:lnTo>
                    <a:pt x="3574211" y="9067"/>
                  </a:lnTo>
                  <a:lnTo>
                    <a:pt x="3575329" y="9525"/>
                  </a:lnTo>
                  <a:lnTo>
                    <a:pt x="3577958" y="9525"/>
                  </a:lnTo>
                  <a:lnTo>
                    <a:pt x="3579076" y="9067"/>
                  </a:lnTo>
                  <a:lnTo>
                    <a:pt x="3580942" y="7200"/>
                  </a:lnTo>
                  <a:lnTo>
                    <a:pt x="3581400" y="6083"/>
                  </a:lnTo>
                  <a:lnTo>
                    <a:pt x="3581400" y="3454"/>
                  </a:lnTo>
                  <a:close/>
                </a:path>
                <a:path w="7486650" h="913130">
                  <a:moveTo>
                    <a:pt x="3629025" y="906970"/>
                  </a:moveTo>
                  <a:lnTo>
                    <a:pt x="3628567" y="905840"/>
                  </a:lnTo>
                  <a:lnTo>
                    <a:pt x="3626701" y="903986"/>
                  </a:lnTo>
                  <a:lnTo>
                    <a:pt x="3625583" y="903516"/>
                  </a:lnTo>
                  <a:lnTo>
                    <a:pt x="3622954" y="903516"/>
                  </a:lnTo>
                  <a:lnTo>
                    <a:pt x="3621836" y="903986"/>
                  </a:lnTo>
                  <a:lnTo>
                    <a:pt x="3619970" y="905840"/>
                  </a:lnTo>
                  <a:lnTo>
                    <a:pt x="3619500" y="906970"/>
                  </a:lnTo>
                  <a:lnTo>
                    <a:pt x="3619500" y="909599"/>
                  </a:lnTo>
                  <a:lnTo>
                    <a:pt x="3619970" y="910717"/>
                  </a:lnTo>
                  <a:lnTo>
                    <a:pt x="3621836" y="912583"/>
                  </a:lnTo>
                  <a:lnTo>
                    <a:pt x="3622954" y="913041"/>
                  </a:lnTo>
                  <a:lnTo>
                    <a:pt x="3625583" y="913041"/>
                  </a:lnTo>
                  <a:lnTo>
                    <a:pt x="3626701" y="912583"/>
                  </a:lnTo>
                  <a:lnTo>
                    <a:pt x="3628567" y="910717"/>
                  </a:lnTo>
                  <a:lnTo>
                    <a:pt x="3629025" y="909599"/>
                  </a:lnTo>
                  <a:lnTo>
                    <a:pt x="3629025" y="906970"/>
                  </a:lnTo>
                  <a:close/>
                </a:path>
                <a:path w="7486650" h="913130">
                  <a:moveTo>
                    <a:pt x="3629025" y="455206"/>
                  </a:moveTo>
                  <a:lnTo>
                    <a:pt x="3628567" y="454088"/>
                  </a:lnTo>
                  <a:lnTo>
                    <a:pt x="3626701" y="452234"/>
                  </a:lnTo>
                  <a:lnTo>
                    <a:pt x="3625583" y="451764"/>
                  </a:lnTo>
                  <a:lnTo>
                    <a:pt x="3622954" y="451764"/>
                  </a:lnTo>
                  <a:lnTo>
                    <a:pt x="3621836" y="452234"/>
                  </a:lnTo>
                  <a:lnTo>
                    <a:pt x="3619970" y="454088"/>
                  </a:lnTo>
                  <a:lnTo>
                    <a:pt x="3619500" y="455206"/>
                  </a:lnTo>
                  <a:lnTo>
                    <a:pt x="3619500" y="457835"/>
                  </a:lnTo>
                  <a:lnTo>
                    <a:pt x="3619970" y="458965"/>
                  </a:lnTo>
                  <a:lnTo>
                    <a:pt x="3621836" y="460819"/>
                  </a:lnTo>
                  <a:lnTo>
                    <a:pt x="3622954" y="461289"/>
                  </a:lnTo>
                  <a:lnTo>
                    <a:pt x="3625583" y="461289"/>
                  </a:lnTo>
                  <a:lnTo>
                    <a:pt x="3626701" y="460819"/>
                  </a:lnTo>
                  <a:lnTo>
                    <a:pt x="3628567" y="458965"/>
                  </a:lnTo>
                  <a:lnTo>
                    <a:pt x="3629025" y="457835"/>
                  </a:lnTo>
                  <a:lnTo>
                    <a:pt x="3629025" y="455206"/>
                  </a:lnTo>
                  <a:close/>
                </a:path>
                <a:path w="7486650" h="913130">
                  <a:moveTo>
                    <a:pt x="3629025" y="3454"/>
                  </a:moveTo>
                  <a:lnTo>
                    <a:pt x="3628567" y="2336"/>
                  </a:lnTo>
                  <a:lnTo>
                    <a:pt x="3626701" y="469"/>
                  </a:lnTo>
                  <a:lnTo>
                    <a:pt x="3625583" y="0"/>
                  </a:lnTo>
                  <a:lnTo>
                    <a:pt x="3622954" y="0"/>
                  </a:lnTo>
                  <a:lnTo>
                    <a:pt x="3621836" y="469"/>
                  </a:lnTo>
                  <a:lnTo>
                    <a:pt x="3619970" y="2336"/>
                  </a:lnTo>
                  <a:lnTo>
                    <a:pt x="3619500" y="3454"/>
                  </a:lnTo>
                  <a:lnTo>
                    <a:pt x="3619500" y="6083"/>
                  </a:lnTo>
                  <a:lnTo>
                    <a:pt x="3619970" y="7200"/>
                  </a:lnTo>
                  <a:lnTo>
                    <a:pt x="3621836" y="9067"/>
                  </a:lnTo>
                  <a:lnTo>
                    <a:pt x="3622954" y="9525"/>
                  </a:lnTo>
                  <a:lnTo>
                    <a:pt x="3625583" y="9525"/>
                  </a:lnTo>
                  <a:lnTo>
                    <a:pt x="3626701" y="9067"/>
                  </a:lnTo>
                  <a:lnTo>
                    <a:pt x="3628567" y="7200"/>
                  </a:lnTo>
                  <a:lnTo>
                    <a:pt x="3629025" y="6083"/>
                  </a:lnTo>
                  <a:lnTo>
                    <a:pt x="3629025" y="3454"/>
                  </a:lnTo>
                  <a:close/>
                </a:path>
                <a:path w="7486650" h="913130">
                  <a:moveTo>
                    <a:pt x="3676650" y="906970"/>
                  </a:moveTo>
                  <a:lnTo>
                    <a:pt x="3676192" y="905840"/>
                  </a:lnTo>
                  <a:lnTo>
                    <a:pt x="3674326" y="903986"/>
                  </a:lnTo>
                  <a:lnTo>
                    <a:pt x="3673208" y="903516"/>
                  </a:lnTo>
                  <a:lnTo>
                    <a:pt x="3670579" y="903516"/>
                  </a:lnTo>
                  <a:lnTo>
                    <a:pt x="3669461" y="903986"/>
                  </a:lnTo>
                  <a:lnTo>
                    <a:pt x="3667595" y="905840"/>
                  </a:lnTo>
                  <a:lnTo>
                    <a:pt x="3667125" y="906970"/>
                  </a:lnTo>
                  <a:lnTo>
                    <a:pt x="3667125" y="909599"/>
                  </a:lnTo>
                  <a:lnTo>
                    <a:pt x="3667595" y="910717"/>
                  </a:lnTo>
                  <a:lnTo>
                    <a:pt x="3669461" y="912583"/>
                  </a:lnTo>
                  <a:lnTo>
                    <a:pt x="3670579" y="913041"/>
                  </a:lnTo>
                  <a:lnTo>
                    <a:pt x="3673208" y="913041"/>
                  </a:lnTo>
                  <a:lnTo>
                    <a:pt x="3674326" y="912583"/>
                  </a:lnTo>
                  <a:lnTo>
                    <a:pt x="3676192" y="910717"/>
                  </a:lnTo>
                  <a:lnTo>
                    <a:pt x="3676650" y="909599"/>
                  </a:lnTo>
                  <a:lnTo>
                    <a:pt x="3676650" y="906970"/>
                  </a:lnTo>
                  <a:close/>
                </a:path>
                <a:path w="7486650" h="913130">
                  <a:moveTo>
                    <a:pt x="3676650" y="455206"/>
                  </a:moveTo>
                  <a:lnTo>
                    <a:pt x="3676192" y="454088"/>
                  </a:lnTo>
                  <a:lnTo>
                    <a:pt x="3674326" y="452234"/>
                  </a:lnTo>
                  <a:lnTo>
                    <a:pt x="3673208" y="451764"/>
                  </a:lnTo>
                  <a:lnTo>
                    <a:pt x="3670579" y="451764"/>
                  </a:lnTo>
                  <a:lnTo>
                    <a:pt x="3669461" y="452234"/>
                  </a:lnTo>
                  <a:lnTo>
                    <a:pt x="3667595" y="454088"/>
                  </a:lnTo>
                  <a:lnTo>
                    <a:pt x="3667125" y="455206"/>
                  </a:lnTo>
                  <a:lnTo>
                    <a:pt x="3667125" y="457835"/>
                  </a:lnTo>
                  <a:lnTo>
                    <a:pt x="3667595" y="458965"/>
                  </a:lnTo>
                  <a:lnTo>
                    <a:pt x="3669461" y="460819"/>
                  </a:lnTo>
                  <a:lnTo>
                    <a:pt x="3670579" y="461289"/>
                  </a:lnTo>
                  <a:lnTo>
                    <a:pt x="3673208" y="461289"/>
                  </a:lnTo>
                  <a:lnTo>
                    <a:pt x="3674326" y="460819"/>
                  </a:lnTo>
                  <a:lnTo>
                    <a:pt x="3676192" y="458965"/>
                  </a:lnTo>
                  <a:lnTo>
                    <a:pt x="3676650" y="457835"/>
                  </a:lnTo>
                  <a:lnTo>
                    <a:pt x="3676650" y="455206"/>
                  </a:lnTo>
                  <a:close/>
                </a:path>
                <a:path w="7486650" h="913130">
                  <a:moveTo>
                    <a:pt x="3676650" y="3454"/>
                  </a:moveTo>
                  <a:lnTo>
                    <a:pt x="3676192" y="2336"/>
                  </a:lnTo>
                  <a:lnTo>
                    <a:pt x="3674326" y="469"/>
                  </a:lnTo>
                  <a:lnTo>
                    <a:pt x="3673208" y="0"/>
                  </a:lnTo>
                  <a:lnTo>
                    <a:pt x="3670579" y="0"/>
                  </a:lnTo>
                  <a:lnTo>
                    <a:pt x="3669461" y="469"/>
                  </a:lnTo>
                  <a:lnTo>
                    <a:pt x="3667595" y="2336"/>
                  </a:lnTo>
                  <a:lnTo>
                    <a:pt x="3667125" y="3454"/>
                  </a:lnTo>
                  <a:lnTo>
                    <a:pt x="3667125" y="6083"/>
                  </a:lnTo>
                  <a:lnTo>
                    <a:pt x="3667595" y="7200"/>
                  </a:lnTo>
                  <a:lnTo>
                    <a:pt x="3669461" y="9067"/>
                  </a:lnTo>
                  <a:lnTo>
                    <a:pt x="3670579" y="9525"/>
                  </a:lnTo>
                  <a:lnTo>
                    <a:pt x="3673208" y="9525"/>
                  </a:lnTo>
                  <a:lnTo>
                    <a:pt x="3674326" y="9067"/>
                  </a:lnTo>
                  <a:lnTo>
                    <a:pt x="3676192" y="7200"/>
                  </a:lnTo>
                  <a:lnTo>
                    <a:pt x="3676650" y="6083"/>
                  </a:lnTo>
                  <a:lnTo>
                    <a:pt x="3676650" y="3454"/>
                  </a:lnTo>
                  <a:close/>
                </a:path>
                <a:path w="7486650" h="913130">
                  <a:moveTo>
                    <a:pt x="3724275" y="906970"/>
                  </a:moveTo>
                  <a:lnTo>
                    <a:pt x="3723817" y="905840"/>
                  </a:lnTo>
                  <a:lnTo>
                    <a:pt x="3721951" y="903986"/>
                  </a:lnTo>
                  <a:lnTo>
                    <a:pt x="3720833" y="903516"/>
                  </a:lnTo>
                  <a:lnTo>
                    <a:pt x="3718204" y="903516"/>
                  </a:lnTo>
                  <a:lnTo>
                    <a:pt x="3717086" y="903986"/>
                  </a:lnTo>
                  <a:lnTo>
                    <a:pt x="3715220" y="905840"/>
                  </a:lnTo>
                  <a:lnTo>
                    <a:pt x="3714750" y="906970"/>
                  </a:lnTo>
                  <a:lnTo>
                    <a:pt x="3714750" y="909599"/>
                  </a:lnTo>
                  <a:lnTo>
                    <a:pt x="3715220" y="910717"/>
                  </a:lnTo>
                  <a:lnTo>
                    <a:pt x="3717086" y="912583"/>
                  </a:lnTo>
                  <a:lnTo>
                    <a:pt x="3718204" y="913041"/>
                  </a:lnTo>
                  <a:lnTo>
                    <a:pt x="3720833" y="913041"/>
                  </a:lnTo>
                  <a:lnTo>
                    <a:pt x="3721951" y="912583"/>
                  </a:lnTo>
                  <a:lnTo>
                    <a:pt x="3723817" y="910717"/>
                  </a:lnTo>
                  <a:lnTo>
                    <a:pt x="3724275" y="909599"/>
                  </a:lnTo>
                  <a:lnTo>
                    <a:pt x="3724275" y="906970"/>
                  </a:lnTo>
                  <a:close/>
                </a:path>
                <a:path w="7486650" h="913130">
                  <a:moveTo>
                    <a:pt x="3724275" y="455206"/>
                  </a:moveTo>
                  <a:lnTo>
                    <a:pt x="3723817" y="454088"/>
                  </a:lnTo>
                  <a:lnTo>
                    <a:pt x="3721951" y="452234"/>
                  </a:lnTo>
                  <a:lnTo>
                    <a:pt x="3720833" y="451764"/>
                  </a:lnTo>
                  <a:lnTo>
                    <a:pt x="3718204" y="451764"/>
                  </a:lnTo>
                  <a:lnTo>
                    <a:pt x="3717086" y="452234"/>
                  </a:lnTo>
                  <a:lnTo>
                    <a:pt x="3715220" y="454088"/>
                  </a:lnTo>
                  <a:lnTo>
                    <a:pt x="3714750" y="455206"/>
                  </a:lnTo>
                  <a:lnTo>
                    <a:pt x="3714750" y="457835"/>
                  </a:lnTo>
                  <a:lnTo>
                    <a:pt x="3715220" y="458965"/>
                  </a:lnTo>
                  <a:lnTo>
                    <a:pt x="3717086" y="460819"/>
                  </a:lnTo>
                  <a:lnTo>
                    <a:pt x="3718204" y="461289"/>
                  </a:lnTo>
                  <a:lnTo>
                    <a:pt x="3720833" y="461289"/>
                  </a:lnTo>
                  <a:lnTo>
                    <a:pt x="3721951" y="460819"/>
                  </a:lnTo>
                  <a:lnTo>
                    <a:pt x="3723817" y="458965"/>
                  </a:lnTo>
                  <a:lnTo>
                    <a:pt x="3724275" y="457835"/>
                  </a:lnTo>
                  <a:lnTo>
                    <a:pt x="3724275" y="455206"/>
                  </a:lnTo>
                  <a:close/>
                </a:path>
                <a:path w="7486650" h="913130">
                  <a:moveTo>
                    <a:pt x="3724275" y="3454"/>
                  </a:moveTo>
                  <a:lnTo>
                    <a:pt x="3723817" y="2336"/>
                  </a:lnTo>
                  <a:lnTo>
                    <a:pt x="3721951" y="469"/>
                  </a:lnTo>
                  <a:lnTo>
                    <a:pt x="3720833" y="0"/>
                  </a:lnTo>
                  <a:lnTo>
                    <a:pt x="3718204" y="0"/>
                  </a:lnTo>
                  <a:lnTo>
                    <a:pt x="3717086" y="469"/>
                  </a:lnTo>
                  <a:lnTo>
                    <a:pt x="3715220" y="2336"/>
                  </a:lnTo>
                  <a:lnTo>
                    <a:pt x="3714750" y="3454"/>
                  </a:lnTo>
                  <a:lnTo>
                    <a:pt x="3714750" y="6083"/>
                  </a:lnTo>
                  <a:lnTo>
                    <a:pt x="3715220" y="7200"/>
                  </a:lnTo>
                  <a:lnTo>
                    <a:pt x="3717086" y="9067"/>
                  </a:lnTo>
                  <a:lnTo>
                    <a:pt x="3718204" y="9525"/>
                  </a:lnTo>
                  <a:lnTo>
                    <a:pt x="3720833" y="9525"/>
                  </a:lnTo>
                  <a:lnTo>
                    <a:pt x="3721951" y="9067"/>
                  </a:lnTo>
                  <a:lnTo>
                    <a:pt x="3723817" y="7200"/>
                  </a:lnTo>
                  <a:lnTo>
                    <a:pt x="3724275" y="6083"/>
                  </a:lnTo>
                  <a:lnTo>
                    <a:pt x="3724275" y="3454"/>
                  </a:lnTo>
                  <a:close/>
                </a:path>
                <a:path w="7486650" h="913130">
                  <a:moveTo>
                    <a:pt x="3771900" y="906970"/>
                  </a:moveTo>
                  <a:lnTo>
                    <a:pt x="3771442" y="905840"/>
                  </a:lnTo>
                  <a:lnTo>
                    <a:pt x="3769576" y="903986"/>
                  </a:lnTo>
                  <a:lnTo>
                    <a:pt x="3768458" y="903516"/>
                  </a:lnTo>
                  <a:lnTo>
                    <a:pt x="3765829" y="903516"/>
                  </a:lnTo>
                  <a:lnTo>
                    <a:pt x="3764711" y="903986"/>
                  </a:lnTo>
                  <a:lnTo>
                    <a:pt x="3762845" y="905840"/>
                  </a:lnTo>
                  <a:lnTo>
                    <a:pt x="3762375" y="906970"/>
                  </a:lnTo>
                  <a:lnTo>
                    <a:pt x="3762375" y="909599"/>
                  </a:lnTo>
                  <a:lnTo>
                    <a:pt x="3762845" y="910717"/>
                  </a:lnTo>
                  <a:lnTo>
                    <a:pt x="3764711" y="912583"/>
                  </a:lnTo>
                  <a:lnTo>
                    <a:pt x="3765829" y="913041"/>
                  </a:lnTo>
                  <a:lnTo>
                    <a:pt x="3768458" y="913041"/>
                  </a:lnTo>
                  <a:lnTo>
                    <a:pt x="3769576" y="912583"/>
                  </a:lnTo>
                  <a:lnTo>
                    <a:pt x="3771442" y="910717"/>
                  </a:lnTo>
                  <a:lnTo>
                    <a:pt x="3771900" y="909599"/>
                  </a:lnTo>
                  <a:lnTo>
                    <a:pt x="3771900" y="906970"/>
                  </a:lnTo>
                  <a:close/>
                </a:path>
                <a:path w="7486650" h="913130">
                  <a:moveTo>
                    <a:pt x="3771900" y="455206"/>
                  </a:moveTo>
                  <a:lnTo>
                    <a:pt x="3771442" y="454088"/>
                  </a:lnTo>
                  <a:lnTo>
                    <a:pt x="3769576" y="452234"/>
                  </a:lnTo>
                  <a:lnTo>
                    <a:pt x="3768458" y="451764"/>
                  </a:lnTo>
                  <a:lnTo>
                    <a:pt x="3765829" y="451764"/>
                  </a:lnTo>
                  <a:lnTo>
                    <a:pt x="3764711" y="452234"/>
                  </a:lnTo>
                  <a:lnTo>
                    <a:pt x="3762845" y="454088"/>
                  </a:lnTo>
                  <a:lnTo>
                    <a:pt x="3762375" y="455206"/>
                  </a:lnTo>
                  <a:lnTo>
                    <a:pt x="3762375" y="457835"/>
                  </a:lnTo>
                  <a:lnTo>
                    <a:pt x="3762845" y="458965"/>
                  </a:lnTo>
                  <a:lnTo>
                    <a:pt x="3764711" y="460819"/>
                  </a:lnTo>
                  <a:lnTo>
                    <a:pt x="3765829" y="461289"/>
                  </a:lnTo>
                  <a:lnTo>
                    <a:pt x="3768458" y="461289"/>
                  </a:lnTo>
                  <a:lnTo>
                    <a:pt x="3769576" y="460819"/>
                  </a:lnTo>
                  <a:lnTo>
                    <a:pt x="3771442" y="458965"/>
                  </a:lnTo>
                  <a:lnTo>
                    <a:pt x="3771900" y="457835"/>
                  </a:lnTo>
                  <a:lnTo>
                    <a:pt x="3771900" y="455206"/>
                  </a:lnTo>
                  <a:close/>
                </a:path>
                <a:path w="7486650" h="913130">
                  <a:moveTo>
                    <a:pt x="3771900" y="3454"/>
                  </a:moveTo>
                  <a:lnTo>
                    <a:pt x="3771442" y="2336"/>
                  </a:lnTo>
                  <a:lnTo>
                    <a:pt x="3769576" y="469"/>
                  </a:lnTo>
                  <a:lnTo>
                    <a:pt x="3768458" y="0"/>
                  </a:lnTo>
                  <a:lnTo>
                    <a:pt x="3765829" y="0"/>
                  </a:lnTo>
                  <a:lnTo>
                    <a:pt x="3764711" y="469"/>
                  </a:lnTo>
                  <a:lnTo>
                    <a:pt x="3762845" y="2336"/>
                  </a:lnTo>
                  <a:lnTo>
                    <a:pt x="3762375" y="3454"/>
                  </a:lnTo>
                  <a:lnTo>
                    <a:pt x="3762375" y="6083"/>
                  </a:lnTo>
                  <a:lnTo>
                    <a:pt x="3762845" y="7200"/>
                  </a:lnTo>
                  <a:lnTo>
                    <a:pt x="3764711" y="9067"/>
                  </a:lnTo>
                  <a:lnTo>
                    <a:pt x="3765829" y="9525"/>
                  </a:lnTo>
                  <a:lnTo>
                    <a:pt x="3768458" y="9525"/>
                  </a:lnTo>
                  <a:lnTo>
                    <a:pt x="3769576" y="9067"/>
                  </a:lnTo>
                  <a:lnTo>
                    <a:pt x="3771442" y="7200"/>
                  </a:lnTo>
                  <a:lnTo>
                    <a:pt x="3771900" y="6083"/>
                  </a:lnTo>
                  <a:lnTo>
                    <a:pt x="3771900" y="3454"/>
                  </a:lnTo>
                  <a:close/>
                </a:path>
                <a:path w="7486650" h="913130">
                  <a:moveTo>
                    <a:pt x="3819525" y="906970"/>
                  </a:moveTo>
                  <a:lnTo>
                    <a:pt x="3819067" y="905840"/>
                  </a:lnTo>
                  <a:lnTo>
                    <a:pt x="3817201" y="903986"/>
                  </a:lnTo>
                  <a:lnTo>
                    <a:pt x="3816083" y="903516"/>
                  </a:lnTo>
                  <a:lnTo>
                    <a:pt x="3813454" y="903516"/>
                  </a:lnTo>
                  <a:lnTo>
                    <a:pt x="3812336" y="903986"/>
                  </a:lnTo>
                  <a:lnTo>
                    <a:pt x="3810470" y="905840"/>
                  </a:lnTo>
                  <a:lnTo>
                    <a:pt x="3810000" y="906970"/>
                  </a:lnTo>
                  <a:lnTo>
                    <a:pt x="3810000" y="909599"/>
                  </a:lnTo>
                  <a:lnTo>
                    <a:pt x="3810470" y="910717"/>
                  </a:lnTo>
                  <a:lnTo>
                    <a:pt x="3812336" y="912583"/>
                  </a:lnTo>
                  <a:lnTo>
                    <a:pt x="3813454" y="913041"/>
                  </a:lnTo>
                  <a:lnTo>
                    <a:pt x="3816083" y="913041"/>
                  </a:lnTo>
                  <a:lnTo>
                    <a:pt x="3817201" y="912583"/>
                  </a:lnTo>
                  <a:lnTo>
                    <a:pt x="3819067" y="910717"/>
                  </a:lnTo>
                  <a:lnTo>
                    <a:pt x="3819525" y="909599"/>
                  </a:lnTo>
                  <a:lnTo>
                    <a:pt x="3819525" y="906970"/>
                  </a:lnTo>
                  <a:close/>
                </a:path>
                <a:path w="7486650" h="913130">
                  <a:moveTo>
                    <a:pt x="3819525" y="455206"/>
                  </a:moveTo>
                  <a:lnTo>
                    <a:pt x="3819067" y="454088"/>
                  </a:lnTo>
                  <a:lnTo>
                    <a:pt x="3817201" y="452234"/>
                  </a:lnTo>
                  <a:lnTo>
                    <a:pt x="3816083" y="451764"/>
                  </a:lnTo>
                  <a:lnTo>
                    <a:pt x="3813454" y="451764"/>
                  </a:lnTo>
                  <a:lnTo>
                    <a:pt x="3812336" y="452234"/>
                  </a:lnTo>
                  <a:lnTo>
                    <a:pt x="3810470" y="454088"/>
                  </a:lnTo>
                  <a:lnTo>
                    <a:pt x="3810000" y="455206"/>
                  </a:lnTo>
                  <a:lnTo>
                    <a:pt x="3810000" y="457835"/>
                  </a:lnTo>
                  <a:lnTo>
                    <a:pt x="3810470" y="458965"/>
                  </a:lnTo>
                  <a:lnTo>
                    <a:pt x="3812336" y="460819"/>
                  </a:lnTo>
                  <a:lnTo>
                    <a:pt x="3813454" y="461289"/>
                  </a:lnTo>
                  <a:lnTo>
                    <a:pt x="3816083" y="461289"/>
                  </a:lnTo>
                  <a:lnTo>
                    <a:pt x="3817201" y="460819"/>
                  </a:lnTo>
                  <a:lnTo>
                    <a:pt x="3819067" y="458965"/>
                  </a:lnTo>
                  <a:lnTo>
                    <a:pt x="3819525" y="457835"/>
                  </a:lnTo>
                  <a:lnTo>
                    <a:pt x="3819525" y="455206"/>
                  </a:lnTo>
                  <a:close/>
                </a:path>
                <a:path w="7486650" h="913130">
                  <a:moveTo>
                    <a:pt x="3819525" y="3454"/>
                  </a:moveTo>
                  <a:lnTo>
                    <a:pt x="3819067" y="2336"/>
                  </a:lnTo>
                  <a:lnTo>
                    <a:pt x="3817201" y="469"/>
                  </a:lnTo>
                  <a:lnTo>
                    <a:pt x="3816083" y="0"/>
                  </a:lnTo>
                  <a:lnTo>
                    <a:pt x="3813454" y="0"/>
                  </a:lnTo>
                  <a:lnTo>
                    <a:pt x="3812336" y="469"/>
                  </a:lnTo>
                  <a:lnTo>
                    <a:pt x="3810470" y="2336"/>
                  </a:lnTo>
                  <a:lnTo>
                    <a:pt x="3810000" y="3454"/>
                  </a:lnTo>
                  <a:lnTo>
                    <a:pt x="3810000" y="6083"/>
                  </a:lnTo>
                  <a:lnTo>
                    <a:pt x="3810470" y="7200"/>
                  </a:lnTo>
                  <a:lnTo>
                    <a:pt x="3812336" y="9067"/>
                  </a:lnTo>
                  <a:lnTo>
                    <a:pt x="3813454" y="9525"/>
                  </a:lnTo>
                  <a:lnTo>
                    <a:pt x="3816083" y="9525"/>
                  </a:lnTo>
                  <a:lnTo>
                    <a:pt x="3817201" y="9067"/>
                  </a:lnTo>
                  <a:lnTo>
                    <a:pt x="3819067" y="7200"/>
                  </a:lnTo>
                  <a:lnTo>
                    <a:pt x="3819525" y="6083"/>
                  </a:lnTo>
                  <a:lnTo>
                    <a:pt x="3819525" y="3454"/>
                  </a:lnTo>
                  <a:close/>
                </a:path>
                <a:path w="7486650" h="913130">
                  <a:moveTo>
                    <a:pt x="3867150" y="906970"/>
                  </a:moveTo>
                  <a:lnTo>
                    <a:pt x="3866692" y="905840"/>
                  </a:lnTo>
                  <a:lnTo>
                    <a:pt x="3864826" y="903986"/>
                  </a:lnTo>
                  <a:lnTo>
                    <a:pt x="3863708" y="903516"/>
                  </a:lnTo>
                  <a:lnTo>
                    <a:pt x="3861079" y="903516"/>
                  </a:lnTo>
                  <a:lnTo>
                    <a:pt x="3859949" y="903986"/>
                  </a:lnTo>
                  <a:lnTo>
                    <a:pt x="3858095" y="905840"/>
                  </a:lnTo>
                  <a:lnTo>
                    <a:pt x="3857625" y="906970"/>
                  </a:lnTo>
                  <a:lnTo>
                    <a:pt x="3857625" y="909599"/>
                  </a:lnTo>
                  <a:lnTo>
                    <a:pt x="3858095" y="910717"/>
                  </a:lnTo>
                  <a:lnTo>
                    <a:pt x="3859949" y="912583"/>
                  </a:lnTo>
                  <a:lnTo>
                    <a:pt x="3861079" y="913041"/>
                  </a:lnTo>
                  <a:lnTo>
                    <a:pt x="3863708" y="913041"/>
                  </a:lnTo>
                  <a:lnTo>
                    <a:pt x="3864826" y="912583"/>
                  </a:lnTo>
                  <a:lnTo>
                    <a:pt x="3866692" y="910717"/>
                  </a:lnTo>
                  <a:lnTo>
                    <a:pt x="3867150" y="909599"/>
                  </a:lnTo>
                  <a:lnTo>
                    <a:pt x="3867150" y="906970"/>
                  </a:lnTo>
                  <a:close/>
                </a:path>
                <a:path w="7486650" h="913130">
                  <a:moveTo>
                    <a:pt x="3867150" y="455206"/>
                  </a:moveTo>
                  <a:lnTo>
                    <a:pt x="3866692" y="454088"/>
                  </a:lnTo>
                  <a:lnTo>
                    <a:pt x="3864826" y="452234"/>
                  </a:lnTo>
                  <a:lnTo>
                    <a:pt x="3863708" y="451764"/>
                  </a:lnTo>
                  <a:lnTo>
                    <a:pt x="3861079" y="451764"/>
                  </a:lnTo>
                  <a:lnTo>
                    <a:pt x="3859949" y="452234"/>
                  </a:lnTo>
                  <a:lnTo>
                    <a:pt x="3858095" y="454088"/>
                  </a:lnTo>
                  <a:lnTo>
                    <a:pt x="3857625" y="455206"/>
                  </a:lnTo>
                  <a:lnTo>
                    <a:pt x="3857625" y="457835"/>
                  </a:lnTo>
                  <a:lnTo>
                    <a:pt x="3858095" y="458965"/>
                  </a:lnTo>
                  <a:lnTo>
                    <a:pt x="3859949" y="460819"/>
                  </a:lnTo>
                  <a:lnTo>
                    <a:pt x="3861079" y="461289"/>
                  </a:lnTo>
                  <a:lnTo>
                    <a:pt x="3863708" y="461289"/>
                  </a:lnTo>
                  <a:lnTo>
                    <a:pt x="3864826" y="460819"/>
                  </a:lnTo>
                  <a:lnTo>
                    <a:pt x="3866692" y="458965"/>
                  </a:lnTo>
                  <a:lnTo>
                    <a:pt x="3867150" y="457835"/>
                  </a:lnTo>
                  <a:lnTo>
                    <a:pt x="3867150" y="455206"/>
                  </a:lnTo>
                  <a:close/>
                </a:path>
                <a:path w="7486650" h="913130">
                  <a:moveTo>
                    <a:pt x="3867150" y="3454"/>
                  </a:moveTo>
                  <a:lnTo>
                    <a:pt x="3866692" y="2336"/>
                  </a:lnTo>
                  <a:lnTo>
                    <a:pt x="3864826" y="469"/>
                  </a:lnTo>
                  <a:lnTo>
                    <a:pt x="3863708" y="0"/>
                  </a:lnTo>
                  <a:lnTo>
                    <a:pt x="3861079" y="0"/>
                  </a:lnTo>
                  <a:lnTo>
                    <a:pt x="3859949" y="469"/>
                  </a:lnTo>
                  <a:lnTo>
                    <a:pt x="3858095" y="2336"/>
                  </a:lnTo>
                  <a:lnTo>
                    <a:pt x="3857625" y="3454"/>
                  </a:lnTo>
                  <a:lnTo>
                    <a:pt x="3857625" y="6083"/>
                  </a:lnTo>
                  <a:lnTo>
                    <a:pt x="3858095" y="7200"/>
                  </a:lnTo>
                  <a:lnTo>
                    <a:pt x="3859949" y="9067"/>
                  </a:lnTo>
                  <a:lnTo>
                    <a:pt x="3861079" y="9525"/>
                  </a:lnTo>
                  <a:lnTo>
                    <a:pt x="3863708" y="9525"/>
                  </a:lnTo>
                  <a:lnTo>
                    <a:pt x="3864826" y="9067"/>
                  </a:lnTo>
                  <a:lnTo>
                    <a:pt x="3866692" y="7200"/>
                  </a:lnTo>
                  <a:lnTo>
                    <a:pt x="3867150" y="6083"/>
                  </a:lnTo>
                  <a:lnTo>
                    <a:pt x="3867150" y="3454"/>
                  </a:lnTo>
                  <a:close/>
                </a:path>
                <a:path w="7486650" h="913130">
                  <a:moveTo>
                    <a:pt x="3914775" y="906970"/>
                  </a:moveTo>
                  <a:lnTo>
                    <a:pt x="3914317" y="905840"/>
                  </a:lnTo>
                  <a:lnTo>
                    <a:pt x="3912451" y="903986"/>
                  </a:lnTo>
                  <a:lnTo>
                    <a:pt x="3911333" y="903516"/>
                  </a:lnTo>
                  <a:lnTo>
                    <a:pt x="3908704" y="903516"/>
                  </a:lnTo>
                  <a:lnTo>
                    <a:pt x="3907574" y="903986"/>
                  </a:lnTo>
                  <a:lnTo>
                    <a:pt x="3905720" y="905840"/>
                  </a:lnTo>
                  <a:lnTo>
                    <a:pt x="3905250" y="906970"/>
                  </a:lnTo>
                  <a:lnTo>
                    <a:pt x="3905250" y="909599"/>
                  </a:lnTo>
                  <a:lnTo>
                    <a:pt x="3905720" y="910717"/>
                  </a:lnTo>
                  <a:lnTo>
                    <a:pt x="3907574" y="912583"/>
                  </a:lnTo>
                  <a:lnTo>
                    <a:pt x="3908704" y="913041"/>
                  </a:lnTo>
                  <a:lnTo>
                    <a:pt x="3911333" y="913041"/>
                  </a:lnTo>
                  <a:lnTo>
                    <a:pt x="3912451" y="912583"/>
                  </a:lnTo>
                  <a:lnTo>
                    <a:pt x="3914317" y="910717"/>
                  </a:lnTo>
                  <a:lnTo>
                    <a:pt x="3914775" y="909599"/>
                  </a:lnTo>
                  <a:lnTo>
                    <a:pt x="3914775" y="906970"/>
                  </a:lnTo>
                  <a:close/>
                </a:path>
                <a:path w="7486650" h="913130">
                  <a:moveTo>
                    <a:pt x="3914775" y="455206"/>
                  </a:moveTo>
                  <a:lnTo>
                    <a:pt x="3914317" y="454088"/>
                  </a:lnTo>
                  <a:lnTo>
                    <a:pt x="3912451" y="452234"/>
                  </a:lnTo>
                  <a:lnTo>
                    <a:pt x="3911333" y="451764"/>
                  </a:lnTo>
                  <a:lnTo>
                    <a:pt x="3908704" y="451764"/>
                  </a:lnTo>
                  <a:lnTo>
                    <a:pt x="3907574" y="452234"/>
                  </a:lnTo>
                  <a:lnTo>
                    <a:pt x="3905720" y="454088"/>
                  </a:lnTo>
                  <a:lnTo>
                    <a:pt x="3905250" y="455206"/>
                  </a:lnTo>
                  <a:lnTo>
                    <a:pt x="3905250" y="457835"/>
                  </a:lnTo>
                  <a:lnTo>
                    <a:pt x="3905720" y="458965"/>
                  </a:lnTo>
                  <a:lnTo>
                    <a:pt x="3907574" y="460819"/>
                  </a:lnTo>
                  <a:lnTo>
                    <a:pt x="3908704" y="461289"/>
                  </a:lnTo>
                  <a:lnTo>
                    <a:pt x="3911333" y="461289"/>
                  </a:lnTo>
                  <a:lnTo>
                    <a:pt x="3912451" y="460819"/>
                  </a:lnTo>
                  <a:lnTo>
                    <a:pt x="3914317" y="458965"/>
                  </a:lnTo>
                  <a:lnTo>
                    <a:pt x="3914775" y="457835"/>
                  </a:lnTo>
                  <a:lnTo>
                    <a:pt x="3914775" y="455206"/>
                  </a:lnTo>
                  <a:close/>
                </a:path>
                <a:path w="7486650" h="913130">
                  <a:moveTo>
                    <a:pt x="3914775" y="3454"/>
                  </a:moveTo>
                  <a:lnTo>
                    <a:pt x="3914317" y="2336"/>
                  </a:lnTo>
                  <a:lnTo>
                    <a:pt x="3912451" y="469"/>
                  </a:lnTo>
                  <a:lnTo>
                    <a:pt x="3911333" y="0"/>
                  </a:lnTo>
                  <a:lnTo>
                    <a:pt x="3908704" y="0"/>
                  </a:lnTo>
                  <a:lnTo>
                    <a:pt x="3907574" y="469"/>
                  </a:lnTo>
                  <a:lnTo>
                    <a:pt x="3905720" y="2336"/>
                  </a:lnTo>
                  <a:lnTo>
                    <a:pt x="3905250" y="3454"/>
                  </a:lnTo>
                  <a:lnTo>
                    <a:pt x="3905250" y="6083"/>
                  </a:lnTo>
                  <a:lnTo>
                    <a:pt x="3905720" y="7200"/>
                  </a:lnTo>
                  <a:lnTo>
                    <a:pt x="3907574" y="9067"/>
                  </a:lnTo>
                  <a:lnTo>
                    <a:pt x="3908704" y="9525"/>
                  </a:lnTo>
                  <a:lnTo>
                    <a:pt x="3911333" y="9525"/>
                  </a:lnTo>
                  <a:lnTo>
                    <a:pt x="3912451" y="9067"/>
                  </a:lnTo>
                  <a:lnTo>
                    <a:pt x="3914317" y="7200"/>
                  </a:lnTo>
                  <a:lnTo>
                    <a:pt x="3914775" y="6083"/>
                  </a:lnTo>
                  <a:lnTo>
                    <a:pt x="3914775" y="3454"/>
                  </a:lnTo>
                  <a:close/>
                </a:path>
                <a:path w="7486650" h="913130">
                  <a:moveTo>
                    <a:pt x="3962400" y="906970"/>
                  </a:moveTo>
                  <a:lnTo>
                    <a:pt x="3961942" y="905840"/>
                  </a:lnTo>
                  <a:lnTo>
                    <a:pt x="3960076" y="903986"/>
                  </a:lnTo>
                  <a:lnTo>
                    <a:pt x="3958958" y="903516"/>
                  </a:lnTo>
                  <a:lnTo>
                    <a:pt x="3956329" y="903516"/>
                  </a:lnTo>
                  <a:lnTo>
                    <a:pt x="3955199" y="903986"/>
                  </a:lnTo>
                  <a:lnTo>
                    <a:pt x="3953345" y="905840"/>
                  </a:lnTo>
                  <a:lnTo>
                    <a:pt x="3952875" y="906970"/>
                  </a:lnTo>
                  <a:lnTo>
                    <a:pt x="3952875" y="909599"/>
                  </a:lnTo>
                  <a:lnTo>
                    <a:pt x="3953345" y="910717"/>
                  </a:lnTo>
                  <a:lnTo>
                    <a:pt x="3955199" y="912583"/>
                  </a:lnTo>
                  <a:lnTo>
                    <a:pt x="3956329" y="913041"/>
                  </a:lnTo>
                  <a:lnTo>
                    <a:pt x="3958958" y="913041"/>
                  </a:lnTo>
                  <a:lnTo>
                    <a:pt x="3960076" y="912583"/>
                  </a:lnTo>
                  <a:lnTo>
                    <a:pt x="3961942" y="910717"/>
                  </a:lnTo>
                  <a:lnTo>
                    <a:pt x="3962400" y="909599"/>
                  </a:lnTo>
                  <a:lnTo>
                    <a:pt x="3962400" y="906970"/>
                  </a:lnTo>
                  <a:close/>
                </a:path>
                <a:path w="7486650" h="913130">
                  <a:moveTo>
                    <a:pt x="3962400" y="455206"/>
                  </a:moveTo>
                  <a:lnTo>
                    <a:pt x="3961942" y="454088"/>
                  </a:lnTo>
                  <a:lnTo>
                    <a:pt x="3960076" y="452234"/>
                  </a:lnTo>
                  <a:lnTo>
                    <a:pt x="3958958" y="451764"/>
                  </a:lnTo>
                  <a:lnTo>
                    <a:pt x="3956329" y="451764"/>
                  </a:lnTo>
                  <a:lnTo>
                    <a:pt x="3955199" y="452234"/>
                  </a:lnTo>
                  <a:lnTo>
                    <a:pt x="3953345" y="454088"/>
                  </a:lnTo>
                  <a:lnTo>
                    <a:pt x="3952875" y="455206"/>
                  </a:lnTo>
                  <a:lnTo>
                    <a:pt x="3952875" y="457835"/>
                  </a:lnTo>
                  <a:lnTo>
                    <a:pt x="3953345" y="458965"/>
                  </a:lnTo>
                  <a:lnTo>
                    <a:pt x="3955199" y="460819"/>
                  </a:lnTo>
                  <a:lnTo>
                    <a:pt x="3956329" y="461289"/>
                  </a:lnTo>
                  <a:lnTo>
                    <a:pt x="3958958" y="461289"/>
                  </a:lnTo>
                  <a:lnTo>
                    <a:pt x="3960076" y="460819"/>
                  </a:lnTo>
                  <a:lnTo>
                    <a:pt x="3961942" y="458965"/>
                  </a:lnTo>
                  <a:lnTo>
                    <a:pt x="3962400" y="457835"/>
                  </a:lnTo>
                  <a:lnTo>
                    <a:pt x="3962400" y="455206"/>
                  </a:lnTo>
                  <a:close/>
                </a:path>
                <a:path w="7486650" h="913130">
                  <a:moveTo>
                    <a:pt x="3962400" y="3454"/>
                  </a:moveTo>
                  <a:lnTo>
                    <a:pt x="3961942" y="2336"/>
                  </a:lnTo>
                  <a:lnTo>
                    <a:pt x="3960076" y="469"/>
                  </a:lnTo>
                  <a:lnTo>
                    <a:pt x="3958958" y="0"/>
                  </a:lnTo>
                  <a:lnTo>
                    <a:pt x="3956329" y="0"/>
                  </a:lnTo>
                  <a:lnTo>
                    <a:pt x="3955199" y="469"/>
                  </a:lnTo>
                  <a:lnTo>
                    <a:pt x="3953345" y="2336"/>
                  </a:lnTo>
                  <a:lnTo>
                    <a:pt x="3952875" y="3454"/>
                  </a:lnTo>
                  <a:lnTo>
                    <a:pt x="3952875" y="6083"/>
                  </a:lnTo>
                  <a:lnTo>
                    <a:pt x="3953345" y="7200"/>
                  </a:lnTo>
                  <a:lnTo>
                    <a:pt x="3955199" y="9067"/>
                  </a:lnTo>
                  <a:lnTo>
                    <a:pt x="3956329" y="9525"/>
                  </a:lnTo>
                  <a:lnTo>
                    <a:pt x="3958958" y="9525"/>
                  </a:lnTo>
                  <a:lnTo>
                    <a:pt x="3960076" y="9067"/>
                  </a:lnTo>
                  <a:lnTo>
                    <a:pt x="3961942" y="7200"/>
                  </a:lnTo>
                  <a:lnTo>
                    <a:pt x="3962400" y="6083"/>
                  </a:lnTo>
                  <a:lnTo>
                    <a:pt x="3962400" y="3454"/>
                  </a:lnTo>
                  <a:close/>
                </a:path>
                <a:path w="7486650" h="913130">
                  <a:moveTo>
                    <a:pt x="4010025" y="906970"/>
                  </a:moveTo>
                  <a:lnTo>
                    <a:pt x="4009567" y="905840"/>
                  </a:lnTo>
                  <a:lnTo>
                    <a:pt x="4007701" y="903986"/>
                  </a:lnTo>
                  <a:lnTo>
                    <a:pt x="4006583" y="903516"/>
                  </a:lnTo>
                  <a:lnTo>
                    <a:pt x="4003954" y="903516"/>
                  </a:lnTo>
                  <a:lnTo>
                    <a:pt x="4002836" y="903986"/>
                  </a:lnTo>
                  <a:lnTo>
                    <a:pt x="4000970" y="905840"/>
                  </a:lnTo>
                  <a:lnTo>
                    <a:pt x="4000500" y="906970"/>
                  </a:lnTo>
                  <a:lnTo>
                    <a:pt x="4000500" y="909599"/>
                  </a:lnTo>
                  <a:lnTo>
                    <a:pt x="4000970" y="910717"/>
                  </a:lnTo>
                  <a:lnTo>
                    <a:pt x="4002836" y="912583"/>
                  </a:lnTo>
                  <a:lnTo>
                    <a:pt x="4003954" y="913041"/>
                  </a:lnTo>
                  <a:lnTo>
                    <a:pt x="4006583" y="913041"/>
                  </a:lnTo>
                  <a:lnTo>
                    <a:pt x="4007701" y="912583"/>
                  </a:lnTo>
                  <a:lnTo>
                    <a:pt x="4009567" y="910717"/>
                  </a:lnTo>
                  <a:lnTo>
                    <a:pt x="4010025" y="909599"/>
                  </a:lnTo>
                  <a:lnTo>
                    <a:pt x="4010025" y="906970"/>
                  </a:lnTo>
                  <a:close/>
                </a:path>
                <a:path w="7486650" h="913130">
                  <a:moveTo>
                    <a:pt x="4010025" y="455206"/>
                  </a:moveTo>
                  <a:lnTo>
                    <a:pt x="4009567" y="454088"/>
                  </a:lnTo>
                  <a:lnTo>
                    <a:pt x="4007701" y="452234"/>
                  </a:lnTo>
                  <a:lnTo>
                    <a:pt x="4006583" y="451764"/>
                  </a:lnTo>
                  <a:lnTo>
                    <a:pt x="4003954" y="451764"/>
                  </a:lnTo>
                  <a:lnTo>
                    <a:pt x="4002836" y="452234"/>
                  </a:lnTo>
                  <a:lnTo>
                    <a:pt x="4000970" y="454088"/>
                  </a:lnTo>
                  <a:lnTo>
                    <a:pt x="4000500" y="455206"/>
                  </a:lnTo>
                  <a:lnTo>
                    <a:pt x="4000500" y="457835"/>
                  </a:lnTo>
                  <a:lnTo>
                    <a:pt x="4000970" y="458965"/>
                  </a:lnTo>
                  <a:lnTo>
                    <a:pt x="4002836" y="460819"/>
                  </a:lnTo>
                  <a:lnTo>
                    <a:pt x="4003954" y="461289"/>
                  </a:lnTo>
                  <a:lnTo>
                    <a:pt x="4006583" y="461289"/>
                  </a:lnTo>
                  <a:lnTo>
                    <a:pt x="4007701" y="460819"/>
                  </a:lnTo>
                  <a:lnTo>
                    <a:pt x="4009567" y="458965"/>
                  </a:lnTo>
                  <a:lnTo>
                    <a:pt x="4010025" y="457835"/>
                  </a:lnTo>
                  <a:lnTo>
                    <a:pt x="4010025" y="455206"/>
                  </a:lnTo>
                  <a:close/>
                </a:path>
                <a:path w="7486650" h="913130">
                  <a:moveTo>
                    <a:pt x="4010025" y="3454"/>
                  </a:moveTo>
                  <a:lnTo>
                    <a:pt x="4009567" y="2336"/>
                  </a:lnTo>
                  <a:lnTo>
                    <a:pt x="4007701" y="469"/>
                  </a:lnTo>
                  <a:lnTo>
                    <a:pt x="4006583" y="0"/>
                  </a:lnTo>
                  <a:lnTo>
                    <a:pt x="4003954" y="0"/>
                  </a:lnTo>
                  <a:lnTo>
                    <a:pt x="4002836" y="469"/>
                  </a:lnTo>
                  <a:lnTo>
                    <a:pt x="4000970" y="2336"/>
                  </a:lnTo>
                  <a:lnTo>
                    <a:pt x="4000500" y="3454"/>
                  </a:lnTo>
                  <a:lnTo>
                    <a:pt x="4000500" y="6083"/>
                  </a:lnTo>
                  <a:lnTo>
                    <a:pt x="4000970" y="7200"/>
                  </a:lnTo>
                  <a:lnTo>
                    <a:pt x="4002836" y="9067"/>
                  </a:lnTo>
                  <a:lnTo>
                    <a:pt x="4003954" y="9525"/>
                  </a:lnTo>
                  <a:lnTo>
                    <a:pt x="4006583" y="9525"/>
                  </a:lnTo>
                  <a:lnTo>
                    <a:pt x="4007701" y="9067"/>
                  </a:lnTo>
                  <a:lnTo>
                    <a:pt x="4009567" y="7200"/>
                  </a:lnTo>
                  <a:lnTo>
                    <a:pt x="4010025" y="6083"/>
                  </a:lnTo>
                  <a:lnTo>
                    <a:pt x="4010025" y="3454"/>
                  </a:lnTo>
                  <a:close/>
                </a:path>
                <a:path w="7486650" h="913130">
                  <a:moveTo>
                    <a:pt x="4057662" y="906970"/>
                  </a:moveTo>
                  <a:lnTo>
                    <a:pt x="4057192" y="905840"/>
                  </a:lnTo>
                  <a:lnTo>
                    <a:pt x="4055326" y="903986"/>
                  </a:lnTo>
                  <a:lnTo>
                    <a:pt x="4054208" y="903516"/>
                  </a:lnTo>
                  <a:lnTo>
                    <a:pt x="4051579" y="903516"/>
                  </a:lnTo>
                  <a:lnTo>
                    <a:pt x="4050461" y="903986"/>
                  </a:lnTo>
                  <a:lnTo>
                    <a:pt x="4048595" y="905840"/>
                  </a:lnTo>
                  <a:lnTo>
                    <a:pt x="4048125" y="906970"/>
                  </a:lnTo>
                  <a:lnTo>
                    <a:pt x="4048125" y="909599"/>
                  </a:lnTo>
                  <a:lnTo>
                    <a:pt x="4048595" y="910717"/>
                  </a:lnTo>
                  <a:lnTo>
                    <a:pt x="4050461" y="912583"/>
                  </a:lnTo>
                  <a:lnTo>
                    <a:pt x="4051579" y="913041"/>
                  </a:lnTo>
                  <a:lnTo>
                    <a:pt x="4054208" y="913041"/>
                  </a:lnTo>
                  <a:lnTo>
                    <a:pt x="4055326" y="912583"/>
                  </a:lnTo>
                  <a:lnTo>
                    <a:pt x="4057192" y="910717"/>
                  </a:lnTo>
                  <a:lnTo>
                    <a:pt x="4057662" y="909599"/>
                  </a:lnTo>
                  <a:lnTo>
                    <a:pt x="4057662" y="906970"/>
                  </a:lnTo>
                  <a:close/>
                </a:path>
                <a:path w="7486650" h="913130">
                  <a:moveTo>
                    <a:pt x="4057662" y="455206"/>
                  </a:moveTo>
                  <a:lnTo>
                    <a:pt x="4057192" y="454088"/>
                  </a:lnTo>
                  <a:lnTo>
                    <a:pt x="4055326" y="452234"/>
                  </a:lnTo>
                  <a:lnTo>
                    <a:pt x="4054208" y="451764"/>
                  </a:lnTo>
                  <a:lnTo>
                    <a:pt x="4051579" y="451764"/>
                  </a:lnTo>
                  <a:lnTo>
                    <a:pt x="4050461" y="452234"/>
                  </a:lnTo>
                  <a:lnTo>
                    <a:pt x="4048595" y="454088"/>
                  </a:lnTo>
                  <a:lnTo>
                    <a:pt x="4048125" y="455206"/>
                  </a:lnTo>
                  <a:lnTo>
                    <a:pt x="4048125" y="457835"/>
                  </a:lnTo>
                  <a:lnTo>
                    <a:pt x="4048595" y="458965"/>
                  </a:lnTo>
                  <a:lnTo>
                    <a:pt x="4050461" y="460819"/>
                  </a:lnTo>
                  <a:lnTo>
                    <a:pt x="4051579" y="461289"/>
                  </a:lnTo>
                  <a:lnTo>
                    <a:pt x="4054208" y="461289"/>
                  </a:lnTo>
                  <a:lnTo>
                    <a:pt x="4055326" y="460819"/>
                  </a:lnTo>
                  <a:lnTo>
                    <a:pt x="4057192" y="458965"/>
                  </a:lnTo>
                  <a:lnTo>
                    <a:pt x="4057662" y="457835"/>
                  </a:lnTo>
                  <a:lnTo>
                    <a:pt x="4057662" y="455206"/>
                  </a:lnTo>
                  <a:close/>
                </a:path>
                <a:path w="7486650" h="913130">
                  <a:moveTo>
                    <a:pt x="4057662" y="3454"/>
                  </a:moveTo>
                  <a:lnTo>
                    <a:pt x="4057192" y="2336"/>
                  </a:lnTo>
                  <a:lnTo>
                    <a:pt x="4055326" y="469"/>
                  </a:lnTo>
                  <a:lnTo>
                    <a:pt x="4054208" y="0"/>
                  </a:lnTo>
                  <a:lnTo>
                    <a:pt x="4051579" y="0"/>
                  </a:lnTo>
                  <a:lnTo>
                    <a:pt x="4050461" y="469"/>
                  </a:lnTo>
                  <a:lnTo>
                    <a:pt x="4048595" y="2336"/>
                  </a:lnTo>
                  <a:lnTo>
                    <a:pt x="4048125" y="3454"/>
                  </a:lnTo>
                  <a:lnTo>
                    <a:pt x="4048125" y="6083"/>
                  </a:lnTo>
                  <a:lnTo>
                    <a:pt x="4048595" y="7200"/>
                  </a:lnTo>
                  <a:lnTo>
                    <a:pt x="4050461" y="9067"/>
                  </a:lnTo>
                  <a:lnTo>
                    <a:pt x="4051579" y="9525"/>
                  </a:lnTo>
                  <a:lnTo>
                    <a:pt x="4054208" y="9525"/>
                  </a:lnTo>
                  <a:lnTo>
                    <a:pt x="4055326" y="9067"/>
                  </a:lnTo>
                  <a:lnTo>
                    <a:pt x="4057192" y="7200"/>
                  </a:lnTo>
                  <a:lnTo>
                    <a:pt x="4057662" y="6083"/>
                  </a:lnTo>
                  <a:lnTo>
                    <a:pt x="4057662" y="3454"/>
                  </a:lnTo>
                  <a:close/>
                </a:path>
                <a:path w="7486650" h="913130">
                  <a:moveTo>
                    <a:pt x="4105275" y="906970"/>
                  </a:moveTo>
                  <a:lnTo>
                    <a:pt x="4104817" y="905840"/>
                  </a:lnTo>
                  <a:lnTo>
                    <a:pt x="4102951" y="903986"/>
                  </a:lnTo>
                  <a:lnTo>
                    <a:pt x="4101833" y="903516"/>
                  </a:lnTo>
                  <a:lnTo>
                    <a:pt x="4099204" y="903516"/>
                  </a:lnTo>
                  <a:lnTo>
                    <a:pt x="4098086" y="903986"/>
                  </a:lnTo>
                  <a:lnTo>
                    <a:pt x="4096220" y="905840"/>
                  </a:lnTo>
                  <a:lnTo>
                    <a:pt x="4095750" y="906970"/>
                  </a:lnTo>
                  <a:lnTo>
                    <a:pt x="4095750" y="909599"/>
                  </a:lnTo>
                  <a:lnTo>
                    <a:pt x="4096220" y="910717"/>
                  </a:lnTo>
                  <a:lnTo>
                    <a:pt x="4098086" y="912583"/>
                  </a:lnTo>
                  <a:lnTo>
                    <a:pt x="4099204" y="913041"/>
                  </a:lnTo>
                  <a:lnTo>
                    <a:pt x="4101833" y="913041"/>
                  </a:lnTo>
                  <a:lnTo>
                    <a:pt x="4102951" y="912583"/>
                  </a:lnTo>
                  <a:lnTo>
                    <a:pt x="4104817" y="910717"/>
                  </a:lnTo>
                  <a:lnTo>
                    <a:pt x="4105275" y="909599"/>
                  </a:lnTo>
                  <a:lnTo>
                    <a:pt x="4105275" y="906970"/>
                  </a:lnTo>
                  <a:close/>
                </a:path>
                <a:path w="7486650" h="913130">
                  <a:moveTo>
                    <a:pt x="4105275" y="455206"/>
                  </a:moveTo>
                  <a:lnTo>
                    <a:pt x="4104817" y="454088"/>
                  </a:lnTo>
                  <a:lnTo>
                    <a:pt x="4102951" y="452234"/>
                  </a:lnTo>
                  <a:lnTo>
                    <a:pt x="4101833" y="451764"/>
                  </a:lnTo>
                  <a:lnTo>
                    <a:pt x="4099204" y="451764"/>
                  </a:lnTo>
                  <a:lnTo>
                    <a:pt x="4098086" y="452234"/>
                  </a:lnTo>
                  <a:lnTo>
                    <a:pt x="4096220" y="454088"/>
                  </a:lnTo>
                  <a:lnTo>
                    <a:pt x="4095750" y="455206"/>
                  </a:lnTo>
                  <a:lnTo>
                    <a:pt x="4095750" y="457835"/>
                  </a:lnTo>
                  <a:lnTo>
                    <a:pt x="4096220" y="458965"/>
                  </a:lnTo>
                  <a:lnTo>
                    <a:pt x="4098086" y="460819"/>
                  </a:lnTo>
                  <a:lnTo>
                    <a:pt x="4099204" y="461289"/>
                  </a:lnTo>
                  <a:lnTo>
                    <a:pt x="4101833" y="461289"/>
                  </a:lnTo>
                  <a:lnTo>
                    <a:pt x="4102951" y="460819"/>
                  </a:lnTo>
                  <a:lnTo>
                    <a:pt x="4104817" y="458965"/>
                  </a:lnTo>
                  <a:lnTo>
                    <a:pt x="4105275" y="457835"/>
                  </a:lnTo>
                  <a:lnTo>
                    <a:pt x="4105275" y="455206"/>
                  </a:lnTo>
                  <a:close/>
                </a:path>
                <a:path w="7486650" h="913130">
                  <a:moveTo>
                    <a:pt x="4105275" y="3454"/>
                  </a:moveTo>
                  <a:lnTo>
                    <a:pt x="4104817" y="2336"/>
                  </a:lnTo>
                  <a:lnTo>
                    <a:pt x="4102951" y="469"/>
                  </a:lnTo>
                  <a:lnTo>
                    <a:pt x="4101833" y="0"/>
                  </a:lnTo>
                  <a:lnTo>
                    <a:pt x="4099204" y="0"/>
                  </a:lnTo>
                  <a:lnTo>
                    <a:pt x="4098086" y="469"/>
                  </a:lnTo>
                  <a:lnTo>
                    <a:pt x="4096220" y="2336"/>
                  </a:lnTo>
                  <a:lnTo>
                    <a:pt x="4095750" y="3454"/>
                  </a:lnTo>
                  <a:lnTo>
                    <a:pt x="4095750" y="6083"/>
                  </a:lnTo>
                  <a:lnTo>
                    <a:pt x="4096220" y="7200"/>
                  </a:lnTo>
                  <a:lnTo>
                    <a:pt x="4098086" y="9067"/>
                  </a:lnTo>
                  <a:lnTo>
                    <a:pt x="4099204" y="9525"/>
                  </a:lnTo>
                  <a:lnTo>
                    <a:pt x="4101833" y="9525"/>
                  </a:lnTo>
                  <a:lnTo>
                    <a:pt x="4102951" y="9067"/>
                  </a:lnTo>
                  <a:lnTo>
                    <a:pt x="4104817" y="7200"/>
                  </a:lnTo>
                  <a:lnTo>
                    <a:pt x="4105275" y="6083"/>
                  </a:lnTo>
                  <a:lnTo>
                    <a:pt x="4105275" y="3454"/>
                  </a:lnTo>
                  <a:close/>
                </a:path>
                <a:path w="7486650" h="913130">
                  <a:moveTo>
                    <a:pt x="4152900" y="906970"/>
                  </a:moveTo>
                  <a:lnTo>
                    <a:pt x="4152442" y="905840"/>
                  </a:lnTo>
                  <a:lnTo>
                    <a:pt x="4150576" y="903986"/>
                  </a:lnTo>
                  <a:lnTo>
                    <a:pt x="4149458" y="903516"/>
                  </a:lnTo>
                  <a:lnTo>
                    <a:pt x="4146829" y="903516"/>
                  </a:lnTo>
                  <a:lnTo>
                    <a:pt x="4145711" y="903986"/>
                  </a:lnTo>
                  <a:lnTo>
                    <a:pt x="4143845" y="905840"/>
                  </a:lnTo>
                  <a:lnTo>
                    <a:pt x="4143375" y="906970"/>
                  </a:lnTo>
                  <a:lnTo>
                    <a:pt x="4143375" y="909599"/>
                  </a:lnTo>
                  <a:lnTo>
                    <a:pt x="4143845" y="910717"/>
                  </a:lnTo>
                  <a:lnTo>
                    <a:pt x="4145711" y="912583"/>
                  </a:lnTo>
                  <a:lnTo>
                    <a:pt x="4146829" y="913041"/>
                  </a:lnTo>
                  <a:lnTo>
                    <a:pt x="4149458" y="913041"/>
                  </a:lnTo>
                  <a:lnTo>
                    <a:pt x="4150576" y="912583"/>
                  </a:lnTo>
                  <a:lnTo>
                    <a:pt x="4152442" y="910717"/>
                  </a:lnTo>
                  <a:lnTo>
                    <a:pt x="4152900" y="909599"/>
                  </a:lnTo>
                  <a:lnTo>
                    <a:pt x="4152900" y="906970"/>
                  </a:lnTo>
                  <a:close/>
                </a:path>
                <a:path w="7486650" h="913130">
                  <a:moveTo>
                    <a:pt x="4152900" y="455206"/>
                  </a:moveTo>
                  <a:lnTo>
                    <a:pt x="4152442" y="454088"/>
                  </a:lnTo>
                  <a:lnTo>
                    <a:pt x="4150576" y="452234"/>
                  </a:lnTo>
                  <a:lnTo>
                    <a:pt x="4149458" y="451764"/>
                  </a:lnTo>
                  <a:lnTo>
                    <a:pt x="4146829" y="451764"/>
                  </a:lnTo>
                  <a:lnTo>
                    <a:pt x="4145711" y="452234"/>
                  </a:lnTo>
                  <a:lnTo>
                    <a:pt x="4143845" y="454088"/>
                  </a:lnTo>
                  <a:lnTo>
                    <a:pt x="4143375" y="455206"/>
                  </a:lnTo>
                  <a:lnTo>
                    <a:pt x="4143375" y="457835"/>
                  </a:lnTo>
                  <a:lnTo>
                    <a:pt x="4143845" y="458965"/>
                  </a:lnTo>
                  <a:lnTo>
                    <a:pt x="4145711" y="460819"/>
                  </a:lnTo>
                  <a:lnTo>
                    <a:pt x="4146829" y="461289"/>
                  </a:lnTo>
                  <a:lnTo>
                    <a:pt x="4149458" y="461289"/>
                  </a:lnTo>
                  <a:lnTo>
                    <a:pt x="4150576" y="460819"/>
                  </a:lnTo>
                  <a:lnTo>
                    <a:pt x="4152442" y="458965"/>
                  </a:lnTo>
                  <a:lnTo>
                    <a:pt x="4152900" y="457835"/>
                  </a:lnTo>
                  <a:lnTo>
                    <a:pt x="4152900" y="455206"/>
                  </a:lnTo>
                  <a:close/>
                </a:path>
                <a:path w="7486650" h="913130">
                  <a:moveTo>
                    <a:pt x="4152900" y="3454"/>
                  </a:moveTo>
                  <a:lnTo>
                    <a:pt x="4152442" y="2336"/>
                  </a:lnTo>
                  <a:lnTo>
                    <a:pt x="4150576" y="469"/>
                  </a:lnTo>
                  <a:lnTo>
                    <a:pt x="4149458" y="0"/>
                  </a:lnTo>
                  <a:lnTo>
                    <a:pt x="4146829" y="0"/>
                  </a:lnTo>
                  <a:lnTo>
                    <a:pt x="4145711" y="469"/>
                  </a:lnTo>
                  <a:lnTo>
                    <a:pt x="4143845" y="2336"/>
                  </a:lnTo>
                  <a:lnTo>
                    <a:pt x="4143375" y="3454"/>
                  </a:lnTo>
                  <a:lnTo>
                    <a:pt x="4143375" y="6083"/>
                  </a:lnTo>
                  <a:lnTo>
                    <a:pt x="4143845" y="7200"/>
                  </a:lnTo>
                  <a:lnTo>
                    <a:pt x="4145711" y="9067"/>
                  </a:lnTo>
                  <a:lnTo>
                    <a:pt x="4146829" y="9525"/>
                  </a:lnTo>
                  <a:lnTo>
                    <a:pt x="4149458" y="9525"/>
                  </a:lnTo>
                  <a:lnTo>
                    <a:pt x="4150576" y="9067"/>
                  </a:lnTo>
                  <a:lnTo>
                    <a:pt x="4152442" y="7200"/>
                  </a:lnTo>
                  <a:lnTo>
                    <a:pt x="4152900" y="6083"/>
                  </a:lnTo>
                  <a:lnTo>
                    <a:pt x="4152900" y="3454"/>
                  </a:lnTo>
                  <a:close/>
                </a:path>
                <a:path w="7486650" h="913130">
                  <a:moveTo>
                    <a:pt x="4200525" y="906970"/>
                  </a:moveTo>
                  <a:lnTo>
                    <a:pt x="4200067" y="905840"/>
                  </a:lnTo>
                  <a:lnTo>
                    <a:pt x="4198201" y="903986"/>
                  </a:lnTo>
                  <a:lnTo>
                    <a:pt x="4197083" y="903516"/>
                  </a:lnTo>
                  <a:lnTo>
                    <a:pt x="4194454" y="903516"/>
                  </a:lnTo>
                  <a:lnTo>
                    <a:pt x="4193336" y="903986"/>
                  </a:lnTo>
                  <a:lnTo>
                    <a:pt x="4191470" y="905840"/>
                  </a:lnTo>
                  <a:lnTo>
                    <a:pt x="4191000" y="906970"/>
                  </a:lnTo>
                  <a:lnTo>
                    <a:pt x="4191000" y="909599"/>
                  </a:lnTo>
                  <a:lnTo>
                    <a:pt x="4191470" y="910717"/>
                  </a:lnTo>
                  <a:lnTo>
                    <a:pt x="4193336" y="912583"/>
                  </a:lnTo>
                  <a:lnTo>
                    <a:pt x="4194454" y="913041"/>
                  </a:lnTo>
                  <a:lnTo>
                    <a:pt x="4197083" y="913041"/>
                  </a:lnTo>
                  <a:lnTo>
                    <a:pt x="4198201" y="912583"/>
                  </a:lnTo>
                  <a:lnTo>
                    <a:pt x="4200067" y="910717"/>
                  </a:lnTo>
                  <a:lnTo>
                    <a:pt x="4200525" y="909599"/>
                  </a:lnTo>
                  <a:lnTo>
                    <a:pt x="4200525" y="906970"/>
                  </a:lnTo>
                  <a:close/>
                </a:path>
                <a:path w="7486650" h="913130">
                  <a:moveTo>
                    <a:pt x="4200525" y="455206"/>
                  </a:moveTo>
                  <a:lnTo>
                    <a:pt x="4200067" y="454088"/>
                  </a:lnTo>
                  <a:lnTo>
                    <a:pt x="4198201" y="452234"/>
                  </a:lnTo>
                  <a:lnTo>
                    <a:pt x="4197083" y="451764"/>
                  </a:lnTo>
                  <a:lnTo>
                    <a:pt x="4194454" y="451764"/>
                  </a:lnTo>
                  <a:lnTo>
                    <a:pt x="4193336" y="452234"/>
                  </a:lnTo>
                  <a:lnTo>
                    <a:pt x="4191470" y="454088"/>
                  </a:lnTo>
                  <a:lnTo>
                    <a:pt x="4191000" y="455206"/>
                  </a:lnTo>
                  <a:lnTo>
                    <a:pt x="4191000" y="457835"/>
                  </a:lnTo>
                  <a:lnTo>
                    <a:pt x="4191470" y="458965"/>
                  </a:lnTo>
                  <a:lnTo>
                    <a:pt x="4193336" y="460819"/>
                  </a:lnTo>
                  <a:lnTo>
                    <a:pt x="4194454" y="461289"/>
                  </a:lnTo>
                  <a:lnTo>
                    <a:pt x="4197083" y="461289"/>
                  </a:lnTo>
                  <a:lnTo>
                    <a:pt x="4198201" y="460819"/>
                  </a:lnTo>
                  <a:lnTo>
                    <a:pt x="4200067" y="458965"/>
                  </a:lnTo>
                  <a:lnTo>
                    <a:pt x="4200525" y="457835"/>
                  </a:lnTo>
                  <a:lnTo>
                    <a:pt x="4200525" y="455206"/>
                  </a:lnTo>
                  <a:close/>
                </a:path>
                <a:path w="7486650" h="913130">
                  <a:moveTo>
                    <a:pt x="4200525" y="3454"/>
                  </a:moveTo>
                  <a:lnTo>
                    <a:pt x="4200067" y="2336"/>
                  </a:lnTo>
                  <a:lnTo>
                    <a:pt x="4198201" y="469"/>
                  </a:lnTo>
                  <a:lnTo>
                    <a:pt x="4197083" y="0"/>
                  </a:lnTo>
                  <a:lnTo>
                    <a:pt x="4194454" y="0"/>
                  </a:lnTo>
                  <a:lnTo>
                    <a:pt x="4193336" y="469"/>
                  </a:lnTo>
                  <a:lnTo>
                    <a:pt x="4191470" y="2336"/>
                  </a:lnTo>
                  <a:lnTo>
                    <a:pt x="4191000" y="3454"/>
                  </a:lnTo>
                  <a:lnTo>
                    <a:pt x="4191000" y="6083"/>
                  </a:lnTo>
                  <a:lnTo>
                    <a:pt x="4191470" y="7200"/>
                  </a:lnTo>
                  <a:lnTo>
                    <a:pt x="4193336" y="9067"/>
                  </a:lnTo>
                  <a:lnTo>
                    <a:pt x="4194454" y="9525"/>
                  </a:lnTo>
                  <a:lnTo>
                    <a:pt x="4197083" y="9525"/>
                  </a:lnTo>
                  <a:lnTo>
                    <a:pt x="4198201" y="9067"/>
                  </a:lnTo>
                  <a:lnTo>
                    <a:pt x="4200067" y="7200"/>
                  </a:lnTo>
                  <a:lnTo>
                    <a:pt x="4200525" y="6083"/>
                  </a:lnTo>
                  <a:lnTo>
                    <a:pt x="4200525" y="3454"/>
                  </a:lnTo>
                  <a:close/>
                </a:path>
                <a:path w="7486650" h="913130">
                  <a:moveTo>
                    <a:pt x="4248150" y="906970"/>
                  </a:moveTo>
                  <a:lnTo>
                    <a:pt x="4247693" y="905840"/>
                  </a:lnTo>
                  <a:lnTo>
                    <a:pt x="4245826" y="903986"/>
                  </a:lnTo>
                  <a:lnTo>
                    <a:pt x="4244708" y="903516"/>
                  </a:lnTo>
                  <a:lnTo>
                    <a:pt x="4242079" y="903516"/>
                  </a:lnTo>
                  <a:lnTo>
                    <a:pt x="4240962" y="903986"/>
                  </a:lnTo>
                  <a:lnTo>
                    <a:pt x="4239095" y="905840"/>
                  </a:lnTo>
                  <a:lnTo>
                    <a:pt x="4238625" y="906970"/>
                  </a:lnTo>
                  <a:lnTo>
                    <a:pt x="4238625" y="909599"/>
                  </a:lnTo>
                  <a:lnTo>
                    <a:pt x="4239095" y="910717"/>
                  </a:lnTo>
                  <a:lnTo>
                    <a:pt x="4240962" y="912583"/>
                  </a:lnTo>
                  <a:lnTo>
                    <a:pt x="4242079" y="913041"/>
                  </a:lnTo>
                  <a:lnTo>
                    <a:pt x="4244708" y="913041"/>
                  </a:lnTo>
                  <a:lnTo>
                    <a:pt x="4245826" y="912583"/>
                  </a:lnTo>
                  <a:lnTo>
                    <a:pt x="4247693" y="910717"/>
                  </a:lnTo>
                  <a:lnTo>
                    <a:pt x="4248150" y="909599"/>
                  </a:lnTo>
                  <a:lnTo>
                    <a:pt x="4248150" y="906970"/>
                  </a:lnTo>
                  <a:close/>
                </a:path>
                <a:path w="7486650" h="913130">
                  <a:moveTo>
                    <a:pt x="4248150" y="455206"/>
                  </a:moveTo>
                  <a:lnTo>
                    <a:pt x="4247693" y="454088"/>
                  </a:lnTo>
                  <a:lnTo>
                    <a:pt x="4245826" y="452234"/>
                  </a:lnTo>
                  <a:lnTo>
                    <a:pt x="4244708" y="451764"/>
                  </a:lnTo>
                  <a:lnTo>
                    <a:pt x="4242079" y="451764"/>
                  </a:lnTo>
                  <a:lnTo>
                    <a:pt x="4240962" y="452234"/>
                  </a:lnTo>
                  <a:lnTo>
                    <a:pt x="4239095" y="454088"/>
                  </a:lnTo>
                  <a:lnTo>
                    <a:pt x="4238625" y="455206"/>
                  </a:lnTo>
                  <a:lnTo>
                    <a:pt x="4238625" y="457835"/>
                  </a:lnTo>
                  <a:lnTo>
                    <a:pt x="4239095" y="458965"/>
                  </a:lnTo>
                  <a:lnTo>
                    <a:pt x="4240962" y="460819"/>
                  </a:lnTo>
                  <a:lnTo>
                    <a:pt x="4242079" y="461289"/>
                  </a:lnTo>
                  <a:lnTo>
                    <a:pt x="4244708" y="461289"/>
                  </a:lnTo>
                  <a:lnTo>
                    <a:pt x="4245826" y="460819"/>
                  </a:lnTo>
                  <a:lnTo>
                    <a:pt x="4247693" y="458965"/>
                  </a:lnTo>
                  <a:lnTo>
                    <a:pt x="4248150" y="457835"/>
                  </a:lnTo>
                  <a:lnTo>
                    <a:pt x="4248150" y="455206"/>
                  </a:lnTo>
                  <a:close/>
                </a:path>
                <a:path w="7486650" h="913130">
                  <a:moveTo>
                    <a:pt x="4248150" y="3454"/>
                  </a:moveTo>
                  <a:lnTo>
                    <a:pt x="4247693" y="2336"/>
                  </a:lnTo>
                  <a:lnTo>
                    <a:pt x="4245826" y="469"/>
                  </a:lnTo>
                  <a:lnTo>
                    <a:pt x="4244708" y="0"/>
                  </a:lnTo>
                  <a:lnTo>
                    <a:pt x="4242079" y="0"/>
                  </a:lnTo>
                  <a:lnTo>
                    <a:pt x="4240962" y="469"/>
                  </a:lnTo>
                  <a:lnTo>
                    <a:pt x="4239095" y="2336"/>
                  </a:lnTo>
                  <a:lnTo>
                    <a:pt x="4238625" y="3454"/>
                  </a:lnTo>
                  <a:lnTo>
                    <a:pt x="4238625" y="6083"/>
                  </a:lnTo>
                  <a:lnTo>
                    <a:pt x="4239095" y="7200"/>
                  </a:lnTo>
                  <a:lnTo>
                    <a:pt x="4240962" y="9067"/>
                  </a:lnTo>
                  <a:lnTo>
                    <a:pt x="4242079" y="9525"/>
                  </a:lnTo>
                  <a:lnTo>
                    <a:pt x="4244708" y="9525"/>
                  </a:lnTo>
                  <a:lnTo>
                    <a:pt x="4245826" y="9067"/>
                  </a:lnTo>
                  <a:lnTo>
                    <a:pt x="4247693" y="7200"/>
                  </a:lnTo>
                  <a:lnTo>
                    <a:pt x="4248150" y="6083"/>
                  </a:lnTo>
                  <a:lnTo>
                    <a:pt x="4248150" y="3454"/>
                  </a:lnTo>
                  <a:close/>
                </a:path>
                <a:path w="7486650" h="913130">
                  <a:moveTo>
                    <a:pt x="4295775" y="906970"/>
                  </a:moveTo>
                  <a:lnTo>
                    <a:pt x="4295318" y="905840"/>
                  </a:lnTo>
                  <a:lnTo>
                    <a:pt x="4293451" y="903986"/>
                  </a:lnTo>
                  <a:lnTo>
                    <a:pt x="4292333" y="903516"/>
                  </a:lnTo>
                  <a:lnTo>
                    <a:pt x="4289704" y="903516"/>
                  </a:lnTo>
                  <a:lnTo>
                    <a:pt x="4288587" y="903986"/>
                  </a:lnTo>
                  <a:lnTo>
                    <a:pt x="4286720" y="905840"/>
                  </a:lnTo>
                  <a:lnTo>
                    <a:pt x="4286250" y="906970"/>
                  </a:lnTo>
                  <a:lnTo>
                    <a:pt x="4286250" y="909599"/>
                  </a:lnTo>
                  <a:lnTo>
                    <a:pt x="4286720" y="910717"/>
                  </a:lnTo>
                  <a:lnTo>
                    <a:pt x="4288587" y="912583"/>
                  </a:lnTo>
                  <a:lnTo>
                    <a:pt x="4289704" y="913041"/>
                  </a:lnTo>
                  <a:lnTo>
                    <a:pt x="4292333" y="913041"/>
                  </a:lnTo>
                  <a:lnTo>
                    <a:pt x="4293451" y="912583"/>
                  </a:lnTo>
                  <a:lnTo>
                    <a:pt x="4295318" y="910717"/>
                  </a:lnTo>
                  <a:lnTo>
                    <a:pt x="4295775" y="909599"/>
                  </a:lnTo>
                  <a:lnTo>
                    <a:pt x="4295775" y="906970"/>
                  </a:lnTo>
                  <a:close/>
                </a:path>
                <a:path w="7486650" h="913130">
                  <a:moveTo>
                    <a:pt x="4295775" y="455206"/>
                  </a:moveTo>
                  <a:lnTo>
                    <a:pt x="4295318" y="454088"/>
                  </a:lnTo>
                  <a:lnTo>
                    <a:pt x="4293451" y="452234"/>
                  </a:lnTo>
                  <a:lnTo>
                    <a:pt x="4292333" y="451764"/>
                  </a:lnTo>
                  <a:lnTo>
                    <a:pt x="4289704" y="451764"/>
                  </a:lnTo>
                  <a:lnTo>
                    <a:pt x="4288587" y="452234"/>
                  </a:lnTo>
                  <a:lnTo>
                    <a:pt x="4286720" y="454088"/>
                  </a:lnTo>
                  <a:lnTo>
                    <a:pt x="4286250" y="455206"/>
                  </a:lnTo>
                  <a:lnTo>
                    <a:pt x="4286250" y="457835"/>
                  </a:lnTo>
                  <a:lnTo>
                    <a:pt x="4286720" y="458965"/>
                  </a:lnTo>
                  <a:lnTo>
                    <a:pt x="4288587" y="460819"/>
                  </a:lnTo>
                  <a:lnTo>
                    <a:pt x="4289704" y="461289"/>
                  </a:lnTo>
                  <a:lnTo>
                    <a:pt x="4292333" y="461289"/>
                  </a:lnTo>
                  <a:lnTo>
                    <a:pt x="4293451" y="460819"/>
                  </a:lnTo>
                  <a:lnTo>
                    <a:pt x="4295318" y="458965"/>
                  </a:lnTo>
                  <a:lnTo>
                    <a:pt x="4295775" y="457835"/>
                  </a:lnTo>
                  <a:lnTo>
                    <a:pt x="4295775" y="455206"/>
                  </a:lnTo>
                  <a:close/>
                </a:path>
                <a:path w="7486650" h="913130">
                  <a:moveTo>
                    <a:pt x="4295775" y="3454"/>
                  </a:moveTo>
                  <a:lnTo>
                    <a:pt x="4295318" y="2336"/>
                  </a:lnTo>
                  <a:lnTo>
                    <a:pt x="4293451" y="469"/>
                  </a:lnTo>
                  <a:lnTo>
                    <a:pt x="4292333" y="0"/>
                  </a:lnTo>
                  <a:lnTo>
                    <a:pt x="4289704" y="0"/>
                  </a:lnTo>
                  <a:lnTo>
                    <a:pt x="4288587" y="469"/>
                  </a:lnTo>
                  <a:lnTo>
                    <a:pt x="4286720" y="2336"/>
                  </a:lnTo>
                  <a:lnTo>
                    <a:pt x="4286250" y="3454"/>
                  </a:lnTo>
                  <a:lnTo>
                    <a:pt x="4286250" y="6083"/>
                  </a:lnTo>
                  <a:lnTo>
                    <a:pt x="4286720" y="7200"/>
                  </a:lnTo>
                  <a:lnTo>
                    <a:pt x="4288587" y="9067"/>
                  </a:lnTo>
                  <a:lnTo>
                    <a:pt x="4289704" y="9525"/>
                  </a:lnTo>
                  <a:lnTo>
                    <a:pt x="4292333" y="9525"/>
                  </a:lnTo>
                  <a:lnTo>
                    <a:pt x="4293451" y="9067"/>
                  </a:lnTo>
                  <a:lnTo>
                    <a:pt x="4295318" y="7200"/>
                  </a:lnTo>
                  <a:lnTo>
                    <a:pt x="4295775" y="6083"/>
                  </a:lnTo>
                  <a:lnTo>
                    <a:pt x="4295775" y="3454"/>
                  </a:lnTo>
                  <a:close/>
                </a:path>
                <a:path w="7486650" h="913130">
                  <a:moveTo>
                    <a:pt x="4343400" y="906970"/>
                  </a:moveTo>
                  <a:lnTo>
                    <a:pt x="4342943" y="905840"/>
                  </a:lnTo>
                  <a:lnTo>
                    <a:pt x="4341076" y="903986"/>
                  </a:lnTo>
                  <a:lnTo>
                    <a:pt x="4339958" y="903516"/>
                  </a:lnTo>
                  <a:lnTo>
                    <a:pt x="4337329" y="903516"/>
                  </a:lnTo>
                  <a:lnTo>
                    <a:pt x="4336199" y="903986"/>
                  </a:lnTo>
                  <a:lnTo>
                    <a:pt x="4334345" y="905840"/>
                  </a:lnTo>
                  <a:lnTo>
                    <a:pt x="4333875" y="906970"/>
                  </a:lnTo>
                  <a:lnTo>
                    <a:pt x="4333875" y="909599"/>
                  </a:lnTo>
                  <a:lnTo>
                    <a:pt x="4334345" y="910717"/>
                  </a:lnTo>
                  <a:lnTo>
                    <a:pt x="4336199" y="912583"/>
                  </a:lnTo>
                  <a:lnTo>
                    <a:pt x="4337329" y="913041"/>
                  </a:lnTo>
                  <a:lnTo>
                    <a:pt x="4339958" y="913041"/>
                  </a:lnTo>
                  <a:lnTo>
                    <a:pt x="4341076" y="912583"/>
                  </a:lnTo>
                  <a:lnTo>
                    <a:pt x="4342943" y="910717"/>
                  </a:lnTo>
                  <a:lnTo>
                    <a:pt x="4343400" y="909599"/>
                  </a:lnTo>
                  <a:lnTo>
                    <a:pt x="4343400" y="906970"/>
                  </a:lnTo>
                  <a:close/>
                </a:path>
                <a:path w="7486650" h="913130">
                  <a:moveTo>
                    <a:pt x="4343400" y="455206"/>
                  </a:moveTo>
                  <a:lnTo>
                    <a:pt x="4342943" y="454088"/>
                  </a:lnTo>
                  <a:lnTo>
                    <a:pt x="4341076" y="452234"/>
                  </a:lnTo>
                  <a:lnTo>
                    <a:pt x="4339958" y="451764"/>
                  </a:lnTo>
                  <a:lnTo>
                    <a:pt x="4337329" y="451764"/>
                  </a:lnTo>
                  <a:lnTo>
                    <a:pt x="4336199" y="452234"/>
                  </a:lnTo>
                  <a:lnTo>
                    <a:pt x="4334345" y="454088"/>
                  </a:lnTo>
                  <a:lnTo>
                    <a:pt x="4333875" y="455206"/>
                  </a:lnTo>
                  <a:lnTo>
                    <a:pt x="4333875" y="457835"/>
                  </a:lnTo>
                  <a:lnTo>
                    <a:pt x="4334345" y="458965"/>
                  </a:lnTo>
                  <a:lnTo>
                    <a:pt x="4336199" y="460819"/>
                  </a:lnTo>
                  <a:lnTo>
                    <a:pt x="4337329" y="461289"/>
                  </a:lnTo>
                  <a:lnTo>
                    <a:pt x="4339958" y="461289"/>
                  </a:lnTo>
                  <a:lnTo>
                    <a:pt x="4341076" y="460819"/>
                  </a:lnTo>
                  <a:lnTo>
                    <a:pt x="4342943" y="458965"/>
                  </a:lnTo>
                  <a:lnTo>
                    <a:pt x="4343400" y="457835"/>
                  </a:lnTo>
                  <a:lnTo>
                    <a:pt x="4343400" y="455206"/>
                  </a:lnTo>
                  <a:close/>
                </a:path>
                <a:path w="7486650" h="913130">
                  <a:moveTo>
                    <a:pt x="4343400" y="3454"/>
                  </a:moveTo>
                  <a:lnTo>
                    <a:pt x="4342943" y="2336"/>
                  </a:lnTo>
                  <a:lnTo>
                    <a:pt x="4341076" y="469"/>
                  </a:lnTo>
                  <a:lnTo>
                    <a:pt x="4339958" y="0"/>
                  </a:lnTo>
                  <a:lnTo>
                    <a:pt x="4337329" y="0"/>
                  </a:lnTo>
                  <a:lnTo>
                    <a:pt x="4336199" y="469"/>
                  </a:lnTo>
                  <a:lnTo>
                    <a:pt x="4334345" y="2336"/>
                  </a:lnTo>
                  <a:lnTo>
                    <a:pt x="4333875" y="3454"/>
                  </a:lnTo>
                  <a:lnTo>
                    <a:pt x="4333875" y="6083"/>
                  </a:lnTo>
                  <a:lnTo>
                    <a:pt x="4334345" y="7200"/>
                  </a:lnTo>
                  <a:lnTo>
                    <a:pt x="4336199" y="9067"/>
                  </a:lnTo>
                  <a:lnTo>
                    <a:pt x="4337329" y="9525"/>
                  </a:lnTo>
                  <a:lnTo>
                    <a:pt x="4339958" y="9525"/>
                  </a:lnTo>
                  <a:lnTo>
                    <a:pt x="4341076" y="9067"/>
                  </a:lnTo>
                  <a:lnTo>
                    <a:pt x="4342943" y="7200"/>
                  </a:lnTo>
                  <a:lnTo>
                    <a:pt x="4343400" y="6083"/>
                  </a:lnTo>
                  <a:lnTo>
                    <a:pt x="4343400" y="3454"/>
                  </a:lnTo>
                  <a:close/>
                </a:path>
                <a:path w="7486650" h="913130">
                  <a:moveTo>
                    <a:pt x="4391025" y="906970"/>
                  </a:moveTo>
                  <a:lnTo>
                    <a:pt x="4390568" y="905840"/>
                  </a:lnTo>
                  <a:lnTo>
                    <a:pt x="4388701" y="903986"/>
                  </a:lnTo>
                  <a:lnTo>
                    <a:pt x="4387583" y="903516"/>
                  </a:lnTo>
                  <a:lnTo>
                    <a:pt x="4384954" y="903516"/>
                  </a:lnTo>
                  <a:lnTo>
                    <a:pt x="4383824" y="903986"/>
                  </a:lnTo>
                  <a:lnTo>
                    <a:pt x="4381970" y="905840"/>
                  </a:lnTo>
                  <a:lnTo>
                    <a:pt x="4381500" y="906970"/>
                  </a:lnTo>
                  <a:lnTo>
                    <a:pt x="4381500" y="909599"/>
                  </a:lnTo>
                  <a:lnTo>
                    <a:pt x="4381970" y="910717"/>
                  </a:lnTo>
                  <a:lnTo>
                    <a:pt x="4383824" y="912583"/>
                  </a:lnTo>
                  <a:lnTo>
                    <a:pt x="4384954" y="913041"/>
                  </a:lnTo>
                  <a:lnTo>
                    <a:pt x="4387583" y="913041"/>
                  </a:lnTo>
                  <a:lnTo>
                    <a:pt x="4388701" y="912583"/>
                  </a:lnTo>
                  <a:lnTo>
                    <a:pt x="4390568" y="910717"/>
                  </a:lnTo>
                  <a:lnTo>
                    <a:pt x="4391025" y="909599"/>
                  </a:lnTo>
                  <a:lnTo>
                    <a:pt x="4391025" y="906970"/>
                  </a:lnTo>
                  <a:close/>
                </a:path>
                <a:path w="7486650" h="913130">
                  <a:moveTo>
                    <a:pt x="4391025" y="455206"/>
                  </a:moveTo>
                  <a:lnTo>
                    <a:pt x="4390568" y="454088"/>
                  </a:lnTo>
                  <a:lnTo>
                    <a:pt x="4388701" y="452234"/>
                  </a:lnTo>
                  <a:lnTo>
                    <a:pt x="4387583" y="451764"/>
                  </a:lnTo>
                  <a:lnTo>
                    <a:pt x="4384954" y="451764"/>
                  </a:lnTo>
                  <a:lnTo>
                    <a:pt x="4383824" y="452234"/>
                  </a:lnTo>
                  <a:lnTo>
                    <a:pt x="4381970" y="454088"/>
                  </a:lnTo>
                  <a:lnTo>
                    <a:pt x="4381500" y="455206"/>
                  </a:lnTo>
                  <a:lnTo>
                    <a:pt x="4381500" y="457835"/>
                  </a:lnTo>
                  <a:lnTo>
                    <a:pt x="4381970" y="458965"/>
                  </a:lnTo>
                  <a:lnTo>
                    <a:pt x="4383824" y="460819"/>
                  </a:lnTo>
                  <a:lnTo>
                    <a:pt x="4384954" y="461289"/>
                  </a:lnTo>
                  <a:lnTo>
                    <a:pt x="4387583" y="461289"/>
                  </a:lnTo>
                  <a:lnTo>
                    <a:pt x="4388701" y="460819"/>
                  </a:lnTo>
                  <a:lnTo>
                    <a:pt x="4390568" y="458965"/>
                  </a:lnTo>
                  <a:lnTo>
                    <a:pt x="4391025" y="457835"/>
                  </a:lnTo>
                  <a:lnTo>
                    <a:pt x="4391025" y="455206"/>
                  </a:lnTo>
                  <a:close/>
                </a:path>
                <a:path w="7486650" h="913130">
                  <a:moveTo>
                    <a:pt x="4391025" y="3454"/>
                  </a:moveTo>
                  <a:lnTo>
                    <a:pt x="4390568" y="2336"/>
                  </a:lnTo>
                  <a:lnTo>
                    <a:pt x="4388701" y="469"/>
                  </a:lnTo>
                  <a:lnTo>
                    <a:pt x="4387583" y="0"/>
                  </a:lnTo>
                  <a:lnTo>
                    <a:pt x="4384954" y="0"/>
                  </a:lnTo>
                  <a:lnTo>
                    <a:pt x="4383824" y="469"/>
                  </a:lnTo>
                  <a:lnTo>
                    <a:pt x="4381970" y="2336"/>
                  </a:lnTo>
                  <a:lnTo>
                    <a:pt x="4381500" y="3454"/>
                  </a:lnTo>
                  <a:lnTo>
                    <a:pt x="4381500" y="6083"/>
                  </a:lnTo>
                  <a:lnTo>
                    <a:pt x="4381970" y="7200"/>
                  </a:lnTo>
                  <a:lnTo>
                    <a:pt x="4383824" y="9067"/>
                  </a:lnTo>
                  <a:lnTo>
                    <a:pt x="4384954" y="9525"/>
                  </a:lnTo>
                  <a:lnTo>
                    <a:pt x="4387583" y="9525"/>
                  </a:lnTo>
                  <a:lnTo>
                    <a:pt x="4388701" y="9067"/>
                  </a:lnTo>
                  <a:lnTo>
                    <a:pt x="4390568" y="7200"/>
                  </a:lnTo>
                  <a:lnTo>
                    <a:pt x="4391025" y="6083"/>
                  </a:lnTo>
                  <a:lnTo>
                    <a:pt x="4391025" y="3454"/>
                  </a:lnTo>
                  <a:close/>
                </a:path>
                <a:path w="7486650" h="913130">
                  <a:moveTo>
                    <a:pt x="4438650" y="906970"/>
                  </a:moveTo>
                  <a:lnTo>
                    <a:pt x="4438193" y="905840"/>
                  </a:lnTo>
                  <a:lnTo>
                    <a:pt x="4436326" y="903986"/>
                  </a:lnTo>
                  <a:lnTo>
                    <a:pt x="4435208" y="903516"/>
                  </a:lnTo>
                  <a:lnTo>
                    <a:pt x="4432579" y="903516"/>
                  </a:lnTo>
                  <a:lnTo>
                    <a:pt x="4431449" y="903986"/>
                  </a:lnTo>
                  <a:lnTo>
                    <a:pt x="4429595" y="905840"/>
                  </a:lnTo>
                  <a:lnTo>
                    <a:pt x="4429125" y="906970"/>
                  </a:lnTo>
                  <a:lnTo>
                    <a:pt x="4429125" y="909599"/>
                  </a:lnTo>
                  <a:lnTo>
                    <a:pt x="4429595" y="910717"/>
                  </a:lnTo>
                  <a:lnTo>
                    <a:pt x="4431449" y="912583"/>
                  </a:lnTo>
                  <a:lnTo>
                    <a:pt x="4432579" y="913041"/>
                  </a:lnTo>
                  <a:lnTo>
                    <a:pt x="4435208" y="913041"/>
                  </a:lnTo>
                  <a:lnTo>
                    <a:pt x="4436326" y="912583"/>
                  </a:lnTo>
                  <a:lnTo>
                    <a:pt x="4438193" y="910717"/>
                  </a:lnTo>
                  <a:lnTo>
                    <a:pt x="4438650" y="909599"/>
                  </a:lnTo>
                  <a:lnTo>
                    <a:pt x="4438650" y="906970"/>
                  </a:lnTo>
                  <a:close/>
                </a:path>
                <a:path w="7486650" h="913130">
                  <a:moveTo>
                    <a:pt x="4438650" y="455206"/>
                  </a:moveTo>
                  <a:lnTo>
                    <a:pt x="4438193" y="454088"/>
                  </a:lnTo>
                  <a:lnTo>
                    <a:pt x="4436326" y="452234"/>
                  </a:lnTo>
                  <a:lnTo>
                    <a:pt x="4435208" y="451764"/>
                  </a:lnTo>
                  <a:lnTo>
                    <a:pt x="4432579" y="451764"/>
                  </a:lnTo>
                  <a:lnTo>
                    <a:pt x="4431449" y="452234"/>
                  </a:lnTo>
                  <a:lnTo>
                    <a:pt x="4429595" y="454088"/>
                  </a:lnTo>
                  <a:lnTo>
                    <a:pt x="4429125" y="455206"/>
                  </a:lnTo>
                  <a:lnTo>
                    <a:pt x="4429125" y="457835"/>
                  </a:lnTo>
                  <a:lnTo>
                    <a:pt x="4429595" y="458965"/>
                  </a:lnTo>
                  <a:lnTo>
                    <a:pt x="4431449" y="460819"/>
                  </a:lnTo>
                  <a:lnTo>
                    <a:pt x="4432579" y="461289"/>
                  </a:lnTo>
                  <a:lnTo>
                    <a:pt x="4435208" y="461289"/>
                  </a:lnTo>
                  <a:lnTo>
                    <a:pt x="4436326" y="460819"/>
                  </a:lnTo>
                  <a:lnTo>
                    <a:pt x="4438193" y="458965"/>
                  </a:lnTo>
                  <a:lnTo>
                    <a:pt x="4438650" y="457835"/>
                  </a:lnTo>
                  <a:lnTo>
                    <a:pt x="4438650" y="455206"/>
                  </a:lnTo>
                  <a:close/>
                </a:path>
                <a:path w="7486650" h="913130">
                  <a:moveTo>
                    <a:pt x="4438650" y="3454"/>
                  </a:moveTo>
                  <a:lnTo>
                    <a:pt x="4438193" y="2336"/>
                  </a:lnTo>
                  <a:lnTo>
                    <a:pt x="4436326" y="469"/>
                  </a:lnTo>
                  <a:lnTo>
                    <a:pt x="4435208" y="0"/>
                  </a:lnTo>
                  <a:lnTo>
                    <a:pt x="4432579" y="0"/>
                  </a:lnTo>
                  <a:lnTo>
                    <a:pt x="4431449" y="469"/>
                  </a:lnTo>
                  <a:lnTo>
                    <a:pt x="4429595" y="2336"/>
                  </a:lnTo>
                  <a:lnTo>
                    <a:pt x="4429125" y="3454"/>
                  </a:lnTo>
                  <a:lnTo>
                    <a:pt x="4429125" y="6083"/>
                  </a:lnTo>
                  <a:lnTo>
                    <a:pt x="4429595" y="7200"/>
                  </a:lnTo>
                  <a:lnTo>
                    <a:pt x="4431449" y="9067"/>
                  </a:lnTo>
                  <a:lnTo>
                    <a:pt x="4432579" y="9525"/>
                  </a:lnTo>
                  <a:lnTo>
                    <a:pt x="4435208" y="9525"/>
                  </a:lnTo>
                  <a:lnTo>
                    <a:pt x="4436326" y="9067"/>
                  </a:lnTo>
                  <a:lnTo>
                    <a:pt x="4438193" y="7200"/>
                  </a:lnTo>
                  <a:lnTo>
                    <a:pt x="4438650" y="6083"/>
                  </a:lnTo>
                  <a:lnTo>
                    <a:pt x="4438650" y="3454"/>
                  </a:lnTo>
                  <a:close/>
                </a:path>
                <a:path w="7486650" h="913130">
                  <a:moveTo>
                    <a:pt x="4486275" y="906970"/>
                  </a:moveTo>
                  <a:lnTo>
                    <a:pt x="4485818" y="905840"/>
                  </a:lnTo>
                  <a:lnTo>
                    <a:pt x="4483951" y="903986"/>
                  </a:lnTo>
                  <a:lnTo>
                    <a:pt x="4482833" y="903516"/>
                  </a:lnTo>
                  <a:lnTo>
                    <a:pt x="4480204" y="903516"/>
                  </a:lnTo>
                  <a:lnTo>
                    <a:pt x="4479074" y="903986"/>
                  </a:lnTo>
                  <a:lnTo>
                    <a:pt x="4477220" y="905840"/>
                  </a:lnTo>
                  <a:lnTo>
                    <a:pt x="4476750" y="906970"/>
                  </a:lnTo>
                  <a:lnTo>
                    <a:pt x="4476750" y="909599"/>
                  </a:lnTo>
                  <a:lnTo>
                    <a:pt x="4477220" y="910717"/>
                  </a:lnTo>
                  <a:lnTo>
                    <a:pt x="4479074" y="912583"/>
                  </a:lnTo>
                  <a:lnTo>
                    <a:pt x="4480204" y="913041"/>
                  </a:lnTo>
                  <a:lnTo>
                    <a:pt x="4482833" y="913041"/>
                  </a:lnTo>
                  <a:lnTo>
                    <a:pt x="4483951" y="912583"/>
                  </a:lnTo>
                  <a:lnTo>
                    <a:pt x="4485818" y="910717"/>
                  </a:lnTo>
                  <a:lnTo>
                    <a:pt x="4486275" y="909599"/>
                  </a:lnTo>
                  <a:lnTo>
                    <a:pt x="4486275" y="906970"/>
                  </a:lnTo>
                  <a:close/>
                </a:path>
                <a:path w="7486650" h="913130">
                  <a:moveTo>
                    <a:pt x="4486275" y="455206"/>
                  </a:moveTo>
                  <a:lnTo>
                    <a:pt x="4485818" y="454088"/>
                  </a:lnTo>
                  <a:lnTo>
                    <a:pt x="4483951" y="452234"/>
                  </a:lnTo>
                  <a:lnTo>
                    <a:pt x="4482833" y="451764"/>
                  </a:lnTo>
                  <a:lnTo>
                    <a:pt x="4480204" y="451764"/>
                  </a:lnTo>
                  <a:lnTo>
                    <a:pt x="4479074" y="452234"/>
                  </a:lnTo>
                  <a:lnTo>
                    <a:pt x="4477220" y="454088"/>
                  </a:lnTo>
                  <a:lnTo>
                    <a:pt x="4476750" y="455206"/>
                  </a:lnTo>
                  <a:lnTo>
                    <a:pt x="4476750" y="457835"/>
                  </a:lnTo>
                  <a:lnTo>
                    <a:pt x="4477220" y="458965"/>
                  </a:lnTo>
                  <a:lnTo>
                    <a:pt x="4479074" y="460819"/>
                  </a:lnTo>
                  <a:lnTo>
                    <a:pt x="4480204" y="461289"/>
                  </a:lnTo>
                  <a:lnTo>
                    <a:pt x="4482833" y="461289"/>
                  </a:lnTo>
                  <a:lnTo>
                    <a:pt x="4483951" y="460819"/>
                  </a:lnTo>
                  <a:lnTo>
                    <a:pt x="4485818" y="458965"/>
                  </a:lnTo>
                  <a:lnTo>
                    <a:pt x="4486275" y="457835"/>
                  </a:lnTo>
                  <a:lnTo>
                    <a:pt x="4486275" y="455206"/>
                  </a:lnTo>
                  <a:close/>
                </a:path>
                <a:path w="7486650" h="913130">
                  <a:moveTo>
                    <a:pt x="4486275" y="3454"/>
                  </a:moveTo>
                  <a:lnTo>
                    <a:pt x="4485818" y="2336"/>
                  </a:lnTo>
                  <a:lnTo>
                    <a:pt x="4483951" y="469"/>
                  </a:lnTo>
                  <a:lnTo>
                    <a:pt x="4482833" y="0"/>
                  </a:lnTo>
                  <a:lnTo>
                    <a:pt x="4480204" y="0"/>
                  </a:lnTo>
                  <a:lnTo>
                    <a:pt x="4479074" y="469"/>
                  </a:lnTo>
                  <a:lnTo>
                    <a:pt x="4477220" y="2336"/>
                  </a:lnTo>
                  <a:lnTo>
                    <a:pt x="4476750" y="3454"/>
                  </a:lnTo>
                  <a:lnTo>
                    <a:pt x="4476750" y="6083"/>
                  </a:lnTo>
                  <a:lnTo>
                    <a:pt x="4477220" y="7200"/>
                  </a:lnTo>
                  <a:lnTo>
                    <a:pt x="4479074" y="9067"/>
                  </a:lnTo>
                  <a:lnTo>
                    <a:pt x="4480204" y="9525"/>
                  </a:lnTo>
                  <a:lnTo>
                    <a:pt x="4482833" y="9525"/>
                  </a:lnTo>
                  <a:lnTo>
                    <a:pt x="4483951" y="9067"/>
                  </a:lnTo>
                  <a:lnTo>
                    <a:pt x="4485818" y="7200"/>
                  </a:lnTo>
                  <a:lnTo>
                    <a:pt x="4486275" y="6083"/>
                  </a:lnTo>
                  <a:lnTo>
                    <a:pt x="4486275" y="3454"/>
                  </a:lnTo>
                  <a:close/>
                </a:path>
                <a:path w="7486650" h="913130">
                  <a:moveTo>
                    <a:pt x="4533900" y="906970"/>
                  </a:moveTo>
                  <a:lnTo>
                    <a:pt x="4533443" y="905840"/>
                  </a:lnTo>
                  <a:lnTo>
                    <a:pt x="4531576" y="903986"/>
                  </a:lnTo>
                  <a:lnTo>
                    <a:pt x="4530458" y="903516"/>
                  </a:lnTo>
                  <a:lnTo>
                    <a:pt x="4527829" y="903516"/>
                  </a:lnTo>
                  <a:lnTo>
                    <a:pt x="4526712" y="903986"/>
                  </a:lnTo>
                  <a:lnTo>
                    <a:pt x="4524845" y="905840"/>
                  </a:lnTo>
                  <a:lnTo>
                    <a:pt x="4524375" y="906970"/>
                  </a:lnTo>
                  <a:lnTo>
                    <a:pt x="4524375" y="909599"/>
                  </a:lnTo>
                  <a:lnTo>
                    <a:pt x="4524845" y="910717"/>
                  </a:lnTo>
                  <a:lnTo>
                    <a:pt x="4526712" y="912583"/>
                  </a:lnTo>
                  <a:lnTo>
                    <a:pt x="4527829" y="913041"/>
                  </a:lnTo>
                  <a:lnTo>
                    <a:pt x="4530458" y="913041"/>
                  </a:lnTo>
                  <a:lnTo>
                    <a:pt x="4531576" y="912583"/>
                  </a:lnTo>
                  <a:lnTo>
                    <a:pt x="4533443" y="910717"/>
                  </a:lnTo>
                  <a:lnTo>
                    <a:pt x="4533900" y="909599"/>
                  </a:lnTo>
                  <a:lnTo>
                    <a:pt x="4533900" y="906970"/>
                  </a:lnTo>
                  <a:close/>
                </a:path>
                <a:path w="7486650" h="913130">
                  <a:moveTo>
                    <a:pt x="4533900" y="455206"/>
                  </a:moveTo>
                  <a:lnTo>
                    <a:pt x="4533443" y="454088"/>
                  </a:lnTo>
                  <a:lnTo>
                    <a:pt x="4531576" y="452234"/>
                  </a:lnTo>
                  <a:lnTo>
                    <a:pt x="4530458" y="451764"/>
                  </a:lnTo>
                  <a:lnTo>
                    <a:pt x="4527829" y="451764"/>
                  </a:lnTo>
                  <a:lnTo>
                    <a:pt x="4526712" y="452234"/>
                  </a:lnTo>
                  <a:lnTo>
                    <a:pt x="4524845" y="454088"/>
                  </a:lnTo>
                  <a:lnTo>
                    <a:pt x="4524375" y="455206"/>
                  </a:lnTo>
                  <a:lnTo>
                    <a:pt x="4524375" y="457835"/>
                  </a:lnTo>
                  <a:lnTo>
                    <a:pt x="4524845" y="458965"/>
                  </a:lnTo>
                  <a:lnTo>
                    <a:pt x="4526712" y="460819"/>
                  </a:lnTo>
                  <a:lnTo>
                    <a:pt x="4527829" y="461289"/>
                  </a:lnTo>
                  <a:lnTo>
                    <a:pt x="4530458" y="461289"/>
                  </a:lnTo>
                  <a:lnTo>
                    <a:pt x="4531576" y="460819"/>
                  </a:lnTo>
                  <a:lnTo>
                    <a:pt x="4533443" y="458965"/>
                  </a:lnTo>
                  <a:lnTo>
                    <a:pt x="4533900" y="457835"/>
                  </a:lnTo>
                  <a:lnTo>
                    <a:pt x="4533900" y="455206"/>
                  </a:lnTo>
                  <a:close/>
                </a:path>
                <a:path w="7486650" h="913130">
                  <a:moveTo>
                    <a:pt x="4533900" y="3454"/>
                  </a:moveTo>
                  <a:lnTo>
                    <a:pt x="4533443" y="2336"/>
                  </a:lnTo>
                  <a:lnTo>
                    <a:pt x="4531576" y="469"/>
                  </a:lnTo>
                  <a:lnTo>
                    <a:pt x="4530458" y="0"/>
                  </a:lnTo>
                  <a:lnTo>
                    <a:pt x="4527829" y="0"/>
                  </a:lnTo>
                  <a:lnTo>
                    <a:pt x="4526712" y="469"/>
                  </a:lnTo>
                  <a:lnTo>
                    <a:pt x="4524845" y="2336"/>
                  </a:lnTo>
                  <a:lnTo>
                    <a:pt x="4524375" y="3454"/>
                  </a:lnTo>
                  <a:lnTo>
                    <a:pt x="4524375" y="6083"/>
                  </a:lnTo>
                  <a:lnTo>
                    <a:pt x="4524845" y="7200"/>
                  </a:lnTo>
                  <a:lnTo>
                    <a:pt x="4526712" y="9067"/>
                  </a:lnTo>
                  <a:lnTo>
                    <a:pt x="4527829" y="9525"/>
                  </a:lnTo>
                  <a:lnTo>
                    <a:pt x="4530458" y="9525"/>
                  </a:lnTo>
                  <a:lnTo>
                    <a:pt x="4531576" y="9067"/>
                  </a:lnTo>
                  <a:lnTo>
                    <a:pt x="4533443" y="7200"/>
                  </a:lnTo>
                  <a:lnTo>
                    <a:pt x="4533900" y="6083"/>
                  </a:lnTo>
                  <a:lnTo>
                    <a:pt x="4533900" y="3454"/>
                  </a:lnTo>
                  <a:close/>
                </a:path>
                <a:path w="7486650" h="913130">
                  <a:moveTo>
                    <a:pt x="4581537" y="906970"/>
                  </a:moveTo>
                  <a:lnTo>
                    <a:pt x="4581068" y="905840"/>
                  </a:lnTo>
                  <a:lnTo>
                    <a:pt x="4579201" y="903986"/>
                  </a:lnTo>
                  <a:lnTo>
                    <a:pt x="4578083" y="903516"/>
                  </a:lnTo>
                  <a:lnTo>
                    <a:pt x="4575454" y="903516"/>
                  </a:lnTo>
                  <a:lnTo>
                    <a:pt x="4574337" y="903986"/>
                  </a:lnTo>
                  <a:lnTo>
                    <a:pt x="4572470" y="905840"/>
                  </a:lnTo>
                  <a:lnTo>
                    <a:pt x="4572000" y="906970"/>
                  </a:lnTo>
                  <a:lnTo>
                    <a:pt x="4572000" y="909599"/>
                  </a:lnTo>
                  <a:lnTo>
                    <a:pt x="4572470" y="910717"/>
                  </a:lnTo>
                  <a:lnTo>
                    <a:pt x="4574337" y="912583"/>
                  </a:lnTo>
                  <a:lnTo>
                    <a:pt x="4575454" y="913041"/>
                  </a:lnTo>
                  <a:lnTo>
                    <a:pt x="4578083" y="913041"/>
                  </a:lnTo>
                  <a:lnTo>
                    <a:pt x="4579201" y="912583"/>
                  </a:lnTo>
                  <a:lnTo>
                    <a:pt x="4581068" y="910717"/>
                  </a:lnTo>
                  <a:lnTo>
                    <a:pt x="4581537" y="909599"/>
                  </a:lnTo>
                  <a:lnTo>
                    <a:pt x="4581537" y="906970"/>
                  </a:lnTo>
                  <a:close/>
                </a:path>
                <a:path w="7486650" h="913130">
                  <a:moveTo>
                    <a:pt x="4581537" y="455206"/>
                  </a:moveTo>
                  <a:lnTo>
                    <a:pt x="4581068" y="454088"/>
                  </a:lnTo>
                  <a:lnTo>
                    <a:pt x="4579201" y="452234"/>
                  </a:lnTo>
                  <a:lnTo>
                    <a:pt x="4578083" y="451764"/>
                  </a:lnTo>
                  <a:lnTo>
                    <a:pt x="4575454" y="451764"/>
                  </a:lnTo>
                  <a:lnTo>
                    <a:pt x="4574337" y="452234"/>
                  </a:lnTo>
                  <a:lnTo>
                    <a:pt x="4572470" y="454088"/>
                  </a:lnTo>
                  <a:lnTo>
                    <a:pt x="4572000" y="455206"/>
                  </a:lnTo>
                  <a:lnTo>
                    <a:pt x="4572000" y="457835"/>
                  </a:lnTo>
                  <a:lnTo>
                    <a:pt x="4572470" y="458965"/>
                  </a:lnTo>
                  <a:lnTo>
                    <a:pt x="4574337" y="460819"/>
                  </a:lnTo>
                  <a:lnTo>
                    <a:pt x="4575454" y="461289"/>
                  </a:lnTo>
                  <a:lnTo>
                    <a:pt x="4578083" y="461289"/>
                  </a:lnTo>
                  <a:lnTo>
                    <a:pt x="4579201" y="460819"/>
                  </a:lnTo>
                  <a:lnTo>
                    <a:pt x="4581068" y="458965"/>
                  </a:lnTo>
                  <a:lnTo>
                    <a:pt x="4581537" y="457835"/>
                  </a:lnTo>
                  <a:lnTo>
                    <a:pt x="4581537" y="455206"/>
                  </a:lnTo>
                  <a:close/>
                </a:path>
                <a:path w="7486650" h="913130">
                  <a:moveTo>
                    <a:pt x="4581537" y="3454"/>
                  </a:moveTo>
                  <a:lnTo>
                    <a:pt x="4581068" y="2336"/>
                  </a:lnTo>
                  <a:lnTo>
                    <a:pt x="4579201" y="469"/>
                  </a:lnTo>
                  <a:lnTo>
                    <a:pt x="4578083" y="0"/>
                  </a:lnTo>
                  <a:lnTo>
                    <a:pt x="4575454" y="0"/>
                  </a:lnTo>
                  <a:lnTo>
                    <a:pt x="4574337" y="469"/>
                  </a:lnTo>
                  <a:lnTo>
                    <a:pt x="4572470" y="2336"/>
                  </a:lnTo>
                  <a:lnTo>
                    <a:pt x="4572000" y="3454"/>
                  </a:lnTo>
                  <a:lnTo>
                    <a:pt x="4572000" y="6083"/>
                  </a:lnTo>
                  <a:lnTo>
                    <a:pt x="4572470" y="7200"/>
                  </a:lnTo>
                  <a:lnTo>
                    <a:pt x="4574337" y="9067"/>
                  </a:lnTo>
                  <a:lnTo>
                    <a:pt x="4575454" y="9525"/>
                  </a:lnTo>
                  <a:lnTo>
                    <a:pt x="4578083" y="9525"/>
                  </a:lnTo>
                  <a:lnTo>
                    <a:pt x="4579201" y="9067"/>
                  </a:lnTo>
                  <a:lnTo>
                    <a:pt x="4581068" y="7200"/>
                  </a:lnTo>
                  <a:lnTo>
                    <a:pt x="4581537" y="6083"/>
                  </a:lnTo>
                  <a:lnTo>
                    <a:pt x="4581537" y="3454"/>
                  </a:lnTo>
                  <a:close/>
                </a:path>
                <a:path w="7486650" h="913130">
                  <a:moveTo>
                    <a:pt x="4629150" y="906970"/>
                  </a:moveTo>
                  <a:lnTo>
                    <a:pt x="4628693" y="905840"/>
                  </a:lnTo>
                  <a:lnTo>
                    <a:pt x="4626826" y="903986"/>
                  </a:lnTo>
                  <a:lnTo>
                    <a:pt x="4625708" y="903516"/>
                  </a:lnTo>
                  <a:lnTo>
                    <a:pt x="4623079" y="903516"/>
                  </a:lnTo>
                  <a:lnTo>
                    <a:pt x="4621962" y="903986"/>
                  </a:lnTo>
                  <a:lnTo>
                    <a:pt x="4620095" y="905840"/>
                  </a:lnTo>
                  <a:lnTo>
                    <a:pt x="4619625" y="906970"/>
                  </a:lnTo>
                  <a:lnTo>
                    <a:pt x="4619625" y="909599"/>
                  </a:lnTo>
                  <a:lnTo>
                    <a:pt x="4620095" y="910717"/>
                  </a:lnTo>
                  <a:lnTo>
                    <a:pt x="4621962" y="912583"/>
                  </a:lnTo>
                  <a:lnTo>
                    <a:pt x="4623079" y="913041"/>
                  </a:lnTo>
                  <a:lnTo>
                    <a:pt x="4625708" y="913041"/>
                  </a:lnTo>
                  <a:lnTo>
                    <a:pt x="4626826" y="912583"/>
                  </a:lnTo>
                  <a:lnTo>
                    <a:pt x="4628693" y="910717"/>
                  </a:lnTo>
                  <a:lnTo>
                    <a:pt x="4629150" y="909599"/>
                  </a:lnTo>
                  <a:lnTo>
                    <a:pt x="4629150" y="906970"/>
                  </a:lnTo>
                  <a:close/>
                </a:path>
                <a:path w="7486650" h="913130">
                  <a:moveTo>
                    <a:pt x="4629150" y="455206"/>
                  </a:moveTo>
                  <a:lnTo>
                    <a:pt x="4628693" y="454088"/>
                  </a:lnTo>
                  <a:lnTo>
                    <a:pt x="4626826" y="452234"/>
                  </a:lnTo>
                  <a:lnTo>
                    <a:pt x="4625708" y="451764"/>
                  </a:lnTo>
                  <a:lnTo>
                    <a:pt x="4623079" y="451764"/>
                  </a:lnTo>
                  <a:lnTo>
                    <a:pt x="4621962" y="452234"/>
                  </a:lnTo>
                  <a:lnTo>
                    <a:pt x="4620095" y="454088"/>
                  </a:lnTo>
                  <a:lnTo>
                    <a:pt x="4619625" y="455206"/>
                  </a:lnTo>
                  <a:lnTo>
                    <a:pt x="4619625" y="457835"/>
                  </a:lnTo>
                  <a:lnTo>
                    <a:pt x="4620095" y="458965"/>
                  </a:lnTo>
                  <a:lnTo>
                    <a:pt x="4621962" y="460819"/>
                  </a:lnTo>
                  <a:lnTo>
                    <a:pt x="4623079" y="461289"/>
                  </a:lnTo>
                  <a:lnTo>
                    <a:pt x="4625708" y="461289"/>
                  </a:lnTo>
                  <a:lnTo>
                    <a:pt x="4626826" y="460819"/>
                  </a:lnTo>
                  <a:lnTo>
                    <a:pt x="4628693" y="458965"/>
                  </a:lnTo>
                  <a:lnTo>
                    <a:pt x="4629150" y="457835"/>
                  </a:lnTo>
                  <a:lnTo>
                    <a:pt x="4629150" y="455206"/>
                  </a:lnTo>
                  <a:close/>
                </a:path>
                <a:path w="7486650" h="913130">
                  <a:moveTo>
                    <a:pt x="4629150" y="3454"/>
                  </a:moveTo>
                  <a:lnTo>
                    <a:pt x="4628693" y="2336"/>
                  </a:lnTo>
                  <a:lnTo>
                    <a:pt x="4626826" y="469"/>
                  </a:lnTo>
                  <a:lnTo>
                    <a:pt x="4625708" y="0"/>
                  </a:lnTo>
                  <a:lnTo>
                    <a:pt x="4623079" y="0"/>
                  </a:lnTo>
                  <a:lnTo>
                    <a:pt x="4621962" y="469"/>
                  </a:lnTo>
                  <a:lnTo>
                    <a:pt x="4620095" y="2336"/>
                  </a:lnTo>
                  <a:lnTo>
                    <a:pt x="4619625" y="3454"/>
                  </a:lnTo>
                  <a:lnTo>
                    <a:pt x="4619625" y="6083"/>
                  </a:lnTo>
                  <a:lnTo>
                    <a:pt x="4620095" y="7200"/>
                  </a:lnTo>
                  <a:lnTo>
                    <a:pt x="4621962" y="9067"/>
                  </a:lnTo>
                  <a:lnTo>
                    <a:pt x="4623079" y="9525"/>
                  </a:lnTo>
                  <a:lnTo>
                    <a:pt x="4625708" y="9525"/>
                  </a:lnTo>
                  <a:lnTo>
                    <a:pt x="4626826" y="9067"/>
                  </a:lnTo>
                  <a:lnTo>
                    <a:pt x="4628693" y="7200"/>
                  </a:lnTo>
                  <a:lnTo>
                    <a:pt x="4629150" y="6083"/>
                  </a:lnTo>
                  <a:lnTo>
                    <a:pt x="4629150" y="3454"/>
                  </a:lnTo>
                  <a:close/>
                </a:path>
                <a:path w="7486650" h="913130">
                  <a:moveTo>
                    <a:pt x="4676775" y="906970"/>
                  </a:moveTo>
                  <a:lnTo>
                    <a:pt x="4676318" y="905840"/>
                  </a:lnTo>
                  <a:lnTo>
                    <a:pt x="4674451" y="903986"/>
                  </a:lnTo>
                  <a:lnTo>
                    <a:pt x="4673333" y="903516"/>
                  </a:lnTo>
                  <a:lnTo>
                    <a:pt x="4670704" y="903516"/>
                  </a:lnTo>
                  <a:lnTo>
                    <a:pt x="4669587" y="903986"/>
                  </a:lnTo>
                  <a:lnTo>
                    <a:pt x="4667720" y="905840"/>
                  </a:lnTo>
                  <a:lnTo>
                    <a:pt x="4667250" y="906970"/>
                  </a:lnTo>
                  <a:lnTo>
                    <a:pt x="4667250" y="909599"/>
                  </a:lnTo>
                  <a:lnTo>
                    <a:pt x="4667720" y="910717"/>
                  </a:lnTo>
                  <a:lnTo>
                    <a:pt x="4669587" y="912583"/>
                  </a:lnTo>
                  <a:lnTo>
                    <a:pt x="4670704" y="913041"/>
                  </a:lnTo>
                  <a:lnTo>
                    <a:pt x="4673333" y="913041"/>
                  </a:lnTo>
                  <a:lnTo>
                    <a:pt x="4674451" y="912583"/>
                  </a:lnTo>
                  <a:lnTo>
                    <a:pt x="4676318" y="910717"/>
                  </a:lnTo>
                  <a:lnTo>
                    <a:pt x="4676775" y="909599"/>
                  </a:lnTo>
                  <a:lnTo>
                    <a:pt x="4676775" y="906970"/>
                  </a:lnTo>
                  <a:close/>
                </a:path>
                <a:path w="7486650" h="913130">
                  <a:moveTo>
                    <a:pt x="4676775" y="455206"/>
                  </a:moveTo>
                  <a:lnTo>
                    <a:pt x="4676318" y="454088"/>
                  </a:lnTo>
                  <a:lnTo>
                    <a:pt x="4674451" y="452234"/>
                  </a:lnTo>
                  <a:lnTo>
                    <a:pt x="4673333" y="451764"/>
                  </a:lnTo>
                  <a:lnTo>
                    <a:pt x="4670704" y="451764"/>
                  </a:lnTo>
                  <a:lnTo>
                    <a:pt x="4669587" y="452234"/>
                  </a:lnTo>
                  <a:lnTo>
                    <a:pt x="4667720" y="454088"/>
                  </a:lnTo>
                  <a:lnTo>
                    <a:pt x="4667250" y="455206"/>
                  </a:lnTo>
                  <a:lnTo>
                    <a:pt x="4667250" y="457835"/>
                  </a:lnTo>
                  <a:lnTo>
                    <a:pt x="4667720" y="458965"/>
                  </a:lnTo>
                  <a:lnTo>
                    <a:pt x="4669587" y="460819"/>
                  </a:lnTo>
                  <a:lnTo>
                    <a:pt x="4670704" y="461289"/>
                  </a:lnTo>
                  <a:lnTo>
                    <a:pt x="4673333" y="461289"/>
                  </a:lnTo>
                  <a:lnTo>
                    <a:pt x="4674451" y="460819"/>
                  </a:lnTo>
                  <a:lnTo>
                    <a:pt x="4676318" y="458965"/>
                  </a:lnTo>
                  <a:lnTo>
                    <a:pt x="4676775" y="457835"/>
                  </a:lnTo>
                  <a:lnTo>
                    <a:pt x="4676775" y="455206"/>
                  </a:lnTo>
                  <a:close/>
                </a:path>
                <a:path w="7486650" h="913130">
                  <a:moveTo>
                    <a:pt x="4676775" y="3454"/>
                  </a:moveTo>
                  <a:lnTo>
                    <a:pt x="4676318" y="2336"/>
                  </a:lnTo>
                  <a:lnTo>
                    <a:pt x="4674451" y="469"/>
                  </a:lnTo>
                  <a:lnTo>
                    <a:pt x="4673333" y="0"/>
                  </a:lnTo>
                  <a:lnTo>
                    <a:pt x="4670704" y="0"/>
                  </a:lnTo>
                  <a:lnTo>
                    <a:pt x="4669587" y="469"/>
                  </a:lnTo>
                  <a:lnTo>
                    <a:pt x="4667720" y="2336"/>
                  </a:lnTo>
                  <a:lnTo>
                    <a:pt x="4667250" y="3454"/>
                  </a:lnTo>
                  <a:lnTo>
                    <a:pt x="4667250" y="6083"/>
                  </a:lnTo>
                  <a:lnTo>
                    <a:pt x="4667720" y="7200"/>
                  </a:lnTo>
                  <a:lnTo>
                    <a:pt x="4669587" y="9067"/>
                  </a:lnTo>
                  <a:lnTo>
                    <a:pt x="4670704" y="9525"/>
                  </a:lnTo>
                  <a:lnTo>
                    <a:pt x="4673333" y="9525"/>
                  </a:lnTo>
                  <a:lnTo>
                    <a:pt x="4674451" y="9067"/>
                  </a:lnTo>
                  <a:lnTo>
                    <a:pt x="4676318" y="7200"/>
                  </a:lnTo>
                  <a:lnTo>
                    <a:pt x="4676775" y="6083"/>
                  </a:lnTo>
                  <a:lnTo>
                    <a:pt x="4676775" y="3454"/>
                  </a:lnTo>
                  <a:close/>
                </a:path>
                <a:path w="7486650" h="913130">
                  <a:moveTo>
                    <a:pt x="4724400" y="906970"/>
                  </a:moveTo>
                  <a:lnTo>
                    <a:pt x="4723943" y="905840"/>
                  </a:lnTo>
                  <a:lnTo>
                    <a:pt x="4722076" y="903986"/>
                  </a:lnTo>
                  <a:lnTo>
                    <a:pt x="4720958" y="903516"/>
                  </a:lnTo>
                  <a:lnTo>
                    <a:pt x="4718329" y="903516"/>
                  </a:lnTo>
                  <a:lnTo>
                    <a:pt x="4717212" y="903986"/>
                  </a:lnTo>
                  <a:lnTo>
                    <a:pt x="4715345" y="905840"/>
                  </a:lnTo>
                  <a:lnTo>
                    <a:pt x="4714875" y="906970"/>
                  </a:lnTo>
                  <a:lnTo>
                    <a:pt x="4714875" y="909599"/>
                  </a:lnTo>
                  <a:lnTo>
                    <a:pt x="4715345" y="910717"/>
                  </a:lnTo>
                  <a:lnTo>
                    <a:pt x="4717212" y="912583"/>
                  </a:lnTo>
                  <a:lnTo>
                    <a:pt x="4718329" y="913041"/>
                  </a:lnTo>
                  <a:lnTo>
                    <a:pt x="4720958" y="913041"/>
                  </a:lnTo>
                  <a:lnTo>
                    <a:pt x="4722076" y="912583"/>
                  </a:lnTo>
                  <a:lnTo>
                    <a:pt x="4723943" y="910717"/>
                  </a:lnTo>
                  <a:lnTo>
                    <a:pt x="4724400" y="909599"/>
                  </a:lnTo>
                  <a:lnTo>
                    <a:pt x="4724400" y="906970"/>
                  </a:lnTo>
                  <a:close/>
                </a:path>
                <a:path w="7486650" h="913130">
                  <a:moveTo>
                    <a:pt x="4724400" y="455206"/>
                  </a:moveTo>
                  <a:lnTo>
                    <a:pt x="4723943" y="454088"/>
                  </a:lnTo>
                  <a:lnTo>
                    <a:pt x="4722076" y="452234"/>
                  </a:lnTo>
                  <a:lnTo>
                    <a:pt x="4720958" y="451764"/>
                  </a:lnTo>
                  <a:lnTo>
                    <a:pt x="4718329" y="451764"/>
                  </a:lnTo>
                  <a:lnTo>
                    <a:pt x="4717212" y="452234"/>
                  </a:lnTo>
                  <a:lnTo>
                    <a:pt x="4715345" y="454088"/>
                  </a:lnTo>
                  <a:lnTo>
                    <a:pt x="4714875" y="455206"/>
                  </a:lnTo>
                  <a:lnTo>
                    <a:pt x="4714875" y="457835"/>
                  </a:lnTo>
                  <a:lnTo>
                    <a:pt x="4715345" y="458965"/>
                  </a:lnTo>
                  <a:lnTo>
                    <a:pt x="4717212" y="460819"/>
                  </a:lnTo>
                  <a:lnTo>
                    <a:pt x="4718329" y="461289"/>
                  </a:lnTo>
                  <a:lnTo>
                    <a:pt x="4720958" y="461289"/>
                  </a:lnTo>
                  <a:lnTo>
                    <a:pt x="4722076" y="460819"/>
                  </a:lnTo>
                  <a:lnTo>
                    <a:pt x="4723943" y="458965"/>
                  </a:lnTo>
                  <a:lnTo>
                    <a:pt x="4724400" y="457835"/>
                  </a:lnTo>
                  <a:lnTo>
                    <a:pt x="4724400" y="455206"/>
                  </a:lnTo>
                  <a:close/>
                </a:path>
                <a:path w="7486650" h="913130">
                  <a:moveTo>
                    <a:pt x="4724400" y="3454"/>
                  </a:moveTo>
                  <a:lnTo>
                    <a:pt x="4723943" y="2336"/>
                  </a:lnTo>
                  <a:lnTo>
                    <a:pt x="4722076" y="469"/>
                  </a:lnTo>
                  <a:lnTo>
                    <a:pt x="4720958" y="0"/>
                  </a:lnTo>
                  <a:lnTo>
                    <a:pt x="4718329" y="0"/>
                  </a:lnTo>
                  <a:lnTo>
                    <a:pt x="4717212" y="469"/>
                  </a:lnTo>
                  <a:lnTo>
                    <a:pt x="4715345" y="2336"/>
                  </a:lnTo>
                  <a:lnTo>
                    <a:pt x="4714875" y="3454"/>
                  </a:lnTo>
                  <a:lnTo>
                    <a:pt x="4714875" y="6083"/>
                  </a:lnTo>
                  <a:lnTo>
                    <a:pt x="4715345" y="7200"/>
                  </a:lnTo>
                  <a:lnTo>
                    <a:pt x="4717212" y="9067"/>
                  </a:lnTo>
                  <a:lnTo>
                    <a:pt x="4718329" y="9525"/>
                  </a:lnTo>
                  <a:lnTo>
                    <a:pt x="4720958" y="9525"/>
                  </a:lnTo>
                  <a:lnTo>
                    <a:pt x="4722076" y="9067"/>
                  </a:lnTo>
                  <a:lnTo>
                    <a:pt x="4723943" y="7200"/>
                  </a:lnTo>
                  <a:lnTo>
                    <a:pt x="4724400" y="6083"/>
                  </a:lnTo>
                  <a:lnTo>
                    <a:pt x="4724400" y="3454"/>
                  </a:lnTo>
                  <a:close/>
                </a:path>
                <a:path w="7486650" h="913130">
                  <a:moveTo>
                    <a:pt x="4772025" y="906970"/>
                  </a:moveTo>
                  <a:lnTo>
                    <a:pt x="4771568" y="905840"/>
                  </a:lnTo>
                  <a:lnTo>
                    <a:pt x="4769701" y="903986"/>
                  </a:lnTo>
                  <a:lnTo>
                    <a:pt x="4768583" y="903516"/>
                  </a:lnTo>
                  <a:lnTo>
                    <a:pt x="4765954" y="903516"/>
                  </a:lnTo>
                  <a:lnTo>
                    <a:pt x="4764837" y="903986"/>
                  </a:lnTo>
                  <a:lnTo>
                    <a:pt x="4762970" y="905840"/>
                  </a:lnTo>
                  <a:lnTo>
                    <a:pt x="4762500" y="906970"/>
                  </a:lnTo>
                  <a:lnTo>
                    <a:pt x="4762500" y="909599"/>
                  </a:lnTo>
                  <a:lnTo>
                    <a:pt x="4762970" y="910717"/>
                  </a:lnTo>
                  <a:lnTo>
                    <a:pt x="4764837" y="912583"/>
                  </a:lnTo>
                  <a:lnTo>
                    <a:pt x="4765954" y="913041"/>
                  </a:lnTo>
                  <a:lnTo>
                    <a:pt x="4768583" y="913041"/>
                  </a:lnTo>
                  <a:lnTo>
                    <a:pt x="4769701" y="912583"/>
                  </a:lnTo>
                  <a:lnTo>
                    <a:pt x="4771568" y="910717"/>
                  </a:lnTo>
                  <a:lnTo>
                    <a:pt x="4772025" y="909599"/>
                  </a:lnTo>
                  <a:lnTo>
                    <a:pt x="4772025" y="906970"/>
                  </a:lnTo>
                  <a:close/>
                </a:path>
                <a:path w="7486650" h="913130">
                  <a:moveTo>
                    <a:pt x="4772025" y="455206"/>
                  </a:moveTo>
                  <a:lnTo>
                    <a:pt x="4771568" y="454088"/>
                  </a:lnTo>
                  <a:lnTo>
                    <a:pt x="4769701" y="452234"/>
                  </a:lnTo>
                  <a:lnTo>
                    <a:pt x="4768583" y="451764"/>
                  </a:lnTo>
                  <a:lnTo>
                    <a:pt x="4765954" y="451764"/>
                  </a:lnTo>
                  <a:lnTo>
                    <a:pt x="4764837" y="452234"/>
                  </a:lnTo>
                  <a:lnTo>
                    <a:pt x="4762970" y="454088"/>
                  </a:lnTo>
                  <a:lnTo>
                    <a:pt x="4762500" y="455206"/>
                  </a:lnTo>
                  <a:lnTo>
                    <a:pt x="4762500" y="457835"/>
                  </a:lnTo>
                  <a:lnTo>
                    <a:pt x="4762970" y="458965"/>
                  </a:lnTo>
                  <a:lnTo>
                    <a:pt x="4764837" y="460819"/>
                  </a:lnTo>
                  <a:lnTo>
                    <a:pt x="4765954" y="461289"/>
                  </a:lnTo>
                  <a:lnTo>
                    <a:pt x="4768583" y="461289"/>
                  </a:lnTo>
                  <a:lnTo>
                    <a:pt x="4769701" y="460819"/>
                  </a:lnTo>
                  <a:lnTo>
                    <a:pt x="4771568" y="458965"/>
                  </a:lnTo>
                  <a:lnTo>
                    <a:pt x="4772025" y="457835"/>
                  </a:lnTo>
                  <a:lnTo>
                    <a:pt x="4772025" y="455206"/>
                  </a:lnTo>
                  <a:close/>
                </a:path>
                <a:path w="7486650" h="913130">
                  <a:moveTo>
                    <a:pt x="4772025" y="3454"/>
                  </a:moveTo>
                  <a:lnTo>
                    <a:pt x="4771568" y="2336"/>
                  </a:lnTo>
                  <a:lnTo>
                    <a:pt x="4769701" y="469"/>
                  </a:lnTo>
                  <a:lnTo>
                    <a:pt x="4768583" y="0"/>
                  </a:lnTo>
                  <a:lnTo>
                    <a:pt x="4765954" y="0"/>
                  </a:lnTo>
                  <a:lnTo>
                    <a:pt x="4764837" y="469"/>
                  </a:lnTo>
                  <a:lnTo>
                    <a:pt x="4762970" y="2336"/>
                  </a:lnTo>
                  <a:lnTo>
                    <a:pt x="4762500" y="3454"/>
                  </a:lnTo>
                  <a:lnTo>
                    <a:pt x="4762500" y="6083"/>
                  </a:lnTo>
                  <a:lnTo>
                    <a:pt x="4762970" y="7200"/>
                  </a:lnTo>
                  <a:lnTo>
                    <a:pt x="4764837" y="9067"/>
                  </a:lnTo>
                  <a:lnTo>
                    <a:pt x="4765954" y="9525"/>
                  </a:lnTo>
                  <a:lnTo>
                    <a:pt x="4768583" y="9525"/>
                  </a:lnTo>
                  <a:lnTo>
                    <a:pt x="4769701" y="9067"/>
                  </a:lnTo>
                  <a:lnTo>
                    <a:pt x="4771568" y="7200"/>
                  </a:lnTo>
                  <a:lnTo>
                    <a:pt x="4772025" y="6083"/>
                  </a:lnTo>
                  <a:lnTo>
                    <a:pt x="4772025" y="3454"/>
                  </a:lnTo>
                  <a:close/>
                </a:path>
                <a:path w="7486650" h="913130">
                  <a:moveTo>
                    <a:pt x="4819650" y="906970"/>
                  </a:moveTo>
                  <a:lnTo>
                    <a:pt x="4819193" y="905840"/>
                  </a:lnTo>
                  <a:lnTo>
                    <a:pt x="4817326" y="903986"/>
                  </a:lnTo>
                  <a:lnTo>
                    <a:pt x="4816208" y="903516"/>
                  </a:lnTo>
                  <a:lnTo>
                    <a:pt x="4813579" y="903516"/>
                  </a:lnTo>
                  <a:lnTo>
                    <a:pt x="4812449" y="903986"/>
                  </a:lnTo>
                  <a:lnTo>
                    <a:pt x="4810595" y="905840"/>
                  </a:lnTo>
                  <a:lnTo>
                    <a:pt x="4810125" y="906970"/>
                  </a:lnTo>
                  <a:lnTo>
                    <a:pt x="4810125" y="909599"/>
                  </a:lnTo>
                  <a:lnTo>
                    <a:pt x="4810595" y="910717"/>
                  </a:lnTo>
                  <a:lnTo>
                    <a:pt x="4812449" y="912583"/>
                  </a:lnTo>
                  <a:lnTo>
                    <a:pt x="4813579" y="913041"/>
                  </a:lnTo>
                  <a:lnTo>
                    <a:pt x="4816208" y="913041"/>
                  </a:lnTo>
                  <a:lnTo>
                    <a:pt x="4817326" y="912583"/>
                  </a:lnTo>
                  <a:lnTo>
                    <a:pt x="4819193" y="910717"/>
                  </a:lnTo>
                  <a:lnTo>
                    <a:pt x="4819650" y="909599"/>
                  </a:lnTo>
                  <a:lnTo>
                    <a:pt x="4819650" y="906970"/>
                  </a:lnTo>
                  <a:close/>
                </a:path>
                <a:path w="7486650" h="913130">
                  <a:moveTo>
                    <a:pt x="4819650" y="455206"/>
                  </a:moveTo>
                  <a:lnTo>
                    <a:pt x="4819193" y="454088"/>
                  </a:lnTo>
                  <a:lnTo>
                    <a:pt x="4817326" y="452234"/>
                  </a:lnTo>
                  <a:lnTo>
                    <a:pt x="4816208" y="451764"/>
                  </a:lnTo>
                  <a:lnTo>
                    <a:pt x="4813579" y="451764"/>
                  </a:lnTo>
                  <a:lnTo>
                    <a:pt x="4812449" y="452234"/>
                  </a:lnTo>
                  <a:lnTo>
                    <a:pt x="4810595" y="454088"/>
                  </a:lnTo>
                  <a:lnTo>
                    <a:pt x="4810125" y="455206"/>
                  </a:lnTo>
                  <a:lnTo>
                    <a:pt x="4810125" y="457835"/>
                  </a:lnTo>
                  <a:lnTo>
                    <a:pt x="4810595" y="458965"/>
                  </a:lnTo>
                  <a:lnTo>
                    <a:pt x="4812449" y="460819"/>
                  </a:lnTo>
                  <a:lnTo>
                    <a:pt x="4813579" y="461289"/>
                  </a:lnTo>
                  <a:lnTo>
                    <a:pt x="4816208" y="461289"/>
                  </a:lnTo>
                  <a:lnTo>
                    <a:pt x="4817326" y="460819"/>
                  </a:lnTo>
                  <a:lnTo>
                    <a:pt x="4819193" y="458965"/>
                  </a:lnTo>
                  <a:lnTo>
                    <a:pt x="4819650" y="457835"/>
                  </a:lnTo>
                  <a:lnTo>
                    <a:pt x="4819650" y="455206"/>
                  </a:lnTo>
                  <a:close/>
                </a:path>
                <a:path w="7486650" h="913130">
                  <a:moveTo>
                    <a:pt x="4819650" y="3454"/>
                  </a:moveTo>
                  <a:lnTo>
                    <a:pt x="4819193" y="2336"/>
                  </a:lnTo>
                  <a:lnTo>
                    <a:pt x="4817326" y="469"/>
                  </a:lnTo>
                  <a:lnTo>
                    <a:pt x="4816208" y="0"/>
                  </a:lnTo>
                  <a:lnTo>
                    <a:pt x="4813579" y="0"/>
                  </a:lnTo>
                  <a:lnTo>
                    <a:pt x="4812449" y="469"/>
                  </a:lnTo>
                  <a:lnTo>
                    <a:pt x="4810595" y="2336"/>
                  </a:lnTo>
                  <a:lnTo>
                    <a:pt x="4810125" y="3454"/>
                  </a:lnTo>
                  <a:lnTo>
                    <a:pt x="4810125" y="6083"/>
                  </a:lnTo>
                  <a:lnTo>
                    <a:pt x="4810595" y="7200"/>
                  </a:lnTo>
                  <a:lnTo>
                    <a:pt x="4812449" y="9067"/>
                  </a:lnTo>
                  <a:lnTo>
                    <a:pt x="4813579" y="9525"/>
                  </a:lnTo>
                  <a:lnTo>
                    <a:pt x="4816208" y="9525"/>
                  </a:lnTo>
                  <a:lnTo>
                    <a:pt x="4817326" y="9067"/>
                  </a:lnTo>
                  <a:lnTo>
                    <a:pt x="4819193" y="7200"/>
                  </a:lnTo>
                  <a:lnTo>
                    <a:pt x="4819650" y="6083"/>
                  </a:lnTo>
                  <a:lnTo>
                    <a:pt x="4819650" y="3454"/>
                  </a:lnTo>
                  <a:close/>
                </a:path>
                <a:path w="7486650" h="913130">
                  <a:moveTo>
                    <a:pt x="4867275" y="906970"/>
                  </a:moveTo>
                  <a:lnTo>
                    <a:pt x="4866818" y="905840"/>
                  </a:lnTo>
                  <a:lnTo>
                    <a:pt x="4864951" y="903986"/>
                  </a:lnTo>
                  <a:lnTo>
                    <a:pt x="4863833" y="903516"/>
                  </a:lnTo>
                  <a:lnTo>
                    <a:pt x="4861204" y="903516"/>
                  </a:lnTo>
                  <a:lnTo>
                    <a:pt x="4860074" y="903986"/>
                  </a:lnTo>
                  <a:lnTo>
                    <a:pt x="4858220" y="905840"/>
                  </a:lnTo>
                  <a:lnTo>
                    <a:pt x="4857750" y="906970"/>
                  </a:lnTo>
                  <a:lnTo>
                    <a:pt x="4857750" y="909599"/>
                  </a:lnTo>
                  <a:lnTo>
                    <a:pt x="4858220" y="910717"/>
                  </a:lnTo>
                  <a:lnTo>
                    <a:pt x="4860074" y="912583"/>
                  </a:lnTo>
                  <a:lnTo>
                    <a:pt x="4861204" y="913041"/>
                  </a:lnTo>
                  <a:lnTo>
                    <a:pt x="4863833" y="913041"/>
                  </a:lnTo>
                  <a:lnTo>
                    <a:pt x="4864951" y="912583"/>
                  </a:lnTo>
                  <a:lnTo>
                    <a:pt x="4866818" y="910717"/>
                  </a:lnTo>
                  <a:lnTo>
                    <a:pt x="4867275" y="909599"/>
                  </a:lnTo>
                  <a:lnTo>
                    <a:pt x="4867275" y="906970"/>
                  </a:lnTo>
                  <a:close/>
                </a:path>
                <a:path w="7486650" h="913130">
                  <a:moveTo>
                    <a:pt x="4867275" y="455206"/>
                  </a:moveTo>
                  <a:lnTo>
                    <a:pt x="4866818" y="454088"/>
                  </a:lnTo>
                  <a:lnTo>
                    <a:pt x="4864951" y="452234"/>
                  </a:lnTo>
                  <a:lnTo>
                    <a:pt x="4863833" y="451764"/>
                  </a:lnTo>
                  <a:lnTo>
                    <a:pt x="4861204" y="451764"/>
                  </a:lnTo>
                  <a:lnTo>
                    <a:pt x="4860074" y="452234"/>
                  </a:lnTo>
                  <a:lnTo>
                    <a:pt x="4858220" y="454088"/>
                  </a:lnTo>
                  <a:lnTo>
                    <a:pt x="4857750" y="455206"/>
                  </a:lnTo>
                  <a:lnTo>
                    <a:pt x="4857750" y="457835"/>
                  </a:lnTo>
                  <a:lnTo>
                    <a:pt x="4858220" y="458965"/>
                  </a:lnTo>
                  <a:lnTo>
                    <a:pt x="4860074" y="460819"/>
                  </a:lnTo>
                  <a:lnTo>
                    <a:pt x="4861204" y="461289"/>
                  </a:lnTo>
                  <a:lnTo>
                    <a:pt x="4863833" y="461289"/>
                  </a:lnTo>
                  <a:lnTo>
                    <a:pt x="4864951" y="460819"/>
                  </a:lnTo>
                  <a:lnTo>
                    <a:pt x="4866818" y="458965"/>
                  </a:lnTo>
                  <a:lnTo>
                    <a:pt x="4867275" y="457835"/>
                  </a:lnTo>
                  <a:lnTo>
                    <a:pt x="4867275" y="455206"/>
                  </a:lnTo>
                  <a:close/>
                </a:path>
                <a:path w="7486650" h="913130">
                  <a:moveTo>
                    <a:pt x="4867275" y="3454"/>
                  </a:moveTo>
                  <a:lnTo>
                    <a:pt x="4866818" y="2336"/>
                  </a:lnTo>
                  <a:lnTo>
                    <a:pt x="4864951" y="469"/>
                  </a:lnTo>
                  <a:lnTo>
                    <a:pt x="4863833" y="0"/>
                  </a:lnTo>
                  <a:lnTo>
                    <a:pt x="4861204" y="0"/>
                  </a:lnTo>
                  <a:lnTo>
                    <a:pt x="4860074" y="469"/>
                  </a:lnTo>
                  <a:lnTo>
                    <a:pt x="4858220" y="2336"/>
                  </a:lnTo>
                  <a:lnTo>
                    <a:pt x="4857750" y="3454"/>
                  </a:lnTo>
                  <a:lnTo>
                    <a:pt x="4857750" y="6083"/>
                  </a:lnTo>
                  <a:lnTo>
                    <a:pt x="4858220" y="7200"/>
                  </a:lnTo>
                  <a:lnTo>
                    <a:pt x="4860074" y="9067"/>
                  </a:lnTo>
                  <a:lnTo>
                    <a:pt x="4861204" y="9525"/>
                  </a:lnTo>
                  <a:lnTo>
                    <a:pt x="4863833" y="9525"/>
                  </a:lnTo>
                  <a:lnTo>
                    <a:pt x="4864951" y="9067"/>
                  </a:lnTo>
                  <a:lnTo>
                    <a:pt x="4866818" y="7200"/>
                  </a:lnTo>
                  <a:lnTo>
                    <a:pt x="4867275" y="6083"/>
                  </a:lnTo>
                  <a:lnTo>
                    <a:pt x="4867275" y="3454"/>
                  </a:lnTo>
                  <a:close/>
                </a:path>
                <a:path w="7486650" h="913130">
                  <a:moveTo>
                    <a:pt x="4914900" y="906970"/>
                  </a:moveTo>
                  <a:lnTo>
                    <a:pt x="4914443" y="905840"/>
                  </a:lnTo>
                  <a:lnTo>
                    <a:pt x="4912576" y="903986"/>
                  </a:lnTo>
                  <a:lnTo>
                    <a:pt x="4911458" y="903516"/>
                  </a:lnTo>
                  <a:lnTo>
                    <a:pt x="4908829" y="903516"/>
                  </a:lnTo>
                  <a:lnTo>
                    <a:pt x="4907699" y="903986"/>
                  </a:lnTo>
                  <a:lnTo>
                    <a:pt x="4905845" y="905840"/>
                  </a:lnTo>
                  <a:lnTo>
                    <a:pt x="4905375" y="906970"/>
                  </a:lnTo>
                  <a:lnTo>
                    <a:pt x="4905375" y="909599"/>
                  </a:lnTo>
                  <a:lnTo>
                    <a:pt x="4905845" y="910717"/>
                  </a:lnTo>
                  <a:lnTo>
                    <a:pt x="4907699" y="912583"/>
                  </a:lnTo>
                  <a:lnTo>
                    <a:pt x="4908829" y="913041"/>
                  </a:lnTo>
                  <a:lnTo>
                    <a:pt x="4911458" y="913041"/>
                  </a:lnTo>
                  <a:lnTo>
                    <a:pt x="4912576" y="912583"/>
                  </a:lnTo>
                  <a:lnTo>
                    <a:pt x="4914443" y="910717"/>
                  </a:lnTo>
                  <a:lnTo>
                    <a:pt x="4914900" y="909599"/>
                  </a:lnTo>
                  <a:lnTo>
                    <a:pt x="4914900" y="906970"/>
                  </a:lnTo>
                  <a:close/>
                </a:path>
                <a:path w="7486650" h="913130">
                  <a:moveTo>
                    <a:pt x="4914900" y="455206"/>
                  </a:moveTo>
                  <a:lnTo>
                    <a:pt x="4914443" y="454088"/>
                  </a:lnTo>
                  <a:lnTo>
                    <a:pt x="4912576" y="452234"/>
                  </a:lnTo>
                  <a:lnTo>
                    <a:pt x="4911458" y="451764"/>
                  </a:lnTo>
                  <a:lnTo>
                    <a:pt x="4908829" y="451764"/>
                  </a:lnTo>
                  <a:lnTo>
                    <a:pt x="4907699" y="452234"/>
                  </a:lnTo>
                  <a:lnTo>
                    <a:pt x="4905845" y="454088"/>
                  </a:lnTo>
                  <a:lnTo>
                    <a:pt x="4905375" y="455206"/>
                  </a:lnTo>
                  <a:lnTo>
                    <a:pt x="4905375" y="457835"/>
                  </a:lnTo>
                  <a:lnTo>
                    <a:pt x="4905845" y="458965"/>
                  </a:lnTo>
                  <a:lnTo>
                    <a:pt x="4907699" y="460819"/>
                  </a:lnTo>
                  <a:lnTo>
                    <a:pt x="4908829" y="461289"/>
                  </a:lnTo>
                  <a:lnTo>
                    <a:pt x="4911458" y="461289"/>
                  </a:lnTo>
                  <a:lnTo>
                    <a:pt x="4912576" y="460819"/>
                  </a:lnTo>
                  <a:lnTo>
                    <a:pt x="4914443" y="458965"/>
                  </a:lnTo>
                  <a:lnTo>
                    <a:pt x="4914900" y="457835"/>
                  </a:lnTo>
                  <a:lnTo>
                    <a:pt x="4914900" y="455206"/>
                  </a:lnTo>
                  <a:close/>
                </a:path>
                <a:path w="7486650" h="913130">
                  <a:moveTo>
                    <a:pt x="4914900" y="3454"/>
                  </a:moveTo>
                  <a:lnTo>
                    <a:pt x="4914443" y="2336"/>
                  </a:lnTo>
                  <a:lnTo>
                    <a:pt x="4912576" y="469"/>
                  </a:lnTo>
                  <a:lnTo>
                    <a:pt x="4911458" y="0"/>
                  </a:lnTo>
                  <a:lnTo>
                    <a:pt x="4908829" y="0"/>
                  </a:lnTo>
                  <a:lnTo>
                    <a:pt x="4907699" y="469"/>
                  </a:lnTo>
                  <a:lnTo>
                    <a:pt x="4905845" y="2336"/>
                  </a:lnTo>
                  <a:lnTo>
                    <a:pt x="4905375" y="3454"/>
                  </a:lnTo>
                  <a:lnTo>
                    <a:pt x="4905375" y="6083"/>
                  </a:lnTo>
                  <a:lnTo>
                    <a:pt x="4905845" y="7200"/>
                  </a:lnTo>
                  <a:lnTo>
                    <a:pt x="4907699" y="9067"/>
                  </a:lnTo>
                  <a:lnTo>
                    <a:pt x="4908829" y="9525"/>
                  </a:lnTo>
                  <a:lnTo>
                    <a:pt x="4911458" y="9525"/>
                  </a:lnTo>
                  <a:lnTo>
                    <a:pt x="4912576" y="9067"/>
                  </a:lnTo>
                  <a:lnTo>
                    <a:pt x="4914443" y="7200"/>
                  </a:lnTo>
                  <a:lnTo>
                    <a:pt x="4914900" y="6083"/>
                  </a:lnTo>
                  <a:lnTo>
                    <a:pt x="4914900" y="3454"/>
                  </a:lnTo>
                  <a:close/>
                </a:path>
                <a:path w="7486650" h="913130">
                  <a:moveTo>
                    <a:pt x="4962525" y="906970"/>
                  </a:moveTo>
                  <a:lnTo>
                    <a:pt x="4962068" y="905840"/>
                  </a:lnTo>
                  <a:lnTo>
                    <a:pt x="4960201" y="903986"/>
                  </a:lnTo>
                  <a:lnTo>
                    <a:pt x="4959083" y="903516"/>
                  </a:lnTo>
                  <a:lnTo>
                    <a:pt x="4956454" y="903516"/>
                  </a:lnTo>
                  <a:lnTo>
                    <a:pt x="4955324" y="903986"/>
                  </a:lnTo>
                  <a:lnTo>
                    <a:pt x="4953470" y="905840"/>
                  </a:lnTo>
                  <a:lnTo>
                    <a:pt x="4953000" y="906970"/>
                  </a:lnTo>
                  <a:lnTo>
                    <a:pt x="4953000" y="909599"/>
                  </a:lnTo>
                  <a:lnTo>
                    <a:pt x="4953470" y="910717"/>
                  </a:lnTo>
                  <a:lnTo>
                    <a:pt x="4955324" y="912583"/>
                  </a:lnTo>
                  <a:lnTo>
                    <a:pt x="4956454" y="913041"/>
                  </a:lnTo>
                  <a:lnTo>
                    <a:pt x="4959083" y="913041"/>
                  </a:lnTo>
                  <a:lnTo>
                    <a:pt x="4960201" y="912583"/>
                  </a:lnTo>
                  <a:lnTo>
                    <a:pt x="4962068" y="910717"/>
                  </a:lnTo>
                  <a:lnTo>
                    <a:pt x="4962525" y="909599"/>
                  </a:lnTo>
                  <a:lnTo>
                    <a:pt x="4962525" y="906970"/>
                  </a:lnTo>
                  <a:close/>
                </a:path>
                <a:path w="7486650" h="913130">
                  <a:moveTo>
                    <a:pt x="4962525" y="455206"/>
                  </a:moveTo>
                  <a:lnTo>
                    <a:pt x="4962068" y="454088"/>
                  </a:lnTo>
                  <a:lnTo>
                    <a:pt x="4960201" y="452234"/>
                  </a:lnTo>
                  <a:lnTo>
                    <a:pt x="4959083" y="451764"/>
                  </a:lnTo>
                  <a:lnTo>
                    <a:pt x="4956454" y="451764"/>
                  </a:lnTo>
                  <a:lnTo>
                    <a:pt x="4955324" y="452234"/>
                  </a:lnTo>
                  <a:lnTo>
                    <a:pt x="4953470" y="454088"/>
                  </a:lnTo>
                  <a:lnTo>
                    <a:pt x="4953000" y="455206"/>
                  </a:lnTo>
                  <a:lnTo>
                    <a:pt x="4953000" y="457835"/>
                  </a:lnTo>
                  <a:lnTo>
                    <a:pt x="4953470" y="458965"/>
                  </a:lnTo>
                  <a:lnTo>
                    <a:pt x="4955324" y="460819"/>
                  </a:lnTo>
                  <a:lnTo>
                    <a:pt x="4956454" y="461289"/>
                  </a:lnTo>
                  <a:lnTo>
                    <a:pt x="4959083" y="461289"/>
                  </a:lnTo>
                  <a:lnTo>
                    <a:pt x="4960201" y="460819"/>
                  </a:lnTo>
                  <a:lnTo>
                    <a:pt x="4962068" y="458965"/>
                  </a:lnTo>
                  <a:lnTo>
                    <a:pt x="4962525" y="457835"/>
                  </a:lnTo>
                  <a:lnTo>
                    <a:pt x="4962525" y="455206"/>
                  </a:lnTo>
                  <a:close/>
                </a:path>
                <a:path w="7486650" h="913130">
                  <a:moveTo>
                    <a:pt x="4962525" y="3454"/>
                  </a:moveTo>
                  <a:lnTo>
                    <a:pt x="4962068" y="2336"/>
                  </a:lnTo>
                  <a:lnTo>
                    <a:pt x="4960201" y="469"/>
                  </a:lnTo>
                  <a:lnTo>
                    <a:pt x="4959083" y="0"/>
                  </a:lnTo>
                  <a:lnTo>
                    <a:pt x="4956454" y="0"/>
                  </a:lnTo>
                  <a:lnTo>
                    <a:pt x="4955324" y="469"/>
                  </a:lnTo>
                  <a:lnTo>
                    <a:pt x="4953470" y="2336"/>
                  </a:lnTo>
                  <a:lnTo>
                    <a:pt x="4953000" y="3454"/>
                  </a:lnTo>
                  <a:lnTo>
                    <a:pt x="4953000" y="6083"/>
                  </a:lnTo>
                  <a:lnTo>
                    <a:pt x="4953470" y="7200"/>
                  </a:lnTo>
                  <a:lnTo>
                    <a:pt x="4955324" y="9067"/>
                  </a:lnTo>
                  <a:lnTo>
                    <a:pt x="4956454" y="9525"/>
                  </a:lnTo>
                  <a:lnTo>
                    <a:pt x="4959083" y="9525"/>
                  </a:lnTo>
                  <a:lnTo>
                    <a:pt x="4960201" y="9067"/>
                  </a:lnTo>
                  <a:lnTo>
                    <a:pt x="4962068" y="7200"/>
                  </a:lnTo>
                  <a:lnTo>
                    <a:pt x="4962525" y="6083"/>
                  </a:lnTo>
                  <a:lnTo>
                    <a:pt x="4962525" y="3454"/>
                  </a:lnTo>
                  <a:close/>
                </a:path>
                <a:path w="7486650" h="913130">
                  <a:moveTo>
                    <a:pt x="5010150" y="906970"/>
                  </a:moveTo>
                  <a:lnTo>
                    <a:pt x="5009693" y="905840"/>
                  </a:lnTo>
                  <a:lnTo>
                    <a:pt x="5007826" y="903986"/>
                  </a:lnTo>
                  <a:lnTo>
                    <a:pt x="5006708" y="903516"/>
                  </a:lnTo>
                  <a:lnTo>
                    <a:pt x="5004079" y="903516"/>
                  </a:lnTo>
                  <a:lnTo>
                    <a:pt x="5002949" y="903986"/>
                  </a:lnTo>
                  <a:lnTo>
                    <a:pt x="5001095" y="905840"/>
                  </a:lnTo>
                  <a:lnTo>
                    <a:pt x="5000625" y="906970"/>
                  </a:lnTo>
                  <a:lnTo>
                    <a:pt x="5000625" y="909599"/>
                  </a:lnTo>
                  <a:lnTo>
                    <a:pt x="5001095" y="910717"/>
                  </a:lnTo>
                  <a:lnTo>
                    <a:pt x="5002949" y="912583"/>
                  </a:lnTo>
                  <a:lnTo>
                    <a:pt x="5004079" y="913041"/>
                  </a:lnTo>
                  <a:lnTo>
                    <a:pt x="5006708" y="913041"/>
                  </a:lnTo>
                  <a:lnTo>
                    <a:pt x="5007826" y="912583"/>
                  </a:lnTo>
                  <a:lnTo>
                    <a:pt x="5009693" y="910717"/>
                  </a:lnTo>
                  <a:lnTo>
                    <a:pt x="5010150" y="909599"/>
                  </a:lnTo>
                  <a:lnTo>
                    <a:pt x="5010150" y="906970"/>
                  </a:lnTo>
                  <a:close/>
                </a:path>
                <a:path w="7486650" h="913130">
                  <a:moveTo>
                    <a:pt x="5010150" y="455206"/>
                  </a:moveTo>
                  <a:lnTo>
                    <a:pt x="5009693" y="454088"/>
                  </a:lnTo>
                  <a:lnTo>
                    <a:pt x="5007826" y="452234"/>
                  </a:lnTo>
                  <a:lnTo>
                    <a:pt x="5006708" y="451764"/>
                  </a:lnTo>
                  <a:lnTo>
                    <a:pt x="5004079" y="451764"/>
                  </a:lnTo>
                  <a:lnTo>
                    <a:pt x="5002949" y="452234"/>
                  </a:lnTo>
                  <a:lnTo>
                    <a:pt x="5001095" y="454088"/>
                  </a:lnTo>
                  <a:lnTo>
                    <a:pt x="5000625" y="455206"/>
                  </a:lnTo>
                  <a:lnTo>
                    <a:pt x="5000625" y="457835"/>
                  </a:lnTo>
                  <a:lnTo>
                    <a:pt x="5001095" y="458965"/>
                  </a:lnTo>
                  <a:lnTo>
                    <a:pt x="5002949" y="460819"/>
                  </a:lnTo>
                  <a:lnTo>
                    <a:pt x="5004079" y="461289"/>
                  </a:lnTo>
                  <a:lnTo>
                    <a:pt x="5006708" y="461289"/>
                  </a:lnTo>
                  <a:lnTo>
                    <a:pt x="5007826" y="460819"/>
                  </a:lnTo>
                  <a:lnTo>
                    <a:pt x="5009693" y="458965"/>
                  </a:lnTo>
                  <a:lnTo>
                    <a:pt x="5010150" y="457835"/>
                  </a:lnTo>
                  <a:lnTo>
                    <a:pt x="5010150" y="455206"/>
                  </a:lnTo>
                  <a:close/>
                </a:path>
                <a:path w="7486650" h="913130">
                  <a:moveTo>
                    <a:pt x="5010150" y="3454"/>
                  </a:moveTo>
                  <a:lnTo>
                    <a:pt x="5009693" y="2336"/>
                  </a:lnTo>
                  <a:lnTo>
                    <a:pt x="5007826" y="469"/>
                  </a:lnTo>
                  <a:lnTo>
                    <a:pt x="5006708" y="0"/>
                  </a:lnTo>
                  <a:lnTo>
                    <a:pt x="5004079" y="0"/>
                  </a:lnTo>
                  <a:lnTo>
                    <a:pt x="5002949" y="469"/>
                  </a:lnTo>
                  <a:lnTo>
                    <a:pt x="5001095" y="2336"/>
                  </a:lnTo>
                  <a:lnTo>
                    <a:pt x="5000625" y="3454"/>
                  </a:lnTo>
                  <a:lnTo>
                    <a:pt x="5000625" y="6083"/>
                  </a:lnTo>
                  <a:lnTo>
                    <a:pt x="5001095" y="7200"/>
                  </a:lnTo>
                  <a:lnTo>
                    <a:pt x="5002949" y="9067"/>
                  </a:lnTo>
                  <a:lnTo>
                    <a:pt x="5004079" y="9525"/>
                  </a:lnTo>
                  <a:lnTo>
                    <a:pt x="5006708" y="9525"/>
                  </a:lnTo>
                  <a:lnTo>
                    <a:pt x="5007826" y="9067"/>
                  </a:lnTo>
                  <a:lnTo>
                    <a:pt x="5009693" y="7200"/>
                  </a:lnTo>
                  <a:lnTo>
                    <a:pt x="5010150" y="6083"/>
                  </a:lnTo>
                  <a:lnTo>
                    <a:pt x="5010150" y="3454"/>
                  </a:lnTo>
                  <a:close/>
                </a:path>
                <a:path w="7486650" h="913130">
                  <a:moveTo>
                    <a:pt x="5057775" y="906970"/>
                  </a:moveTo>
                  <a:lnTo>
                    <a:pt x="5057318" y="905840"/>
                  </a:lnTo>
                  <a:lnTo>
                    <a:pt x="5055451" y="903986"/>
                  </a:lnTo>
                  <a:lnTo>
                    <a:pt x="5054333" y="903516"/>
                  </a:lnTo>
                  <a:lnTo>
                    <a:pt x="5051704" y="903516"/>
                  </a:lnTo>
                  <a:lnTo>
                    <a:pt x="5050574" y="903986"/>
                  </a:lnTo>
                  <a:lnTo>
                    <a:pt x="5048720" y="905840"/>
                  </a:lnTo>
                  <a:lnTo>
                    <a:pt x="5048250" y="906970"/>
                  </a:lnTo>
                  <a:lnTo>
                    <a:pt x="5048250" y="909599"/>
                  </a:lnTo>
                  <a:lnTo>
                    <a:pt x="5048720" y="910717"/>
                  </a:lnTo>
                  <a:lnTo>
                    <a:pt x="5050574" y="912583"/>
                  </a:lnTo>
                  <a:lnTo>
                    <a:pt x="5051704" y="913041"/>
                  </a:lnTo>
                  <a:lnTo>
                    <a:pt x="5054333" y="913041"/>
                  </a:lnTo>
                  <a:lnTo>
                    <a:pt x="5055451" y="912583"/>
                  </a:lnTo>
                  <a:lnTo>
                    <a:pt x="5057318" y="910717"/>
                  </a:lnTo>
                  <a:lnTo>
                    <a:pt x="5057775" y="909599"/>
                  </a:lnTo>
                  <a:lnTo>
                    <a:pt x="5057775" y="906970"/>
                  </a:lnTo>
                  <a:close/>
                </a:path>
                <a:path w="7486650" h="913130">
                  <a:moveTo>
                    <a:pt x="5057775" y="455206"/>
                  </a:moveTo>
                  <a:lnTo>
                    <a:pt x="5057318" y="454088"/>
                  </a:lnTo>
                  <a:lnTo>
                    <a:pt x="5055451" y="452234"/>
                  </a:lnTo>
                  <a:lnTo>
                    <a:pt x="5054333" y="451764"/>
                  </a:lnTo>
                  <a:lnTo>
                    <a:pt x="5051704" y="451764"/>
                  </a:lnTo>
                  <a:lnTo>
                    <a:pt x="5050574" y="452234"/>
                  </a:lnTo>
                  <a:lnTo>
                    <a:pt x="5048720" y="454088"/>
                  </a:lnTo>
                  <a:lnTo>
                    <a:pt x="5048250" y="455206"/>
                  </a:lnTo>
                  <a:lnTo>
                    <a:pt x="5048250" y="457835"/>
                  </a:lnTo>
                  <a:lnTo>
                    <a:pt x="5048720" y="458965"/>
                  </a:lnTo>
                  <a:lnTo>
                    <a:pt x="5050574" y="460819"/>
                  </a:lnTo>
                  <a:lnTo>
                    <a:pt x="5051704" y="461289"/>
                  </a:lnTo>
                  <a:lnTo>
                    <a:pt x="5054333" y="461289"/>
                  </a:lnTo>
                  <a:lnTo>
                    <a:pt x="5055451" y="460819"/>
                  </a:lnTo>
                  <a:lnTo>
                    <a:pt x="5057318" y="458965"/>
                  </a:lnTo>
                  <a:lnTo>
                    <a:pt x="5057775" y="457835"/>
                  </a:lnTo>
                  <a:lnTo>
                    <a:pt x="5057775" y="455206"/>
                  </a:lnTo>
                  <a:close/>
                </a:path>
                <a:path w="7486650" h="913130">
                  <a:moveTo>
                    <a:pt x="5057775" y="3454"/>
                  </a:moveTo>
                  <a:lnTo>
                    <a:pt x="5057318" y="2336"/>
                  </a:lnTo>
                  <a:lnTo>
                    <a:pt x="5055451" y="469"/>
                  </a:lnTo>
                  <a:lnTo>
                    <a:pt x="5054333" y="0"/>
                  </a:lnTo>
                  <a:lnTo>
                    <a:pt x="5051704" y="0"/>
                  </a:lnTo>
                  <a:lnTo>
                    <a:pt x="5050574" y="469"/>
                  </a:lnTo>
                  <a:lnTo>
                    <a:pt x="5048720" y="2336"/>
                  </a:lnTo>
                  <a:lnTo>
                    <a:pt x="5048250" y="3454"/>
                  </a:lnTo>
                  <a:lnTo>
                    <a:pt x="5048250" y="6083"/>
                  </a:lnTo>
                  <a:lnTo>
                    <a:pt x="5048720" y="7200"/>
                  </a:lnTo>
                  <a:lnTo>
                    <a:pt x="5050574" y="9067"/>
                  </a:lnTo>
                  <a:lnTo>
                    <a:pt x="5051704" y="9525"/>
                  </a:lnTo>
                  <a:lnTo>
                    <a:pt x="5054333" y="9525"/>
                  </a:lnTo>
                  <a:lnTo>
                    <a:pt x="5055451" y="9067"/>
                  </a:lnTo>
                  <a:lnTo>
                    <a:pt x="5057318" y="7200"/>
                  </a:lnTo>
                  <a:lnTo>
                    <a:pt x="5057775" y="6083"/>
                  </a:lnTo>
                  <a:lnTo>
                    <a:pt x="5057775" y="3454"/>
                  </a:lnTo>
                  <a:close/>
                </a:path>
                <a:path w="7486650" h="913130">
                  <a:moveTo>
                    <a:pt x="5105400" y="906970"/>
                  </a:moveTo>
                  <a:lnTo>
                    <a:pt x="5104943" y="905840"/>
                  </a:lnTo>
                  <a:lnTo>
                    <a:pt x="5103076" y="903986"/>
                  </a:lnTo>
                  <a:lnTo>
                    <a:pt x="5101958" y="903516"/>
                  </a:lnTo>
                  <a:lnTo>
                    <a:pt x="5099329" y="903516"/>
                  </a:lnTo>
                  <a:lnTo>
                    <a:pt x="5098212" y="903986"/>
                  </a:lnTo>
                  <a:lnTo>
                    <a:pt x="5096345" y="905840"/>
                  </a:lnTo>
                  <a:lnTo>
                    <a:pt x="5095875" y="906970"/>
                  </a:lnTo>
                  <a:lnTo>
                    <a:pt x="5095875" y="909599"/>
                  </a:lnTo>
                  <a:lnTo>
                    <a:pt x="5096345" y="910717"/>
                  </a:lnTo>
                  <a:lnTo>
                    <a:pt x="5098212" y="912583"/>
                  </a:lnTo>
                  <a:lnTo>
                    <a:pt x="5099329" y="913041"/>
                  </a:lnTo>
                  <a:lnTo>
                    <a:pt x="5101958" y="913041"/>
                  </a:lnTo>
                  <a:lnTo>
                    <a:pt x="5103076" y="912583"/>
                  </a:lnTo>
                  <a:lnTo>
                    <a:pt x="5104943" y="910717"/>
                  </a:lnTo>
                  <a:lnTo>
                    <a:pt x="5105400" y="909599"/>
                  </a:lnTo>
                  <a:lnTo>
                    <a:pt x="5105400" y="906970"/>
                  </a:lnTo>
                  <a:close/>
                </a:path>
                <a:path w="7486650" h="913130">
                  <a:moveTo>
                    <a:pt x="5105400" y="455206"/>
                  </a:moveTo>
                  <a:lnTo>
                    <a:pt x="5104943" y="454088"/>
                  </a:lnTo>
                  <a:lnTo>
                    <a:pt x="5103076" y="452234"/>
                  </a:lnTo>
                  <a:lnTo>
                    <a:pt x="5101958" y="451764"/>
                  </a:lnTo>
                  <a:lnTo>
                    <a:pt x="5099329" y="451764"/>
                  </a:lnTo>
                  <a:lnTo>
                    <a:pt x="5098212" y="452234"/>
                  </a:lnTo>
                  <a:lnTo>
                    <a:pt x="5096345" y="454088"/>
                  </a:lnTo>
                  <a:lnTo>
                    <a:pt x="5095875" y="455206"/>
                  </a:lnTo>
                  <a:lnTo>
                    <a:pt x="5095875" y="457835"/>
                  </a:lnTo>
                  <a:lnTo>
                    <a:pt x="5096345" y="458965"/>
                  </a:lnTo>
                  <a:lnTo>
                    <a:pt x="5098212" y="460819"/>
                  </a:lnTo>
                  <a:lnTo>
                    <a:pt x="5099329" y="461289"/>
                  </a:lnTo>
                  <a:lnTo>
                    <a:pt x="5101958" y="461289"/>
                  </a:lnTo>
                  <a:lnTo>
                    <a:pt x="5103076" y="460819"/>
                  </a:lnTo>
                  <a:lnTo>
                    <a:pt x="5104943" y="458965"/>
                  </a:lnTo>
                  <a:lnTo>
                    <a:pt x="5105400" y="457835"/>
                  </a:lnTo>
                  <a:lnTo>
                    <a:pt x="5105400" y="455206"/>
                  </a:lnTo>
                  <a:close/>
                </a:path>
                <a:path w="7486650" h="913130">
                  <a:moveTo>
                    <a:pt x="5105400" y="3454"/>
                  </a:moveTo>
                  <a:lnTo>
                    <a:pt x="5104943" y="2336"/>
                  </a:lnTo>
                  <a:lnTo>
                    <a:pt x="5103076" y="469"/>
                  </a:lnTo>
                  <a:lnTo>
                    <a:pt x="5101958" y="0"/>
                  </a:lnTo>
                  <a:lnTo>
                    <a:pt x="5099329" y="0"/>
                  </a:lnTo>
                  <a:lnTo>
                    <a:pt x="5098212" y="469"/>
                  </a:lnTo>
                  <a:lnTo>
                    <a:pt x="5096345" y="2336"/>
                  </a:lnTo>
                  <a:lnTo>
                    <a:pt x="5095875" y="3454"/>
                  </a:lnTo>
                  <a:lnTo>
                    <a:pt x="5095875" y="6083"/>
                  </a:lnTo>
                  <a:lnTo>
                    <a:pt x="5096345" y="7200"/>
                  </a:lnTo>
                  <a:lnTo>
                    <a:pt x="5098212" y="9067"/>
                  </a:lnTo>
                  <a:lnTo>
                    <a:pt x="5099329" y="9525"/>
                  </a:lnTo>
                  <a:lnTo>
                    <a:pt x="5101958" y="9525"/>
                  </a:lnTo>
                  <a:lnTo>
                    <a:pt x="5103076" y="9067"/>
                  </a:lnTo>
                  <a:lnTo>
                    <a:pt x="5104943" y="7200"/>
                  </a:lnTo>
                  <a:lnTo>
                    <a:pt x="5105400" y="6083"/>
                  </a:lnTo>
                  <a:lnTo>
                    <a:pt x="5105400" y="3454"/>
                  </a:lnTo>
                  <a:close/>
                </a:path>
                <a:path w="7486650" h="913130">
                  <a:moveTo>
                    <a:pt x="5153025" y="906970"/>
                  </a:moveTo>
                  <a:lnTo>
                    <a:pt x="5152568" y="905840"/>
                  </a:lnTo>
                  <a:lnTo>
                    <a:pt x="5150701" y="903986"/>
                  </a:lnTo>
                  <a:lnTo>
                    <a:pt x="5149583" y="903516"/>
                  </a:lnTo>
                  <a:lnTo>
                    <a:pt x="5146954" y="903516"/>
                  </a:lnTo>
                  <a:lnTo>
                    <a:pt x="5145824" y="903986"/>
                  </a:lnTo>
                  <a:lnTo>
                    <a:pt x="5143970" y="905840"/>
                  </a:lnTo>
                  <a:lnTo>
                    <a:pt x="5143500" y="906970"/>
                  </a:lnTo>
                  <a:lnTo>
                    <a:pt x="5143500" y="909599"/>
                  </a:lnTo>
                  <a:lnTo>
                    <a:pt x="5143970" y="910717"/>
                  </a:lnTo>
                  <a:lnTo>
                    <a:pt x="5145824" y="912583"/>
                  </a:lnTo>
                  <a:lnTo>
                    <a:pt x="5146954" y="913041"/>
                  </a:lnTo>
                  <a:lnTo>
                    <a:pt x="5149583" y="913041"/>
                  </a:lnTo>
                  <a:lnTo>
                    <a:pt x="5150701" y="912583"/>
                  </a:lnTo>
                  <a:lnTo>
                    <a:pt x="5152568" y="910717"/>
                  </a:lnTo>
                  <a:lnTo>
                    <a:pt x="5153025" y="909599"/>
                  </a:lnTo>
                  <a:lnTo>
                    <a:pt x="5153025" y="906970"/>
                  </a:lnTo>
                  <a:close/>
                </a:path>
                <a:path w="7486650" h="913130">
                  <a:moveTo>
                    <a:pt x="5153025" y="455206"/>
                  </a:moveTo>
                  <a:lnTo>
                    <a:pt x="5152568" y="454088"/>
                  </a:lnTo>
                  <a:lnTo>
                    <a:pt x="5150701" y="452234"/>
                  </a:lnTo>
                  <a:lnTo>
                    <a:pt x="5149583" y="451764"/>
                  </a:lnTo>
                  <a:lnTo>
                    <a:pt x="5146954" y="451764"/>
                  </a:lnTo>
                  <a:lnTo>
                    <a:pt x="5145824" y="452234"/>
                  </a:lnTo>
                  <a:lnTo>
                    <a:pt x="5143970" y="454088"/>
                  </a:lnTo>
                  <a:lnTo>
                    <a:pt x="5143500" y="455206"/>
                  </a:lnTo>
                  <a:lnTo>
                    <a:pt x="5143500" y="457835"/>
                  </a:lnTo>
                  <a:lnTo>
                    <a:pt x="5143970" y="458965"/>
                  </a:lnTo>
                  <a:lnTo>
                    <a:pt x="5145824" y="460819"/>
                  </a:lnTo>
                  <a:lnTo>
                    <a:pt x="5146954" y="461289"/>
                  </a:lnTo>
                  <a:lnTo>
                    <a:pt x="5149583" y="461289"/>
                  </a:lnTo>
                  <a:lnTo>
                    <a:pt x="5150701" y="460819"/>
                  </a:lnTo>
                  <a:lnTo>
                    <a:pt x="5152568" y="458965"/>
                  </a:lnTo>
                  <a:lnTo>
                    <a:pt x="5153025" y="457835"/>
                  </a:lnTo>
                  <a:lnTo>
                    <a:pt x="5153025" y="455206"/>
                  </a:lnTo>
                  <a:close/>
                </a:path>
                <a:path w="7486650" h="913130">
                  <a:moveTo>
                    <a:pt x="5153025" y="3454"/>
                  </a:moveTo>
                  <a:lnTo>
                    <a:pt x="5152568" y="2336"/>
                  </a:lnTo>
                  <a:lnTo>
                    <a:pt x="5150701" y="469"/>
                  </a:lnTo>
                  <a:lnTo>
                    <a:pt x="5149583" y="0"/>
                  </a:lnTo>
                  <a:lnTo>
                    <a:pt x="5146954" y="0"/>
                  </a:lnTo>
                  <a:lnTo>
                    <a:pt x="5145824" y="469"/>
                  </a:lnTo>
                  <a:lnTo>
                    <a:pt x="5143970" y="2336"/>
                  </a:lnTo>
                  <a:lnTo>
                    <a:pt x="5143500" y="3454"/>
                  </a:lnTo>
                  <a:lnTo>
                    <a:pt x="5143500" y="6083"/>
                  </a:lnTo>
                  <a:lnTo>
                    <a:pt x="5143970" y="7200"/>
                  </a:lnTo>
                  <a:lnTo>
                    <a:pt x="5145824" y="9067"/>
                  </a:lnTo>
                  <a:lnTo>
                    <a:pt x="5146954" y="9525"/>
                  </a:lnTo>
                  <a:lnTo>
                    <a:pt x="5149583" y="9525"/>
                  </a:lnTo>
                  <a:lnTo>
                    <a:pt x="5150701" y="9067"/>
                  </a:lnTo>
                  <a:lnTo>
                    <a:pt x="5152568" y="7200"/>
                  </a:lnTo>
                  <a:lnTo>
                    <a:pt x="5153025" y="6083"/>
                  </a:lnTo>
                  <a:lnTo>
                    <a:pt x="5153025" y="3454"/>
                  </a:lnTo>
                  <a:close/>
                </a:path>
                <a:path w="7486650" h="913130">
                  <a:moveTo>
                    <a:pt x="5200650" y="906970"/>
                  </a:moveTo>
                  <a:lnTo>
                    <a:pt x="5200193" y="905840"/>
                  </a:lnTo>
                  <a:lnTo>
                    <a:pt x="5198326" y="903986"/>
                  </a:lnTo>
                  <a:lnTo>
                    <a:pt x="5197208" y="903516"/>
                  </a:lnTo>
                  <a:lnTo>
                    <a:pt x="5194579" y="903516"/>
                  </a:lnTo>
                  <a:lnTo>
                    <a:pt x="5193449" y="903986"/>
                  </a:lnTo>
                  <a:lnTo>
                    <a:pt x="5191595" y="905840"/>
                  </a:lnTo>
                  <a:lnTo>
                    <a:pt x="5191125" y="906970"/>
                  </a:lnTo>
                  <a:lnTo>
                    <a:pt x="5191125" y="909599"/>
                  </a:lnTo>
                  <a:lnTo>
                    <a:pt x="5191595" y="910717"/>
                  </a:lnTo>
                  <a:lnTo>
                    <a:pt x="5193449" y="912583"/>
                  </a:lnTo>
                  <a:lnTo>
                    <a:pt x="5194579" y="913041"/>
                  </a:lnTo>
                  <a:lnTo>
                    <a:pt x="5197208" y="913041"/>
                  </a:lnTo>
                  <a:lnTo>
                    <a:pt x="5198326" y="912583"/>
                  </a:lnTo>
                  <a:lnTo>
                    <a:pt x="5200193" y="910717"/>
                  </a:lnTo>
                  <a:lnTo>
                    <a:pt x="5200650" y="909599"/>
                  </a:lnTo>
                  <a:lnTo>
                    <a:pt x="5200650" y="906970"/>
                  </a:lnTo>
                  <a:close/>
                </a:path>
                <a:path w="7486650" h="913130">
                  <a:moveTo>
                    <a:pt x="5200650" y="455206"/>
                  </a:moveTo>
                  <a:lnTo>
                    <a:pt x="5200193" y="454088"/>
                  </a:lnTo>
                  <a:lnTo>
                    <a:pt x="5198326" y="452234"/>
                  </a:lnTo>
                  <a:lnTo>
                    <a:pt x="5197208" y="451764"/>
                  </a:lnTo>
                  <a:lnTo>
                    <a:pt x="5194579" y="451764"/>
                  </a:lnTo>
                  <a:lnTo>
                    <a:pt x="5193449" y="452234"/>
                  </a:lnTo>
                  <a:lnTo>
                    <a:pt x="5191595" y="454088"/>
                  </a:lnTo>
                  <a:lnTo>
                    <a:pt x="5191125" y="455206"/>
                  </a:lnTo>
                  <a:lnTo>
                    <a:pt x="5191125" y="457835"/>
                  </a:lnTo>
                  <a:lnTo>
                    <a:pt x="5191595" y="458965"/>
                  </a:lnTo>
                  <a:lnTo>
                    <a:pt x="5193449" y="460819"/>
                  </a:lnTo>
                  <a:lnTo>
                    <a:pt x="5194579" y="461289"/>
                  </a:lnTo>
                  <a:lnTo>
                    <a:pt x="5197208" y="461289"/>
                  </a:lnTo>
                  <a:lnTo>
                    <a:pt x="5198326" y="460819"/>
                  </a:lnTo>
                  <a:lnTo>
                    <a:pt x="5200193" y="458965"/>
                  </a:lnTo>
                  <a:lnTo>
                    <a:pt x="5200650" y="457835"/>
                  </a:lnTo>
                  <a:lnTo>
                    <a:pt x="5200650" y="455206"/>
                  </a:lnTo>
                  <a:close/>
                </a:path>
                <a:path w="7486650" h="913130">
                  <a:moveTo>
                    <a:pt x="5200650" y="3454"/>
                  </a:moveTo>
                  <a:lnTo>
                    <a:pt x="5200193" y="2336"/>
                  </a:lnTo>
                  <a:lnTo>
                    <a:pt x="5198326" y="469"/>
                  </a:lnTo>
                  <a:lnTo>
                    <a:pt x="5197208" y="0"/>
                  </a:lnTo>
                  <a:lnTo>
                    <a:pt x="5194579" y="0"/>
                  </a:lnTo>
                  <a:lnTo>
                    <a:pt x="5193449" y="469"/>
                  </a:lnTo>
                  <a:lnTo>
                    <a:pt x="5191595" y="2336"/>
                  </a:lnTo>
                  <a:lnTo>
                    <a:pt x="5191125" y="3454"/>
                  </a:lnTo>
                  <a:lnTo>
                    <a:pt x="5191125" y="6083"/>
                  </a:lnTo>
                  <a:lnTo>
                    <a:pt x="5191595" y="7200"/>
                  </a:lnTo>
                  <a:lnTo>
                    <a:pt x="5193449" y="9067"/>
                  </a:lnTo>
                  <a:lnTo>
                    <a:pt x="5194579" y="9525"/>
                  </a:lnTo>
                  <a:lnTo>
                    <a:pt x="5197208" y="9525"/>
                  </a:lnTo>
                  <a:lnTo>
                    <a:pt x="5198326" y="9067"/>
                  </a:lnTo>
                  <a:lnTo>
                    <a:pt x="5200193" y="7200"/>
                  </a:lnTo>
                  <a:lnTo>
                    <a:pt x="5200650" y="6083"/>
                  </a:lnTo>
                  <a:lnTo>
                    <a:pt x="5200650" y="3454"/>
                  </a:lnTo>
                  <a:close/>
                </a:path>
                <a:path w="7486650" h="913130">
                  <a:moveTo>
                    <a:pt x="5248275" y="906970"/>
                  </a:moveTo>
                  <a:lnTo>
                    <a:pt x="5247818" y="905840"/>
                  </a:lnTo>
                  <a:lnTo>
                    <a:pt x="5245951" y="903986"/>
                  </a:lnTo>
                  <a:lnTo>
                    <a:pt x="5244833" y="903516"/>
                  </a:lnTo>
                  <a:lnTo>
                    <a:pt x="5242204" y="903516"/>
                  </a:lnTo>
                  <a:lnTo>
                    <a:pt x="5241074" y="903986"/>
                  </a:lnTo>
                  <a:lnTo>
                    <a:pt x="5239220" y="905840"/>
                  </a:lnTo>
                  <a:lnTo>
                    <a:pt x="5238750" y="906970"/>
                  </a:lnTo>
                  <a:lnTo>
                    <a:pt x="5238750" y="909599"/>
                  </a:lnTo>
                  <a:lnTo>
                    <a:pt x="5239220" y="910717"/>
                  </a:lnTo>
                  <a:lnTo>
                    <a:pt x="5241074" y="912583"/>
                  </a:lnTo>
                  <a:lnTo>
                    <a:pt x="5242204" y="913041"/>
                  </a:lnTo>
                  <a:lnTo>
                    <a:pt x="5244833" y="913041"/>
                  </a:lnTo>
                  <a:lnTo>
                    <a:pt x="5245951" y="912583"/>
                  </a:lnTo>
                  <a:lnTo>
                    <a:pt x="5247818" y="910717"/>
                  </a:lnTo>
                  <a:lnTo>
                    <a:pt x="5248275" y="909599"/>
                  </a:lnTo>
                  <a:lnTo>
                    <a:pt x="5248275" y="906970"/>
                  </a:lnTo>
                  <a:close/>
                </a:path>
                <a:path w="7486650" h="913130">
                  <a:moveTo>
                    <a:pt x="5248275" y="455206"/>
                  </a:moveTo>
                  <a:lnTo>
                    <a:pt x="5247818" y="454088"/>
                  </a:lnTo>
                  <a:lnTo>
                    <a:pt x="5245951" y="452234"/>
                  </a:lnTo>
                  <a:lnTo>
                    <a:pt x="5244833" y="451764"/>
                  </a:lnTo>
                  <a:lnTo>
                    <a:pt x="5242204" y="451764"/>
                  </a:lnTo>
                  <a:lnTo>
                    <a:pt x="5241074" y="452234"/>
                  </a:lnTo>
                  <a:lnTo>
                    <a:pt x="5239220" y="454088"/>
                  </a:lnTo>
                  <a:lnTo>
                    <a:pt x="5238750" y="455206"/>
                  </a:lnTo>
                  <a:lnTo>
                    <a:pt x="5238750" y="457835"/>
                  </a:lnTo>
                  <a:lnTo>
                    <a:pt x="5239220" y="458965"/>
                  </a:lnTo>
                  <a:lnTo>
                    <a:pt x="5241074" y="460819"/>
                  </a:lnTo>
                  <a:lnTo>
                    <a:pt x="5242204" y="461289"/>
                  </a:lnTo>
                  <a:lnTo>
                    <a:pt x="5244833" y="461289"/>
                  </a:lnTo>
                  <a:lnTo>
                    <a:pt x="5245951" y="460819"/>
                  </a:lnTo>
                  <a:lnTo>
                    <a:pt x="5247818" y="458965"/>
                  </a:lnTo>
                  <a:lnTo>
                    <a:pt x="5248275" y="457835"/>
                  </a:lnTo>
                  <a:lnTo>
                    <a:pt x="5248275" y="455206"/>
                  </a:lnTo>
                  <a:close/>
                </a:path>
                <a:path w="7486650" h="913130">
                  <a:moveTo>
                    <a:pt x="5248275" y="3454"/>
                  </a:moveTo>
                  <a:lnTo>
                    <a:pt x="5247818" y="2336"/>
                  </a:lnTo>
                  <a:lnTo>
                    <a:pt x="5245951" y="469"/>
                  </a:lnTo>
                  <a:lnTo>
                    <a:pt x="5244833" y="0"/>
                  </a:lnTo>
                  <a:lnTo>
                    <a:pt x="5242204" y="0"/>
                  </a:lnTo>
                  <a:lnTo>
                    <a:pt x="5241074" y="469"/>
                  </a:lnTo>
                  <a:lnTo>
                    <a:pt x="5239220" y="2336"/>
                  </a:lnTo>
                  <a:lnTo>
                    <a:pt x="5238750" y="3454"/>
                  </a:lnTo>
                  <a:lnTo>
                    <a:pt x="5238750" y="6083"/>
                  </a:lnTo>
                  <a:lnTo>
                    <a:pt x="5239220" y="7200"/>
                  </a:lnTo>
                  <a:lnTo>
                    <a:pt x="5241074" y="9067"/>
                  </a:lnTo>
                  <a:lnTo>
                    <a:pt x="5242204" y="9525"/>
                  </a:lnTo>
                  <a:lnTo>
                    <a:pt x="5244833" y="9525"/>
                  </a:lnTo>
                  <a:lnTo>
                    <a:pt x="5245951" y="9067"/>
                  </a:lnTo>
                  <a:lnTo>
                    <a:pt x="5247818" y="7200"/>
                  </a:lnTo>
                  <a:lnTo>
                    <a:pt x="5248275" y="6083"/>
                  </a:lnTo>
                  <a:lnTo>
                    <a:pt x="5248275" y="3454"/>
                  </a:lnTo>
                  <a:close/>
                </a:path>
                <a:path w="7486650" h="913130">
                  <a:moveTo>
                    <a:pt x="5295900" y="906970"/>
                  </a:moveTo>
                  <a:lnTo>
                    <a:pt x="5295443" y="905840"/>
                  </a:lnTo>
                  <a:lnTo>
                    <a:pt x="5293576" y="903986"/>
                  </a:lnTo>
                  <a:lnTo>
                    <a:pt x="5292458" y="903516"/>
                  </a:lnTo>
                  <a:lnTo>
                    <a:pt x="5289829" y="903516"/>
                  </a:lnTo>
                  <a:lnTo>
                    <a:pt x="5288699" y="903986"/>
                  </a:lnTo>
                  <a:lnTo>
                    <a:pt x="5286845" y="905840"/>
                  </a:lnTo>
                  <a:lnTo>
                    <a:pt x="5286375" y="906970"/>
                  </a:lnTo>
                  <a:lnTo>
                    <a:pt x="5286375" y="909599"/>
                  </a:lnTo>
                  <a:lnTo>
                    <a:pt x="5286845" y="910717"/>
                  </a:lnTo>
                  <a:lnTo>
                    <a:pt x="5288699" y="912583"/>
                  </a:lnTo>
                  <a:lnTo>
                    <a:pt x="5289829" y="913041"/>
                  </a:lnTo>
                  <a:lnTo>
                    <a:pt x="5292458" y="913041"/>
                  </a:lnTo>
                  <a:lnTo>
                    <a:pt x="5293576" y="912583"/>
                  </a:lnTo>
                  <a:lnTo>
                    <a:pt x="5295443" y="910717"/>
                  </a:lnTo>
                  <a:lnTo>
                    <a:pt x="5295900" y="909599"/>
                  </a:lnTo>
                  <a:lnTo>
                    <a:pt x="5295900" y="906970"/>
                  </a:lnTo>
                  <a:close/>
                </a:path>
                <a:path w="7486650" h="913130">
                  <a:moveTo>
                    <a:pt x="5295900" y="455206"/>
                  </a:moveTo>
                  <a:lnTo>
                    <a:pt x="5295443" y="454088"/>
                  </a:lnTo>
                  <a:lnTo>
                    <a:pt x="5293576" y="452234"/>
                  </a:lnTo>
                  <a:lnTo>
                    <a:pt x="5292458" y="451764"/>
                  </a:lnTo>
                  <a:lnTo>
                    <a:pt x="5289829" y="451764"/>
                  </a:lnTo>
                  <a:lnTo>
                    <a:pt x="5288699" y="452234"/>
                  </a:lnTo>
                  <a:lnTo>
                    <a:pt x="5286845" y="454088"/>
                  </a:lnTo>
                  <a:lnTo>
                    <a:pt x="5286375" y="455206"/>
                  </a:lnTo>
                  <a:lnTo>
                    <a:pt x="5286375" y="457835"/>
                  </a:lnTo>
                  <a:lnTo>
                    <a:pt x="5286845" y="458965"/>
                  </a:lnTo>
                  <a:lnTo>
                    <a:pt x="5288699" y="460819"/>
                  </a:lnTo>
                  <a:lnTo>
                    <a:pt x="5289829" y="461289"/>
                  </a:lnTo>
                  <a:lnTo>
                    <a:pt x="5292458" y="461289"/>
                  </a:lnTo>
                  <a:lnTo>
                    <a:pt x="5293576" y="460819"/>
                  </a:lnTo>
                  <a:lnTo>
                    <a:pt x="5295443" y="458965"/>
                  </a:lnTo>
                  <a:lnTo>
                    <a:pt x="5295900" y="457835"/>
                  </a:lnTo>
                  <a:lnTo>
                    <a:pt x="5295900" y="455206"/>
                  </a:lnTo>
                  <a:close/>
                </a:path>
                <a:path w="7486650" h="913130">
                  <a:moveTo>
                    <a:pt x="5295900" y="3454"/>
                  </a:moveTo>
                  <a:lnTo>
                    <a:pt x="5295443" y="2336"/>
                  </a:lnTo>
                  <a:lnTo>
                    <a:pt x="5293576" y="469"/>
                  </a:lnTo>
                  <a:lnTo>
                    <a:pt x="5292458" y="0"/>
                  </a:lnTo>
                  <a:lnTo>
                    <a:pt x="5289829" y="0"/>
                  </a:lnTo>
                  <a:lnTo>
                    <a:pt x="5288699" y="469"/>
                  </a:lnTo>
                  <a:lnTo>
                    <a:pt x="5286845" y="2336"/>
                  </a:lnTo>
                  <a:lnTo>
                    <a:pt x="5286375" y="3454"/>
                  </a:lnTo>
                  <a:lnTo>
                    <a:pt x="5286375" y="6083"/>
                  </a:lnTo>
                  <a:lnTo>
                    <a:pt x="5286845" y="7200"/>
                  </a:lnTo>
                  <a:lnTo>
                    <a:pt x="5288699" y="9067"/>
                  </a:lnTo>
                  <a:lnTo>
                    <a:pt x="5289829" y="9525"/>
                  </a:lnTo>
                  <a:lnTo>
                    <a:pt x="5292458" y="9525"/>
                  </a:lnTo>
                  <a:lnTo>
                    <a:pt x="5293576" y="9067"/>
                  </a:lnTo>
                  <a:lnTo>
                    <a:pt x="5295443" y="7200"/>
                  </a:lnTo>
                  <a:lnTo>
                    <a:pt x="5295900" y="6083"/>
                  </a:lnTo>
                  <a:lnTo>
                    <a:pt x="5295900" y="3454"/>
                  </a:lnTo>
                  <a:close/>
                </a:path>
                <a:path w="7486650" h="913130">
                  <a:moveTo>
                    <a:pt x="5343525" y="906970"/>
                  </a:moveTo>
                  <a:lnTo>
                    <a:pt x="5343068" y="905840"/>
                  </a:lnTo>
                  <a:lnTo>
                    <a:pt x="5341201" y="903986"/>
                  </a:lnTo>
                  <a:lnTo>
                    <a:pt x="5340083" y="903516"/>
                  </a:lnTo>
                  <a:lnTo>
                    <a:pt x="5337454" y="903516"/>
                  </a:lnTo>
                  <a:lnTo>
                    <a:pt x="5336324" y="903986"/>
                  </a:lnTo>
                  <a:lnTo>
                    <a:pt x="5334470" y="905840"/>
                  </a:lnTo>
                  <a:lnTo>
                    <a:pt x="5334000" y="906970"/>
                  </a:lnTo>
                  <a:lnTo>
                    <a:pt x="5334000" y="909599"/>
                  </a:lnTo>
                  <a:lnTo>
                    <a:pt x="5334470" y="910717"/>
                  </a:lnTo>
                  <a:lnTo>
                    <a:pt x="5336324" y="912583"/>
                  </a:lnTo>
                  <a:lnTo>
                    <a:pt x="5337454" y="913041"/>
                  </a:lnTo>
                  <a:lnTo>
                    <a:pt x="5340083" y="913041"/>
                  </a:lnTo>
                  <a:lnTo>
                    <a:pt x="5341201" y="912583"/>
                  </a:lnTo>
                  <a:lnTo>
                    <a:pt x="5343068" y="910717"/>
                  </a:lnTo>
                  <a:lnTo>
                    <a:pt x="5343525" y="909599"/>
                  </a:lnTo>
                  <a:lnTo>
                    <a:pt x="5343525" y="906970"/>
                  </a:lnTo>
                  <a:close/>
                </a:path>
                <a:path w="7486650" h="913130">
                  <a:moveTo>
                    <a:pt x="5343525" y="455206"/>
                  </a:moveTo>
                  <a:lnTo>
                    <a:pt x="5343068" y="454088"/>
                  </a:lnTo>
                  <a:lnTo>
                    <a:pt x="5341201" y="452234"/>
                  </a:lnTo>
                  <a:lnTo>
                    <a:pt x="5340083" y="451764"/>
                  </a:lnTo>
                  <a:lnTo>
                    <a:pt x="5337454" y="451764"/>
                  </a:lnTo>
                  <a:lnTo>
                    <a:pt x="5336324" y="452234"/>
                  </a:lnTo>
                  <a:lnTo>
                    <a:pt x="5334470" y="454088"/>
                  </a:lnTo>
                  <a:lnTo>
                    <a:pt x="5334000" y="455206"/>
                  </a:lnTo>
                  <a:lnTo>
                    <a:pt x="5334000" y="457835"/>
                  </a:lnTo>
                  <a:lnTo>
                    <a:pt x="5334470" y="458965"/>
                  </a:lnTo>
                  <a:lnTo>
                    <a:pt x="5336324" y="460819"/>
                  </a:lnTo>
                  <a:lnTo>
                    <a:pt x="5337454" y="461289"/>
                  </a:lnTo>
                  <a:lnTo>
                    <a:pt x="5340083" y="461289"/>
                  </a:lnTo>
                  <a:lnTo>
                    <a:pt x="5341201" y="460819"/>
                  </a:lnTo>
                  <a:lnTo>
                    <a:pt x="5343068" y="458965"/>
                  </a:lnTo>
                  <a:lnTo>
                    <a:pt x="5343525" y="457835"/>
                  </a:lnTo>
                  <a:lnTo>
                    <a:pt x="5343525" y="455206"/>
                  </a:lnTo>
                  <a:close/>
                </a:path>
                <a:path w="7486650" h="913130">
                  <a:moveTo>
                    <a:pt x="5343525" y="3454"/>
                  </a:moveTo>
                  <a:lnTo>
                    <a:pt x="5343068" y="2336"/>
                  </a:lnTo>
                  <a:lnTo>
                    <a:pt x="5341201" y="469"/>
                  </a:lnTo>
                  <a:lnTo>
                    <a:pt x="5340083" y="0"/>
                  </a:lnTo>
                  <a:lnTo>
                    <a:pt x="5337454" y="0"/>
                  </a:lnTo>
                  <a:lnTo>
                    <a:pt x="5336324" y="469"/>
                  </a:lnTo>
                  <a:lnTo>
                    <a:pt x="5334470" y="2336"/>
                  </a:lnTo>
                  <a:lnTo>
                    <a:pt x="5334000" y="3454"/>
                  </a:lnTo>
                  <a:lnTo>
                    <a:pt x="5334000" y="6083"/>
                  </a:lnTo>
                  <a:lnTo>
                    <a:pt x="5334470" y="7200"/>
                  </a:lnTo>
                  <a:lnTo>
                    <a:pt x="5336324" y="9067"/>
                  </a:lnTo>
                  <a:lnTo>
                    <a:pt x="5337454" y="9525"/>
                  </a:lnTo>
                  <a:lnTo>
                    <a:pt x="5340083" y="9525"/>
                  </a:lnTo>
                  <a:lnTo>
                    <a:pt x="5341201" y="9067"/>
                  </a:lnTo>
                  <a:lnTo>
                    <a:pt x="5343068" y="7200"/>
                  </a:lnTo>
                  <a:lnTo>
                    <a:pt x="5343525" y="6083"/>
                  </a:lnTo>
                  <a:lnTo>
                    <a:pt x="5343525" y="3454"/>
                  </a:lnTo>
                  <a:close/>
                </a:path>
                <a:path w="7486650" h="913130">
                  <a:moveTo>
                    <a:pt x="5391150" y="906970"/>
                  </a:moveTo>
                  <a:lnTo>
                    <a:pt x="5390693" y="905840"/>
                  </a:lnTo>
                  <a:lnTo>
                    <a:pt x="5388826" y="903986"/>
                  </a:lnTo>
                  <a:lnTo>
                    <a:pt x="5387708" y="903516"/>
                  </a:lnTo>
                  <a:lnTo>
                    <a:pt x="5385079" y="903516"/>
                  </a:lnTo>
                  <a:lnTo>
                    <a:pt x="5383949" y="903986"/>
                  </a:lnTo>
                  <a:lnTo>
                    <a:pt x="5382095" y="905840"/>
                  </a:lnTo>
                  <a:lnTo>
                    <a:pt x="5381625" y="906970"/>
                  </a:lnTo>
                  <a:lnTo>
                    <a:pt x="5381625" y="909599"/>
                  </a:lnTo>
                  <a:lnTo>
                    <a:pt x="5382095" y="910717"/>
                  </a:lnTo>
                  <a:lnTo>
                    <a:pt x="5383949" y="912583"/>
                  </a:lnTo>
                  <a:lnTo>
                    <a:pt x="5385079" y="913041"/>
                  </a:lnTo>
                  <a:lnTo>
                    <a:pt x="5387708" y="913041"/>
                  </a:lnTo>
                  <a:lnTo>
                    <a:pt x="5388826" y="912583"/>
                  </a:lnTo>
                  <a:lnTo>
                    <a:pt x="5390693" y="910717"/>
                  </a:lnTo>
                  <a:lnTo>
                    <a:pt x="5391150" y="909599"/>
                  </a:lnTo>
                  <a:lnTo>
                    <a:pt x="5391150" y="906970"/>
                  </a:lnTo>
                  <a:close/>
                </a:path>
                <a:path w="7486650" h="913130">
                  <a:moveTo>
                    <a:pt x="5391150" y="455206"/>
                  </a:moveTo>
                  <a:lnTo>
                    <a:pt x="5390693" y="454088"/>
                  </a:lnTo>
                  <a:lnTo>
                    <a:pt x="5388826" y="452234"/>
                  </a:lnTo>
                  <a:lnTo>
                    <a:pt x="5387708" y="451764"/>
                  </a:lnTo>
                  <a:lnTo>
                    <a:pt x="5385079" y="451764"/>
                  </a:lnTo>
                  <a:lnTo>
                    <a:pt x="5383949" y="452234"/>
                  </a:lnTo>
                  <a:lnTo>
                    <a:pt x="5382095" y="454088"/>
                  </a:lnTo>
                  <a:lnTo>
                    <a:pt x="5381625" y="455206"/>
                  </a:lnTo>
                  <a:lnTo>
                    <a:pt x="5381625" y="457835"/>
                  </a:lnTo>
                  <a:lnTo>
                    <a:pt x="5382095" y="458965"/>
                  </a:lnTo>
                  <a:lnTo>
                    <a:pt x="5383949" y="460819"/>
                  </a:lnTo>
                  <a:lnTo>
                    <a:pt x="5385079" y="461289"/>
                  </a:lnTo>
                  <a:lnTo>
                    <a:pt x="5387708" y="461289"/>
                  </a:lnTo>
                  <a:lnTo>
                    <a:pt x="5388826" y="460819"/>
                  </a:lnTo>
                  <a:lnTo>
                    <a:pt x="5390693" y="458965"/>
                  </a:lnTo>
                  <a:lnTo>
                    <a:pt x="5391150" y="457835"/>
                  </a:lnTo>
                  <a:lnTo>
                    <a:pt x="5391150" y="455206"/>
                  </a:lnTo>
                  <a:close/>
                </a:path>
                <a:path w="7486650" h="913130">
                  <a:moveTo>
                    <a:pt x="5391150" y="3454"/>
                  </a:moveTo>
                  <a:lnTo>
                    <a:pt x="5390693" y="2336"/>
                  </a:lnTo>
                  <a:lnTo>
                    <a:pt x="5388826" y="469"/>
                  </a:lnTo>
                  <a:lnTo>
                    <a:pt x="5387708" y="0"/>
                  </a:lnTo>
                  <a:lnTo>
                    <a:pt x="5385079" y="0"/>
                  </a:lnTo>
                  <a:lnTo>
                    <a:pt x="5383949" y="469"/>
                  </a:lnTo>
                  <a:lnTo>
                    <a:pt x="5382095" y="2336"/>
                  </a:lnTo>
                  <a:lnTo>
                    <a:pt x="5381625" y="3454"/>
                  </a:lnTo>
                  <a:lnTo>
                    <a:pt x="5381625" y="6083"/>
                  </a:lnTo>
                  <a:lnTo>
                    <a:pt x="5382095" y="7200"/>
                  </a:lnTo>
                  <a:lnTo>
                    <a:pt x="5383949" y="9067"/>
                  </a:lnTo>
                  <a:lnTo>
                    <a:pt x="5385079" y="9525"/>
                  </a:lnTo>
                  <a:lnTo>
                    <a:pt x="5387708" y="9525"/>
                  </a:lnTo>
                  <a:lnTo>
                    <a:pt x="5388826" y="9067"/>
                  </a:lnTo>
                  <a:lnTo>
                    <a:pt x="5390693" y="7200"/>
                  </a:lnTo>
                  <a:lnTo>
                    <a:pt x="5391150" y="6083"/>
                  </a:lnTo>
                  <a:lnTo>
                    <a:pt x="5391150" y="3454"/>
                  </a:lnTo>
                  <a:close/>
                </a:path>
                <a:path w="7486650" h="913130">
                  <a:moveTo>
                    <a:pt x="5438775" y="906970"/>
                  </a:moveTo>
                  <a:lnTo>
                    <a:pt x="5438318" y="905840"/>
                  </a:lnTo>
                  <a:lnTo>
                    <a:pt x="5436451" y="903986"/>
                  </a:lnTo>
                  <a:lnTo>
                    <a:pt x="5435333" y="903516"/>
                  </a:lnTo>
                  <a:lnTo>
                    <a:pt x="5432704" y="903516"/>
                  </a:lnTo>
                  <a:lnTo>
                    <a:pt x="5431574" y="903986"/>
                  </a:lnTo>
                  <a:lnTo>
                    <a:pt x="5429720" y="905840"/>
                  </a:lnTo>
                  <a:lnTo>
                    <a:pt x="5429250" y="906970"/>
                  </a:lnTo>
                  <a:lnTo>
                    <a:pt x="5429250" y="909599"/>
                  </a:lnTo>
                  <a:lnTo>
                    <a:pt x="5429720" y="910717"/>
                  </a:lnTo>
                  <a:lnTo>
                    <a:pt x="5431574" y="912583"/>
                  </a:lnTo>
                  <a:lnTo>
                    <a:pt x="5432704" y="913041"/>
                  </a:lnTo>
                  <a:lnTo>
                    <a:pt x="5435333" y="913041"/>
                  </a:lnTo>
                  <a:lnTo>
                    <a:pt x="5436451" y="912583"/>
                  </a:lnTo>
                  <a:lnTo>
                    <a:pt x="5438318" y="910717"/>
                  </a:lnTo>
                  <a:lnTo>
                    <a:pt x="5438775" y="909599"/>
                  </a:lnTo>
                  <a:lnTo>
                    <a:pt x="5438775" y="906970"/>
                  </a:lnTo>
                  <a:close/>
                </a:path>
                <a:path w="7486650" h="913130">
                  <a:moveTo>
                    <a:pt x="5438775" y="455206"/>
                  </a:moveTo>
                  <a:lnTo>
                    <a:pt x="5438318" y="454088"/>
                  </a:lnTo>
                  <a:lnTo>
                    <a:pt x="5436451" y="452234"/>
                  </a:lnTo>
                  <a:lnTo>
                    <a:pt x="5435333" y="451764"/>
                  </a:lnTo>
                  <a:lnTo>
                    <a:pt x="5432704" y="451764"/>
                  </a:lnTo>
                  <a:lnTo>
                    <a:pt x="5431574" y="452234"/>
                  </a:lnTo>
                  <a:lnTo>
                    <a:pt x="5429720" y="454088"/>
                  </a:lnTo>
                  <a:lnTo>
                    <a:pt x="5429250" y="455206"/>
                  </a:lnTo>
                  <a:lnTo>
                    <a:pt x="5429250" y="457835"/>
                  </a:lnTo>
                  <a:lnTo>
                    <a:pt x="5429720" y="458965"/>
                  </a:lnTo>
                  <a:lnTo>
                    <a:pt x="5431574" y="460819"/>
                  </a:lnTo>
                  <a:lnTo>
                    <a:pt x="5432704" y="461289"/>
                  </a:lnTo>
                  <a:lnTo>
                    <a:pt x="5435333" y="461289"/>
                  </a:lnTo>
                  <a:lnTo>
                    <a:pt x="5436451" y="460819"/>
                  </a:lnTo>
                  <a:lnTo>
                    <a:pt x="5438318" y="458965"/>
                  </a:lnTo>
                  <a:lnTo>
                    <a:pt x="5438775" y="457835"/>
                  </a:lnTo>
                  <a:lnTo>
                    <a:pt x="5438775" y="455206"/>
                  </a:lnTo>
                  <a:close/>
                </a:path>
                <a:path w="7486650" h="913130">
                  <a:moveTo>
                    <a:pt x="5438775" y="3454"/>
                  </a:moveTo>
                  <a:lnTo>
                    <a:pt x="5438318" y="2336"/>
                  </a:lnTo>
                  <a:lnTo>
                    <a:pt x="5436451" y="469"/>
                  </a:lnTo>
                  <a:lnTo>
                    <a:pt x="5435333" y="0"/>
                  </a:lnTo>
                  <a:lnTo>
                    <a:pt x="5432704" y="0"/>
                  </a:lnTo>
                  <a:lnTo>
                    <a:pt x="5431574" y="469"/>
                  </a:lnTo>
                  <a:lnTo>
                    <a:pt x="5429720" y="2336"/>
                  </a:lnTo>
                  <a:lnTo>
                    <a:pt x="5429250" y="3454"/>
                  </a:lnTo>
                  <a:lnTo>
                    <a:pt x="5429250" y="6083"/>
                  </a:lnTo>
                  <a:lnTo>
                    <a:pt x="5429720" y="7200"/>
                  </a:lnTo>
                  <a:lnTo>
                    <a:pt x="5431574" y="9067"/>
                  </a:lnTo>
                  <a:lnTo>
                    <a:pt x="5432704" y="9525"/>
                  </a:lnTo>
                  <a:lnTo>
                    <a:pt x="5435333" y="9525"/>
                  </a:lnTo>
                  <a:lnTo>
                    <a:pt x="5436451" y="9067"/>
                  </a:lnTo>
                  <a:lnTo>
                    <a:pt x="5438318" y="7200"/>
                  </a:lnTo>
                  <a:lnTo>
                    <a:pt x="5438775" y="6083"/>
                  </a:lnTo>
                  <a:lnTo>
                    <a:pt x="5438775" y="3454"/>
                  </a:lnTo>
                  <a:close/>
                </a:path>
                <a:path w="7486650" h="913130">
                  <a:moveTo>
                    <a:pt x="5486400" y="906970"/>
                  </a:moveTo>
                  <a:lnTo>
                    <a:pt x="5485943" y="905840"/>
                  </a:lnTo>
                  <a:lnTo>
                    <a:pt x="5484076" y="903986"/>
                  </a:lnTo>
                  <a:lnTo>
                    <a:pt x="5482958" y="903516"/>
                  </a:lnTo>
                  <a:lnTo>
                    <a:pt x="5480329" y="903516"/>
                  </a:lnTo>
                  <a:lnTo>
                    <a:pt x="5479199" y="903986"/>
                  </a:lnTo>
                  <a:lnTo>
                    <a:pt x="5477345" y="905840"/>
                  </a:lnTo>
                  <a:lnTo>
                    <a:pt x="5476875" y="906970"/>
                  </a:lnTo>
                  <a:lnTo>
                    <a:pt x="5476875" y="909599"/>
                  </a:lnTo>
                  <a:lnTo>
                    <a:pt x="5477345" y="910717"/>
                  </a:lnTo>
                  <a:lnTo>
                    <a:pt x="5479199" y="912583"/>
                  </a:lnTo>
                  <a:lnTo>
                    <a:pt x="5480329" y="913041"/>
                  </a:lnTo>
                  <a:lnTo>
                    <a:pt x="5482958" y="913041"/>
                  </a:lnTo>
                  <a:lnTo>
                    <a:pt x="5484076" y="912583"/>
                  </a:lnTo>
                  <a:lnTo>
                    <a:pt x="5485943" y="910717"/>
                  </a:lnTo>
                  <a:lnTo>
                    <a:pt x="5486400" y="909599"/>
                  </a:lnTo>
                  <a:lnTo>
                    <a:pt x="5486400" y="906970"/>
                  </a:lnTo>
                  <a:close/>
                </a:path>
                <a:path w="7486650" h="913130">
                  <a:moveTo>
                    <a:pt x="5486400" y="455206"/>
                  </a:moveTo>
                  <a:lnTo>
                    <a:pt x="5485943" y="454088"/>
                  </a:lnTo>
                  <a:lnTo>
                    <a:pt x="5484076" y="452234"/>
                  </a:lnTo>
                  <a:lnTo>
                    <a:pt x="5482958" y="451764"/>
                  </a:lnTo>
                  <a:lnTo>
                    <a:pt x="5480329" y="451764"/>
                  </a:lnTo>
                  <a:lnTo>
                    <a:pt x="5479199" y="452234"/>
                  </a:lnTo>
                  <a:lnTo>
                    <a:pt x="5477345" y="454088"/>
                  </a:lnTo>
                  <a:lnTo>
                    <a:pt x="5476875" y="455206"/>
                  </a:lnTo>
                  <a:lnTo>
                    <a:pt x="5476875" y="457835"/>
                  </a:lnTo>
                  <a:lnTo>
                    <a:pt x="5477345" y="458965"/>
                  </a:lnTo>
                  <a:lnTo>
                    <a:pt x="5479199" y="460819"/>
                  </a:lnTo>
                  <a:lnTo>
                    <a:pt x="5480329" y="461289"/>
                  </a:lnTo>
                  <a:lnTo>
                    <a:pt x="5482958" y="461289"/>
                  </a:lnTo>
                  <a:lnTo>
                    <a:pt x="5484076" y="460819"/>
                  </a:lnTo>
                  <a:lnTo>
                    <a:pt x="5485943" y="458965"/>
                  </a:lnTo>
                  <a:lnTo>
                    <a:pt x="5486400" y="457835"/>
                  </a:lnTo>
                  <a:lnTo>
                    <a:pt x="5486400" y="455206"/>
                  </a:lnTo>
                  <a:close/>
                </a:path>
                <a:path w="7486650" h="913130">
                  <a:moveTo>
                    <a:pt x="5486400" y="3454"/>
                  </a:moveTo>
                  <a:lnTo>
                    <a:pt x="5485943" y="2336"/>
                  </a:lnTo>
                  <a:lnTo>
                    <a:pt x="5484076" y="469"/>
                  </a:lnTo>
                  <a:lnTo>
                    <a:pt x="5482958" y="0"/>
                  </a:lnTo>
                  <a:lnTo>
                    <a:pt x="5480329" y="0"/>
                  </a:lnTo>
                  <a:lnTo>
                    <a:pt x="5479199" y="469"/>
                  </a:lnTo>
                  <a:lnTo>
                    <a:pt x="5477345" y="2336"/>
                  </a:lnTo>
                  <a:lnTo>
                    <a:pt x="5476875" y="3454"/>
                  </a:lnTo>
                  <a:lnTo>
                    <a:pt x="5476875" y="6083"/>
                  </a:lnTo>
                  <a:lnTo>
                    <a:pt x="5477345" y="7200"/>
                  </a:lnTo>
                  <a:lnTo>
                    <a:pt x="5479199" y="9067"/>
                  </a:lnTo>
                  <a:lnTo>
                    <a:pt x="5480329" y="9525"/>
                  </a:lnTo>
                  <a:lnTo>
                    <a:pt x="5482958" y="9525"/>
                  </a:lnTo>
                  <a:lnTo>
                    <a:pt x="5484076" y="9067"/>
                  </a:lnTo>
                  <a:lnTo>
                    <a:pt x="5485943" y="7200"/>
                  </a:lnTo>
                  <a:lnTo>
                    <a:pt x="5486400" y="6083"/>
                  </a:lnTo>
                  <a:lnTo>
                    <a:pt x="5486400" y="3454"/>
                  </a:lnTo>
                  <a:close/>
                </a:path>
                <a:path w="7486650" h="913130">
                  <a:moveTo>
                    <a:pt x="5534025" y="906970"/>
                  </a:moveTo>
                  <a:lnTo>
                    <a:pt x="5533568" y="905840"/>
                  </a:lnTo>
                  <a:lnTo>
                    <a:pt x="5531701" y="903986"/>
                  </a:lnTo>
                  <a:lnTo>
                    <a:pt x="5530583" y="903516"/>
                  </a:lnTo>
                  <a:lnTo>
                    <a:pt x="5527954" y="903516"/>
                  </a:lnTo>
                  <a:lnTo>
                    <a:pt x="5526824" y="903986"/>
                  </a:lnTo>
                  <a:lnTo>
                    <a:pt x="5524970" y="905840"/>
                  </a:lnTo>
                  <a:lnTo>
                    <a:pt x="5524500" y="906970"/>
                  </a:lnTo>
                  <a:lnTo>
                    <a:pt x="5524500" y="909599"/>
                  </a:lnTo>
                  <a:lnTo>
                    <a:pt x="5524970" y="910717"/>
                  </a:lnTo>
                  <a:lnTo>
                    <a:pt x="5526824" y="912583"/>
                  </a:lnTo>
                  <a:lnTo>
                    <a:pt x="5527954" y="913041"/>
                  </a:lnTo>
                  <a:lnTo>
                    <a:pt x="5530583" y="913041"/>
                  </a:lnTo>
                  <a:lnTo>
                    <a:pt x="5531701" y="912583"/>
                  </a:lnTo>
                  <a:lnTo>
                    <a:pt x="5533568" y="910717"/>
                  </a:lnTo>
                  <a:lnTo>
                    <a:pt x="5534025" y="909599"/>
                  </a:lnTo>
                  <a:lnTo>
                    <a:pt x="5534025" y="906970"/>
                  </a:lnTo>
                  <a:close/>
                </a:path>
                <a:path w="7486650" h="913130">
                  <a:moveTo>
                    <a:pt x="5534025" y="455206"/>
                  </a:moveTo>
                  <a:lnTo>
                    <a:pt x="5533568" y="454088"/>
                  </a:lnTo>
                  <a:lnTo>
                    <a:pt x="5531701" y="452234"/>
                  </a:lnTo>
                  <a:lnTo>
                    <a:pt x="5530583" y="451764"/>
                  </a:lnTo>
                  <a:lnTo>
                    <a:pt x="5527954" y="451764"/>
                  </a:lnTo>
                  <a:lnTo>
                    <a:pt x="5526824" y="452234"/>
                  </a:lnTo>
                  <a:lnTo>
                    <a:pt x="5524970" y="454088"/>
                  </a:lnTo>
                  <a:lnTo>
                    <a:pt x="5524500" y="455206"/>
                  </a:lnTo>
                  <a:lnTo>
                    <a:pt x="5524500" y="457835"/>
                  </a:lnTo>
                  <a:lnTo>
                    <a:pt x="5524970" y="458965"/>
                  </a:lnTo>
                  <a:lnTo>
                    <a:pt x="5526824" y="460819"/>
                  </a:lnTo>
                  <a:lnTo>
                    <a:pt x="5527954" y="461289"/>
                  </a:lnTo>
                  <a:lnTo>
                    <a:pt x="5530583" y="461289"/>
                  </a:lnTo>
                  <a:lnTo>
                    <a:pt x="5531701" y="460819"/>
                  </a:lnTo>
                  <a:lnTo>
                    <a:pt x="5533568" y="458965"/>
                  </a:lnTo>
                  <a:lnTo>
                    <a:pt x="5534025" y="457835"/>
                  </a:lnTo>
                  <a:lnTo>
                    <a:pt x="5534025" y="455206"/>
                  </a:lnTo>
                  <a:close/>
                </a:path>
                <a:path w="7486650" h="913130">
                  <a:moveTo>
                    <a:pt x="5534025" y="3454"/>
                  </a:moveTo>
                  <a:lnTo>
                    <a:pt x="5533568" y="2336"/>
                  </a:lnTo>
                  <a:lnTo>
                    <a:pt x="5531701" y="469"/>
                  </a:lnTo>
                  <a:lnTo>
                    <a:pt x="5530583" y="0"/>
                  </a:lnTo>
                  <a:lnTo>
                    <a:pt x="5527954" y="0"/>
                  </a:lnTo>
                  <a:lnTo>
                    <a:pt x="5526824" y="469"/>
                  </a:lnTo>
                  <a:lnTo>
                    <a:pt x="5524970" y="2336"/>
                  </a:lnTo>
                  <a:lnTo>
                    <a:pt x="5524500" y="3454"/>
                  </a:lnTo>
                  <a:lnTo>
                    <a:pt x="5524500" y="6083"/>
                  </a:lnTo>
                  <a:lnTo>
                    <a:pt x="5524970" y="7200"/>
                  </a:lnTo>
                  <a:lnTo>
                    <a:pt x="5526824" y="9067"/>
                  </a:lnTo>
                  <a:lnTo>
                    <a:pt x="5527954" y="9525"/>
                  </a:lnTo>
                  <a:lnTo>
                    <a:pt x="5530583" y="9525"/>
                  </a:lnTo>
                  <a:lnTo>
                    <a:pt x="5531701" y="9067"/>
                  </a:lnTo>
                  <a:lnTo>
                    <a:pt x="5533568" y="7200"/>
                  </a:lnTo>
                  <a:lnTo>
                    <a:pt x="5534025" y="6083"/>
                  </a:lnTo>
                  <a:lnTo>
                    <a:pt x="5534025" y="3454"/>
                  </a:lnTo>
                  <a:close/>
                </a:path>
                <a:path w="7486650" h="913130">
                  <a:moveTo>
                    <a:pt x="5581650" y="906970"/>
                  </a:moveTo>
                  <a:lnTo>
                    <a:pt x="5581193" y="905840"/>
                  </a:lnTo>
                  <a:lnTo>
                    <a:pt x="5579326" y="903986"/>
                  </a:lnTo>
                  <a:lnTo>
                    <a:pt x="5578208" y="903516"/>
                  </a:lnTo>
                  <a:lnTo>
                    <a:pt x="5575579" y="903516"/>
                  </a:lnTo>
                  <a:lnTo>
                    <a:pt x="5574449" y="903986"/>
                  </a:lnTo>
                  <a:lnTo>
                    <a:pt x="5572595" y="905840"/>
                  </a:lnTo>
                  <a:lnTo>
                    <a:pt x="5572125" y="906970"/>
                  </a:lnTo>
                  <a:lnTo>
                    <a:pt x="5572125" y="909599"/>
                  </a:lnTo>
                  <a:lnTo>
                    <a:pt x="5572595" y="910717"/>
                  </a:lnTo>
                  <a:lnTo>
                    <a:pt x="5574449" y="912583"/>
                  </a:lnTo>
                  <a:lnTo>
                    <a:pt x="5575579" y="913041"/>
                  </a:lnTo>
                  <a:lnTo>
                    <a:pt x="5578208" y="913041"/>
                  </a:lnTo>
                  <a:lnTo>
                    <a:pt x="5579326" y="912583"/>
                  </a:lnTo>
                  <a:lnTo>
                    <a:pt x="5581193" y="910717"/>
                  </a:lnTo>
                  <a:lnTo>
                    <a:pt x="5581650" y="909599"/>
                  </a:lnTo>
                  <a:lnTo>
                    <a:pt x="5581650" y="906970"/>
                  </a:lnTo>
                  <a:close/>
                </a:path>
                <a:path w="7486650" h="913130">
                  <a:moveTo>
                    <a:pt x="5581650" y="455206"/>
                  </a:moveTo>
                  <a:lnTo>
                    <a:pt x="5581193" y="454088"/>
                  </a:lnTo>
                  <a:lnTo>
                    <a:pt x="5579326" y="452234"/>
                  </a:lnTo>
                  <a:lnTo>
                    <a:pt x="5578208" y="451764"/>
                  </a:lnTo>
                  <a:lnTo>
                    <a:pt x="5575579" y="451764"/>
                  </a:lnTo>
                  <a:lnTo>
                    <a:pt x="5574449" y="452234"/>
                  </a:lnTo>
                  <a:lnTo>
                    <a:pt x="5572595" y="454088"/>
                  </a:lnTo>
                  <a:lnTo>
                    <a:pt x="5572125" y="455206"/>
                  </a:lnTo>
                  <a:lnTo>
                    <a:pt x="5572125" y="457835"/>
                  </a:lnTo>
                  <a:lnTo>
                    <a:pt x="5572595" y="458965"/>
                  </a:lnTo>
                  <a:lnTo>
                    <a:pt x="5574449" y="460819"/>
                  </a:lnTo>
                  <a:lnTo>
                    <a:pt x="5575579" y="461289"/>
                  </a:lnTo>
                  <a:lnTo>
                    <a:pt x="5578208" y="461289"/>
                  </a:lnTo>
                  <a:lnTo>
                    <a:pt x="5579326" y="460819"/>
                  </a:lnTo>
                  <a:lnTo>
                    <a:pt x="5581193" y="458965"/>
                  </a:lnTo>
                  <a:lnTo>
                    <a:pt x="5581650" y="457835"/>
                  </a:lnTo>
                  <a:lnTo>
                    <a:pt x="5581650" y="455206"/>
                  </a:lnTo>
                  <a:close/>
                </a:path>
                <a:path w="7486650" h="913130">
                  <a:moveTo>
                    <a:pt x="5581650" y="3454"/>
                  </a:moveTo>
                  <a:lnTo>
                    <a:pt x="5581193" y="2336"/>
                  </a:lnTo>
                  <a:lnTo>
                    <a:pt x="5579326" y="469"/>
                  </a:lnTo>
                  <a:lnTo>
                    <a:pt x="5578208" y="0"/>
                  </a:lnTo>
                  <a:lnTo>
                    <a:pt x="5575579" y="0"/>
                  </a:lnTo>
                  <a:lnTo>
                    <a:pt x="5574449" y="469"/>
                  </a:lnTo>
                  <a:lnTo>
                    <a:pt x="5572595" y="2336"/>
                  </a:lnTo>
                  <a:lnTo>
                    <a:pt x="5572125" y="3454"/>
                  </a:lnTo>
                  <a:lnTo>
                    <a:pt x="5572125" y="6083"/>
                  </a:lnTo>
                  <a:lnTo>
                    <a:pt x="5572595" y="7200"/>
                  </a:lnTo>
                  <a:lnTo>
                    <a:pt x="5574449" y="9067"/>
                  </a:lnTo>
                  <a:lnTo>
                    <a:pt x="5575579" y="9525"/>
                  </a:lnTo>
                  <a:lnTo>
                    <a:pt x="5578208" y="9525"/>
                  </a:lnTo>
                  <a:lnTo>
                    <a:pt x="5579326" y="9067"/>
                  </a:lnTo>
                  <a:lnTo>
                    <a:pt x="5581193" y="7200"/>
                  </a:lnTo>
                  <a:lnTo>
                    <a:pt x="5581650" y="6083"/>
                  </a:lnTo>
                  <a:lnTo>
                    <a:pt x="5581650" y="3454"/>
                  </a:lnTo>
                  <a:close/>
                </a:path>
                <a:path w="7486650" h="913130">
                  <a:moveTo>
                    <a:pt x="5629275" y="906970"/>
                  </a:moveTo>
                  <a:lnTo>
                    <a:pt x="5628818" y="905840"/>
                  </a:lnTo>
                  <a:lnTo>
                    <a:pt x="5626951" y="903986"/>
                  </a:lnTo>
                  <a:lnTo>
                    <a:pt x="5625833" y="903516"/>
                  </a:lnTo>
                  <a:lnTo>
                    <a:pt x="5623204" y="903516"/>
                  </a:lnTo>
                  <a:lnTo>
                    <a:pt x="5622074" y="903986"/>
                  </a:lnTo>
                  <a:lnTo>
                    <a:pt x="5620220" y="905840"/>
                  </a:lnTo>
                  <a:lnTo>
                    <a:pt x="5619750" y="906970"/>
                  </a:lnTo>
                  <a:lnTo>
                    <a:pt x="5619750" y="909599"/>
                  </a:lnTo>
                  <a:lnTo>
                    <a:pt x="5620220" y="910717"/>
                  </a:lnTo>
                  <a:lnTo>
                    <a:pt x="5622074" y="912583"/>
                  </a:lnTo>
                  <a:lnTo>
                    <a:pt x="5623204" y="913041"/>
                  </a:lnTo>
                  <a:lnTo>
                    <a:pt x="5625833" y="913041"/>
                  </a:lnTo>
                  <a:lnTo>
                    <a:pt x="5626951" y="912583"/>
                  </a:lnTo>
                  <a:lnTo>
                    <a:pt x="5628818" y="910717"/>
                  </a:lnTo>
                  <a:lnTo>
                    <a:pt x="5629275" y="909599"/>
                  </a:lnTo>
                  <a:lnTo>
                    <a:pt x="5629275" y="906970"/>
                  </a:lnTo>
                  <a:close/>
                </a:path>
                <a:path w="7486650" h="913130">
                  <a:moveTo>
                    <a:pt x="5629275" y="455206"/>
                  </a:moveTo>
                  <a:lnTo>
                    <a:pt x="5628818" y="454088"/>
                  </a:lnTo>
                  <a:lnTo>
                    <a:pt x="5626951" y="452234"/>
                  </a:lnTo>
                  <a:lnTo>
                    <a:pt x="5625833" y="451764"/>
                  </a:lnTo>
                  <a:lnTo>
                    <a:pt x="5623204" y="451764"/>
                  </a:lnTo>
                  <a:lnTo>
                    <a:pt x="5622074" y="452234"/>
                  </a:lnTo>
                  <a:lnTo>
                    <a:pt x="5620220" y="454088"/>
                  </a:lnTo>
                  <a:lnTo>
                    <a:pt x="5619750" y="455206"/>
                  </a:lnTo>
                  <a:lnTo>
                    <a:pt x="5619750" y="457835"/>
                  </a:lnTo>
                  <a:lnTo>
                    <a:pt x="5620220" y="458965"/>
                  </a:lnTo>
                  <a:lnTo>
                    <a:pt x="5622074" y="460819"/>
                  </a:lnTo>
                  <a:lnTo>
                    <a:pt x="5623204" y="461289"/>
                  </a:lnTo>
                  <a:lnTo>
                    <a:pt x="5625833" y="461289"/>
                  </a:lnTo>
                  <a:lnTo>
                    <a:pt x="5626951" y="460819"/>
                  </a:lnTo>
                  <a:lnTo>
                    <a:pt x="5628818" y="458965"/>
                  </a:lnTo>
                  <a:lnTo>
                    <a:pt x="5629275" y="457835"/>
                  </a:lnTo>
                  <a:lnTo>
                    <a:pt x="5629275" y="455206"/>
                  </a:lnTo>
                  <a:close/>
                </a:path>
                <a:path w="7486650" h="913130">
                  <a:moveTo>
                    <a:pt x="5629275" y="3454"/>
                  </a:moveTo>
                  <a:lnTo>
                    <a:pt x="5628818" y="2336"/>
                  </a:lnTo>
                  <a:lnTo>
                    <a:pt x="5626951" y="469"/>
                  </a:lnTo>
                  <a:lnTo>
                    <a:pt x="5625833" y="0"/>
                  </a:lnTo>
                  <a:lnTo>
                    <a:pt x="5623204" y="0"/>
                  </a:lnTo>
                  <a:lnTo>
                    <a:pt x="5622074" y="469"/>
                  </a:lnTo>
                  <a:lnTo>
                    <a:pt x="5620220" y="2336"/>
                  </a:lnTo>
                  <a:lnTo>
                    <a:pt x="5619750" y="3454"/>
                  </a:lnTo>
                  <a:lnTo>
                    <a:pt x="5619750" y="6083"/>
                  </a:lnTo>
                  <a:lnTo>
                    <a:pt x="5620220" y="7200"/>
                  </a:lnTo>
                  <a:lnTo>
                    <a:pt x="5622074" y="9067"/>
                  </a:lnTo>
                  <a:lnTo>
                    <a:pt x="5623204" y="9525"/>
                  </a:lnTo>
                  <a:lnTo>
                    <a:pt x="5625833" y="9525"/>
                  </a:lnTo>
                  <a:lnTo>
                    <a:pt x="5626951" y="9067"/>
                  </a:lnTo>
                  <a:lnTo>
                    <a:pt x="5628818" y="7200"/>
                  </a:lnTo>
                  <a:lnTo>
                    <a:pt x="5629275" y="6083"/>
                  </a:lnTo>
                  <a:lnTo>
                    <a:pt x="5629275" y="3454"/>
                  </a:lnTo>
                  <a:close/>
                </a:path>
                <a:path w="7486650" h="913130">
                  <a:moveTo>
                    <a:pt x="5676900" y="906970"/>
                  </a:moveTo>
                  <a:lnTo>
                    <a:pt x="5676443" y="905840"/>
                  </a:lnTo>
                  <a:lnTo>
                    <a:pt x="5674576" y="903986"/>
                  </a:lnTo>
                  <a:lnTo>
                    <a:pt x="5673458" y="903516"/>
                  </a:lnTo>
                  <a:lnTo>
                    <a:pt x="5670829" y="903516"/>
                  </a:lnTo>
                  <a:lnTo>
                    <a:pt x="5669699" y="903986"/>
                  </a:lnTo>
                  <a:lnTo>
                    <a:pt x="5667845" y="905840"/>
                  </a:lnTo>
                  <a:lnTo>
                    <a:pt x="5667375" y="906970"/>
                  </a:lnTo>
                  <a:lnTo>
                    <a:pt x="5667375" y="909599"/>
                  </a:lnTo>
                  <a:lnTo>
                    <a:pt x="5667845" y="910717"/>
                  </a:lnTo>
                  <a:lnTo>
                    <a:pt x="5669699" y="912583"/>
                  </a:lnTo>
                  <a:lnTo>
                    <a:pt x="5670829" y="913041"/>
                  </a:lnTo>
                  <a:lnTo>
                    <a:pt x="5673458" y="913041"/>
                  </a:lnTo>
                  <a:lnTo>
                    <a:pt x="5674576" y="912583"/>
                  </a:lnTo>
                  <a:lnTo>
                    <a:pt x="5676443" y="910717"/>
                  </a:lnTo>
                  <a:lnTo>
                    <a:pt x="5676900" y="909599"/>
                  </a:lnTo>
                  <a:lnTo>
                    <a:pt x="5676900" y="906970"/>
                  </a:lnTo>
                  <a:close/>
                </a:path>
                <a:path w="7486650" h="913130">
                  <a:moveTo>
                    <a:pt x="5676900" y="455206"/>
                  </a:moveTo>
                  <a:lnTo>
                    <a:pt x="5676443" y="454088"/>
                  </a:lnTo>
                  <a:lnTo>
                    <a:pt x="5674576" y="452234"/>
                  </a:lnTo>
                  <a:lnTo>
                    <a:pt x="5673458" y="451764"/>
                  </a:lnTo>
                  <a:lnTo>
                    <a:pt x="5670829" y="451764"/>
                  </a:lnTo>
                  <a:lnTo>
                    <a:pt x="5669699" y="452234"/>
                  </a:lnTo>
                  <a:lnTo>
                    <a:pt x="5667845" y="454088"/>
                  </a:lnTo>
                  <a:lnTo>
                    <a:pt x="5667375" y="455206"/>
                  </a:lnTo>
                  <a:lnTo>
                    <a:pt x="5667375" y="457835"/>
                  </a:lnTo>
                  <a:lnTo>
                    <a:pt x="5667845" y="458965"/>
                  </a:lnTo>
                  <a:lnTo>
                    <a:pt x="5669699" y="460819"/>
                  </a:lnTo>
                  <a:lnTo>
                    <a:pt x="5670829" y="461289"/>
                  </a:lnTo>
                  <a:lnTo>
                    <a:pt x="5673458" y="461289"/>
                  </a:lnTo>
                  <a:lnTo>
                    <a:pt x="5674576" y="460819"/>
                  </a:lnTo>
                  <a:lnTo>
                    <a:pt x="5676443" y="458965"/>
                  </a:lnTo>
                  <a:lnTo>
                    <a:pt x="5676900" y="457835"/>
                  </a:lnTo>
                  <a:lnTo>
                    <a:pt x="5676900" y="455206"/>
                  </a:lnTo>
                  <a:close/>
                </a:path>
                <a:path w="7486650" h="913130">
                  <a:moveTo>
                    <a:pt x="5676900" y="3454"/>
                  </a:moveTo>
                  <a:lnTo>
                    <a:pt x="5676443" y="2336"/>
                  </a:lnTo>
                  <a:lnTo>
                    <a:pt x="5674576" y="469"/>
                  </a:lnTo>
                  <a:lnTo>
                    <a:pt x="5673458" y="0"/>
                  </a:lnTo>
                  <a:lnTo>
                    <a:pt x="5670829" y="0"/>
                  </a:lnTo>
                  <a:lnTo>
                    <a:pt x="5669699" y="469"/>
                  </a:lnTo>
                  <a:lnTo>
                    <a:pt x="5667845" y="2336"/>
                  </a:lnTo>
                  <a:lnTo>
                    <a:pt x="5667375" y="3454"/>
                  </a:lnTo>
                  <a:lnTo>
                    <a:pt x="5667375" y="6083"/>
                  </a:lnTo>
                  <a:lnTo>
                    <a:pt x="5667845" y="7200"/>
                  </a:lnTo>
                  <a:lnTo>
                    <a:pt x="5669699" y="9067"/>
                  </a:lnTo>
                  <a:lnTo>
                    <a:pt x="5670829" y="9525"/>
                  </a:lnTo>
                  <a:lnTo>
                    <a:pt x="5673458" y="9525"/>
                  </a:lnTo>
                  <a:lnTo>
                    <a:pt x="5674576" y="9067"/>
                  </a:lnTo>
                  <a:lnTo>
                    <a:pt x="5676443" y="7200"/>
                  </a:lnTo>
                  <a:lnTo>
                    <a:pt x="5676900" y="6083"/>
                  </a:lnTo>
                  <a:lnTo>
                    <a:pt x="5676900" y="3454"/>
                  </a:lnTo>
                  <a:close/>
                </a:path>
                <a:path w="7486650" h="913130">
                  <a:moveTo>
                    <a:pt x="5724525" y="906970"/>
                  </a:moveTo>
                  <a:lnTo>
                    <a:pt x="5724068" y="905840"/>
                  </a:lnTo>
                  <a:lnTo>
                    <a:pt x="5722201" y="903986"/>
                  </a:lnTo>
                  <a:lnTo>
                    <a:pt x="5721083" y="903516"/>
                  </a:lnTo>
                  <a:lnTo>
                    <a:pt x="5718454" y="903516"/>
                  </a:lnTo>
                  <a:lnTo>
                    <a:pt x="5717324" y="903986"/>
                  </a:lnTo>
                  <a:lnTo>
                    <a:pt x="5715470" y="905840"/>
                  </a:lnTo>
                  <a:lnTo>
                    <a:pt x="5715000" y="906970"/>
                  </a:lnTo>
                  <a:lnTo>
                    <a:pt x="5715000" y="909599"/>
                  </a:lnTo>
                  <a:lnTo>
                    <a:pt x="5715470" y="910717"/>
                  </a:lnTo>
                  <a:lnTo>
                    <a:pt x="5717324" y="912583"/>
                  </a:lnTo>
                  <a:lnTo>
                    <a:pt x="5718454" y="913041"/>
                  </a:lnTo>
                  <a:lnTo>
                    <a:pt x="5721083" y="913041"/>
                  </a:lnTo>
                  <a:lnTo>
                    <a:pt x="5722201" y="912583"/>
                  </a:lnTo>
                  <a:lnTo>
                    <a:pt x="5724068" y="910717"/>
                  </a:lnTo>
                  <a:lnTo>
                    <a:pt x="5724525" y="909599"/>
                  </a:lnTo>
                  <a:lnTo>
                    <a:pt x="5724525" y="906970"/>
                  </a:lnTo>
                  <a:close/>
                </a:path>
                <a:path w="7486650" h="913130">
                  <a:moveTo>
                    <a:pt x="5724525" y="455206"/>
                  </a:moveTo>
                  <a:lnTo>
                    <a:pt x="5724068" y="454088"/>
                  </a:lnTo>
                  <a:lnTo>
                    <a:pt x="5722201" y="452234"/>
                  </a:lnTo>
                  <a:lnTo>
                    <a:pt x="5721083" y="451764"/>
                  </a:lnTo>
                  <a:lnTo>
                    <a:pt x="5718454" y="451764"/>
                  </a:lnTo>
                  <a:lnTo>
                    <a:pt x="5717324" y="452234"/>
                  </a:lnTo>
                  <a:lnTo>
                    <a:pt x="5715470" y="454088"/>
                  </a:lnTo>
                  <a:lnTo>
                    <a:pt x="5715000" y="455206"/>
                  </a:lnTo>
                  <a:lnTo>
                    <a:pt x="5715000" y="457835"/>
                  </a:lnTo>
                  <a:lnTo>
                    <a:pt x="5715470" y="458965"/>
                  </a:lnTo>
                  <a:lnTo>
                    <a:pt x="5717324" y="460819"/>
                  </a:lnTo>
                  <a:lnTo>
                    <a:pt x="5718454" y="461289"/>
                  </a:lnTo>
                  <a:lnTo>
                    <a:pt x="5721083" y="461289"/>
                  </a:lnTo>
                  <a:lnTo>
                    <a:pt x="5722201" y="460819"/>
                  </a:lnTo>
                  <a:lnTo>
                    <a:pt x="5724068" y="458965"/>
                  </a:lnTo>
                  <a:lnTo>
                    <a:pt x="5724525" y="457835"/>
                  </a:lnTo>
                  <a:lnTo>
                    <a:pt x="5724525" y="455206"/>
                  </a:lnTo>
                  <a:close/>
                </a:path>
                <a:path w="7486650" h="913130">
                  <a:moveTo>
                    <a:pt x="5724525" y="3454"/>
                  </a:moveTo>
                  <a:lnTo>
                    <a:pt x="5724068" y="2336"/>
                  </a:lnTo>
                  <a:lnTo>
                    <a:pt x="5722201" y="469"/>
                  </a:lnTo>
                  <a:lnTo>
                    <a:pt x="5721083" y="0"/>
                  </a:lnTo>
                  <a:lnTo>
                    <a:pt x="5718454" y="0"/>
                  </a:lnTo>
                  <a:lnTo>
                    <a:pt x="5717324" y="469"/>
                  </a:lnTo>
                  <a:lnTo>
                    <a:pt x="5715470" y="2336"/>
                  </a:lnTo>
                  <a:lnTo>
                    <a:pt x="5715000" y="3454"/>
                  </a:lnTo>
                  <a:lnTo>
                    <a:pt x="5715000" y="6083"/>
                  </a:lnTo>
                  <a:lnTo>
                    <a:pt x="5715470" y="7200"/>
                  </a:lnTo>
                  <a:lnTo>
                    <a:pt x="5717324" y="9067"/>
                  </a:lnTo>
                  <a:lnTo>
                    <a:pt x="5718454" y="9525"/>
                  </a:lnTo>
                  <a:lnTo>
                    <a:pt x="5721083" y="9525"/>
                  </a:lnTo>
                  <a:lnTo>
                    <a:pt x="5722201" y="9067"/>
                  </a:lnTo>
                  <a:lnTo>
                    <a:pt x="5724068" y="7200"/>
                  </a:lnTo>
                  <a:lnTo>
                    <a:pt x="5724525" y="6083"/>
                  </a:lnTo>
                  <a:lnTo>
                    <a:pt x="5724525" y="3454"/>
                  </a:lnTo>
                  <a:close/>
                </a:path>
                <a:path w="7486650" h="913130">
                  <a:moveTo>
                    <a:pt x="5772150" y="906970"/>
                  </a:moveTo>
                  <a:lnTo>
                    <a:pt x="5771693" y="905840"/>
                  </a:lnTo>
                  <a:lnTo>
                    <a:pt x="5769826" y="903986"/>
                  </a:lnTo>
                  <a:lnTo>
                    <a:pt x="5768708" y="903516"/>
                  </a:lnTo>
                  <a:lnTo>
                    <a:pt x="5766079" y="903516"/>
                  </a:lnTo>
                  <a:lnTo>
                    <a:pt x="5764949" y="903986"/>
                  </a:lnTo>
                  <a:lnTo>
                    <a:pt x="5763095" y="905840"/>
                  </a:lnTo>
                  <a:lnTo>
                    <a:pt x="5762625" y="906970"/>
                  </a:lnTo>
                  <a:lnTo>
                    <a:pt x="5762625" y="909599"/>
                  </a:lnTo>
                  <a:lnTo>
                    <a:pt x="5763095" y="910717"/>
                  </a:lnTo>
                  <a:lnTo>
                    <a:pt x="5764949" y="912583"/>
                  </a:lnTo>
                  <a:lnTo>
                    <a:pt x="5766079" y="913041"/>
                  </a:lnTo>
                  <a:lnTo>
                    <a:pt x="5768708" y="913041"/>
                  </a:lnTo>
                  <a:lnTo>
                    <a:pt x="5769826" y="912583"/>
                  </a:lnTo>
                  <a:lnTo>
                    <a:pt x="5771693" y="910717"/>
                  </a:lnTo>
                  <a:lnTo>
                    <a:pt x="5772150" y="909599"/>
                  </a:lnTo>
                  <a:lnTo>
                    <a:pt x="5772150" y="906970"/>
                  </a:lnTo>
                  <a:close/>
                </a:path>
                <a:path w="7486650" h="913130">
                  <a:moveTo>
                    <a:pt x="5772150" y="455206"/>
                  </a:moveTo>
                  <a:lnTo>
                    <a:pt x="5771693" y="454088"/>
                  </a:lnTo>
                  <a:lnTo>
                    <a:pt x="5769826" y="452234"/>
                  </a:lnTo>
                  <a:lnTo>
                    <a:pt x="5768708" y="451764"/>
                  </a:lnTo>
                  <a:lnTo>
                    <a:pt x="5766079" y="451764"/>
                  </a:lnTo>
                  <a:lnTo>
                    <a:pt x="5764949" y="452234"/>
                  </a:lnTo>
                  <a:lnTo>
                    <a:pt x="5763095" y="454088"/>
                  </a:lnTo>
                  <a:lnTo>
                    <a:pt x="5762625" y="455206"/>
                  </a:lnTo>
                  <a:lnTo>
                    <a:pt x="5762625" y="457835"/>
                  </a:lnTo>
                  <a:lnTo>
                    <a:pt x="5763095" y="458965"/>
                  </a:lnTo>
                  <a:lnTo>
                    <a:pt x="5764949" y="460819"/>
                  </a:lnTo>
                  <a:lnTo>
                    <a:pt x="5766079" y="461289"/>
                  </a:lnTo>
                  <a:lnTo>
                    <a:pt x="5768708" y="461289"/>
                  </a:lnTo>
                  <a:lnTo>
                    <a:pt x="5769826" y="460819"/>
                  </a:lnTo>
                  <a:lnTo>
                    <a:pt x="5771693" y="458965"/>
                  </a:lnTo>
                  <a:lnTo>
                    <a:pt x="5772150" y="457835"/>
                  </a:lnTo>
                  <a:lnTo>
                    <a:pt x="5772150" y="455206"/>
                  </a:lnTo>
                  <a:close/>
                </a:path>
                <a:path w="7486650" h="913130">
                  <a:moveTo>
                    <a:pt x="5772150" y="3454"/>
                  </a:moveTo>
                  <a:lnTo>
                    <a:pt x="5771693" y="2336"/>
                  </a:lnTo>
                  <a:lnTo>
                    <a:pt x="5769826" y="469"/>
                  </a:lnTo>
                  <a:lnTo>
                    <a:pt x="5768708" y="0"/>
                  </a:lnTo>
                  <a:lnTo>
                    <a:pt x="5766079" y="0"/>
                  </a:lnTo>
                  <a:lnTo>
                    <a:pt x="5764949" y="469"/>
                  </a:lnTo>
                  <a:lnTo>
                    <a:pt x="5763095" y="2336"/>
                  </a:lnTo>
                  <a:lnTo>
                    <a:pt x="5762625" y="3454"/>
                  </a:lnTo>
                  <a:lnTo>
                    <a:pt x="5762625" y="6083"/>
                  </a:lnTo>
                  <a:lnTo>
                    <a:pt x="5763095" y="7200"/>
                  </a:lnTo>
                  <a:lnTo>
                    <a:pt x="5764949" y="9067"/>
                  </a:lnTo>
                  <a:lnTo>
                    <a:pt x="5766079" y="9525"/>
                  </a:lnTo>
                  <a:lnTo>
                    <a:pt x="5768708" y="9525"/>
                  </a:lnTo>
                  <a:lnTo>
                    <a:pt x="5769826" y="9067"/>
                  </a:lnTo>
                  <a:lnTo>
                    <a:pt x="5771693" y="7200"/>
                  </a:lnTo>
                  <a:lnTo>
                    <a:pt x="5772150" y="6083"/>
                  </a:lnTo>
                  <a:lnTo>
                    <a:pt x="5772150" y="3454"/>
                  </a:lnTo>
                  <a:close/>
                </a:path>
                <a:path w="7486650" h="913130">
                  <a:moveTo>
                    <a:pt x="5819775" y="906970"/>
                  </a:moveTo>
                  <a:lnTo>
                    <a:pt x="5819318" y="905840"/>
                  </a:lnTo>
                  <a:lnTo>
                    <a:pt x="5817451" y="903986"/>
                  </a:lnTo>
                  <a:lnTo>
                    <a:pt x="5816333" y="903516"/>
                  </a:lnTo>
                  <a:lnTo>
                    <a:pt x="5813704" y="903516"/>
                  </a:lnTo>
                  <a:lnTo>
                    <a:pt x="5812574" y="903986"/>
                  </a:lnTo>
                  <a:lnTo>
                    <a:pt x="5810720" y="905840"/>
                  </a:lnTo>
                  <a:lnTo>
                    <a:pt x="5810250" y="906970"/>
                  </a:lnTo>
                  <a:lnTo>
                    <a:pt x="5810250" y="909599"/>
                  </a:lnTo>
                  <a:lnTo>
                    <a:pt x="5810720" y="910717"/>
                  </a:lnTo>
                  <a:lnTo>
                    <a:pt x="5812574" y="912583"/>
                  </a:lnTo>
                  <a:lnTo>
                    <a:pt x="5813704" y="913041"/>
                  </a:lnTo>
                  <a:lnTo>
                    <a:pt x="5816333" y="913041"/>
                  </a:lnTo>
                  <a:lnTo>
                    <a:pt x="5817451" y="912583"/>
                  </a:lnTo>
                  <a:lnTo>
                    <a:pt x="5819318" y="910717"/>
                  </a:lnTo>
                  <a:lnTo>
                    <a:pt x="5819775" y="909599"/>
                  </a:lnTo>
                  <a:lnTo>
                    <a:pt x="5819775" y="906970"/>
                  </a:lnTo>
                  <a:close/>
                </a:path>
                <a:path w="7486650" h="913130">
                  <a:moveTo>
                    <a:pt x="5819775" y="455206"/>
                  </a:moveTo>
                  <a:lnTo>
                    <a:pt x="5819318" y="454088"/>
                  </a:lnTo>
                  <a:lnTo>
                    <a:pt x="5817451" y="452234"/>
                  </a:lnTo>
                  <a:lnTo>
                    <a:pt x="5816333" y="451764"/>
                  </a:lnTo>
                  <a:lnTo>
                    <a:pt x="5813704" y="451764"/>
                  </a:lnTo>
                  <a:lnTo>
                    <a:pt x="5812574" y="452234"/>
                  </a:lnTo>
                  <a:lnTo>
                    <a:pt x="5810720" y="454088"/>
                  </a:lnTo>
                  <a:lnTo>
                    <a:pt x="5810250" y="455206"/>
                  </a:lnTo>
                  <a:lnTo>
                    <a:pt x="5810250" y="457835"/>
                  </a:lnTo>
                  <a:lnTo>
                    <a:pt x="5810720" y="458965"/>
                  </a:lnTo>
                  <a:lnTo>
                    <a:pt x="5812574" y="460819"/>
                  </a:lnTo>
                  <a:lnTo>
                    <a:pt x="5813704" y="461289"/>
                  </a:lnTo>
                  <a:lnTo>
                    <a:pt x="5816333" y="461289"/>
                  </a:lnTo>
                  <a:lnTo>
                    <a:pt x="5817451" y="460819"/>
                  </a:lnTo>
                  <a:lnTo>
                    <a:pt x="5819318" y="458965"/>
                  </a:lnTo>
                  <a:lnTo>
                    <a:pt x="5819775" y="457835"/>
                  </a:lnTo>
                  <a:lnTo>
                    <a:pt x="5819775" y="455206"/>
                  </a:lnTo>
                  <a:close/>
                </a:path>
                <a:path w="7486650" h="913130">
                  <a:moveTo>
                    <a:pt x="5819775" y="3454"/>
                  </a:moveTo>
                  <a:lnTo>
                    <a:pt x="5819318" y="2336"/>
                  </a:lnTo>
                  <a:lnTo>
                    <a:pt x="5817451" y="469"/>
                  </a:lnTo>
                  <a:lnTo>
                    <a:pt x="5816333" y="0"/>
                  </a:lnTo>
                  <a:lnTo>
                    <a:pt x="5813704" y="0"/>
                  </a:lnTo>
                  <a:lnTo>
                    <a:pt x="5812574" y="469"/>
                  </a:lnTo>
                  <a:lnTo>
                    <a:pt x="5810720" y="2336"/>
                  </a:lnTo>
                  <a:lnTo>
                    <a:pt x="5810250" y="3454"/>
                  </a:lnTo>
                  <a:lnTo>
                    <a:pt x="5810250" y="6083"/>
                  </a:lnTo>
                  <a:lnTo>
                    <a:pt x="5810720" y="7200"/>
                  </a:lnTo>
                  <a:lnTo>
                    <a:pt x="5812574" y="9067"/>
                  </a:lnTo>
                  <a:lnTo>
                    <a:pt x="5813704" y="9525"/>
                  </a:lnTo>
                  <a:lnTo>
                    <a:pt x="5816333" y="9525"/>
                  </a:lnTo>
                  <a:lnTo>
                    <a:pt x="5817451" y="9067"/>
                  </a:lnTo>
                  <a:lnTo>
                    <a:pt x="5819318" y="7200"/>
                  </a:lnTo>
                  <a:lnTo>
                    <a:pt x="5819775" y="6083"/>
                  </a:lnTo>
                  <a:lnTo>
                    <a:pt x="5819775" y="3454"/>
                  </a:lnTo>
                  <a:close/>
                </a:path>
                <a:path w="7486650" h="913130">
                  <a:moveTo>
                    <a:pt x="5867400" y="906970"/>
                  </a:moveTo>
                  <a:lnTo>
                    <a:pt x="5866943" y="905840"/>
                  </a:lnTo>
                  <a:lnTo>
                    <a:pt x="5865076" y="903986"/>
                  </a:lnTo>
                  <a:lnTo>
                    <a:pt x="5863958" y="903516"/>
                  </a:lnTo>
                  <a:lnTo>
                    <a:pt x="5861329" y="903516"/>
                  </a:lnTo>
                  <a:lnTo>
                    <a:pt x="5860199" y="903986"/>
                  </a:lnTo>
                  <a:lnTo>
                    <a:pt x="5858345" y="905840"/>
                  </a:lnTo>
                  <a:lnTo>
                    <a:pt x="5857875" y="906970"/>
                  </a:lnTo>
                  <a:lnTo>
                    <a:pt x="5857875" y="909599"/>
                  </a:lnTo>
                  <a:lnTo>
                    <a:pt x="5858345" y="910717"/>
                  </a:lnTo>
                  <a:lnTo>
                    <a:pt x="5860199" y="912583"/>
                  </a:lnTo>
                  <a:lnTo>
                    <a:pt x="5861329" y="913041"/>
                  </a:lnTo>
                  <a:lnTo>
                    <a:pt x="5863958" y="913041"/>
                  </a:lnTo>
                  <a:lnTo>
                    <a:pt x="5865076" y="912583"/>
                  </a:lnTo>
                  <a:lnTo>
                    <a:pt x="5866943" y="910717"/>
                  </a:lnTo>
                  <a:lnTo>
                    <a:pt x="5867400" y="909599"/>
                  </a:lnTo>
                  <a:lnTo>
                    <a:pt x="5867400" y="906970"/>
                  </a:lnTo>
                  <a:close/>
                </a:path>
                <a:path w="7486650" h="913130">
                  <a:moveTo>
                    <a:pt x="5867400" y="455206"/>
                  </a:moveTo>
                  <a:lnTo>
                    <a:pt x="5866943" y="454088"/>
                  </a:lnTo>
                  <a:lnTo>
                    <a:pt x="5865076" y="452234"/>
                  </a:lnTo>
                  <a:lnTo>
                    <a:pt x="5863958" y="451764"/>
                  </a:lnTo>
                  <a:lnTo>
                    <a:pt x="5861329" y="451764"/>
                  </a:lnTo>
                  <a:lnTo>
                    <a:pt x="5860199" y="452234"/>
                  </a:lnTo>
                  <a:lnTo>
                    <a:pt x="5858345" y="454088"/>
                  </a:lnTo>
                  <a:lnTo>
                    <a:pt x="5857875" y="455206"/>
                  </a:lnTo>
                  <a:lnTo>
                    <a:pt x="5857875" y="457835"/>
                  </a:lnTo>
                  <a:lnTo>
                    <a:pt x="5858345" y="458965"/>
                  </a:lnTo>
                  <a:lnTo>
                    <a:pt x="5860199" y="460819"/>
                  </a:lnTo>
                  <a:lnTo>
                    <a:pt x="5861329" y="461289"/>
                  </a:lnTo>
                  <a:lnTo>
                    <a:pt x="5863958" y="461289"/>
                  </a:lnTo>
                  <a:lnTo>
                    <a:pt x="5865076" y="460819"/>
                  </a:lnTo>
                  <a:lnTo>
                    <a:pt x="5866943" y="458965"/>
                  </a:lnTo>
                  <a:lnTo>
                    <a:pt x="5867400" y="457835"/>
                  </a:lnTo>
                  <a:lnTo>
                    <a:pt x="5867400" y="455206"/>
                  </a:lnTo>
                  <a:close/>
                </a:path>
                <a:path w="7486650" h="913130">
                  <a:moveTo>
                    <a:pt x="5867400" y="3454"/>
                  </a:moveTo>
                  <a:lnTo>
                    <a:pt x="5866943" y="2336"/>
                  </a:lnTo>
                  <a:lnTo>
                    <a:pt x="5865076" y="469"/>
                  </a:lnTo>
                  <a:lnTo>
                    <a:pt x="5863958" y="0"/>
                  </a:lnTo>
                  <a:lnTo>
                    <a:pt x="5861329" y="0"/>
                  </a:lnTo>
                  <a:lnTo>
                    <a:pt x="5860199" y="469"/>
                  </a:lnTo>
                  <a:lnTo>
                    <a:pt x="5858345" y="2336"/>
                  </a:lnTo>
                  <a:lnTo>
                    <a:pt x="5857875" y="3454"/>
                  </a:lnTo>
                  <a:lnTo>
                    <a:pt x="5857875" y="6083"/>
                  </a:lnTo>
                  <a:lnTo>
                    <a:pt x="5858345" y="7200"/>
                  </a:lnTo>
                  <a:lnTo>
                    <a:pt x="5860199" y="9067"/>
                  </a:lnTo>
                  <a:lnTo>
                    <a:pt x="5861329" y="9525"/>
                  </a:lnTo>
                  <a:lnTo>
                    <a:pt x="5863958" y="9525"/>
                  </a:lnTo>
                  <a:lnTo>
                    <a:pt x="5865076" y="9067"/>
                  </a:lnTo>
                  <a:lnTo>
                    <a:pt x="5866943" y="7200"/>
                  </a:lnTo>
                  <a:lnTo>
                    <a:pt x="5867400" y="6083"/>
                  </a:lnTo>
                  <a:lnTo>
                    <a:pt x="5867400" y="3454"/>
                  </a:lnTo>
                  <a:close/>
                </a:path>
                <a:path w="7486650" h="913130">
                  <a:moveTo>
                    <a:pt x="5915025" y="906970"/>
                  </a:moveTo>
                  <a:lnTo>
                    <a:pt x="5914568" y="905840"/>
                  </a:lnTo>
                  <a:lnTo>
                    <a:pt x="5912701" y="903986"/>
                  </a:lnTo>
                  <a:lnTo>
                    <a:pt x="5911583" y="903516"/>
                  </a:lnTo>
                  <a:lnTo>
                    <a:pt x="5908954" y="903516"/>
                  </a:lnTo>
                  <a:lnTo>
                    <a:pt x="5907824" y="903986"/>
                  </a:lnTo>
                  <a:lnTo>
                    <a:pt x="5905970" y="905840"/>
                  </a:lnTo>
                  <a:lnTo>
                    <a:pt x="5905500" y="906970"/>
                  </a:lnTo>
                  <a:lnTo>
                    <a:pt x="5905500" y="909599"/>
                  </a:lnTo>
                  <a:lnTo>
                    <a:pt x="5905970" y="910717"/>
                  </a:lnTo>
                  <a:lnTo>
                    <a:pt x="5907824" y="912583"/>
                  </a:lnTo>
                  <a:lnTo>
                    <a:pt x="5908954" y="913041"/>
                  </a:lnTo>
                  <a:lnTo>
                    <a:pt x="5911583" y="913041"/>
                  </a:lnTo>
                  <a:lnTo>
                    <a:pt x="5912701" y="912583"/>
                  </a:lnTo>
                  <a:lnTo>
                    <a:pt x="5914568" y="910717"/>
                  </a:lnTo>
                  <a:lnTo>
                    <a:pt x="5915025" y="909599"/>
                  </a:lnTo>
                  <a:lnTo>
                    <a:pt x="5915025" y="906970"/>
                  </a:lnTo>
                  <a:close/>
                </a:path>
                <a:path w="7486650" h="913130">
                  <a:moveTo>
                    <a:pt x="5915025" y="455206"/>
                  </a:moveTo>
                  <a:lnTo>
                    <a:pt x="5914568" y="454088"/>
                  </a:lnTo>
                  <a:lnTo>
                    <a:pt x="5912701" y="452234"/>
                  </a:lnTo>
                  <a:lnTo>
                    <a:pt x="5911583" y="451764"/>
                  </a:lnTo>
                  <a:lnTo>
                    <a:pt x="5908954" y="451764"/>
                  </a:lnTo>
                  <a:lnTo>
                    <a:pt x="5907824" y="452234"/>
                  </a:lnTo>
                  <a:lnTo>
                    <a:pt x="5905970" y="454088"/>
                  </a:lnTo>
                  <a:lnTo>
                    <a:pt x="5905500" y="455206"/>
                  </a:lnTo>
                  <a:lnTo>
                    <a:pt x="5905500" y="457835"/>
                  </a:lnTo>
                  <a:lnTo>
                    <a:pt x="5905970" y="458965"/>
                  </a:lnTo>
                  <a:lnTo>
                    <a:pt x="5907824" y="460819"/>
                  </a:lnTo>
                  <a:lnTo>
                    <a:pt x="5908954" y="461289"/>
                  </a:lnTo>
                  <a:lnTo>
                    <a:pt x="5911583" y="461289"/>
                  </a:lnTo>
                  <a:lnTo>
                    <a:pt x="5912701" y="460819"/>
                  </a:lnTo>
                  <a:lnTo>
                    <a:pt x="5914568" y="458965"/>
                  </a:lnTo>
                  <a:lnTo>
                    <a:pt x="5915025" y="457835"/>
                  </a:lnTo>
                  <a:lnTo>
                    <a:pt x="5915025" y="455206"/>
                  </a:lnTo>
                  <a:close/>
                </a:path>
                <a:path w="7486650" h="913130">
                  <a:moveTo>
                    <a:pt x="5915025" y="3454"/>
                  </a:moveTo>
                  <a:lnTo>
                    <a:pt x="5914568" y="2336"/>
                  </a:lnTo>
                  <a:lnTo>
                    <a:pt x="5912701" y="469"/>
                  </a:lnTo>
                  <a:lnTo>
                    <a:pt x="5911583" y="0"/>
                  </a:lnTo>
                  <a:lnTo>
                    <a:pt x="5908954" y="0"/>
                  </a:lnTo>
                  <a:lnTo>
                    <a:pt x="5907824" y="469"/>
                  </a:lnTo>
                  <a:lnTo>
                    <a:pt x="5905970" y="2336"/>
                  </a:lnTo>
                  <a:lnTo>
                    <a:pt x="5905500" y="3454"/>
                  </a:lnTo>
                  <a:lnTo>
                    <a:pt x="5905500" y="6083"/>
                  </a:lnTo>
                  <a:lnTo>
                    <a:pt x="5905970" y="7200"/>
                  </a:lnTo>
                  <a:lnTo>
                    <a:pt x="5907824" y="9067"/>
                  </a:lnTo>
                  <a:lnTo>
                    <a:pt x="5908954" y="9525"/>
                  </a:lnTo>
                  <a:lnTo>
                    <a:pt x="5911583" y="9525"/>
                  </a:lnTo>
                  <a:lnTo>
                    <a:pt x="5912701" y="9067"/>
                  </a:lnTo>
                  <a:lnTo>
                    <a:pt x="5914568" y="7200"/>
                  </a:lnTo>
                  <a:lnTo>
                    <a:pt x="5915025" y="6083"/>
                  </a:lnTo>
                  <a:lnTo>
                    <a:pt x="5915025" y="3454"/>
                  </a:lnTo>
                  <a:close/>
                </a:path>
                <a:path w="7486650" h="913130">
                  <a:moveTo>
                    <a:pt x="5962650" y="906970"/>
                  </a:moveTo>
                  <a:lnTo>
                    <a:pt x="5962193" y="905840"/>
                  </a:lnTo>
                  <a:lnTo>
                    <a:pt x="5960326" y="903986"/>
                  </a:lnTo>
                  <a:lnTo>
                    <a:pt x="5959208" y="903516"/>
                  </a:lnTo>
                  <a:lnTo>
                    <a:pt x="5956579" y="903516"/>
                  </a:lnTo>
                  <a:lnTo>
                    <a:pt x="5955449" y="903986"/>
                  </a:lnTo>
                  <a:lnTo>
                    <a:pt x="5953595" y="905840"/>
                  </a:lnTo>
                  <a:lnTo>
                    <a:pt x="5953125" y="906970"/>
                  </a:lnTo>
                  <a:lnTo>
                    <a:pt x="5953125" y="909599"/>
                  </a:lnTo>
                  <a:lnTo>
                    <a:pt x="5953595" y="910717"/>
                  </a:lnTo>
                  <a:lnTo>
                    <a:pt x="5955449" y="912583"/>
                  </a:lnTo>
                  <a:lnTo>
                    <a:pt x="5956579" y="913041"/>
                  </a:lnTo>
                  <a:lnTo>
                    <a:pt x="5959208" y="913041"/>
                  </a:lnTo>
                  <a:lnTo>
                    <a:pt x="5960326" y="912583"/>
                  </a:lnTo>
                  <a:lnTo>
                    <a:pt x="5962193" y="910717"/>
                  </a:lnTo>
                  <a:lnTo>
                    <a:pt x="5962650" y="909599"/>
                  </a:lnTo>
                  <a:lnTo>
                    <a:pt x="5962650" y="906970"/>
                  </a:lnTo>
                  <a:close/>
                </a:path>
                <a:path w="7486650" h="913130">
                  <a:moveTo>
                    <a:pt x="5962650" y="455206"/>
                  </a:moveTo>
                  <a:lnTo>
                    <a:pt x="5962193" y="454088"/>
                  </a:lnTo>
                  <a:lnTo>
                    <a:pt x="5960326" y="452234"/>
                  </a:lnTo>
                  <a:lnTo>
                    <a:pt x="5959208" y="451764"/>
                  </a:lnTo>
                  <a:lnTo>
                    <a:pt x="5956579" y="451764"/>
                  </a:lnTo>
                  <a:lnTo>
                    <a:pt x="5955449" y="452234"/>
                  </a:lnTo>
                  <a:lnTo>
                    <a:pt x="5953595" y="454088"/>
                  </a:lnTo>
                  <a:lnTo>
                    <a:pt x="5953125" y="455206"/>
                  </a:lnTo>
                  <a:lnTo>
                    <a:pt x="5953125" y="457835"/>
                  </a:lnTo>
                  <a:lnTo>
                    <a:pt x="5953595" y="458965"/>
                  </a:lnTo>
                  <a:lnTo>
                    <a:pt x="5955449" y="460819"/>
                  </a:lnTo>
                  <a:lnTo>
                    <a:pt x="5956579" y="461289"/>
                  </a:lnTo>
                  <a:lnTo>
                    <a:pt x="5959208" y="461289"/>
                  </a:lnTo>
                  <a:lnTo>
                    <a:pt x="5960326" y="460819"/>
                  </a:lnTo>
                  <a:lnTo>
                    <a:pt x="5962193" y="458965"/>
                  </a:lnTo>
                  <a:lnTo>
                    <a:pt x="5962650" y="457835"/>
                  </a:lnTo>
                  <a:lnTo>
                    <a:pt x="5962650" y="455206"/>
                  </a:lnTo>
                  <a:close/>
                </a:path>
                <a:path w="7486650" h="913130">
                  <a:moveTo>
                    <a:pt x="5962650" y="3454"/>
                  </a:moveTo>
                  <a:lnTo>
                    <a:pt x="5962193" y="2336"/>
                  </a:lnTo>
                  <a:lnTo>
                    <a:pt x="5960326" y="469"/>
                  </a:lnTo>
                  <a:lnTo>
                    <a:pt x="5959208" y="0"/>
                  </a:lnTo>
                  <a:lnTo>
                    <a:pt x="5956579" y="0"/>
                  </a:lnTo>
                  <a:lnTo>
                    <a:pt x="5955449" y="469"/>
                  </a:lnTo>
                  <a:lnTo>
                    <a:pt x="5953595" y="2336"/>
                  </a:lnTo>
                  <a:lnTo>
                    <a:pt x="5953125" y="3454"/>
                  </a:lnTo>
                  <a:lnTo>
                    <a:pt x="5953125" y="6083"/>
                  </a:lnTo>
                  <a:lnTo>
                    <a:pt x="5953595" y="7200"/>
                  </a:lnTo>
                  <a:lnTo>
                    <a:pt x="5955449" y="9067"/>
                  </a:lnTo>
                  <a:lnTo>
                    <a:pt x="5956579" y="9525"/>
                  </a:lnTo>
                  <a:lnTo>
                    <a:pt x="5959208" y="9525"/>
                  </a:lnTo>
                  <a:lnTo>
                    <a:pt x="5960326" y="9067"/>
                  </a:lnTo>
                  <a:lnTo>
                    <a:pt x="5962193" y="7200"/>
                  </a:lnTo>
                  <a:lnTo>
                    <a:pt x="5962650" y="6083"/>
                  </a:lnTo>
                  <a:lnTo>
                    <a:pt x="5962650" y="3454"/>
                  </a:lnTo>
                  <a:close/>
                </a:path>
                <a:path w="7486650" h="913130">
                  <a:moveTo>
                    <a:pt x="6010275" y="906970"/>
                  </a:moveTo>
                  <a:lnTo>
                    <a:pt x="6009818" y="905840"/>
                  </a:lnTo>
                  <a:lnTo>
                    <a:pt x="6007951" y="903986"/>
                  </a:lnTo>
                  <a:lnTo>
                    <a:pt x="6006833" y="903516"/>
                  </a:lnTo>
                  <a:lnTo>
                    <a:pt x="6004204" y="903516"/>
                  </a:lnTo>
                  <a:lnTo>
                    <a:pt x="6003087" y="903986"/>
                  </a:lnTo>
                  <a:lnTo>
                    <a:pt x="6001220" y="905840"/>
                  </a:lnTo>
                  <a:lnTo>
                    <a:pt x="6000750" y="906970"/>
                  </a:lnTo>
                  <a:lnTo>
                    <a:pt x="6000750" y="909599"/>
                  </a:lnTo>
                  <a:lnTo>
                    <a:pt x="6001220" y="910717"/>
                  </a:lnTo>
                  <a:lnTo>
                    <a:pt x="6003087" y="912583"/>
                  </a:lnTo>
                  <a:lnTo>
                    <a:pt x="6004204" y="913041"/>
                  </a:lnTo>
                  <a:lnTo>
                    <a:pt x="6006833" y="913041"/>
                  </a:lnTo>
                  <a:lnTo>
                    <a:pt x="6007951" y="912583"/>
                  </a:lnTo>
                  <a:lnTo>
                    <a:pt x="6009818" y="910717"/>
                  </a:lnTo>
                  <a:lnTo>
                    <a:pt x="6010275" y="909599"/>
                  </a:lnTo>
                  <a:lnTo>
                    <a:pt x="6010275" y="906970"/>
                  </a:lnTo>
                  <a:close/>
                </a:path>
                <a:path w="7486650" h="913130">
                  <a:moveTo>
                    <a:pt x="6010275" y="455206"/>
                  </a:moveTo>
                  <a:lnTo>
                    <a:pt x="6009818" y="454088"/>
                  </a:lnTo>
                  <a:lnTo>
                    <a:pt x="6007951" y="452234"/>
                  </a:lnTo>
                  <a:lnTo>
                    <a:pt x="6006833" y="451764"/>
                  </a:lnTo>
                  <a:lnTo>
                    <a:pt x="6004204" y="451764"/>
                  </a:lnTo>
                  <a:lnTo>
                    <a:pt x="6003087" y="452234"/>
                  </a:lnTo>
                  <a:lnTo>
                    <a:pt x="6001220" y="454088"/>
                  </a:lnTo>
                  <a:lnTo>
                    <a:pt x="6000750" y="455206"/>
                  </a:lnTo>
                  <a:lnTo>
                    <a:pt x="6000750" y="457835"/>
                  </a:lnTo>
                  <a:lnTo>
                    <a:pt x="6001220" y="458965"/>
                  </a:lnTo>
                  <a:lnTo>
                    <a:pt x="6003087" y="460819"/>
                  </a:lnTo>
                  <a:lnTo>
                    <a:pt x="6004204" y="461289"/>
                  </a:lnTo>
                  <a:lnTo>
                    <a:pt x="6006833" y="461289"/>
                  </a:lnTo>
                  <a:lnTo>
                    <a:pt x="6007951" y="460819"/>
                  </a:lnTo>
                  <a:lnTo>
                    <a:pt x="6009818" y="458965"/>
                  </a:lnTo>
                  <a:lnTo>
                    <a:pt x="6010275" y="457835"/>
                  </a:lnTo>
                  <a:lnTo>
                    <a:pt x="6010275" y="455206"/>
                  </a:lnTo>
                  <a:close/>
                </a:path>
                <a:path w="7486650" h="913130">
                  <a:moveTo>
                    <a:pt x="6010275" y="3454"/>
                  </a:moveTo>
                  <a:lnTo>
                    <a:pt x="6009818" y="2336"/>
                  </a:lnTo>
                  <a:lnTo>
                    <a:pt x="6007951" y="469"/>
                  </a:lnTo>
                  <a:lnTo>
                    <a:pt x="6006833" y="0"/>
                  </a:lnTo>
                  <a:lnTo>
                    <a:pt x="6004204" y="0"/>
                  </a:lnTo>
                  <a:lnTo>
                    <a:pt x="6003087" y="469"/>
                  </a:lnTo>
                  <a:lnTo>
                    <a:pt x="6001220" y="2336"/>
                  </a:lnTo>
                  <a:lnTo>
                    <a:pt x="6000750" y="3454"/>
                  </a:lnTo>
                  <a:lnTo>
                    <a:pt x="6000750" y="6083"/>
                  </a:lnTo>
                  <a:lnTo>
                    <a:pt x="6001220" y="7200"/>
                  </a:lnTo>
                  <a:lnTo>
                    <a:pt x="6003087" y="9067"/>
                  </a:lnTo>
                  <a:lnTo>
                    <a:pt x="6004204" y="9525"/>
                  </a:lnTo>
                  <a:lnTo>
                    <a:pt x="6006833" y="9525"/>
                  </a:lnTo>
                  <a:lnTo>
                    <a:pt x="6007951" y="9067"/>
                  </a:lnTo>
                  <a:lnTo>
                    <a:pt x="6009818" y="7200"/>
                  </a:lnTo>
                  <a:lnTo>
                    <a:pt x="6010275" y="6083"/>
                  </a:lnTo>
                  <a:lnTo>
                    <a:pt x="6010275" y="3454"/>
                  </a:lnTo>
                  <a:close/>
                </a:path>
                <a:path w="7486650" h="913130">
                  <a:moveTo>
                    <a:pt x="6057900" y="906970"/>
                  </a:moveTo>
                  <a:lnTo>
                    <a:pt x="6057443" y="905840"/>
                  </a:lnTo>
                  <a:lnTo>
                    <a:pt x="6055576" y="903986"/>
                  </a:lnTo>
                  <a:lnTo>
                    <a:pt x="6054458" y="903516"/>
                  </a:lnTo>
                  <a:lnTo>
                    <a:pt x="6051829" y="903516"/>
                  </a:lnTo>
                  <a:lnTo>
                    <a:pt x="6050699" y="903986"/>
                  </a:lnTo>
                  <a:lnTo>
                    <a:pt x="6048845" y="905840"/>
                  </a:lnTo>
                  <a:lnTo>
                    <a:pt x="6048375" y="906970"/>
                  </a:lnTo>
                  <a:lnTo>
                    <a:pt x="6048375" y="909599"/>
                  </a:lnTo>
                  <a:lnTo>
                    <a:pt x="6048845" y="910717"/>
                  </a:lnTo>
                  <a:lnTo>
                    <a:pt x="6050699" y="912583"/>
                  </a:lnTo>
                  <a:lnTo>
                    <a:pt x="6051829" y="913041"/>
                  </a:lnTo>
                  <a:lnTo>
                    <a:pt x="6054458" y="913041"/>
                  </a:lnTo>
                  <a:lnTo>
                    <a:pt x="6055576" y="912583"/>
                  </a:lnTo>
                  <a:lnTo>
                    <a:pt x="6057443" y="910717"/>
                  </a:lnTo>
                  <a:lnTo>
                    <a:pt x="6057900" y="909599"/>
                  </a:lnTo>
                  <a:lnTo>
                    <a:pt x="6057900" y="906970"/>
                  </a:lnTo>
                  <a:close/>
                </a:path>
                <a:path w="7486650" h="913130">
                  <a:moveTo>
                    <a:pt x="6057900" y="455206"/>
                  </a:moveTo>
                  <a:lnTo>
                    <a:pt x="6057443" y="454088"/>
                  </a:lnTo>
                  <a:lnTo>
                    <a:pt x="6055576" y="452234"/>
                  </a:lnTo>
                  <a:lnTo>
                    <a:pt x="6054458" y="451764"/>
                  </a:lnTo>
                  <a:lnTo>
                    <a:pt x="6051829" y="451764"/>
                  </a:lnTo>
                  <a:lnTo>
                    <a:pt x="6050699" y="452234"/>
                  </a:lnTo>
                  <a:lnTo>
                    <a:pt x="6048845" y="454088"/>
                  </a:lnTo>
                  <a:lnTo>
                    <a:pt x="6048375" y="455206"/>
                  </a:lnTo>
                  <a:lnTo>
                    <a:pt x="6048375" y="457835"/>
                  </a:lnTo>
                  <a:lnTo>
                    <a:pt x="6048845" y="458965"/>
                  </a:lnTo>
                  <a:lnTo>
                    <a:pt x="6050699" y="460819"/>
                  </a:lnTo>
                  <a:lnTo>
                    <a:pt x="6051829" y="461289"/>
                  </a:lnTo>
                  <a:lnTo>
                    <a:pt x="6054458" y="461289"/>
                  </a:lnTo>
                  <a:lnTo>
                    <a:pt x="6055576" y="460819"/>
                  </a:lnTo>
                  <a:lnTo>
                    <a:pt x="6057443" y="458965"/>
                  </a:lnTo>
                  <a:lnTo>
                    <a:pt x="6057900" y="457835"/>
                  </a:lnTo>
                  <a:lnTo>
                    <a:pt x="6057900" y="455206"/>
                  </a:lnTo>
                  <a:close/>
                </a:path>
                <a:path w="7486650" h="913130">
                  <a:moveTo>
                    <a:pt x="6057900" y="3454"/>
                  </a:moveTo>
                  <a:lnTo>
                    <a:pt x="6057443" y="2336"/>
                  </a:lnTo>
                  <a:lnTo>
                    <a:pt x="6055576" y="469"/>
                  </a:lnTo>
                  <a:lnTo>
                    <a:pt x="6054458" y="0"/>
                  </a:lnTo>
                  <a:lnTo>
                    <a:pt x="6051829" y="0"/>
                  </a:lnTo>
                  <a:lnTo>
                    <a:pt x="6050699" y="469"/>
                  </a:lnTo>
                  <a:lnTo>
                    <a:pt x="6048845" y="2336"/>
                  </a:lnTo>
                  <a:lnTo>
                    <a:pt x="6048375" y="3454"/>
                  </a:lnTo>
                  <a:lnTo>
                    <a:pt x="6048375" y="6083"/>
                  </a:lnTo>
                  <a:lnTo>
                    <a:pt x="6048845" y="7200"/>
                  </a:lnTo>
                  <a:lnTo>
                    <a:pt x="6050699" y="9067"/>
                  </a:lnTo>
                  <a:lnTo>
                    <a:pt x="6051829" y="9525"/>
                  </a:lnTo>
                  <a:lnTo>
                    <a:pt x="6054458" y="9525"/>
                  </a:lnTo>
                  <a:lnTo>
                    <a:pt x="6055576" y="9067"/>
                  </a:lnTo>
                  <a:lnTo>
                    <a:pt x="6057443" y="7200"/>
                  </a:lnTo>
                  <a:lnTo>
                    <a:pt x="6057900" y="6083"/>
                  </a:lnTo>
                  <a:lnTo>
                    <a:pt x="6057900" y="3454"/>
                  </a:lnTo>
                  <a:close/>
                </a:path>
                <a:path w="7486650" h="913130">
                  <a:moveTo>
                    <a:pt x="6105525" y="906970"/>
                  </a:moveTo>
                  <a:lnTo>
                    <a:pt x="6105068" y="905840"/>
                  </a:lnTo>
                  <a:lnTo>
                    <a:pt x="6103201" y="903986"/>
                  </a:lnTo>
                  <a:lnTo>
                    <a:pt x="6102083" y="903516"/>
                  </a:lnTo>
                  <a:lnTo>
                    <a:pt x="6099454" y="903516"/>
                  </a:lnTo>
                  <a:lnTo>
                    <a:pt x="6098324" y="903986"/>
                  </a:lnTo>
                  <a:lnTo>
                    <a:pt x="6096470" y="905840"/>
                  </a:lnTo>
                  <a:lnTo>
                    <a:pt x="6096000" y="906970"/>
                  </a:lnTo>
                  <a:lnTo>
                    <a:pt x="6096000" y="909599"/>
                  </a:lnTo>
                  <a:lnTo>
                    <a:pt x="6096470" y="910717"/>
                  </a:lnTo>
                  <a:lnTo>
                    <a:pt x="6098324" y="912583"/>
                  </a:lnTo>
                  <a:lnTo>
                    <a:pt x="6099454" y="913041"/>
                  </a:lnTo>
                  <a:lnTo>
                    <a:pt x="6102083" y="913041"/>
                  </a:lnTo>
                  <a:lnTo>
                    <a:pt x="6103201" y="912583"/>
                  </a:lnTo>
                  <a:lnTo>
                    <a:pt x="6105068" y="910717"/>
                  </a:lnTo>
                  <a:lnTo>
                    <a:pt x="6105525" y="909599"/>
                  </a:lnTo>
                  <a:lnTo>
                    <a:pt x="6105525" y="906970"/>
                  </a:lnTo>
                  <a:close/>
                </a:path>
                <a:path w="7486650" h="913130">
                  <a:moveTo>
                    <a:pt x="6105525" y="455206"/>
                  </a:moveTo>
                  <a:lnTo>
                    <a:pt x="6105068" y="454088"/>
                  </a:lnTo>
                  <a:lnTo>
                    <a:pt x="6103201" y="452234"/>
                  </a:lnTo>
                  <a:lnTo>
                    <a:pt x="6102083" y="451764"/>
                  </a:lnTo>
                  <a:lnTo>
                    <a:pt x="6099454" y="451764"/>
                  </a:lnTo>
                  <a:lnTo>
                    <a:pt x="6098324" y="452234"/>
                  </a:lnTo>
                  <a:lnTo>
                    <a:pt x="6096470" y="454088"/>
                  </a:lnTo>
                  <a:lnTo>
                    <a:pt x="6096000" y="455206"/>
                  </a:lnTo>
                  <a:lnTo>
                    <a:pt x="6096000" y="457835"/>
                  </a:lnTo>
                  <a:lnTo>
                    <a:pt x="6096470" y="458965"/>
                  </a:lnTo>
                  <a:lnTo>
                    <a:pt x="6098324" y="460819"/>
                  </a:lnTo>
                  <a:lnTo>
                    <a:pt x="6099454" y="461289"/>
                  </a:lnTo>
                  <a:lnTo>
                    <a:pt x="6102083" y="461289"/>
                  </a:lnTo>
                  <a:lnTo>
                    <a:pt x="6103201" y="460819"/>
                  </a:lnTo>
                  <a:lnTo>
                    <a:pt x="6105068" y="458965"/>
                  </a:lnTo>
                  <a:lnTo>
                    <a:pt x="6105525" y="457835"/>
                  </a:lnTo>
                  <a:lnTo>
                    <a:pt x="6105525" y="455206"/>
                  </a:lnTo>
                  <a:close/>
                </a:path>
                <a:path w="7486650" h="913130">
                  <a:moveTo>
                    <a:pt x="6105525" y="3454"/>
                  </a:moveTo>
                  <a:lnTo>
                    <a:pt x="6105068" y="2336"/>
                  </a:lnTo>
                  <a:lnTo>
                    <a:pt x="6103201" y="469"/>
                  </a:lnTo>
                  <a:lnTo>
                    <a:pt x="6102083" y="0"/>
                  </a:lnTo>
                  <a:lnTo>
                    <a:pt x="6099454" y="0"/>
                  </a:lnTo>
                  <a:lnTo>
                    <a:pt x="6098324" y="469"/>
                  </a:lnTo>
                  <a:lnTo>
                    <a:pt x="6096470" y="2336"/>
                  </a:lnTo>
                  <a:lnTo>
                    <a:pt x="6096000" y="3454"/>
                  </a:lnTo>
                  <a:lnTo>
                    <a:pt x="6096000" y="6083"/>
                  </a:lnTo>
                  <a:lnTo>
                    <a:pt x="6096470" y="7200"/>
                  </a:lnTo>
                  <a:lnTo>
                    <a:pt x="6098324" y="9067"/>
                  </a:lnTo>
                  <a:lnTo>
                    <a:pt x="6099454" y="9525"/>
                  </a:lnTo>
                  <a:lnTo>
                    <a:pt x="6102083" y="9525"/>
                  </a:lnTo>
                  <a:lnTo>
                    <a:pt x="6103201" y="9067"/>
                  </a:lnTo>
                  <a:lnTo>
                    <a:pt x="6105068" y="7200"/>
                  </a:lnTo>
                  <a:lnTo>
                    <a:pt x="6105525" y="6083"/>
                  </a:lnTo>
                  <a:lnTo>
                    <a:pt x="6105525" y="3454"/>
                  </a:lnTo>
                  <a:close/>
                </a:path>
                <a:path w="7486650" h="913130">
                  <a:moveTo>
                    <a:pt x="6153150" y="906970"/>
                  </a:moveTo>
                  <a:lnTo>
                    <a:pt x="6152693" y="905840"/>
                  </a:lnTo>
                  <a:lnTo>
                    <a:pt x="6150826" y="903986"/>
                  </a:lnTo>
                  <a:lnTo>
                    <a:pt x="6149708" y="903516"/>
                  </a:lnTo>
                  <a:lnTo>
                    <a:pt x="6147079" y="903516"/>
                  </a:lnTo>
                  <a:lnTo>
                    <a:pt x="6145949" y="903986"/>
                  </a:lnTo>
                  <a:lnTo>
                    <a:pt x="6144095" y="905840"/>
                  </a:lnTo>
                  <a:lnTo>
                    <a:pt x="6143625" y="906970"/>
                  </a:lnTo>
                  <a:lnTo>
                    <a:pt x="6143625" y="909599"/>
                  </a:lnTo>
                  <a:lnTo>
                    <a:pt x="6144095" y="910717"/>
                  </a:lnTo>
                  <a:lnTo>
                    <a:pt x="6145949" y="912583"/>
                  </a:lnTo>
                  <a:lnTo>
                    <a:pt x="6147079" y="913041"/>
                  </a:lnTo>
                  <a:lnTo>
                    <a:pt x="6149708" y="913041"/>
                  </a:lnTo>
                  <a:lnTo>
                    <a:pt x="6150826" y="912583"/>
                  </a:lnTo>
                  <a:lnTo>
                    <a:pt x="6152693" y="910717"/>
                  </a:lnTo>
                  <a:lnTo>
                    <a:pt x="6153150" y="909599"/>
                  </a:lnTo>
                  <a:lnTo>
                    <a:pt x="6153150" y="906970"/>
                  </a:lnTo>
                  <a:close/>
                </a:path>
                <a:path w="7486650" h="913130">
                  <a:moveTo>
                    <a:pt x="6153150" y="455206"/>
                  </a:moveTo>
                  <a:lnTo>
                    <a:pt x="6152693" y="454088"/>
                  </a:lnTo>
                  <a:lnTo>
                    <a:pt x="6150826" y="452234"/>
                  </a:lnTo>
                  <a:lnTo>
                    <a:pt x="6149708" y="451764"/>
                  </a:lnTo>
                  <a:lnTo>
                    <a:pt x="6147079" y="451764"/>
                  </a:lnTo>
                  <a:lnTo>
                    <a:pt x="6145949" y="452234"/>
                  </a:lnTo>
                  <a:lnTo>
                    <a:pt x="6144095" y="454088"/>
                  </a:lnTo>
                  <a:lnTo>
                    <a:pt x="6143625" y="455206"/>
                  </a:lnTo>
                  <a:lnTo>
                    <a:pt x="6143625" y="457835"/>
                  </a:lnTo>
                  <a:lnTo>
                    <a:pt x="6144095" y="458965"/>
                  </a:lnTo>
                  <a:lnTo>
                    <a:pt x="6145949" y="460819"/>
                  </a:lnTo>
                  <a:lnTo>
                    <a:pt x="6147079" y="461289"/>
                  </a:lnTo>
                  <a:lnTo>
                    <a:pt x="6149708" y="461289"/>
                  </a:lnTo>
                  <a:lnTo>
                    <a:pt x="6150826" y="460819"/>
                  </a:lnTo>
                  <a:lnTo>
                    <a:pt x="6152693" y="458965"/>
                  </a:lnTo>
                  <a:lnTo>
                    <a:pt x="6153150" y="457835"/>
                  </a:lnTo>
                  <a:lnTo>
                    <a:pt x="6153150" y="455206"/>
                  </a:lnTo>
                  <a:close/>
                </a:path>
                <a:path w="7486650" h="913130">
                  <a:moveTo>
                    <a:pt x="6153150" y="3454"/>
                  </a:moveTo>
                  <a:lnTo>
                    <a:pt x="6152693" y="2336"/>
                  </a:lnTo>
                  <a:lnTo>
                    <a:pt x="6150826" y="469"/>
                  </a:lnTo>
                  <a:lnTo>
                    <a:pt x="6149708" y="0"/>
                  </a:lnTo>
                  <a:lnTo>
                    <a:pt x="6147079" y="0"/>
                  </a:lnTo>
                  <a:lnTo>
                    <a:pt x="6145949" y="469"/>
                  </a:lnTo>
                  <a:lnTo>
                    <a:pt x="6144095" y="2336"/>
                  </a:lnTo>
                  <a:lnTo>
                    <a:pt x="6143625" y="3454"/>
                  </a:lnTo>
                  <a:lnTo>
                    <a:pt x="6143625" y="6083"/>
                  </a:lnTo>
                  <a:lnTo>
                    <a:pt x="6144095" y="7200"/>
                  </a:lnTo>
                  <a:lnTo>
                    <a:pt x="6145949" y="9067"/>
                  </a:lnTo>
                  <a:lnTo>
                    <a:pt x="6147079" y="9525"/>
                  </a:lnTo>
                  <a:lnTo>
                    <a:pt x="6149708" y="9525"/>
                  </a:lnTo>
                  <a:lnTo>
                    <a:pt x="6150826" y="9067"/>
                  </a:lnTo>
                  <a:lnTo>
                    <a:pt x="6152693" y="7200"/>
                  </a:lnTo>
                  <a:lnTo>
                    <a:pt x="6153150" y="6083"/>
                  </a:lnTo>
                  <a:lnTo>
                    <a:pt x="6153150" y="3454"/>
                  </a:lnTo>
                  <a:close/>
                </a:path>
                <a:path w="7486650" h="913130">
                  <a:moveTo>
                    <a:pt x="6200775" y="906970"/>
                  </a:moveTo>
                  <a:lnTo>
                    <a:pt x="6200318" y="905840"/>
                  </a:lnTo>
                  <a:lnTo>
                    <a:pt x="6198451" y="903986"/>
                  </a:lnTo>
                  <a:lnTo>
                    <a:pt x="6197333" y="903516"/>
                  </a:lnTo>
                  <a:lnTo>
                    <a:pt x="6194704" y="903516"/>
                  </a:lnTo>
                  <a:lnTo>
                    <a:pt x="6193574" y="903986"/>
                  </a:lnTo>
                  <a:lnTo>
                    <a:pt x="6191720" y="905840"/>
                  </a:lnTo>
                  <a:lnTo>
                    <a:pt x="6191250" y="906970"/>
                  </a:lnTo>
                  <a:lnTo>
                    <a:pt x="6191250" y="909599"/>
                  </a:lnTo>
                  <a:lnTo>
                    <a:pt x="6191720" y="910717"/>
                  </a:lnTo>
                  <a:lnTo>
                    <a:pt x="6193574" y="912583"/>
                  </a:lnTo>
                  <a:lnTo>
                    <a:pt x="6194704" y="913041"/>
                  </a:lnTo>
                  <a:lnTo>
                    <a:pt x="6197333" y="913041"/>
                  </a:lnTo>
                  <a:lnTo>
                    <a:pt x="6198451" y="912583"/>
                  </a:lnTo>
                  <a:lnTo>
                    <a:pt x="6200318" y="910717"/>
                  </a:lnTo>
                  <a:lnTo>
                    <a:pt x="6200775" y="909599"/>
                  </a:lnTo>
                  <a:lnTo>
                    <a:pt x="6200775" y="906970"/>
                  </a:lnTo>
                  <a:close/>
                </a:path>
                <a:path w="7486650" h="913130">
                  <a:moveTo>
                    <a:pt x="6200775" y="455206"/>
                  </a:moveTo>
                  <a:lnTo>
                    <a:pt x="6200318" y="454088"/>
                  </a:lnTo>
                  <a:lnTo>
                    <a:pt x="6198451" y="452234"/>
                  </a:lnTo>
                  <a:lnTo>
                    <a:pt x="6197333" y="451764"/>
                  </a:lnTo>
                  <a:lnTo>
                    <a:pt x="6194704" y="451764"/>
                  </a:lnTo>
                  <a:lnTo>
                    <a:pt x="6193574" y="452234"/>
                  </a:lnTo>
                  <a:lnTo>
                    <a:pt x="6191720" y="454088"/>
                  </a:lnTo>
                  <a:lnTo>
                    <a:pt x="6191250" y="455206"/>
                  </a:lnTo>
                  <a:lnTo>
                    <a:pt x="6191250" y="457835"/>
                  </a:lnTo>
                  <a:lnTo>
                    <a:pt x="6191720" y="458965"/>
                  </a:lnTo>
                  <a:lnTo>
                    <a:pt x="6193574" y="460819"/>
                  </a:lnTo>
                  <a:lnTo>
                    <a:pt x="6194704" y="461289"/>
                  </a:lnTo>
                  <a:lnTo>
                    <a:pt x="6197333" y="461289"/>
                  </a:lnTo>
                  <a:lnTo>
                    <a:pt x="6198451" y="460819"/>
                  </a:lnTo>
                  <a:lnTo>
                    <a:pt x="6200318" y="458965"/>
                  </a:lnTo>
                  <a:lnTo>
                    <a:pt x="6200775" y="457835"/>
                  </a:lnTo>
                  <a:lnTo>
                    <a:pt x="6200775" y="455206"/>
                  </a:lnTo>
                  <a:close/>
                </a:path>
                <a:path w="7486650" h="913130">
                  <a:moveTo>
                    <a:pt x="6200775" y="3454"/>
                  </a:moveTo>
                  <a:lnTo>
                    <a:pt x="6200318" y="2336"/>
                  </a:lnTo>
                  <a:lnTo>
                    <a:pt x="6198451" y="469"/>
                  </a:lnTo>
                  <a:lnTo>
                    <a:pt x="6197333" y="0"/>
                  </a:lnTo>
                  <a:lnTo>
                    <a:pt x="6194704" y="0"/>
                  </a:lnTo>
                  <a:lnTo>
                    <a:pt x="6193574" y="469"/>
                  </a:lnTo>
                  <a:lnTo>
                    <a:pt x="6191720" y="2336"/>
                  </a:lnTo>
                  <a:lnTo>
                    <a:pt x="6191250" y="3454"/>
                  </a:lnTo>
                  <a:lnTo>
                    <a:pt x="6191250" y="6083"/>
                  </a:lnTo>
                  <a:lnTo>
                    <a:pt x="6191720" y="7200"/>
                  </a:lnTo>
                  <a:lnTo>
                    <a:pt x="6193574" y="9067"/>
                  </a:lnTo>
                  <a:lnTo>
                    <a:pt x="6194704" y="9525"/>
                  </a:lnTo>
                  <a:lnTo>
                    <a:pt x="6197333" y="9525"/>
                  </a:lnTo>
                  <a:lnTo>
                    <a:pt x="6198451" y="9067"/>
                  </a:lnTo>
                  <a:lnTo>
                    <a:pt x="6200318" y="7200"/>
                  </a:lnTo>
                  <a:lnTo>
                    <a:pt x="6200775" y="6083"/>
                  </a:lnTo>
                  <a:lnTo>
                    <a:pt x="6200775" y="3454"/>
                  </a:lnTo>
                  <a:close/>
                </a:path>
                <a:path w="7486650" h="913130">
                  <a:moveTo>
                    <a:pt x="6248400" y="906970"/>
                  </a:moveTo>
                  <a:lnTo>
                    <a:pt x="6247943" y="905840"/>
                  </a:lnTo>
                  <a:lnTo>
                    <a:pt x="6246076" y="903986"/>
                  </a:lnTo>
                  <a:lnTo>
                    <a:pt x="6244958" y="903516"/>
                  </a:lnTo>
                  <a:lnTo>
                    <a:pt x="6242329" y="903516"/>
                  </a:lnTo>
                  <a:lnTo>
                    <a:pt x="6241199" y="903986"/>
                  </a:lnTo>
                  <a:lnTo>
                    <a:pt x="6239345" y="905840"/>
                  </a:lnTo>
                  <a:lnTo>
                    <a:pt x="6238875" y="906970"/>
                  </a:lnTo>
                  <a:lnTo>
                    <a:pt x="6238875" y="909599"/>
                  </a:lnTo>
                  <a:lnTo>
                    <a:pt x="6239345" y="910717"/>
                  </a:lnTo>
                  <a:lnTo>
                    <a:pt x="6241199" y="912583"/>
                  </a:lnTo>
                  <a:lnTo>
                    <a:pt x="6242329" y="913041"/>
                  </a:lnTo>
                  <a:lnTo>
                    <a:pt x="6244958" y="913041"/>
                  </a:lnTo>
                  <a:lnTo>
                    <a:pt x="6246076" y="912583"/>
                  </a:lnTo>
                  <a:lnTo>
                    <a:pt x="6247943" y="910717"/>
                  </a:lnTo>
                  <a:lnTo>
                    <a:pt x="6248400" y="909599"/>
                  </a:lnTo>
                  <a:lnTo>
                    <a:pt x="6248400" y="906970"/>
                  </a:lnTo>
                  <a:close/>
                </a:path>
                <a:path w="7486650" h="913130">
                  <a:moveTo>
                    <a:pt x="6248400" y="455206"/>
                  </a:moveTo>
                  <a:lnTo>
                    <a:pt x="6247943" y="454088"/>
                  </a:lnTo>
                  <a:lnTo>
                    <a:pt x="6246076" y="452234"/>
                  </a:lnTo>
                  <a:lnTo>
                    <a:pt x="6244958" y="451764"/>
                  </a:lnTo>
                  <a:lnTo>
                    <a:pt x="6242329" y="451764"/>
                  </a:lnTo>
                  <a:lnTo>
                    <a:pt x="6241199" y="452234"/>
                  </a:lnTo>
                  <a:lnTo>
                    <a:pt x="6239345" y="454088"/>
                  </a:lnTo>
                  <a:lnTo>
                    <a:pt x="6238875" y="455206"/>
                  </a:lnTo>
                  <a:lnTo>
                    <a:pt x="6238875" y="457835"/>
                  </a:lnTo>
                  <a:lnTo>
                    <a:pt x="6239345" y="458965"/>
                  </a:lnTo>
                  <a:lnTo>
                    <a:pt x="6241199" y="460819"/>
                  </a:lnTo>
                  <a:lnTo>
                    <a:pt x="6242329" y="461289"/>
                  </a:lnTo>
                  <a:lnTo>
                    <a:pt x="6244958" y="461289"/>
                  </a:lnTo>
                  <a:lnTo>
                    <a:pt x="6246076" y="460819"/>
                  </a:lnTo>
                  <a:lnTo>
                    <a:pt x="6247943" y="458965"/>
                  </a:lnTo>
                  <a:lnTo>
                    <a:pt x="6248400" y="457835"/>
                  </a:lnTo>
                  <a:lnTo>
                    <a:pt x="6248400" y="455206"/>
                  </a:lnTo>
                  <a:close/>
                </a:path>
                <a:path w="7486650" h="913130">
                  <a:moveTo>
                    <a:pt x="6248400" y="3454"/>
                  </a:moveTo>
                  <a:lnTo>
                    <a:pt x="6247943" y="2336"/>
                  </a:lnTo>
                  <a:lnTo>
                    <a:pt x="6246076" y="469"/>
                  </a:lnTo>
                  <a:lnTo>
                    <a:pt x="6244958" y="0"/>
                  </a:lnTo>
                  <a:lnTo>
                    <a:pt x="6242329" y="0"/>
                  </a:lnTo>
                  <a:lnTo>
                    <a:pt x="6241199" y="469"/>
                  </a:lnTo>
                  <a:lnTo>
                    <a:pt x="6239345" y="2336"/>
                  </a:lnTo>
                  <a:lnTo>
                    <a:pt x="6238875" y="3454"/>
                  </a:lnTo>
                  <a:lnTo>
                    <a:pt x="6238875" y="6083"/>
                  </a:lnTo>
                  <a:lnTo>
                    <a:pt x="6239345" y="7200"/>
                  </a:lnTo>
                  <a:lnTo>
                    <a:pt x="6241199" y="9067"/>
                  </a:lnTo>
                  <a:lnTo>
                    <a:pt x="6242329" y="9525"/>
                  </a:lnTo>
                  <a:lnTo>
                    <a:pt x="6244958" y="9525"/>
                  </a:lnTo>
                  <a:lnTo>
                    <a:pt x="6246076" y="9067"/>
                  </a:lnTo>
                  <a:lnTo>
                    <a:pt x="6247943" y="7200"/>
                  </a:lnTo>
                  <a:lnTo>
                    <a:pt x="6248400" y="6083"/>
                  </a:lnTo>
                  <a:lnTo>
                    <a:pt x="6248400" y="3454"/>
                  </a:lnTo>
                  <a:close/>
                </a:path>
                <a:path w="7486650" h="913130">
                  <a:moveTo>
                    <a:pt x="6296025" y="906970"/>
                  </a:moveTo>
                  <a:lnTo>
                    <a:pt x="6295568" y="905840"/>
                  </a:lnTo>
                  <a:lnTo>
                    <a:pt x="6293701" y="903986"/>
                  </a:lnTo>
                  <a:lnTo>
                    <a:pt x="6292583" y="903516"/>
                  </a:lnTo>
                  <a:lnTo>
                    <a:pt x="6289954" y="903516"/>
                  </a:lnTo>
                  <a:lnTo>
                    <a:pt x="6288824" y="903986"/>
                  </a:lnTo>
                  <a:lnTo>
                    <a:pt x="6286970" y="905840"/>
                  </a:lnTo>
                  <a:lnTo>
                    <a:pt x="6286500" y="906970"/>
                  </a:lnTo>
                  <a:lnTo>
                    <a:pt x="6286500" y="909599"/>
                  </a:lnTo>
                  <a:lnTo>
                    <a:pt x="6286970" y="910717"/>
                  </a:lnTo>
                  <a:lnTo>
                    <a:pt x="6288824" y="912583"/>
                  </a:lnTo>
                  <a:lnTo>
                    <a:pt x="6289954" y="913041"/>
                  </a:lnTo>
                  <a:lnTo>
                    <a:pt x="6292583" y="913041"/>
                  </a:lnTo>
                  <a:lnTo>
                    <a:pt x="6293701" y="912583"/>
                  </a:lnTo>
                  <a:lnTo>
                    <a:pt x="6295568" y="910717"/>
                  </a:lnTo>
                  <a:lnTo>
                    <a:pt x="6296025" y="909599"/>
                  </a:lnTo>
                  <a:lnTo>
                    <a:pt x="6296025" y="906970"/>
                  </a:lnTo>
                  <a:close/>
                </a:path>
                <a:path w="7486650" h="913130">
                  <a:moveTo>
                    <a:pt x="6296025" y="455206"/>
                  </a:moveTo>
                  <a:lnTo>
                    <a:pt x="6295568" y="454088"/>
                  </a:lnTo>
                  <a:lnTo>
                    <a:pt x="6293701" y="452234"/>
                  </a:lnTo>
                  <a:lnTo>
                    <a:pt x="6292583" y="451764"/>
                  </a:lnTo>
                  <a:lnTo>
                    <a:pt x="6289954" y="451764"/>
                  </a:lnTo>
                  <a:lnTo>
                    <a:pt x="6288824" y="452234"/>
                  </a:lnTo>
                  <a:lnTo>
                    <a:pt x="6286970" y="454088"/>
                  </a:lnTo>
                  <a:lnTo>
                    <a:pt x="6286500" y="455206"/>
                  </a:lnTo>
                  <a:lnTo>
                    <a:pt x="6286500" y="457835"/>
                  </a:lnTo>
                  <a:lnTo>
                    <a:pt x="6286970" y="458965"/>
                  </a:lnTo>
                  <a:lnTo>
                    <a:pt x="6288824" y="460819"/>
                  </a:lnTo>
                  <a:lnTo>
                    <a:pt x="6289954" y="461289"/>
                  </a:lnTo>
                  <a:lnTo>
                    <a:pt x="6292583" y="461289"/>
                  </a:lnTo>
                  <a:lnTo>
                    <a:pt x="6293701" y="460819"/>
                  </a:lnTo>
                  <a:lnTo>
                    <a:pt x="6295568" y="458965"/>
                  </a:lnTo>
                  <a:lnTo>
                    <a:pt x="6296025" y="457835"/>
                  </a:lnTo>
                  <a:lnTo>
                    <a:pt x="6296025" y="455206"/>
                  </a:lnTo>
                  <a:close/>
                </a:path>
                <a:path w="7486650" h="913130">
                  <a:moveTo>
                    <a:pt x="6296025" y="3454"/>
                  </a:moveTo>
                  <a:lnTo>
                    <a:pt x="6295568" y="2336"/>
                  </a:lnTo>
                  <a:lnTo>
                    <a:pt x="6293701" y="469"/>
                  </a:lnTo>
                  <a:lnTo>
                    <a:pt x="6292583" y="0"/>
                  </a:lnTo>
                  <a:lnTo>
                    <a:pt x="6289954" y="0"/>
                  </a:lnTo>
                  <a:lnTo>
                    <a:pt x="6288824" y="469"/>
                  </a:lnTo>
                  <a:lnTo>
                    <a:pt x="6286970" y="2336"/>
                  </a:lnTo>
                  <a:lnTo>
                    <a:pt x="6286500" y="3454"/>
                  </a:lnTo>
                  <a:lnTo>
                    <a:pt x="6286500" y="6083"/>
                  </a:lnTo>
                  <a:lnTo>
                    <a:pt x="6286970" y="7200"/>
                  </a:lnTo>
                  <a:lnTo>
                    <a:pt x="6288824" y="9067"/>
                  </a:lnTo>
                  <a:lnTo>
                    <a:pt x="6289954" y="9525"/>
                  </a:lnTo>
                  <a:lnTo>
                    <a:pt x="6292583" y="9525"/>
                  </a:lnTo>
                  <a:lnTo>
                    <a:pt x="6293701" y="9067"/>
                  </a:lnTo>
                  <a:lnTo>
                    <a:pt x="6295568" y="7200"/>
                  </a:lnTo>
                  <a:lnTo>
                    <a:pt x="6296025" y="6083"/>
                  </a:lnTo>
                  <a:lnTo>
                    <a:pt x="6296025" y="3454"/>
                  </a:lnTo>
                  <a:close/>
                </a:path>
                <a:path w="7486650" h="913130">
                  <a:moveTo>
                    <a:pt x="6343650" y="906970"/>
                  </a:moveTo>
                  <a:lnTo>
                    <a:pt x="6343193" y="905840"/>
                  </a:lnTo>
                  <a:lnTo>
                    <a:pt x="6341326" y="903986"/>
                  </a:lnTo>
                  <a:lnTo>
                    <a:pt x="6340208" y="903516"/>
                  </a:lnTo>
                  <a:lnTo>
                    <a:pt x="6337579" y="903516"/>
                  </a:lnTo>
                  <a:lnTo>
                    <a:pt x="6336449" y="903986"/>
                  </a:lnTo>
                  <a:lnTo>
                    <a:pt x="6334595" y="905840"/>
                  </a:lnTo>
                  <a:lnTo>
                    <a:pt x="6334125" y="906970"/>
                  </a:lnTo>
                  <a:lnTo>
                    <a:pt x="6334125" y="909599"/>
                  </a:lnTo>
                  <a:lnTo>
                    <a:pt x="6334595" y="910717"/>
                  </a:lnTo>
                  <a:lnTo>
                    <a:pt x="6336449" y="912583"/>
                  </a:lnTo>
                  <a:lnTo>
                    <a:pt x="6337579" y="913041"/>
                  </a:lnTo>
                  <a:lnTo>
                    <a:pt x="6340208" y="913041"/>
                  </a:lnTo>
                  <a:lnTo>
                    <a:pt x="6341326" y="912583"/>
                  </a:lnTo>
                  <a:lnTo>
                    <a:pt x="6343193" y="910717"/>
                  </a:lnTo>
                  <a:lnTo>
                    <a:pt x="6343650" y="909599"/>
                  </a:lnTo>
                  <a:lnTo>
                    <a:pt x="6343650" y="906970"/>
                  </a:lnTo>
                  <a:close/>
                </a:path>
                <a:path w="7486650" h="913130">
                  <a:moveTo>
                    <a:pt x="6343650" y="455206"/>
                  </a:moveTo>
                  <a:lnTo>
                    <a:pt x="6343193" y="454088"/>
                  </a:lnTo>
                  <a:lnTo>
                    <a:pt x="6341326" y="452234"/>
                  </a:lnTo>
                  <a:lnTo>
                    <a:pt x="6340208" y="451764"/>
                  </a:lnTo>
                  <a:lnTo>
                    <a:pt x="6337579" y="451764"/>
                  </a:lnTo>
                  <a:lnTo>
                    <a:pt x="6336449" y="452234"/>
                  </a:lnTo>
                  <a:lnTo>
                    <a:pt x="6334595" y="454088"/>
                  </a:lnTo>
                  <a:lnTo>
                    <a:pt x="6334125" y="455206"/>
                  </a:lnTo>
                  <a:lnTo>
                    <a:pt x="6334125" y="457835"/>
                  </a:lnTo>
                  <a:lnTo>
                    <a:pt x="6334595" y="458965"/>
                  </a:lnTo>
                  <a:lnTo>
                    <a:pt x="6336449" y="460819"/>
                  </a:lnTo>
                  <a:lnTo>
                    <a:pt x="6337579" y="461289"/>
                  </a:lnTo>
                  <a:lnTo>
                    <a:pt x="6340208" y="461289"/>
                  </a:lnTo>
                  <a:lnTo>
                    <a:pt x="6341326" y="460819"/>
                  </a:lnTo>
                  <a:lnTo>
                    <a:pt x="6343193" y="458965"/>
                  </a:lnTo>
                  <a:lnTo>
                    <a:pt x="6343650" y="457835"/>
                  </a:lnTo>
                  <a:lnTo>
                    <a:pt x="6343650" y="455206"/>
                  </a:lnTo>
                  <a:close/>
                </a:path>
                <a:path w="7486650" h="913130">
                  <a:moveTo>
                    <a:pt x="6343650" y="3454"/>
                  </a:moveTo>
                  <a:lnTo>
                    <a:pt x="6343193" y="2336"/>
                  </a:lnTo>
                  <a:lnTo>
                    <a:pt x="6341326" y="469"/>
                  </a:lnTo>
                  <a:lnTo>
                    <a:pt x="6340208" y="0"/>
                  </a:lnTo>
                  <a:lnTo>
                    <a:pt x="6337579" y="0"/>
                  </a:lnTo>
                  <a:lnTo>
                    <a:pt x="6336449" y="469"/>
                  </a:lnTo>
                  <a:lnTo>
                    <a:pt x="6334595" y="2336"/>
                  </a:lnTo>
                  <a:lnTo>
                    <a:pt x="6334125" y="3454"/>
                  </a:lnTo>
                  <a:lnTo>
                    <a:pt x="6334125" y="6083"/>
                  </a:lnTo>
                  <a:lnTo>
                    <a:pt x="6334595" y="7200"/>
                  </a:lnTo>
                  <a:lnTo>
                    <a:pt x="6336449" y="9067"/>
                  </a:lnTo>
                  <a:lnTo>
                    <a:pt x="6337579" y="9525"/>
                  </a:lnTo>
                  <a:lnTo>
                    <a:pt x="6340208" y="9525"/>
                  </a:lnTo>
                  <a:lnTo>
                    <a:pt x="6341326" y="9067"/>
                  </a:lnTo>
                  <a:lnTo>
                    <a:pt x="6343193" y="7200"/>
                  </a:lnTo>
                  <a:lnTo>
                    <a:pt x="6343650" y="6083"/>
                  </a:lnTo>
                  <a:lnTo>
                    <a:pt x="6343650" y="3454"/>
                  </a:lnTo>
                  <a:close/>
                </a:path>
                <a:path w="7486650" h="913130">
                  <a:moveTo>
                    <a:pt x="6391275" y="906970"/>
                  </a:moveTo>
                  <a:lnTo>
                    <a:pt x="6390818" y="905840"/>
                  </a:lnTo>
                  <a:lnTo>
                    <a:pt x="6388951" y="903986"/>
                  </a:lnTo>
                  <a:lnTo>
                    <a:pt x="6387833" y="903516"/>
                  </a:lnTo>
                  <a:lnTo>
                    <a:pt x="6385204" y="903516"/>
                  </a:lnTo>
                  <a:lnTo>
                    <a:pt x="6384074" y="903986"/>
                  </a:lnTo>
                  <a:lnTo>
                    <a:pt x="6382220" y="905840"/>
                  </a:lnTo>
                  <a:lnTo>
                    <a:pt x="6381750" y="906970"/>
                  </a:lnTo>
                  <a:lnTo>
                    <a:pt x="6381750" y="909599"/>
                  </a:lnTo>
                  <a:lnTo>
                    <a:pt x="6382220" y="910717"/>
                  </a:lnTo>
                  <a:lnTo>
                    <a:pt x="6384074" y="912583"/>
                  </a:lnTo>
                  <a:lnTo>
                    <a:pt x="6385204" y="913041"/>
                  </a:lnTo>
                  <a:lnTo>
                    <a:pt x="6387833" y="913041"/>
                  </a:lnTo>
                  <a:lnTo>
                    <a:pt x="6388951" y="912583"/>
                  </a:lnTo>
                  <a:lnTo>
                    <a:pt x="6390818" y="910717"/>
                  </a:lnTo>
                  <a:lnTo>
                    <a:pt x="6391275" y="909599"/>
                  </a:lnTo>
                  <a:lnTo>
                    <a:pt x="6391275" y="906970"/>
                  </a:lnTo>
                  <a:close/>
                </a:path>
                <a:path w="7486650" h="913130">
                  <a:moveTo>
                    <a:pt x="6391275" y="455206"/>
                  </a:moveTo>
                  <a:lnTo>
                    <a:pt x="6390818" y="454088"/>
                  </a:lnTo>
                  <a:lnTo>
                    <a:pt x="6388951" y="452234"/>
                  </a:lnTo>
                  <a:lnTo>
                    <a:pt x="6387833" y="451764"/>
                  </a:lnTo>
                  <a:lnTo>
                    <a:pt x="6385204" y="451764"/>
                  </a:lnTo>
                  <a:lnTo>
                    <a:pt x="6384074" y="452234"/>
                  </a:lnTo>
                  <a:lnTo>
                    <a:pt x="6382220" y="454088"/>
                  </a:lnTo>
                  <a:lnTo>
                    <a:pt x="6381750" y="455206"/>
                  </a:lnTo>
                  <a:lnTo>
                    <a:pt x="6381750" y="457835"/>
                  </a:lnTo>
                  <a:lnTo>
                    <a:pt x="6382220" y="458965"/>
                  </a:lnTo>
                  <a:lnTo>
                    <a:pt x="6384074" y="460819"/>
                  </a:lnTo>
                  <a:lnTo>
                    <a:pt x="6385204" y="461289"/>
                  </a:lnTo>
                  <a:lnTo>
                    <a:pt x="6387833" y="461289"/>
                  </a:lnTo>
                  <a:lnTo>
                    <a:pt x="6388951" y="460819"/>
                  </a:lnTo>
                  <a:lnTo>
                    <a:pt x="6390818" y="458965"/>
                  </a:lnTo>
                  <a:lnTo>
                    <a:pt x="6391275" y="457835"/>
                  </a:lnTo>
                  <a:lnTo>
                    <a:pt x="6391275" y="455206"/>
                  </a:lnTo>
                  <a:close/>
                </a:path>
                <a:path w="7486650" h="913130">
                  <a:moveTo>
                    <a:pt x="6391275" y="3454"/>
                  </a:moveTo>
                  <a:lnTo>
                    <a:pt x="6390818" y="2336"/>
                  </a:lnTo>
                  <a:lnTo>
                    <a:pt x="6388951" y="469"/>
                  </a:lnTo>
                  <a:lnTo>
                    <a:pt x="6387833" y="0"/>
                  </a:lnTo>
                  <a:lnTo>
                    <a:pt x="6385204" y="0"/>
                  </a:lnTo>
                  <a:lnTo>
                    <a:pt x="6384074" y="469"/>
                  </a:lnTo>
                  <a:lnTo>
                    <a:pt x="6382220" y="2336"/>
                  </a:lnTo>
                  <a:lnTo>
                    <a:pt x="6381750" y="3454"/>
                  </a:lnTo>
                  <a:lnTo>
                    <a:pt x="6381750" y="6083"/>
                  </a:lnTo>
                  <a:lnTo>
                    <a:pt x="6382220" y="7200"/>
                  </a:lnTo>
                  <a:lnTo>
                    <a:pt x="6384074" y="9067"/>
                  </a:lnTo>
                  <a:lnTo>
                    <a:pt x="6385204" y="9525"/>
                  </a:lnTo>
                  <a:lnTo>
                    <a:pt x="6387833" y="9525"/>
                  </a:lnTo>
                  <a:lnTo>
                    <a:pt x="6388951" y="9067"/>
                  </a:lnTo>
                  <a:lnTo>
                    <a:pt x="6390818" y="7200"/>
                  </a:lnTo>
                  <a:lnTo>
                    <a:pt x="6391275" y="6083"/>
                  </a:lnTo>
                  <a:lnTo>
                    <a:pt x="6391275" y="3454"/>
                  </a:lnTo>
                  <a:close/>
                </a:path>
                <a:path w="7486650" h="913130">
                  <a:moveTo>
                    <a:pt x="6438900" y="906970"/>
                  </a:moveTo>
                  <a:lnTo>
                    <a:pt x="6438443" y="905840"/>
                  </a:lnTo>
                  <a:lnTo>
                    <a:pt x="6436576" y="903986"/>
                  </a:lnTo>
                  <a:lnTo>
                    <a:pt x="6435458" y="903516"/>
                  </a:lnTo>
                  <a:lnTo>
                    <a:pt x="6432829" y="903516"/>
                  </a:lnTo>
                  <a:lnTo>
                    <a:pt x="6431699" y="903986"/>
                  </a:lnTo>
                  <a:lnTo>
                    <a:pt x="6429845" y="905840"/>
                  </a:lnTo>
                  <a:lnTo>
                    <a:pt x="6429375" y="906970"/>
                  </a:lnTo>
                  <a:lnTo>
                    <a:pt x="6429375" y="909599"/>
                  </a:lnTo>
                  <a:lnTo>
                    <a:pt x="6429845" y="910717"/>
                  </a:lnTo>
                  <a:lnTo>
                    <a:pt x="6431699" y="912583"/>
                  </a:lnTo>
                  <a:lnTo>
                    <a:pt x="6432829" y="913041"/>
                  </a:lnTo>
                  <a:lnTo>
                    <a:pt x="6435458" y="913041"/>
                  </a:lnTo>
                  <a:lnTo>
                    <a:pt x="6436576" y="912583"/>
                  </a:lnTo>
                  <a:lnTo>
                    <a:pt x="6438443" y="910717"/>
                  </a:lnTo>
                  <a:lnTo>
                    <a:pt x="6438900" y="909599"/>
                  </a:lnTo>
                  <a:lnTo>
                    <a:pt x="6438900" y="906970"/>
                  </a:lnTo>
                  <a:close/>
                </a:path>
                <a:path w="7486650" h="913130">
                  <a:moveTo>
                    <a:pt x="6438900" y="455206"/>
                  </a:moveTo>
                  <a:lnTo>
                    <a:pt x="6438443" y="454088"/>
                  </a:lnTo>
                  <a:lnTo>
                    <a:pt x="6436576" y="452234"/>
                  </a:lnTo>
                  <a:lnTo>
                    <a:pt x="6435458" y="451764"/>
                  </a:lnTo>
                  <a:lnTo>
                    <a:pt x="6432829" y="451764"/>
                  </a:lnTo>
                  <a:lnTo>
                    <a:pt x="6431699" y="452234"/>
                  </a:lnTo>
                  <a:lnTo>
                    <a:pt x="6429845" y="454088"/>
                  </a:lnTo>
                  <a:lnTo>
                    <a:pt x="6429375" y="455206"/>
                  </a:lnTo>
                  <a:lnTo>
                    <a:pt x="6429375" y="457835"/>
                  </a:lnTo>
                  <a:lnTo>
                    <a:pt x="6429845" y="458965"/>
                  </a:lnTo>
                  <a:lnTo>
                    <a:pt x="6431699" y="460819"/>
                  </a:lnTo>
                  <a:lnTo>
                    <a:pt x="6432829" y="461289"/>
                  </a:lnTo>
                  <a:lnTo>
                    <a:pt x="6435458" y="461289"/>
                  </a:lnTo>
                  <a:lnTo>
                    <a:pt x="6436576" y="460819"/>
                  </a:lnTo>
                  <a:lnTo>
                    <a:pt x="6438443" y="458965"/>
                  </a:lnTo>
                  <a:lnTo>
                    <a:pt x="6438900" y="457835"/>
                  </a:lnTo>
                  <a:lnTo>
                    <a:pt x="6438900" y="455206"/>
                  </a:lnTo>
                  <a:close/>
                </a:path>
                <a:path w="7486650" h="913130">
                  <a:moveTo>
                    <a:pt x="6438900" y="3454"/>
                  </a:moveTo>
                  <a:lnTo>
                    <a:pt x="6438443" y="2336"/>
                  </a:lnTo>
                  <a:lnTo>
                    <a:pt x="6436576" y="469"/>
                  </a:lnTo>
                  <a:lnTo>
                    <a:pt x="6435458" y="0"/>
                  </a:lnTo>
                  <a:lnTo>
                    <a:pt x="6432829" y="0"/>
                  </a:lnTo>
                  <a:lnTo>
                    <a:pt x="6431699" y="469"/>
                  </a:lnTo>
                  <a:lnTo>
                    <a:pt x="6429845" y="2336"/>
                  </a:lnTo>
                  <a:lnTo>
                    <a:pt x="6429375" y="3454"/>
                  </a:lnTo>
                  <a:lnTo>
                    <a:pt x="6429375" y="6083"/>
                  </a:lnTo>
                  <a:lnTo>
                    <a:pt x="6429845" y="7200"/>
                  </a:lnTo>
                  <a:lnTo>
                    <a:pt x="6431699" y="9067"/>
                  </a:lnTo>
                  <a:lnTo>
                    <a:pt x="6432829" y="9525"/>
                  </a:lnTo>
                  <a:lnTo>
                    <a:pt x="6435458" y="9525"/>
                  </a:lnTo>
                  <a:lnTo>
                    <a:pt x="6436576" y="9067"/>
                  </a:lnTo>
                  <a:lnTo>
                    <a:pt x="6438443" y="7200"/>
                  </a:lnTo>
                  <a:lnTo>
                    <a:pt x="6438900" y="6083"/>
                  </a:lnTo>
                  <a:lnTo>
                    <a:pt x="6438900" y="3454"/>
                  </a:lnTo>
                  <a:close/>
                </a:path>
                <a:path w="7486650" h="913130">
                  <a:moveTo>
                    <a:pt x="6486525" y="906970"/>
                  </a:moveTo>
                  <a:lnTo>
                    <a:pt x="6486068" y="905840"/>
                  </a:lnTo>
                  <a:lnTo>
                    <a:pt x="6484201" y="903986"/>
                  </a:lnTo>
                  <a:lnTo>
                    <a:pt x="6483083" y="903516"/>
                  </a:lnTo>
                  <a:lnTo>
                    <a:pt x="6480454" y="903516"/>
                  </a:lnTo>
                  <a:lnTo>
                    <a:pt x="6479324" y="903986"/>
                  </a:lnTo>
                  <a:lnTo>
                    <a:pt x="6477470" y="905840"/>
                  </a:lnTo>
                  <a:lnTo>
                    <a:pt x="6477000" y="906970"/>
                  </a:lnTo>
                  <a:lnTo>
                    <a:pt x="6477000" y="909599"/>
                  </a:lnTo>
                  <a:lnTo>
                    <a:pt x="6477470" y="910717"/>
                  </a:lnTo>
                  <a:lnTo>
                    <a:pt x="6479324" y="912583"/>
                  </a:lnTo>
                  <a:lnTo>
                    <a:pt x="6480454" y="913041"/>
                  </a:lnTo>
                  <a:lnTo>
                    <a:pt x="6483083" y="913041"/>
                  </a:lnTo>
                  <a:lnTo>
                    <a:pt x="6484201" y="912583"/>
                  </a:lnTo>
                  <a:lnTo>
                    <a:pt x="6486068" y="910717"/>
                  </a:lnTo>
                  <a:lnTo>
                    <a:pt x="6486525" y="909599"/>
                  </a:lnTo>
                  <a:lnTo>
                    <a:pt x="6486525" y="906970"/>
                  </a:lnTo>
                  <a:close/>
                </a:path>
                <a:path w="7486650" h="913130">
                  <a:moveTo>
                    <a:pt x="6486525" y="455206"/>
                  </a:moveTo>
                  <a:lnTo>
                    <a:pt x="6486068" y="454088"/>
                  </a:lnTo>
                  <a:lnTo>
                    <a:pt x="6484201" y="452234"/>
                  </a:lnTo>
                  <a:lnTo>
                    <a:pt x="6483083" y="451764"/>
                  </a:lnTo>
                  <a:lnTo>
                    <a:pt x="6480454" y="451764"/>
                  </a:lnTo>
                  <a:lnTo>
                    <a:pt x="6479324" y="452234"/>
                  </a:lnTo>
                  <a:lnTo>
                    <a:pt x="6477470" y="454088"/>
                  </a:lnTo>
                  <a:lnTo>
                    <a:pt x="6477000" y="455206"/>
                  </a:lnTo>
                  <a:lnTo>
                    <a:pt x="6477000" y="457835"/>
                  </a:lnTo>
                  <a:lnTo>
                    <a:pt x="6477470" y="458965"/>
                  </a:lnTo>
                  <a:lnTo>
                    <a:pt x="6479324" y="460819"/>
                  </a:lnTo>
                  <a:lnTo>
                    <a:pt x="6480454" y="461289"/>
                  </a:lnTo>
                  <a:lnTo>
                    <a:pt x="6483083" y="461289"/>
                  </a:lnTo>
                  <a:lnTo>
                    <a:pt x="6484201" y="460819"/>
                  </a:lnTo>
                  <a:lnTo>
                    <a:pt x="6486068" y="458965"/>
                  </a:lnTo>
                  <a:lnTo>
                    <a:pt x="6486525" y="457835"/>
                  </a:lnTo>
                  <a:lnTo>
                    <a:pt x="6486525" y="455206"/>
                  </a:lnTo>
                  <a:close/>
                </a:path>
                <a:path w="7486650" h="913130">
                  <a:moveTo>
                    <a:pt x="6486525" y="3454"/>
                  </a:moveTo>
                  <a:lnTo>
                    <a:pt x="6486068" y="2336"/>
                  </a:lnTo>
                  <a:lnTo>
                    <a:pt x="6484201" y="469"/>
                  </a:lnTo>
                  <a:lnTo>
                    <a:pt x="6483083" y="0"/>
                  </a:lnTo>
                  <a:lnTo>
                    <a:pt x="6480454" y="0"/>
                  </a:lnTo>
                  <a:lnTo>
                    <a:pt x="6479324" y="469"/>
                  </a:lnTo>
                  <a:lnTo>
                    <a:pt x="6477470" y="2336"/>
                  </a:lnTo>
                  <a:lnTo>
                    <a:pt x="6477000" y="3454"/>
                  </a:lnTo>
                  <a:lnTo>
                    <a:pt x="6477000" y="6083"/>
                  </a:lnTo>
                  <a:lnTo>
                    <a:pt x="6477470" y="7200"/>
                  </a:lnTo>
                  <a:lnTo>
                    <a:pt x="6479324" y="9067"/>
                  </a:lnTo>
                  <a:lnTo>
                    <a:pt x="6480454" y="9525"/>
                  </a:lnTo>
                  <a:lnTo>
                    <a:pt x="6483083" y="9525"/>
                  </a:lnTo>
                  <a:lnTo>
                    <a:pt x="6484201" y="9067"/>
                  </a:lnTo>
                  <a:lnTo>
                    <a:pt x="6486068" y="7200"/>
                  </a:lnTo>
                  <a:lnTo>
                    <a:pt x="6486525" y="6083"/>
                  </a:lnTo>
                  <a:lnTo>
                    <a:pt x="6486525" y="3454"/>
                  </a:lnTo>
                  <a:close/>
                </a:path>
                <a:path w="7486650" h="913130">
                  <a:moveTo>
                    <a:pt x="6534150" y="906970"/>
                  </a:moveTo>
                  <a:lnTo>
                    <a:pt x="6533693" y="905840"/>
                  </a:lnTo>
                  <a:lnTo>
                    <a:pt x="6531826" y="903986"/>
                  </a:lnTo>
                  <a:lnTo>
                    <a:pt x="6530708" y="903516"/>
                  </a:lnTo>
                  <a:lnTo>
                    <a:pt x="6528079" y="903516"/>
                  </a:lnTo>
                  <a:lnTo>
                    <a:pt x="6526962" y="903986"/>
                  </a:lnTo>
                  <a:lnTo>
                    <a:pt x="6525095" y="905840"/>
                  </a:lnTo>
                  <a:lnTo>
                    <a:pt x="6524625" y="906970"/>
                  </a:lnTo>
                  <a:lnTo>
                    <a:pt x="6524625" y="909599"/>
                  </a:lnTo>
                  <a:lnTo>
                    <a:pt x="6525095" y="910717"/>
                  </a:lnTo>
                  <a:lnTo>
                    <a:pt x="6526962" y="912583"/>
                  </a:lnTo>
                  <a:lnTo>
                    <a:pt x="6528079" y="913041"/>
                  </a:lnTo>
                  <a:lnTo>
                    <a:pt x="6530708" y="913041"/>
                  </a:lnTo>
                  <a:lnTo>
                    <a:pt x="6531826" y="912583"/>
                  </a:lnTo>
                  <a:lnTo>
                    <a:pt x="6533693" y="910717"/>
                  </a:lnTo>
                  <a:lnTo>
                    <a:pt x="6534150" y="909599"/>
                  </a:lnTo>
                  <a:lnTo>
                    <a:pt x="6534150" y="906970"/>
                  </a:lnTo>
                  <a:close/>
                </a:path>
                <a:path w="7486650" h="913130">
                  <a:moveTo>
                    <a:pt x="6534150" y="455206"/>
                  </a:moveTo>
                  <a:lnTo>
                    <a:pt x="6533693" y="454088"/>
                  </a:lnTo>
                  <a:lnTo>
                    <a:pt x="6531826" y="452234"/>
                  </a:lnTo>
                  <a:lnTo>
                    <a:pt x="6530708" y="451764"/>
                  </a:lnTo>
                  <a:lnTo>
                    <a:pt x="6528079" y="451764"/>
                  </a:lnTo>
                  <a:lnTo>
                    <a:pt x="6526962" y="452234"/>
                  </a:lnTo>
                  <a:lnTo>
                    <a:pt x="6525095" y="454088"/>
                  </a:lnTo>
                  <a:lnTo>
                    <a:pt x="6524625" y="455206"/>
                  </a:lnTo>
                  <a:lnTo>
                    <a:pt x="6524625" y="457835"/>
                  </a:lnTo>
                  <a:lnTo>
                    <a:pt x="6525095" y="458965"/>
                  </a:lnTo>
                  <a:lnTo>
                    <a:pt x="6526962" y="460819"/>
                  </a:lnTo>
                  <a:lnTo>
                    <a:pt x="6528079" y="461289"/>
                  </a:lnTo>
                  <a:lnTo>
                    <a:pt x="6530708" y="461289"/>
                  </a:lnTo>
                  <a:lnTo>
                    <a:pt x="6531826" y="460819"/>
                  </a:lnTo>
                  <a:lnTo>
                    <a:pt x="6533693" y="458965"/>
                  </a:lnTo>
                  <a:lnTo>
                    <a:pt x="6534150" y="457835"/>
                  </a:lnTo>
                  <a:lnTo>
                    <a:pt x="6534150" y="455206"/>
                  </a:lnTo>
                  <a:close/>
                </a:path>
                <a:path w="7486650" h="913130">
                  <a:moveTo>
                    <a:pt x="6534150" y="3454"/>
                  </a:moveTo>
                  <a:lnTo>
                    <a:pt x="6533693" y="2336"/>
                  </a:lnTo>
                  <a:lnTo>
                    <a:pt x="6531826" y="469"/>
                  </a:lnTo>
                  <a:lnTo>
                    <a:pt x="6530708" y="0"/>
                  </a:lnTo>
                  <a:lnTo>
                    <a:pt x="6528079" y="0"/>
                  </a:lnTo>
                  <a:lnTo>
                    <a:pt x="6526962" y="469"/>
                  </a:lnTo>
                  <a:lnTo>
                    <a:pt x="6525095" y="2336"/>
                  </a:lnTo>
                  <a:lnTo>
                    <a:pt x="6524625" y="3454"/>
                  </a:lnTo>
                  <a:lnTo>
                    <a:pt x="6524625" y="6083"/>
                  </a:lnTo>
                  <a:lnTo>
                    <a:pt x="6525095" y="7200"/>
                  </a:lnTo>
                  <a:lnTo>
                    <a:pt x="6526962" y="9067"/>
                  </a:lnTo>
                  <a:lnTo>
                    <a:pt x="6528079" y="9525"/>
                  </a:lnTo>
                  <a:lnTo>
                    <a:pt x="6530708" y="9525"/>
                  </a:lnTo>
                  <a:lnTo>
                    <a:pt x="6531826" y="9067"/>
                  </a:lnTo>
                  <a:lnTo>
                    <a:pt x="6533693" y="7200"/>
                  </a:lnTo>
                  <a:lnTo>
                    <a:pt x="6534150" y="6083"/>
                  </a:lnTo>
                  <a:lnTo>
                    <a:pt x="6534150" y="3454"/>
                  </a:lnTo>
                  <a:close/>
                </a:path>
                <a:path w="7486650" h="913130">
                  <a:moveTo>
                    <a:pt x="6581775" y="906970"/>
                  </a:moveTo>
                  <a:lnTo>
                    <a:pt x="6581318" y="905840"/>
                  </a:lnTo>
                  <a:lnTo>
                    <a:pt x="6579451" y="903986"/>
                  </a:lnTo>
                  <a:lnTo>
                    <a:pt x="6578333" y="903516"/>
                  </a:lnTo>
                  <a:lnTo>
                    <a:pt x="6575704" y="903516"/>
                  </a:lnTo>
                  <a:lnTo>
                    <a:pt x="6574574" y="903986"/>
                  </a:lnTo>
                  <a:lnTo>
                    <a:pt x="6572720" y="905840"/>
                  </a:lnTo>
                  <a:lnTo>
                    <a:pt x="6572250" y="906970"/>
                  </a:lnTo>
                  <a:lnTo>
                    <a:pt x="6572250" y="909599"/>
                  </a:lnTo>
                  <a:lnTo>
                    <a:pt x="6572720" y="910717"/>
                  </a:lnTo>
                  <a:lnTo>
                    <a:pt x="6574574" y="912583"/>
                  </a:lnTo>
                  <a:lnTo>
                    <a:pt x="6575704" y="913041"/>
                  </a:lnTo>
                  <a:lnTo>
                    <a:pt x="6578333" y="913041"/>
                  </a:lnTo>
                  <a:lnTo>
                    <a:pt x="6579451" y="912583"/>
                  </a:lnTo>
                  <a:lnTo>
                    <a:pt x="6581318" y="910717"/>
                  </a:lnTo>
                  <a:lnTo>
                    <a:pt x="6581775" y="909599"/>
                  </a:lnTo>
                  <a:lnTo>
                    <a:pt x="6581775" y="906970"/>
                  </a:lnTo>
                  <a:close/>
                </a:path>
                <a:path w="7486650" h="913130">
                  <a:moveTo>
                    <a:pt x="6581775" y="455206"/>
                  </a:moveTo>
                  <a:lnTo>
                    <a:pt x="6581318" y="454088"/>
                  </a:lnTo>
                  <a:lnTo>
                    <a:pt x="6579451" y="452234"/>
                  </a:lnTo>
                  <a:lnTo>
                    <a:pt x="6578333" y="451764"/>
                  </a:lnTo>
                  <a:lnTo>
                    <a:pt x="6575704" y="451764"/>
                  </a:lnTo>
                  <a:lnTo>
                    <a:pt x="6574574" y="452234"/>
                  </a:lnTo>
                  <a:lnTo>
                    <a:pt x="6572720" y="454088"/>
                  </a:lnTo>
                  <a:lnTo>
                    <a:pt x="6572250" y="455206"/>
                  </a:lnTo>
                  <a:lnTo>
                    <a:pt x="6572250" y="457835"/>
                  </a:lnTo>
                  <a:lnTo>
                    <a:pt x="6572720" y="458965"/>
                  </a:lnTo>
                  <a:lnTo>
                    <a:pt x="6574574" y="460819"/>
                  </a:lnTo>
                  <a:lnTo>
                    <a:pt x="6575704" y="461289"/>
                  </a:lnTo>
                  <a:lnTo>
                    <a:pt x="6578333" y="461289"/>
                  </a:lnTo>
                  <a:lnTo>
                    <a:pt x="6579451" y="460819"/>
                  </a:lnTo>
                  <a:lnTo>
                    <a:pt x="6581318" y="458965"/>
                  </a:lnTo>
                  <a:lnTo>
                    <a:pt x="6581775" y="457835"/>
                  </a:lnTo>
                  <a:lnTo>
                    <a:pt x="6581775" y="455206"/>
                  </a:lnTo>
                  <a:close/>
                </a:path>
                <a:path w="7486650" h="913130">
                  <a:moveTo>
                    <a:pt x="6581775" y="3454"/>
                  </a:moveTo>
                  <a:lnTo>
                    <a:pt x="6581318" y="2336"/>
                  </a:lnTo>
                  <a:lnTo>
                    <a:pt x="6579451" y="469"/>
                  </a:lnTo>
                  <a:lnTo>
                    <a:pt x="6578333" y="0"/>
                  </a:lnTo>
                  <a:lnTo>
                    <a:pt x="6575704" y="0"/>
                  </a:lnTo>
                  <a:lnTo>
                    <a:pt x="6574574" y="469"/>
                  </a:lnTo>
                  <a:lnTo>
                    <a:pt x="6572720" y="2336"/>
                  </a:lnTo>
                  <a:lnTo>
                    <a:pt x="6572250" y="3454"/>
                  </a:lnTo>
                  <a:lnTo>
                    <a:pt x="6572250" y="6083"/>
                  </a:lnTo>
                  <a:lnTo>
                    <a:pt x="6572720" y="7200"/>
                  </a:lnTo>
                  <a:lnTo>
                    <a:pt x="6574574" y="9067"/>
                  </a:lnTo>
                  <a:lnTo>
                    <a:pt x="6575704" y="9525"/>
                  </a:lnTo>
                  <a:lnTo>
                    <a:pt x="6578333" y="9525"/>
                  </a:lnTo>
                  <a:lnTo>
                    <a:pt x="6579451" y="9067"/>
                  </a:lnTo>
                  <a:lnTo>
                    <a:pt x="6581318" y="7200"/>
                  </a:lnTo>
                  <a:lnTo>
                    <a:pt x="6581775" y="6083"/>
                  </a:lnTo>
                  <a:lnTo>
                    <a:pt x="6581775" y="3454"/>
                  </a:lnTo>
                  <a:close/>
                </a:path>
                <a:path w="7486650" h="913130">
                  <a:moveTo>
                    <a:pt x="6629400" y="906970"/>
                  </a:moveTo>
                  <a:lnTo>
                    <a:pt x="6628943" y="905840"/>
                  </a:lnTo>
                  <a:lnTo>
                    <a:pt x="6627076" y="903986"/>
                  </a:lnTo>
                  <a:lnTo>
                    <a:pt x="6625958" y="903516"/>
                  </a:lnTo>
                  <a:lnTo>
                    <a:pt x="6623329" y="903516"/>
                  </a:lnTo>
                  <a:lnTo>
                    <a:pt x="6622199" y="903986"/>
                  </a:lnTo>
                  <a:lnTo>
                    <a:pt x="6620345" y="905840"/>
                  </a:lnTo>
                  <a:lnTo>
                    <a:pt x="6619875" y="906970"/>
                  </a:lnTo>
                  <a:lnTo>
                    <a:pt x="6619875" y="909599"/>
                  </a:lnTo>
                  <a:lnTo>
                    <a:pt x="6620345" y="910717"/>
                  </a:lnTo>
                  <a:lnTo>
                    <a:pt x="6622199" y="912583"/>
                  </a:lnTo>
                  <a:lnTo>
                    <a:pt x="6623329" y="913041"/>
                  </a:lnTo>
                  <a:lnTo>
                    <a:pt x="6625958" y="913041"/>
                  </a:lnTo>
                  <a:lnTo>
                    <a:pt x="6627076" y="912583"/>
                  </a:lnTo>
                  <a:lnTo>
                    <a:pt x="6628943" y="910717"/>
                  </a:lnTo>
                  <a:lnTo>
                    <a:pt x="6629400" y="909599"/>
                  </a:lnTo>
                  <a:lnTo>
                    <a:pt x="6629400" y="906970"/>
                  </a:lnTo>
                  <a:close/>
                </a:path>
                <a:path w="7486650" h="913130">
                  <a:moveTo>
                    <a:pt x="6629400" y="455206"/>
                  </a:moveTo>
                  <a:lnTo>
                    <a:pt x="6628943" y="454088"/>
                  </a:lnTo>
                  <a:lnTo>
                    <a:pt x="6627076" y="452234"/>
                  </a:lnTo>
                  <a:lnTo>
                    <a:pt x="6625958" y="451764"/>
                  </a:lnTo>
                  <a:lnTo>
                    <a:pt x="6623329" y="451764"/>
                  </a:lnTo>
                  <a:lnTo>
                    <a:pt x="6622199" y="452234"/>
                  </a:lnTo>
                  <a:lnTo>
                    <a:pt x="6620345" y="454088"/>
                  </a:lnTo>
                  <a:lnTo>
                    <a:pt x="6619875" y="455206"/>
                  </a:lnTo>
                  <a:lnTo>
                    <a:pt x="6619875" y="457835"/>
                  </a:lnTo>
                  <a:lnTo>
                    <a:pt x="6620345" y="458965"/>
                  </a:lnTo>
                  <a:lnTo>
                    <a:pt x="6622199" y="460819"/>
                  </a:lnTo>
                  <a:lnTo>
                    <a:pt x="6623329" y="461289"/>
                  </a:lnTo>
                  <a:lnTo>
                    <a:pt x="6625958" y="461289"/>
                  </a:lnTo>
                  <a:lnTo>
                    <a:pt x="6627076" y="460819"/>
                  </a:lnTo>
                  <a:lnTo>
                    <a:pt x="6628943" y="458965"/>
                  </a:lnTo>
                  <a:lnTo>
                    <a:pt x="6629400" y="457835"/>
                  </a:lnTo>
                  <a:lnTo>
                    <a:pt x="6629400" y="455206"/>
                  </a:lnTo>
                  <a:close/>
                </a:path>
                <a:path w="7486650" h="913130">
                  <a:moveTo>
                    <a:pt x="6629400" y="3454"/>
                  </a:moveTo>
                  <a:lnTo>
                    <a:pt x="6628943" y="2336"/>
                  </a:lnTo>
                  <a:lnTo>
                    <a:pt x="6627076" y="469"/>
                  </a:lnTo>
                  <a:lnTo>
                    <a:pt x="6625958" y="0"/>
                  </a:lnTo>
                  <a:lnTo>
                    <a:pt x="6623329" y="0"/>
                  </a:lnTo>
                  <a:lnTo>
                    <a:pt x="6622199" y="469"/>
                  </a:lnTo>
                  <a:lnTo>
                    <a:pt x="6620345" y="2336"/>
                  </a:lnTo>
                  <a:lnTo>
                    <a:pt x="6619875" y="3454"/>
                  </a:lnTo>
                  <a:lnTo>
                    <a:pt x="6619875" y="6083"/>
                  </a:lnTo>
                  <a:lnTo>
                    <a:pt x="6620345" y="7200"/>
                  </a:lnTo>
                  <a:lnTo>
                    <a:pt x="6622199" y="9067"/>
                  </a:lnTo>
                  <a:lnTo>
                    <a:pt x="6623329" y="9525"/>
                  </a:lnTo>
                  <a:lnTo>
                    <a:pt x="6625958" y="9525"/>
                  </a:lnTo>
                  <a:lnTo>
                    <a:pt x="6627076" y="9067"/>
                  </a:lnTo>
                  <a:lnTo>
                    <a:pt x="6628943" y="7200"/>
                  </a:lnTo>
                  <a:lnTo>
                    <a:pt x="6629400" y="6083"/>
                  </a:lnTo>
                  <a:lnTo>
                    <a:pt x="6629400" y="3454"/>
                  </a:lnTo>
                  <a:close/>
                </a:path>
                <a:path w="7486650" h="913130">
                  <a:moveTo>
                    <a:pt x="6677025" y="906970"/>
                  </a:moveTo>
                  <a:lnTo>
                    <a:pt x="6676568" y="905840"/>
                  </a:lnTo>
                  <a:lnTo>
                    <a:pt x="6674701" y="903986"/>
                  </a:lnTo>
                  <a:lnTo>
                    <a:pt x="6673583" y="903516"/>
                  </a:lnTo>
                  <a:lnTo>
                    <a:pt x="6670954" y="903516"/>
                  </a:lnTo>
                  <a:lnTo>
                    <a:pt x="6669824" y="903986"/>
                  </a:lnTo>
                  <a:lnTo>
                    <a:pt x="6667970" y="905840"/>
                  </a:lnTo>
                  <a:lnTo>
                    <a:pt x="6667500" y="906970"/>
                  </a:lnTo>
                  <a:lnTo>
                    <a:pt x="6667500" y="909599"/>
                  </a:lnTo>
                  <a:lnTo>
                    <a:pt x="6667970" y="910717"/>
                  </a:lnTo>
                  <a:lnTo>
                    <a:pt x="6669824" y="912583"/>
                  </a:lnTo>
                  <a:lnTo>
                    <a:pt x="6670954" y="913041"/>
                  </a:lnTo>
                  <a:lnTo>
                    <a:pt x="6673583" y="913041"/>
                  </a:lnTo>
                  <a:lnTo>
                    <a:pt x="6674701" y="912583"/>
                  </a:lnTo>
                  <a:lnTo>
                    <a:pt x="6676568" y="910717"/>
                  </a:lnTo>
                  <a:lnTo>
                    <a:pt x="6677025" y="909599"/>
                  </a:lnTo>
                  <a:lnTo>
                    <a:pt x="6677025" y="906970"/>
                  </a:lnTo>
                  <a:close/>
                </a:path>
                <a:path w="7486650" h="913130">
                  <a:moveTo>
                    <a:pt x="6677025" y="455206"/>
                  </a:moveTo>
                  <a:lnTo>
                    <a:pt x="6676568" y="454088"/>
                  </a:lnTo>
                  <a:lnTo>
                    <a:pt x="6674701" y="452234"/>
                  </a:lnTo>
                  <a:lnTo>
                    <a:pt x="6673583" y="451764"/>
                  </a:lnTo>
                  <a:lnTo>
                    <a:pt x="6670954" y="451764"/>
                  </a:lnTo>
                  <a:lnTo>
                    <a:pt x="6669824" y="452234"/>
                  </a:lnTo>
                  <a:lnTo>
                    <a:pt x="6667970" y="454088"/>
                  </a:lnTo>
                  <a:lnTo>
                    <a:pt x="6667500" y="455206"/>
                  </a:lnTo>
                  <a:lnTo>
                    <a:pt x="6667500" y="457835"/>
                  </a:lnTo>
                  <a:lnTo>
                    <a:pt x="6667970" y="458965"/>
                  </a:lnTo>
                  <a:lnTo>
                    <a:pt x="6669824" y="460819"/>
                  </a:lnTo>
                  <a:lnTo>
                    <a:pt x="6670954" y="461289"/>
                  </a:lnTo>
                  <a:lnTo>
                    <a:pt x="6673583" y="461289"/>
                  </a:lnTo>
                  <a:lnTo>
                    <a:pt x="6674701" y="460819"/>
                  </a:lnTo>
                  <a:lnTo>
                    <a:pt x="6676568" y="458965"/>
                  </a:lnTo>
                  <a:lnTo>
                    <a:pt x="6677025" y="457835"/>
                  </a:lnTo>
                  <a:lnTo>
                    <a:pt x="6677025" y="455206"/>
                  </a:lnTo>
                  <a:close/>
                </a:path>
                <a:path w="7486650" h="913130">
                  <a:moveTo>
                    <a:pt x="6677025" y="3454"/>
                  </a:moveTo>
                  <a:lnTo>
                    <a:pt x="6676568" y="2336"/>
                  </a:lnTo>
                  <a:lnTo>
                    <a:pt x="6674701" y="469"/>
                  </a:lnTo>
                  <a:lnTo>
                    <a:pt x="6673583" y="0"/>
                  </a:lnTo>
                  <a:lnTo>
                    <a:pt x="6670954" y="0"/>
                  </a:lnTo>
                  <a:lnTo>
                    <a:pt x="6669824" y="469"/>
                  </a:lnTo>
                  <a:lnTo>
                    <a:pt x="6667970" y="2336"/>
                  </a:lnTo>
                  <a:lnTo>
                    <a:pt x="6667500" y="3454"/>
                  </a:lnTo>
                  <a:lnTo>
                    <a:pt x="6667500" y="6083"/>
                  </a:lnTo>
                  <a:lnTo>
                    <a:pt x="6667970" y="7200"/>
                  </a:lnTo>
                  <a:lnTo>
                    <a:pt x="6669824" y="9067"/>
                  </a:lnTo>
                  <a:lnTo>
                    <a:pt x="6670954" y="9525"/>
                  </a:lnTo>
                  <a:lnTo>
                    <a:pt x="6673583" y="9525"/>
                  </a:lnTo>
                  <a:lnTo>
                    <a:pt x="6674701" y="9067"/>
                  </a:lnTo>
                  <a:lnTo>
                    <a:pt x="6676568" y="7200"/>
                  </a:lnTo>
                  <a:lnTo>
                    <a:pt x="6677025" y="6083"/>
                  </a:lnTo>
                  <a:lnTo>
                    <a:pt x="6677025" y="3454"/>
                  </a:lnTo>
                  <a:close/>
                </a:path>
                <a:path w="7486650" h="913130">
                  <a:moveTo>
                    <a:pt x="6724650" y="906970"/>
                  </a:moveTo>
                  <a:lnTo>
                    <a:pt x="6724193" y="905840"/>
                  </a:lnTo>
                  <a:lnTo>
                    <a:pt x="6722326" y="903986"/>
                  </a:lnTo>
                  <a:lnTo>
                    <a:pt x="6721208" y="903516"/>
                  </a:lnTo>
                  <a:lnTo>
                    <a:pt x="6718579" y="903516"/>
                  </a:lnTo>
                  <a:lnTo>
                    <a:pt x="6717449" y="903986"/>
                  </a:lnTo>
                  <a:lnTo>
                    <a:pt x="6715595" y="905840"/>
                  </a:lnTo>
                  <a:lnTo>
                    <a:pt x="6715125" y="906970"/>
                  </a:lnTo>
                  <a:lnTo>
                    <a:pt x="6715125" y="909599"/>
                  </a:lnTo>
                  <a:lnTo>
                    <a:pt x="6715595" y="910717"/>
                  </a:lnTo>
                  <a:lnTo>
                    <a:pt x="6717449" y="912583"/>
                  </a:lnTo>
                  <a:lnTo>
                    <a:pt x="6718579" y="913041"/>
                  </a:lnTo>
                  <a:lnTo>
                    <a:pt x="6721208" y="913041"/>
                  </a:lnTo>
                  <a:lnTo>
                    <a:pt x="6722326" y="912583"/>
                  </a:lnTo>
                  <a:lnTo>
                    <a:pt x="6724193" y="910717"/>
                  </a:lnTo>
                  <a:lnTo>
                    <a:pt x="6724650" y="909599"/>
                  </a:lnTo>
                  <a:lnTo>
                    <a:pt x="6724650" y="906970"/>
                  </a:lnTo>
                  <a:close/>
                </a:path>
                <a:path w="7486650" h="913130">
                  <a:moveTo>
                    <a:pt x="6724650" y="455206"/>
                  </a:moveTo>
                  <a:lnTo>
                    <a:pt x="6724193" y="454088"/>
                  </a:lnTo>
                  <a:lnTo>
                    <a:pt x="6722326" y="452234"/>
                  </a:lnTo>
                  <a:lnTo>
                    <a:pt x="6721208" y="451764"/>
                  </a:lnTo>
                  <a:lnTo>
                    <a:pt x="6718579" y="451764"/>
                  </a:lnTo>
                  <a:lnTo>
                    <a:pt x="6717449" y="452234"/>
                  </a:lnTo>
                  <a:lnTo>
                    <a:pt x="6715595" y="454088"/>
                  </a:lnTo>
                  <a:lnTo>
                    <a:pt x="6715125" y="455206"/>
                  </a:lnTo>
                  <a:lnTo>
                    <a:pt x="6715125" y="457835"/>
                  </a:lnTo>
                  <a:lnTo>
                    <a:pt x="6715595" y="458965"/>
                  </a:lnTo>
                  <a:lnTo>
                    <a:pt x="6717449" y="460819"/>
                  </a:lnTo>
                  <a:lnTo>
                    <a:pt x="6718579" y="461289"/>
                  </a:lnTo>
                  <a:lnTo>
                    <a:pt x="6721208" y="461289"/>
                  </a:lnTo>
                  <a:lnTo>
                    <a:pt x="6722326" y="460819"/>
                  </a:lnTo>
                  <a:lnTo>
                    <a:pt x="6724193" y="458965"/>
                  </a:lnTo>
                  <a:lnTo>
                    <a:pt x="6724650" y="457835"/>
                  </a:lnTo>
                  <a:lnTo>
                    <a:pt x="6724650" y="455206"/>
                  </a:lnTo>
                  <a:close/>
                </a:path>
                <a:path w="7486650" h="913130">
                  <a:moveTo>
                    <a:pt x="6724650" y="3454"/>
                  </a:moveTo>
                  <a:lnTo>
                    <a:pt x="6724193" y="2336"/>
                  </a:lnTo>
                  <a:lnTo>
                    <a:pt x="6722326" y="469"/>
                  </a:lnTo>
                  <a:lnTo>
                    <a:pt x="6721208" y="0"/>
                  </a:lnTo>
                  <a:lnTo>
                    <a:pt x="6718579" y="0"/>
                  </a:lnTo>
                  <a:lnTo>
                    <a:pt x="6717449" y="469"/>
                  </a:lnTo>
                  <a:lnTo>
                    <a:pt x="6715595" y="2336"/>
                  </a:lnTo>
                  <a:lnTo>
                    <a:pt x="6715125" y="3454"/>
                  </a:lnTo>
                  <a:lnTo>
                    <a:pt x="6715125" y="6083"/>
                  </a:lnTo>
                  <a:lnTo>
                    <a:pt x="6715595" y="7200"/>
                  </a:lnTo>
                  <a:lnTo>
                    <a:pt x="6717449" y="9067"/>
                  </a:lnTo>
                  <a:lnTo>
                    <a:pt x="6718579" y="9525"/>
                  </a:lnTo>
                  <a:lnTo>
                    <a:pt x="6721208" y="9525"/>
                  </a:lnTo>
                  <a:lnTo>
                    <a:pt x="6722326" y="9067"/>
                  </a:lnTo>
                  <a:lnTo>
                    <a:pt x="6724193" y="7200"/>
                  </a:lnTo>
                  <a:lnTo>
                    <a:pt x="6724650" y="6083"/>
                  </a:lnTo>
                  <a:lnTo>
                    <a:pt x="6724650" y="3454"/>
                  </a:lnTo>
                  <a:close/>
                </a:path>
                <a:path w="7486650" h="913130">
                  <a:moveTo>
                    <a:pt x="6772275" y="906970"/>
                  </a:moveTo>
                  <a:lnTo>
                    <a:pt x="6771818" y="905840"/>
                  </a:lnTo>
                  <a:lnTo>
                    <a:pt x="6769951" y="903986"/>
                  </a:lnTo>
                  <a:lnTo>
                    <a:pt x="6768833" y="903516"/>
                  </a:lnTo>
                  <a:lnTo>
                    <a:pt x="6766204" y="903516"/>
                  </a:lnTo>
                  <a:lnTo>
                    <a:pt x="6765074" y="903986"/>
                  </a:lnTo>
                  <a:lnTo>
                    <a:pt x="6763220" y="905840"/>
                  </a:lnTo>
                  <a:lnTo>
                    <a:pt x="6762750" y="906970"/>
                  </a:lnTo>
                  <a:lnTo>
                    <a:pt x="6762750" y="909599"/>
                  </a:lnTo>
                  <a:lnTo>
                    <a:pt x="6763220" y="910717"/>
                  </a:lnTo>
                  <a:lnTo>
                    <a:pt x="6765074" y="912583"/>
                  </a:lnTo>
                  <a:lnTo>
                    <a:pt x="6766204" y="913041"/>
                  </a:lnTo>
                  <a:lnTo>
                    <a:pt x="6768833" y="913041"/>
                  </a:lnTo>
                  <a:lnTo>
                    <a:pt x="6769951" y="912583"/>
                  </a:lnTo>
                  <a:lnTo>
                    <a:pt x="6771818" y="910717"/>
                  </a:lnTo>
                  <a:lnTo>
                    <a:pt x="6772275" y="909599"/>
                  </a:lnTo>
                  <a:lnTo>
                    <a:pt x="6772275" y="906970"/>
                  </a:lnTo>
                  <a:close/>
                </a:path>
                <a:path w="7486650" h="913130">
                  <a:moveTo>
                    <a:pt x="6772275" y="455206"/>
                  </a:moveTo>
                  <a:lnTo>
                    <a:pt x="6771818" y="454088"/>
                  </a:lnTo>
                  <a:lnTo>
                    <a:pt x="6769951" y="452234"/>
                  </a:lnTo>
                  <a:lnTo>
                    <a:pt x="6768833" y="451764"/>
                  </a:lnTo>
                  <a:lnTo>
                    <a:pt x="6766204" y="451764"/>
                  </a:lnTo>
                  <a:lnTo>
                    <a:pt x="6765074" y="452234"/>
                  </a:lnTo>
                  <a:lnTo>
                    <a:pt x="6763220" y="454088"/>
                  </a:lnTo>
                  <a:lnTo>
                    <a:pt x="6762750" y="455206"/>
                  </a:lnTo>
                  <a:lnTo>
                    <a:pt x="6762750" y="457835"/>
                  </a:lnTo>
                  <a:lnTo>
                    <a:pt x="6763220" y="458965"/>
                  </a:lnTo>
                  <a:lnTo>
                    <a:pt x="6765074" y="460819"/>
                  </a:lnTo>
                  <a:lnTo>
                    <a:pt x="6766204" y="461289"/>
                  </a:lnTo>
                  <a:lnTo>
                    <a:pt x="6768833" y="461289"/>
                  </a:lnTo>
                  <a:lnTo>
                    <a:pt x="6769951" y="460819"/>
                  </a:lnTo>
                  <a:lnTo>
                    <a:pt x="6771818" y="458965"/>
                  </a:lnTo>
                  <a:lnTo>
                    <a:pt x="6772275" y="457835"/>
                  </a:lnTo>
                  <a:lnTo>
                    <a:pt x="6772275" y="455206"/>
                  </a:lnTo>
                  <a:close/>
                </a:path>
                <a:path w="7486650" h="913130">
                  <a:moveTo>
                    <a:pt x="6772275" y="3454"/>
                  </a:moveTo>
                  <a:lnTo>
                    <a:pt x="6771818" y="2336"/>
                  </a:lnTo>
                  <a:lnTo>
                    <a:pt x="6769951" y="469"/>
                  </a:lnTo>
                  <a:lnTo>
                    <a:pt x="6768833" y="0"/>
                  </a:lnTo>
                  <a:lnTo>
                    <a:pt x="6766204" y="0"/>
                  </a:lnTo>
                  <a:lnTo>
                    <a:pt x="6765074" y="469"/>
                  </a:lnTo>
                  <a:lnTo>
                    <a:pt x="6763220" y="2336"/>
                  </a:lnTo>
                  <a:lnTo>
                    <a:pt x="6762750" y="3454"/>
                  </a:lnTo>
                  <a:lnTo>
                    <a:pt x="6762750" y="6083"/>
                  </a:lnTo>
                  <a:lnTo>
                    <a:pt x="6763220" y="7200"/>
                  </a:lnTo>
                  <a:lnTo>
                    <a:pt x="6765074" y="9067"/>
                  </a:lnTo>
                  <a:lnTo>
                    <a:pt x="6766204" y="9525"/>
                  </a:lnTo>
                  <a:lnTo>
                    <a:pt x="6768833" y="9525"/>
                  </a:lnTo>
                  <a:lnTo>
                    <a:pt x="6769951" y="9067"/>
                  </a:lnTo>
                  <a:lnTo>
                    <a:pt x="6771818" y="7200"/>
                  </a:lnTo>
                  <a:lnTo>
                    <a:pt x="6772275" y="6083"/>
                  </a:lnTo>
                  <a:lnTo>
                    <a:pt x="6772275" y="3454"/>
                  </a:lnTo>
                  <a:close/>
                </a:path>
                <a:path w="7486650" h="913130">
                  <a:moveTo>
                    <a:pt x="6819900" y="906970"/>
                  </a:moveTo>
                  <a:lnTo>
                    <a:pt x="6819443" y="905840"/>
                  </a:lnTo>
                  <a:lnTo>
                    <a:pt x="6817576" y="903986"/>
                  </a:lnTo>
                  <a:lnTo>
                    <a:pt x="6816458" y="903516"/>
                  </a:lnTo>
                  <a:lnTo>
                    <a:pt x="6813829" y="903516"/>
                  </a:lnTo>
                  <a:lnTo>
                    <a:pt x="6812699" y="903986"/>
                  </a:lnTo>
                  <a:lnTo>
                    <a:pt x="6810845" y="905840"/>
                  </a:lnTo>
                  <a:lnTo>
                    <a:pt x="6810375" y="906970"/>
                  </a:lnTo>
                  <a:lnTo>
                    <a:pt x="6810375" y="909599"/>
                  </a:lnTo>
                  <a:lnTo>
                    <a:pt x="6810845" y="910717"/>
                  </a:lnTo>
                  <a:lnTo>
                    <a:pt x="6812699" y="912583"/>
                  </a:lnTo>
                  <a:lnTo>
                    <a:pt x="6813829" y="913041"/>
                  </a:lnTo>
                  <a:lnTo>
                    <a:pt x="6816458" y="913041"/>
                  </a:lnTo>
                  <a:lnTo>
                    <a:pt x="6817576" y="912583"/>
                  </a:lnTo>
                  <a:lnTo>
                    <a:pt x="6819443" y="910717"/>
                  </a:lnTo>
                  <a:lnTo>
                    <a:pt x="6819900" y="909599"/>
                  </a:lnTo>
                  <a:lnTo>
                    <a:pt x="6819900" y="906970"/>
                  </a:lnTo>
                  <a:close/>
                </a:path>
                <a:path w="7486650" h="913130">
                  <a:moveTo>
                    <a:pt x="6819900" y="455206"/>
                  </a:moveTo>
                  <a:lnTo>
                    <a:pt x="6819443" y="454088"/>
                  </a:lnTo>
                  <a:lnTo>
                    <a:pt x="6817576" y="452234"/>
                  </a:lnTo>
                  <a:lnTo>
                    <a:pt x="6816458" y="451764"/>
                  </a:lnTo>
                  <a:lnTo>
                    <a:pt x="6813829" y="451764"/>
                  </a:lnTo>
                  <a:lnTo>
                    <a:pt x="6812699" y="452234"/>
                  </a:lnTo>
                  <a:lnTo>
                    <a:pt x="6810845" y="454088"/>
                  </a:lnTo>
                  <a:lnTo>
                    <a:pt x="6810375" y="455206"/>
                  </a:lnTo>
                  <a:lnTo>
                    <a:pt x="6810375" y="457835"/>
                  </a:lnTo>
                  <a:lnTo>
                    <a:pt x="6810845" y="458965"/>
                  </a:lnTo>
                  <a:lnTo>
                    <a:pt x="6812699" y="460819"/>
                  </a:lnTo>
                  <a:lnTo>
                    <a:pt x="6813829" y="461289"/>
                  </a:lnTo>
                  <a:lnTo>
                    <a:pt x="6816458" y="461289"/>
                  </a:lnTo>
                  <a:lnTo>
                    <a:pt x="6817576" y="460819"/>
                  </a:lnTo>
                  <a:lnTo>
                    <a:pt x="6819443" y="458965"/>
                  </a:lnTo>
                  <a:lnTo>
                    <a:pt x="6819900" y="457835"/>
                  </a:lnTo>
                  <a:lnTo>
                    <a:pt x="6819900" y="455206"/>
                  </a:lnTo>
                  <a:close/>
                </a:path>
                <a:path w="7486650" h="913130">
                  <a:moveTo>
                    <a:pt x="6819900" y="3454"/>
                  </a:moveTo>
                  <a:lnTo>
                    <a:pt x="6819443" y="2336"/>
                  </a:lnTo>
                  <a:lnTo>
                    <a:pt x="6817576" y="469"/>
                  </a:lnTo>
                  <a:lnTo>
                    <a:pt x="6816458" y="0"/>
                  </a:lnTo>
                  <a:lnTo>
                    <a:pt x="6813829" y="0"/>
                  </a:lnTo>
                  <a:lnTo>
                    <a:pt x="6812699" y="469"/>
                  </a:lnTo>
                  <a:lnTo>
                    <a:pt x="6810845" y="2336"/>
                  </a:lnTo>
                  <a:lnTo>
                    <a:pt x="6810375" y="3454"/>
                  </a:lnTo>
                  <a:lnTo>
                    <a:pt x="6810375" y="6083"/>
                  </a:lnTo>
                  <a:lnTo>
                    <a:pt x="6810845" y="7200"/>
                  </a:lnTo>
                  <a:lnTo>
                    <a:pt x="6812699" y="9067"/>
                  </a:lnTo>
                  <a:lnTo>
                    <a:pt x="6813829" y="9525"/>
                  </a:lnTo>
                  <a:lnTo>
                    <a:pt x="6816458" y="9525"/>
                  </a:lnTo>
                  <a:lnTo>
                    <a:pt x="6817576" y="9067"/>
                  </a:lnTo>
                  <a:lnTo>
                    <a:pt x="6819443" y="7200"/>
                  </a:lnTo>
                  <a:lnTo>
                    <a:pt x="6819900" y="6083"/>
                  </a:lnTo>
                  <a:lnTo>
                    <a:pt x="6819900" y="3454"/>
                  </a:lnTo>
                  <a:close/>
                </a:path>
                <a:path w="7486650" h="913130">
                  <a:moveTo>
                    <a:pt x="6867525" y="906970"/>
                  </a:moveTo>
                  <a:lnTo>
                    <a:pt x="6867068" y="905840"/>
                  </a:lnTo>
                  <a:lnTo>
                    <a:pt x="6865201" y="903986"/>
                  </a:lnTo>
                  <a:lnTo>
                    <a:pt x="6864083" y="903516"/>
                  </a:lnTo>
                  <a:lnTo>
                    <a:pt x="6861454" y="903516"/>
                  </a:lnTo>
                  <a:lnTo>
                    <a:pt x="6860324" y="903986"/>
                  </a:lnTo>
                  <a:lnTo>
                    <a:pt x="6858470" y="905840"/>
                  </a:lnTo>
                  <a:lnTo>
                    <a:pt x="6858000" y="906970"/>
                  </a:lnTo>
                  <a:lnTo>
                    <a:pt x="6858000" y="909599"/>
                  </a:lnTo>
                  <a:lnTo>
                    <a:pt x="6858470" y="910717"/>
                  </a:lnTo>
                  <a:lnTo>
                    <a:pt x="6860324" y="912583"/>
                  </a:lnTo>
                  <a:lnTo>
                    <a:pt x="6861454" y="913041"/>
                  </a:lnTo>
                  <a:lnTo>
                    <a:pt x="6864083" y="913041"/>
                  </a:lnTo>
                  <a:lnTo>
                    <a:pt x="6865201" y="912583"/>
                  </a:lnTo>
                  <a:lnTo>
                    <a:pt x="6867068" y="910717"/>
                  </a:lnTo>
                  <a:lnTo>
                    <a:pt x="6867525" y="909599"/>
                  </a:lnTo>
                  <a:lnTo>
                    <a:pt x="6867525" y="906970"/>
                  </a:lnTo>
                  <a:close/>
                </a:path>
                <a:path w="7486650" h="913130">
                  <a:moveTo>
                    <a:pt x="6867525" y="455206"/>
                  </a:moveTo>
                  <a:lnTo>
                    <a:pt x="6867068" y="454088"/>
                  </a:lnTo>
                  <a:lnTo>
                    <a:pt x="6865201" y="452234"/>
                  </a:lnTo>
                  <a:lnTo>
                    <a:pt x="6864083" y="451764"/>
                  </a:lnTo>
                  <a:lnTo>
                    <a:pt x="6861454" y="451764"/>
                  </a:lnTo>
                  <a:lnTo>
                    <a:pt x="6860324" y="452234"/>
                  </a:lnTo>
                  <a:lnTo>
                    <a:pt x="6858470" y="454088"/>
                  </a:lnTo>
                  <a:lnTo>
                    <a:pt x="6858000" y="455206"/>
                  </a:lnTo>
                  <a:lnTo>
                    <a:pt x="6858000" y="457835"/>
                  </a:lnTo>
                  <a:lnTo>
                    <a:pt x="6858470" y="458965"/>
                  </a:lnTo>
                  <a:lnTo>
                    <a:pt x="6860324" y="460819"/>
                  </a:lnTo>
                  <a:lnTo>
                    <a:pt x="6861454" y="461289"/>
                  </a:lnTo>
                  <a:lnTo>
                    <a:pt x="6864083" y="461289"/>
                  </a:lnTo>
                  <a:lnTo>
                    <a:pt x="6865201" y="460819"/>
                  </a:lnTo>
                  <a:lnTo>
                    <a:pt x="6867068" y="458965"/>
                  </a:lnTo>
                  <a:lnTo>
                    <a:pt x="6867525" y="457835"/>
                  </a:lnTo>
                  <a:lnTo>
                    <a:pt x="6867525" y="455206"/>
                  </a:lnTo>
                  <a:close/>
                </a:path>
                <a:path w="7486650" h="913130">
                  <a:moveTo>
                    <a:pt x="6867525" y="3454"/>
                  </a:moveTo>
                  <a:lnTo>
                    <a:pt x="6867068" y="2336"/>
                  </a:lnTo>
                  <a:lnTo>
                    <a:pt x="6865201" y="469"/>
                  </a:lnTo>
                  <a:lnTo>
                    <a:pt x="6864083" y="0"/>
                  </a:lnTo>
                  <a:lnTo>
                    <a:pt x="6861454" y="0"/>
                  </a:lnTo>
                  <a:lnTo>
                    <a:pt x="6860324" y="469"/>
                  </a:lnTo>
                  <a:lnTo>
                    <a:pt x="6858470" y="2336"/>
                  </a:lnTo>
                  <a:lnTo>
                    <a:pt x="6858000" y="3454"/>
                  </a:lnTo>
                  <a:lnTo>
                    <a:pt x="6858000" y="6083"/>
                  </a:lnTo>
                  <a:lnTo>
                    <a:pt x="6858470" y="7200"/>
                  </a:lnTo>
                  <a:lnTo>
                    <a:pt x="6860324" y="9067"/>
                  </a:lnTo>
                  <a:lnTo>
                    <a:pt x="6861454" y="9525"/>
                  </a:lnTo>
                  <a:lnTo>
                    <a:pt x="6864083" y="9525"/>
                  </a:lnTo>
                  <a:lnTo>
                    <a:pt x="6865201" y="9067"/>
                  </a:lnTo>
                  <a:lnTo>
                    <a:pt x="6867068" y="7200"/>
                  </a:lnTo>
                  <a:lnTo>
                    <a:pt x="6867525" y="6083"/>
                  </a:lnTo>
                  <a:lnTo>
                    <a:pt x="6867525" y="3454"/>
                  </a:lnTo>
                  <a:close/>
                </a:path>
                <a:path w="7486650" h="913130">
                  <a:moveTo>
                    <a:pt x="6915150" y="906970"/>
                  </a:moveTo>
                  <a:lnTo>
                    <a:pt x="6914693" y="905840"/>
                  </a:lnTo>
                  <a:lnTo>
                    <a:pt x="6912826" y="903986"/>
                  </a:lnTo>
                  <a:lnTo>
                    <a:pt x="6911708" y="903516"/>
                  </a:lnTo>
                  <a:lnTo>
                    <a:pt x="6909079" y="903516"/>
                  </a:lnTo>
                  <a:lnTo>
                    <a:pt x="6907949" y="903986"/>
                  </a:lnTo>
                  <a:lnTo>
                    <a:pt x="6906095" y="905840"/>
                  </a:lnTo>
                  <a:lnTo>
                    <a:pt x="6905625" y="906970"/>
                  </a:lnTo>
                  <a:lnTo>
                    <a:pt x="6905625" y="909599"/>
                  </a:lnTo>
                  <a:lnTo>
                    <a:pt x="6906095" y="910717"/>
                  </a:lnTo>
                  <a:lnTo>
                    <a:pt x="6907949" y="912583"/>
                  </a:lnTo>
                  <a:lnTo>
                    <a:pt x="6909079" y="913041"/>
                  </a:lnTo>
                  <a:lnTo>
                    <a:pt x="6911708" y="913041"/>
                  </a:lnTo>
                  <a:lnTo>
                    <a:pt x="6912826" y="912583"/>
                  </a:lnTo>
                  <a:lnTo>
                    <a:pt x="6914693" y="910717"/>
                  </a:lnTo>
                  <a:lnTo>
                    <a:pt x="6915150" y="909599"/>
                  </a:lnTo>
                  <a:lnTo>
                    <a:pt x="6915150" y="906970"/>
                  </a:lnTo>
                  <a:close/>
                </a:path>
                <a:path w="7486650" h="913130">
                  <a:moveTo>
                    <a:pt x="6915150" y="455206"/>
                  </a:moveTo>
                  <a:lnTo>
                    <a:pt x="6914693" y="454088"/>
                  </a:lnTo>
                  <a:lnTo>
                    <a:pt x="6912826" y="452234"/>
                  </a:lnTo>
                  <a:lnTo>
                    <a:pt x="6911708" y="451764"/>
                  </a:lnTo>
                  <a:lnTo>
                    <a:pt x="6909079" y="451764"/>
                  </a:lnTo>
                  <a:lnTo>
                    <a:pt x="6907949" y="452234"/>
                  </a:lnTo>
                  <a:lnTo>
                    <a:pt x="6906095" y="454088"/>
                  </a:lnTo>
                  <a:lnTo>
                    <a:pt x="6905625" y="455206"/>
                  </a:lnTo>
                  <a:lnTo>
                    <a:pt x="6905625" y="457835"/>
                  </a:lnTo>
                  <a:lnTo>
                    <a:pt x="6906095" y="458965"/>
                  </a:lnTo>
                  <a:lnTo>
                    <a:pt x="6907949" y="460819"/>
                  </a:lnTo>
                  <a:lnTo>
                    <a:pt x="6909079" y="461289"/>
                  </a:lnTo>
                  <a:lnTo>
                    <a:pt x="6911708" y="461289"/>
                  </a:lnTo>
                  <a:lnTo>
                    <a:pt x="6912826" y="460819"/>
                  </a:lnTo>
                  <a:lnTo>
                    <a:pt x="6914693" y="458965"/>
                  </a:lnTo>
                  <a:lnTo>
                    <a:pt x="6915150" y="457835"/>
                  </a:lnTo>
                  <a:lnTo>
                    <a:pt x="6915150" y="455206"/>
                  </a:lnTo>
                  <a:close/>
                </a:path>
                <a:path w="7486650" h="913130">
                  <a:moveTo>
                    <a:pt x="6915150" y="3454"/>
                  </a:moveTo>
                  <a:lnTo>
                    <a:pt x="6914693" y="2336"/>
                  </a:lnTo>
                  <a:lnTo>
                    <a:pt x="6912826" y="469"/>
                  </a:lnTo>
                  <a:lnTo>
                    <a:pt x="6911708" y="0"/>
                  </a:lnTo>
                  <a:lnTo>
                    <a:pt x="6909079" y="0"/>
                  </a:lnTo>
                  <a:lnTo>
                    <a:pt x="6907949" y="469"/>
                  </a:lnTo>
                  <a:lnTo>
                    <a:pt x="6906095" y="2336"/>
                  </a:lnTo>
                  <a:lnTo>
                    <a:pt x="6905625" y="3454"/>
                  </a:lnTo>
                  <a:lnTo>
                    <a:pt x="6905625" y="6083"/>
                  </a:lnTo>
                  <a:lnTo>
                    <a:pt x="6906095" y="7200"/>
                  </a:lnTo>
                  <a:lnTo>
                    <a:pt x="6907949" y="9067"/>
                  </a:lnTo>
                  <a:lnTo>
                    <a:pt x="6909079" y="9525"/>
                  </a:lnTo>
                  <a:lnTo>
                    <a:pt x="6911708" y="9525"/>
                  </a:lnTo>
                  <a:lnTo>
                    <a:pt x="6912826" y="9067"/>
                  </a:lnTo>
                  <a:lnTo>
                    <a:pt x="6914693" y="7200"/>
                  </a:lnTo>
                  <a:lnTo>
                    <a:pt x="6915150" y="6083"/>
                  </a:lnTo>
                  <a:lnTo>
                    <a:pt x="6915150" y="3454"/>
                  </a:lnTo>
                  <a:close/>
                </a:path>
                <a:path w="7486650" h="913130">
                  <a:moveTo>
                    <a:pt x="6962775" y="906970"/>
                  </a:moveTo>
                  <a:lnTo>
                    <a:pt x="6962318" y="905840"/>
                  </a:lnTo>
                  <a:lnTo>
                    <a:pt x="6960451" y="903986"/>
                  </a:lnTo>
                  <a:lnTo>
                    <a:pt x="6959333" y="903516"/>
                  </a:lnTo>
                  <a:lnTo>
                    <a:pt x="6956704" y="903516"/>
                  </a:lnTo>
                  <a:lnTo>
                    <a:pt x="6955587" y="903986"/>
                  </a:lnTo>
                  <a:lnTo>
                    <a:pt x="6953720" y="905840"/>
                  </a:lnTo>
                  <a:lnTo>
                    <a:pt x="6953250" y="906970"/>
                  </a:lnTo>
                  <a:lnTo>
                    <a:pt x="6953250" y="909599"/>
                  </a:lnTo>
                  <a:lnTo>
                    <a:pt x="6953720" y="910717"/>
                  </a:lnTo>
                  <a:lnTo>
                    <a:pt x="6955587" y="912583"/>
                  </a:lnTo>
                  <a:lnTo>
                    <a:pt x="6956704" y="913041"/>
                  </a:lnTo>
                  <a:lnTo>
                    <a:pt x="6959333" y="913041"/>
                  </a:lnTo>
                  <a:lnTo>
                    <a:pt x="6960451" y="912583"/>
                  </a:lnTo>
                  <a:lnTo>
                    <a:pt x="6962318" y="910717"/>
                  </a:lnTo>
                  <a:lnTo>
                    <a:pt x="6962775" y="909599"/>
                  </a:lnTo>
                  <a:lnTo>
                    <a:pt x="6962775" y="906970"/>
                  </a:lnTo>
                  <a:close/>
                </a:path>
                <a:path w="7486650" h="913130">
                  <a:moveTo>
                    <a:pt x="6962775" y="455206"/>
                  </a:moveTo>
                  <a:lnTo>
                    <a:pt x="6962318" y="454088"/>
                  </a:lnTo>
                  <a:lnTo>
                    <a:pt x="6960451" y="452234"/>
                  </a:lnTo>
                  <a:lnTo>
                    <a:pt x="6959333" y="451764"/>
                  </a:lnTo>
                  <a:lnTo>
                    <a:pt x="6956704" y="451764"/>
                  </a:lnTo>
                  <a:lnTo>
                    <a:pt x="6955587" y="452234"/>
                  </a:lnTo>
                  <a:lnTo>
                    <a:pt x="6953720" y="454088"/>
                  </a:lnTo>
                  <a:lnTo>
                    <a:pt x="6953250" y="455206"/>
                  </a:lnTo>
                  <a:lnTo>
                    <a:pt x="6953250" y="457835"/>
                  </a:lnTo>
                  <a:lnTo>
                    <a:pt x="6953720" y="458965"/>
                  </a:lnTo>
                  <a:lnTo>
                    <a:pt x="6955587" y="460819"/>
                  </a:lnTo>
                  <a:lnTo>
                    <a:pt x="6956704" y="461289"/>
                  </a:lnTo>
                  <a:lnTo>
                    <a:pt x="6959333" y="461289"/>
                  </a:lnTo>
                  <a:lnTo>
                    <a:pt x="6960451" y="460819"/>
                  </a:lnTo>
                  <a:lnTo>
                    <a:pt x="6962318" y="458965"/>
                  </a:lnTo>
                  <a:lnTo>
                    <a:pt x="6962775" y="457835"/>
                  </a:lnTo>
                  <a:lnTo>
                    <a:pt x="6962775" y="455206"/>
                  </a:lnTo>
                  <a:close/>
                </a:path>
                <a:path w="7486650" h="913130">
                  <a:moveTo>
                    <a:pt x="6962775" y="3454"/>
                  </a:moveTo>
                  <a:lnTo>
                    <a:pt x="6962318" y="2336"/>
                  </a:lnTo>
                  <a:lnTo>
                    <a:pt x="6960451" y="469"/>
                  </a:lnTo>
                  <a:lnTo>
                    <a:pt x="6959333" y="0"/>
                  </a:lnTo>
                  <a:lnTo>
                    <a:pt x="6956704" y="0"/>
                  </a:lnTo>
                  <a:lnTo>
                    <a:pt x="6955587" y="469"/>
                  </a:lnTo>
                  <a:lnTo>
                    <a:pt x="6953720" y="2336"/>
                  </a:lnTo>
                  <a:lnTo>
                    <a:pt x="6953250" y="3454"/>
                  </a:lnTo>
                  <a:lnTo>
                    <a:pt x="6953250" y="6083"/>
                  </a:lnTo>
                  <a:lnTo>
                    <a:pt x="6953720" y="7200"/>
                  </a:lnTo>
                  <a:lnTo>
                    <a:pt x="6955587" y="9067"/>
                  </a:lnTo>
                  <a:lnTo>
                    <a:pt x="6956704" y="9525"/>
                  </a:lnTo>
                  <a:lnTo>
                    <a:pt x="6959333" y="9525"/>
                  </a:lnTo>
                  <a:lnTo>
                    <a:pt x="6960451" y="9067"/>
                  </a:lnTo>
                  <a:lnTo>
                    <a:pt x="6962318" y="7200"/>
                  </a:lnTo>
                  <a:lnTo>
                    <a:pt x="6962775" y="6083"/>
                  </a:lnTo>
                  <a:lnTo>
                    <a:pt x="6962775" y="3454"/>
                  </a:lnTo>
                  <a:close/>
                </a:path>
                <a:path w="7486650" h="913130">
                  <a:moveTo>
                    <a:pt x="7010400" y="906970"/>
                  </a:moveTo>
                  <a:lnTo>
                    <a:pt x="7009943" y="905840"/>
                  </a:lnTo>
                  <a:lnTo>
                    <a:pt x="7008076" y="903986"/>
                  </a:lnTo>
                  <a:lnTo>
                    <a:pt x="7006958" y="903516"/>
                  </a:lnTo>
                  <a:lnTo>
                    <a:pt x="7004329" y="903516"/>
                  </a:lnTo>
                  <a:lnTo>
                    <a:pt x="7003199" y="903986"/>
                  </a:lnTo>
                  <a:lnTo>
                    <a:pt x="7001345" y="905840"/>
                  </a:lnTo>
                  <a:lnTo>
                    <a:pt x="7000875" y="906970"/>
                  </a:lnTo>
                  <a:lnTo>
                    <a:pt x="7000875" y="909599"/>
                  </a:lnTo>
                  <a:lnTo>
                    <a:pt x="7001345" y="910717"/>
                  </a:lnTo>
                  <a:lnTo>
                    <a:pt x="7003199" y="912583"/>
                  </a:lnTo>
                  <a:lnTo>
                    <a:pt x="7004329" y="913041"/>
                  </a:lnTo>
                  <a:lnTo>
                    <a:pt x="7006958" y="913041"/>
                  </a:lnTo>
                  <a:lnTo>
                    <a:pt x="7008076" y="912583"/>
                  </a:lnTo>
                  <a:lnTo>
                    <a:pt x="7009943" y="910717"/>
                  </a:lnTo>
                  <a:lnTo>
                    <a:pt x="7010400" y="909599"/>
                  </a:lnTo>
                  <a:lnTo>
                    <a:pt x="7010400" y="906970"/>
                  </a:lnTo>
                  <a:close/>
                </a:path>
                <a:path w="7486650" h="913130">
                  <a:moveTo>
                    <a:pt x="7010400" y="455206"/>
                  </a:moveTo>
                  <a:lnTo>
                    <a:pt x="7009943" y="454088"/>
                  </a:lnTo>
                  <a:lnTo>
                    <a:pt x="7008076" y="452234"/>
                  </a:lnTo>
                  <a:lnTo>
                    <a:pt x="7006958" y="451764"/>
                  </a:lnTo>
                  <a:lnTo>
                    <a:pt x="7004329" y="451764"/>
                  </a:lnTo>
                  <a:lnTo>
                    <a:pt x="7003199" y="452234"/>
                  </a:lnTo>
                  <a:lnTo>
                    <a:pt x="7001345" y="454088"/>
                  </a:lnTo>
                  <a:lnTo>
                    <a:pt x="7000875" y="455206"/>
                  </a:lnTo>
                  <a:lnTo>
                    <a:pt x="7000875" y="457835"/>
                  </a:lnTo>
                  <a:lnTo>
                    <a:pt x="7001345" y="458965"/>
                  </a:lnTo>
                  <a:lnTo>
                    <a:pt x="7003199" y="460819"/>
                  </a:lnTo>
                  <a:lnTo>
                    <a:pt x="7004329" y="461289"/>
                  </a:lnTo>
                  <a:lnTo>
                    <a:pt x="7006958" y="461289"/>
                  </a:lnTo>
                  <a:lnTo>
                    <a:pt x="7008076" y="460819"/>
                  </a:lnTo>
                  <a:lnTo>
                    <a:pt x="7009943" y="458965"/>
                  </a:lnTo>
                  <a:lnTo>
                    <a:pt x="7010400" y="457835"/>
                  </a:lnTo>
                  <a:lnTo>
                    <a:pt x="7010400" y="455206"/>
                  </a:lnTo>
                  <a:close/>
                </a:path>
                <a:path w="7486650" h="913130">
                  <a:moveTo>
                    <a:pt x="7010400" y="3454"/>
                  </a:moveTo>
                  <a:lnTo>
                    <a:pt x="7009943" y="2336"/>
                  </a:lnTo>
                  <a:lnTo>
                    <a:pt x="7008076" y="469"/>
                  </a:lnTo>
                  <a:lnTo>
                    <a:pt x="7006958" y="0"/>
                  </a:lnTo>
                  <a:lnTo>
                    <a:pt x="7004329" y="0"/>
                  </a:lnTo>
                  <a:lnTo>
                    <a:pt x="7003199" y="469"/>
                  </a:lnTo>
                  <a:lnTo>
                    <a:pt x="7001345" y="2336"/>
                  </a:lnTo>
                  <a:lnTo>
                    <a:pt x="7000875" y="3454"/>
                  </a:lnTo>
                  <a:lnTo>
                    <a:pt x="7000875" y="6083"/>
                  </a:lnTo>
                  <a:lnTo>
                    <a:pt x="7001345" y="7200"/>
                  </a:lnTo>
                  <a:lnTo>
                    <a:pt x="7003199" y="9067"/>
                  </a:lnTo>
                  <a:lnTo>
                    <a:pt x="7004329" y="9525"/>
                  </a:lnTo>
                  <a:lnTo>
                    <a:pt x="7006958" y="9525"/>
                  </a:lnTo>
                  <a:lnTo>
                    <a:pt x="7008076" y="9067"/>
                  </a:lnTo>
                  <a:lnTo>
                    <a:pt x="7009943" y="7200"/>
                  </a:lnTo>
                  <a:lnTo>
                    <a:pt x="7010400" y="6083"/>
                  </a:lnTo>
                  <a:lnTo>
                    <a:pt x="7010400" y="3454"/>
                  </a:lnTo>
                  <a:close/>
                </a:path>
                <a:path w="7486650" h="913130">
                  <a:moveTo>
                    <a:pt x="7058025" y="906970"/>
                  </a:moveTo>
                  <a:lnTo>
                    <a:pt x="7057568" y="905840"/>
                  </a:lnTo>
                  <a:lnTo>
                    <a:pt x="7055701" y="903986"/>
                  </a:lnTo>
                  <a:lnTo>
                    <a:pt x="7054583" y="903516"/>
                  </a:lnTo>
                  <a:lnTo>
                    <a:pt x="7051954" y="903516"/>
                  </a:lnTo>
                  <a:lnTo>
                    <a:pt x="7050837" y="903986"/>
                  </a:lnTo>
                  <a:lnTo>
                    <a:pt x="7048970" y="905840"/>
                  </a:lnTo>
                  <a:lnTo>
                    <a:pt x="7048500" y="906970"/>
                  </a:lnTo>
                  <a:lnTo>
                    <a:pt x="7048500" y="909599"/>
                  </a:lnTo>
                  <a:lnTo>
                    <a:pt x="7048970" y="910717"/>
                  </a:lnTo>
                  <a:lnTo>
                    <a:pt x="7050837" y="912583"/>
                  </a:lnTo>
                  <a:lnTo>
                    <a:pt x="7051954" y="913041"/>
                  </a:lnTo>
                  <a:lnTo>
                    <a:pt x="7054583" y="913041"/>
                  </a:lnTo>
                  <a:lnTo>
                    <a:pt x="7055701" y="912583"/>
                  </a:lnTo>
                  <a:lnTo>
                    <a:pt x="7057568" y="910717"/>
                  </a:lnTo>
                  <a:lnTo>
                    <a:pt x="7058025" y="909599"/>
                  </a:lnTo>
                  <a:lnTo>
                    <a:pt x="7058025" y="906970"/>
                  </a:lnTo>
                  <a:close/>
                </a:path>
                <a:path w="7486650" h="913130">
                  <a:moveTo>
                    <a:pt x="7058025" y="455206"/>
                  </a:moveTo>
                  <a:lnTo>
                    <a:pt x="7057568" y="454088"/>
                  </a:lnTo>
                  <a:lnTo>
                    <a:pt x="7055701" y="452234"/>
                  </a:lnTo>
                  <a:lnTo>
                    <a:pt x="7054583" y="451764"/>
                  </a:lnTo>
                  <a:lnTo>
                    <a:pt x="7051954" y="451764"/>
                  </a:lnTo>
                  <a:lnTo>
                    <a:pt x="7050837" y="452234"/>
                  </a:lnTo>
                  <a:lnTo>
                    <a:pt x="7048970" y="454088"/>
                  </a:lnTo>
                  <a:lnTo>
                    <a:pt x="7048500" y="455206"/>
                  </a:lnTo>
                  <a:lnTo>
                    <a:pt x="7048500" y="457835"/>
                  </a:lnTo>
                  <a:lnTo>
                    <a:pt x="7048970" y="458965"/>
                  </a:lnTo>
                  <a:lnTo>
                    <a:pt x="7050837" y="460819"/>
                  </a:lnTo>
                  <a:lnTo>
                    <a:pt x="7051954" y="461289"/>
                  </a:lnTo>
                  <a:lnTo>
                    <a:pt x="7054583" y="461289"/>
                  </a:lnTo>
                  <a:lnTo>
                    <a:pt x="7055701" y="460819"/>
                  </a:lnTo>
                  <a:lnTo>
                    <a:pt x="7057568" y="458965"/>
                  </a:lnTo>
                  <a:lnTo>
                    <a:pt x="7058025" y="457835"/>
                  </a:lnTo>
                  <a:lnTo>
                    <a:pt x="7058025" y="455206"/>
                  </a:lnTo>
                  <a:close/>
                </a:path>
                <a:path w="7486650" h="913130">
                  <a:moveTo>
                    <a:pt x="7058025" y="3454"/>
                  </a:moveTo>
                  <a:lnTo>
                    <a:pt x="7057568" y="2336"/>
                  </a:lnTo>
                  <a:lnTo>
                    <a:pt x="7055701" y="469"/>
                  </a:lnTo>
                  <a:lnTo>
                    <a:pt x="7054583" y="0"/>
                  </a:lnTo>
                  <a:lnTo>
                    <a:pt x="7051954" y="0"/>
                  </a:lnTo>
                  <a:lnTo>
                    <a:pt x="7050837" y="469"/>
                  </a:lnTo>
                  <a:lnTo>
                    <a:pt x="7048970" y="2336"/>
                  </a:lnTo>
                  <a:lnTo>
                    <a:pt x="7048500" y="3454"/>
                  </a:lnTo>
                  <a:lnTo>
                    <a:pt x="7048500" y="6083"/>
                  </a:lnTo>
                  <a:lnTo>
                    <a:pt x="7048970" y="7200"/>
                  </a:lnTo>
                  <a:lnTo>
                    <a:pt x="7050837" y="9067"/>
                  </a:lnTo>
                  <a:lnTo>
                    <a:pt x="7051954" y="9525"/>
                  </a:lnTo>
                  <a:lnTo>
                    <a:pt x="7054583" y="9525"/>
                  </a:lnTo>
                  <a:lnTo>
                    <a:pt x="7055701" y="9067"/>
                  </a:lnTo>
                  <a:lnTo>
                    <a:pt x="7057568" y="7200"/>
                  </a:lnTo>
                  <a:lnTo>
                    <a:pt x="7058025" y="6083"/>
                  </a:lnTo>
                  <a:lnTo>
                    <a:pt x="7058025" y="3454"/>
                  </a:lnTo>
                  <a:close/>
                </a:path>
                <a:path w="7486650" h="913130">
                  <a:moveTo>
                    <a:pt x="7105650" y="906970"/>
                  </a:moveTo>
                  <a:lnTo>
                    <a:pt x="7105193" y="905840"/>
                  </a:lnTo>
                  <a:lnTo>
                    <a:pt x="7103326" y="903986"/>
                  </a:lnTo>
                  <a:lnTo>
                    <a:pt x="7102208" y="903516"/>
                  </a:lnTo>
                  <a:lnTo>
                    <a:pt x="7099579" y="903516"/>
                  </a:lnTo>
                  <a:lnTo>
                    <a:pt x="7098449" y="903986"/>
                  </a:lnTo>
                  <a:lnTo>
                    <a:pt x="7096595" y="905840"/>
                  </a:lnTo>
                  <a:lnTo>
                    <a:pt x="7096125" y="906970"/>
                  </a:lnTo>
                  <a:lnTo>
                    <a:pt x="7096125" y="909599"/>
                  </a:lnTo>
                  <a:lnTo>
                    <a:pt x="7096595" y="910717"/>
                  </a:lnTo>
                  <a:lnTo>
                    <a:pt x="7098449" y="912583"/>
                  </a:lnTo>
                  <a:lnTo>
                    <a:pt x="7099579" y="913041"/>
                  </a:lnTo>
                  <a:lnTo>
                    <a:pt x="7102208" y="913041"/>
                  </a:lnTo>
                  <a:lnTo>
                    <a:pt x="7103326" y="912583"/>
                  </a:lnTo>
                  <a:lnTo>
                    <a:pt x="7105193" y="910717"/>
                  </a:lnTo>
                  <a:lnTo>
                    <a:pt x="7105650" y="909599"/>
                  </a:lnTo>
                  <a:lnTo>
                    <a:pt x="7105650" y="906970"/>
                  </a:lnTo>
                  <a:close/>
                </a:path>
                <a:path w="7486650" h="913130">
                  <a:moveTo>
                    <a:pt x="7105650" y="455206"/>
                  </a:moveTo>
                  <a:lnTo>
                    <a:pt x="7105193" y="454088"/>
                  </a:lnTo>
                  <a:lnTo>
                    <a:pt x="7103326" y="452234"/>
                  </a:lnTo>
                  <a:lnTo>
                    <a:pt x="7102208" y="451764"/>
                  </a:lnTo>
                  <a:lnTo>
                    <a:pt x="7099579" y="451764"/>
                  </a:lnTo>
                  <a:lnTo>
                    <a:pt x="7098449" y="452234"/>
                  </a:lnTo>
                  <a:lnTo>
                    <a:pt x="7096595" y="454088"/>
                  </a:lnTo>
                  <a:lnTo>
                    <a:pt x="7096125" y="455206"/>
                  </a:lnTo>
                  <a:lnTo>
                    <a:pt x="7096125" y="457835"/>
                  </a:lnTo>
                  <a:lnTo>
                    <a:pt x="7096595" y="458965"/>
                  </a:lnTo>
                  <a:lnTo>
                    <a:pt x="7098449" y="460819"/>
                  </a:lnTo>
                  <a:lnTo>
                    <a:pt x="7099579" y="461289"/>
                  </a:lnTo>
                  <a:lnTo>
                    <a:pt x="7102208" y="461289"/>
                  </a:lnTo>
                  <a:lnTo>
                    <a:pt x="7103326" y="460819"/>
                  </a:lnTo>
                  <a:lnTo>
                    <a:pt x="7105193" y="458965"/>
                  </a:lnTo>
                  <a:lnTo>
                    <a:pt x="7105650" y="457835"/>
                  </a:lnTo>
                  <a:lnTo>
                    <a:pt x="7105650" y="455206"/>
                  </a:lnTo>
                  <a:close/>
                </a:path>
                <a:path w="7486650" h="913130">
                  <a:moveTo>
                    <a:pt x="7105650" y="3454"/>
                  </a:moveTo>
                  <a:lnTo>
                    <a:pt x="7105193" y="2336"/>
                  </a:lnTo>
                  <a:lnTo>
                    <a:pt x="7103326" y="469"/>
                  </a:lnTo>
                  <a:lnTo>
                    <a:pt x="7102208" y="0"/>
                  </a:lnTo>
                  <a:lnTo>
                    <a:pt x="7099579" y="0"/>
                  </a:lnTo>
                  <a:lnTo>
                    <a:pt x="7098449" y="469"/>
                  </a:lnTo>
                  <a:lnTo>
                    <a:pt x="7096595" y="2336"/>
                  </a:lnTo>
                  <a:lnTo>
                    <a:pt x="7096125" y="3454"/>
                  </a:lnTo>
                  <a:lnTo>
                    <a:pt x="7096125" y="6083"/>
                  </a:lnTo>
                  <a:lnTo>
                    <a:pt x="7096595" y="7200"/>
                  </a:lnTo>
                  <a:lnTo>
                    <a:pt x="7098449" y="9067"/>
                  </a:lnTo>
                  <a:lnTo>
                    <a:pt x="7099579" y="9525"/>
                  </a:lnTo>
                  <a:lnTo>
                    <a:pt x="7102208" y="9525"/>
                  </a:lnTo>
                  <a:lnTo>
                    <a:pt x="7103326" y="9067"/>
                  </a:lnTo>
                  <a:lnTo>
                    <a:pt x="7105193" y="7200"/>
                  </a:lnTo>
                  <a:lnTo>
                    <a:pt x="7105650" y="6083"/>
                  </a:lnTo>
                  <a:lnTo>
                    <a:pt x="7105650" y="3454"/>
                  </a:lnTo>
                  <a:close/>
                </a:path>
                <a:path w="7486650" h="913130">
                  <a:moveTo>
                    <a:pt x="7153275" y="906970"/>
                  </a:moveTo>
                  <a:lnTo>
                    <a:pt x="7152818" y="905840"/>
                  </a:lnTo>
                  <a:lnTo>
                    <a:pt x="7150951" y="903986"/>
                  </a:lnTo>
                  <a:lnTo>
                    <a:pt x="7149833" y="903516"/>
                  </a:lnTo>
                  <a:lnTo>
                    <a:pt x="7147204" y="903516"/>
                  </a:lnTo>
                  <a:lnTo>
                    <a:pt x="7146074" y="903986"/>
                  </a:lnTo>
                  <a:lnTo>
                    <a:pt x="7144220" y="905840"/>
                  </a:lnTo>
                  <a:lnTo>
                    <a:pt x="7143750" y="906970"/>
                  </a:lnTo>
                  <a:lnTo>
                    <a:pt x="7143750" y="909599"/>
                  </a:lnTo>
                  <a:lnTo>
                    <a:pt x="7144220" y="910717"/>
                  </a:lnTo>
                  <a:lnTo>
                    <a:pt x="7146074" y="912583"/>
                  </a:lnTo>
                  <a:lnTo>
                    <a:pt x="7147204" y="913041"/>
                  </a:lnTo>
                  <a:lnTo>
                    <a:pt x="7149833" y="913041"/>
                  </a:lnTo>
                  <a:lnTo>
                    <a:pt x="7150951" y="912583"/>
                  </a:lnTo>
                  <a:lnTo>
                    <a:pt x="7152818" y="910717"/>
                  </a:lnTo>
                  <a:lnTo>
                    <a:pt x="7153275" y="909599"/>
                  </a:lnTo>
                  <a:lnTo>
                    <a:pt x="7153275" y="906970"/>
                  </a:lnTo>
                  <a:close/>
                </a:path>
                <a:path w="7486650" h="913130">
                  <a:moveTo>
                    <a:pt x="7153275" y="455206"/>
                  </a:moveTo>
                  <a:lnTo>
                    <a:pt x="7152818" y="454088"/>
                  </a:lnTo>
                  <a:lnTo>
                    <a:pt x="7150951" y="452234"/>
                  </a:lnTo>
                  <a:lnTo>
                    <a:pt x="7149833" y="451764"/>
                  </a:lnTo>
                  <a:lnTo>
                    <a:pt x="7147204" y="451764"/>
                  </a:lnTo>
                  <a:lnTo>
                    <a:pt x="7146074" y="452234"/>
                  </a:lnTo>
                  <a:lnTo>
                    <a:pt x="7144220" y="454088"/>
                  </a:lnTo>
                  <a:lnTo>
                    <a:pt x="7143750" y="455206"/>
                  </a:lnTo>
                  <a:lnTo>
                    <a:pt x="7143750" y="457835"/>
                  </a:lnTo>
                  <a:lnTo>
                    <a:pt x="7144220" y="458965"/>
                  </a:lnTo>
                  <a:lnTo>
                    <a:pt x="7146074" y="460819"/>
                  </a:lnTo>
                  <a:lnTo>
                    <a:pt x="7147204" y="461289"/>
                  </a:lnTo>
                  <a:lnTo>
                    <a:pt x="7149833" y="461289"/>
                  </a:lnTo>
                  <a:lnTo>
                    <a:pt x="7150951" y="460819"/>
                  </a:lnTo>
                  <a:lnTo>
                    <a:pt x="7152818" y="458965"/>
                  </a:lnTo>
                  <a:lnTo>
                    <a:pt x="7153275" y="457835"/>
                  </a:lnTo>
                  <a:lnTo>
                    <a:pt x="7153275" y="455206"/>
                  </a:lnTo>
                  <a:close/>
                </a:path>
                <a:path w="7486650" h="913130">
                  <a:moveTo>
                    <a:pt x="7153275" y="3454"/>
                  </a:moveTo>
                  <a:lnTo>
                    <a:pt x="7152818" y="2336"/>
                  </a:lnTo>
                  <a:lnTo>
                    <a:pt x="7150951" y="469"/>
                  </a:lnTo>
                  <a:lnTo>
                    <a:pt x="7149833" y="0"/>
                  </a:lnTo>
                  <a:lnTo>
                    <a:pt x="7147204" y="0"/>
                  </a:lnTo>
                  <a:lnTo>
                    <a:pt x="7146074" y="469"/>
                  </a:lnTo>
                  <a:lnTo>
                    <a:pt x="7144220" y="2336"/>
                  </a:lnTo>
                  <a:lnTo>
                    <a:pt x="7143750" y="3454"/>
                  </a:lnTo>
                  <a:lnTo>
                    <a:pt x="7143750" y="6083"/>
                  </a:lnTo>
                  <a:lnTo>
                    <a:pt x="7144220" y="7200"/>
                  </a:lnTo>
                  <a:lnTo>
                    <a:pt x="7146074" y="9067"/>
                  </a:lnTo>
                  <a:lnTo>
                    <a:pt x="7147204" y="9525"/>
                  </a:lnTo>
                  <a:lnTo>
                    <a:pt x="7149833" y="9525"/>
                  </a:lnTo>
                  <a:lnTo>
                    <a:pt x="7150951" y="9067"/>
                  </a:lnTo>
                  <a:lnTo>
                    <a:pt x="7152818" y="7200"/>
                  </a:lnTo>
                  <a:lnTo>
                    <a:pt x="7153275" y="6083"/>
                  </a:lnTo>
                  <a:lnTo>
                    <a:pt x="7153275" y="3454"/>
                  </a:lnTo>
                  <a:close/>
                </a:path>
                <a:path w="7486650" h="913130">
                  <a:moveTo>
                    <a:pt x="7200900" y="906970"/>
                  </a:moveTo>
                  <a:lnTo>
                    <a:pt x="7200443" y="905840"/>
                  </a:lnTo>
                  <a:lnTo>
                    <a:pt x="7198576" y="903986"/>
                  </a:lnTo>
                  <a:lnTo>
                    <a:pt x="7197458" y="903516"/>
                  </a:lnTo>
                  <a:lnTo>
                    <a:pt x="7194829" y="903516"/>
                  </a:lnTo>
                  <a:lnTo>
                    <a:pt x="7193699" y="903986"/>
                  </a:lnTo>
                  <a:lnTo>
                    <a:pt x="7191845" y="905840"/>
                  </a:lnTo>
                  <a:lnTo>
                    <a:pt x="7191375" y="906970"/>
                  </a:lnTo>
                  <a:lnTo>
                    <a:pt x="7191375" y="909599"/>
                  </a:lnTo>
                  <a:lnTo>
                    <a:pt x="7191845" y="910717"/>
                  </a:lnTo>
                  <a:lnTo>
                    <a:pt x="7193699" y="912583"/>
                  </a:lnTo>
                  <a:lnTo>
                    <a:pt x="7194829" y="913041"/>
                  </a:lnTo>
                  <a:lnTo>
                    <a:pt x="7197458" y="913041"/>
                  </a:lnTo>
                  <a:lnTo>
                    <a:pt x="7198576" y="912583"/>
                  </a:lnTo>
                  <a:lnTo>
                    <a:pt x="7200443" y="910717"/>
                  </a:lnTo>
                  <a:lnTo>
                    <a:pt x="7200900" y="909599"/>
                  </a:lnTo>
                  <a:lnTo>
                    <a:pt x="7200900" y="906970"/>
                  </a:lnTo>
                  <a:close/>
                </a:path>
                <a:path w="7486650" h="913130">
                  <a:moveTo>
                    <a:pt x="7200900" y="455206"/>
                  </a:moveTo>
                  <a:lnTo>
                    <a:pt x="7200443" y="454088"/>
                  </a:lnTo>
                  <a:lnTo>
                    <a:pt x="7198576" y="452234"/>
                  </a:lnTo>
                  <a:lnTo>
                    <a:pt x="7197458" y="451764"/>
                  </a:lnTo>
                  <a:lnTo>
                    <a:pt x="7194829" y="451764"/>
                  </a:lnTo>
                  <a:lnTo>
                    <a:pt x="7193699" y="452234"/>
                  </a:lnTo>
                  <a:lnTo>
                    <a:pt x="7191845" y="454088"/>
                  </a:lnTo>
                  <a:lnTo>
                    <a:pt x="7191375" y="455206"/>
                  </a:lnTo>
                  <a:lnTo>
                    <a:pt x="7191375" y="457835"/>
                  </a:lnTo>
                  <a:lnTo>
                    <a:pt x="7191845" y="458965"/>
                  </a:lnTo>
                  <a:lnTo>
                    <a:pt x="7193699" y="460819"/>
                  </a:lnTo>
                  <a:lnTo>
                    <a:pt x="7194829" y="461289"/>
                  </a:lnTo>
                  <a:lnTo>
                    <a:pt x="7197458" y="461289"/>
                  </a:lnTo>
                  <a:lnTo>
                    <a:pt x="7198576" y="460819"/>
                  </a:lnTo>
                  <a:lnTo>
                    <a:pt x="7200443" y="458965"/>
                  </a:lnTo>
                  <a:lnTo>
                    <a:pt x="7200900" y="457835"/>
                  </a:lnTo>
                  <a:lnTo>
                    <a:pt x="7200900" y="455206"/>
                  </a:lnTo>
                  <a:close/>
                </a:path>
                <a:path w="7486650" h="913130">
                  <a:moveTo>
                    <a:pt x="7200900" y="3454"/>
                  </a:moveTo>
                  <a:lnTo>
                    <a:pt x="7200443" y="2336"/>
                  </a:lnTo>
                  <a:lnTo>
                    <a:pt x="7198576" y="469"/>
                  </a:lnTo>
                  <a:lnTo>
                    <a:pt x="7197458" y="0"/>
                  </a:lnTo>
                  <a:lnTo>
                    <a:pt x="7194829" y="0"/>
                  </a:lnTo>
                  <a:lnTo>
                    <a:pt x="7193699" y="469"/>
                  </a:lnTo>
                  <a:lnTo>
                    <a:pt x="7191845" y="2336"/>
                  </a:lnTo>
                  <a:lnTo>
                    <a:pt x="7191375" y="3454"/>
                  </a:lnTo>
                  <a:lnTo>
                    <a:pt x="7191375" y="6083"/>
                  </a:lnTo>
                  <a:lnTo>
                    <a:pt x="7191845" y="7200"/>
                  </a:lnTo>
                  <a:lnTo>
                    <a:pt x="7193699" y="9067"/>
                  </a:lnTo>
                  <a:lnTo>
                    <a:pt x="7194829" y="9525"/>
                  </a:lnTo>
                  <a:lnTo>
                    <a:pt x="7197458" y="9525"/>
                  </a:lnTo>
                  <a:lnTo>
                    <a:pt x="7198576" y="9067"/>
                  </a:lnTo>
                  <a:lnTo>
                    <a:pt x="7200443" y="7200"/>
                  </a:lnTo>
                  <a:lnTo>
                    <a:pt x="7200900" y="6083"/>
                  </a:lnTo>
                  <a:lnTo>
                    <a:pt x="7200900" y="3454"/>
                  </a:lnTo>
                  <a:close/>
                </a:path>
                <a:path w="7486650" h="913130">
                  <a:moveTo>
                    <a:pt x="7248525" y="906970"/>
                  </a:moveTo>
                  <a:lnTo>
                    <a:pt x="7248068" y="905840"/>
                  </a:lnTo>
                  <a:lnTo>
                    <a:pt x="7246201" y="903986"/>
                  </a:lnTo>
                  <a:lnTo>
                    <a:pt x="7245083" y="903516"/>
                  </a:lnTo>
                  <a:lnTo>
                    <a:pt x="7242454" y="903516"/>
                  </a:lnTo>
                  <a:lnTo>
                    <a:pt x="7241324" y="903986"/>
                  </a:lnTo>
                  <a:lnTo>
                    <a:pt x="7239470" y="905840"/>
                  </a:lnTo>
                  <a:lnTo>
                    <a:pt x="7239000" y="906970"/>
                  </a:lnTo>
                  <a:lnTo>
                    <a:pt x="7239000" y="909599"/>
                  </a:lnTo>
                  <a:lnTo>
                    <a:pt x="7239470" y="910717"/>
                  </a:lnTo>
                  <a:lnTo>
                    <a:pt x="7241324" y="912583"/>
                  </a:lnTo>
                  <a:lnTo>
                    <a:pt x="7242454" y="913041"/>
                  </a:lnTo>
                  <a:lnTo>
                    <a:pt x="7245083" y="913041"/>
                  </a:lnTo>
                  <a:lnTo>
                    <a:pt x="7246201" y="912583"/>
                  </a:lnTo>
                  <a:lnTo>
                    <a:pt x="7248068" y="910717"/>
                  </a:lnTo>
                  <a:lnTo>
                    <a:pt x="7248525" y="909599"/>
                  </a:lnTo>
                  <a:lnTo>
                    <a:pt x="7248525" y="906970"/>
                  </a:lnTo>
                  <a:close/>
                </a:path>
                <a:path w="7486650" h="913130">
                  <a:moveTo>
                    <a:pt x="7248525" y="455206"/>
                  </a:moveTo>
                  <a:lnTo>
                    <a:pt x="7248068" y="454088"/>
                  </a:lnTo>
                  <a:lnTo>
                    <a:pt x="7246201" y="452234"/>
                  </a:lnTo>
                  <a:lnTo>
                    <a:pt x="7245083" y="451764"/>
                  </a:lnTo>
                  <a:lnTo>
                    <a:pt x="7242454" y="451764"/>
                  </a:lnTo>
                  <a:lnTo>
                    <a:pt x="7241324" y="452234"/>
                  </a:lnTo>
                  <a:lnTo>
                    <a:pt x="7239470" y="454088"/>
                  </a:lnTo>
                  <a:lnTo>
                    <a:pt x="7239000" y="455206"/>
                  </a:lnTo>
                  <a:lnTo>
                    <a:pt x="7239000" y="457835"/>
                  </a:lnTo>
                  <a:lnTo>
                    <a:pt x="7239470" y="458965"/>
                  </a:lnTo>
                  <a:lnTo>
                    <a:pt x="7241324" y="460819"/>
                  </a:lnTo>
                  <a:lnTo>
                    <a:pt x="7242454" y="461289"/>
                  </a:lnTo>
                  <a:lnTo>
                    <a:pt x="7245083" y="461289"/>
                  </a:lnTo>
                  <a:lnTo>
                    <a:pt x="7246201" y="460819"/>
                  </a:lnTo>
                  <a:lnTo>
                    <a:pt x="7248068" y="458965"/>
                  </a:lnTo>
                  <a:lnTo>
                    <a:pt x="7248525" y="457835"/>
                  </a:lnTo>
                  <a:lnTo>
                    <a:pt x="7248525" y="455206"/>
                  </a:lnTo>
                  <a:close/>
                </a:path>
                <a:path w="7486650" h="913130">
                  <a:moveTo>
                    <a:pt x="7248525" y="3454"/>
                  </a:moveTo>
                  <a:lnTo>
                    <a:pt x="7248068" y="2336"/>
                  </a:lnTo>
                  <a:lnTo>
                    <a:pt x="7246201" y="469"/>
                  </a:lnTo>
                  <a:lnTo>
                    <a:pt x="7245083" y="0"/>
                  </a:lnTo>
                  <a:lnTo>
                    <a:pt x="7242454" y="0"/>
                  </a:lnTo>
                  <a:lnTo>
                    <a:pt x="7241324" y="469"/>
                  </a:lnTo>
                  <a:lnTo>
                    <a:pt x="7239470" y="2336"/>
                  </a:lnTo>
                  <a:lnTo>
                    <a:pt x="7239000" y="3454"/>
                  </a:lnTo>
                  <a:lnTo>
                    <a:pt x="7239000" y="6083"/>
                  </a:lnTo>
                  <a:lnTo>
                    <a:pt x="7239470" y="7200"/>
                  </a:lnTo>
                  <a:lnTo>
                    <a:pt x="7241324" y="9067"/>
                  </a:lnTo>
                  <a:lnTo>
                    <a:pt x="7242454" y="9525"/>
                  </a:lnTo>
                  <a:lnTo>
                    <a:pt x="7245083" y="9525"/>
                  </a:lnTo>
                  <a:lnTo>
                    <a:pt x="7246201" y="9067"/>
                  </a:lnTo>
                  <a:lnTo>
                    <a:pt x="7248068" y="7200"/>
                  </a:lnTo>
                  <a:lnTo>
                    <a:pt x="7248525" y="6083"/>
                  </a:lnTo>
                  <a:lnTo>
                    <a:pt x="7248525" y="3454"/>
                  </a:lnTo>
                  <a:close/>
                </a:path>
                <a:path w="7486650" h="913130">
                  <a:moveTo>
                    <a:pt x="7296150" y="906970"/>
                  </a:moveTo>
                  <a:lnTo>
                    <a:pt x="7295693" y="905840"/>
                  </a:lnTo>
                  <a:lnTo>
                    <a:pt x="7293826" y="903986"/>
                  </a:lnTo>
                  <a:lnTo>
                    <a:pt x="7292708" y="903516"/>
                  </a:lnTo>
                  <a:lnTo>
                    <a:pt x="7290079" y="903516"/>
                  </a:lnTo>
                  <a:lnTo>
                    <a:pt x="7288949" y="903986"/>
                  </a:lnTo>
                  <a:lnTo>
                    <a:pt x="7287095" y="905840"/>
                  </a:lnTo>
                  <a:lnTo>
                    <a:pt x="7286625" y="906970"/>
                  </a:lnTo>
                  <a:lnTo>
                    <a:pt x="7286625" y="909599"/>
                  </a:lnTo>
                  <a:lnTo>
                    <a:pt x="7287095" y="910717"/>
                  </a:lnTo>
                  <a:lnTo>
                    <a:pt x="7288949" y="912583"/>
                  </a:lnTo>
                  <a:lnTo>
                    <a:pt x="7290079" y="913041"/>
                  </a:lnTo>
                  <a:lnTo>
                    <a:pt x="7292708" y="913041"/>
                  </a:lnTo>
                  <a:lnTo>
                    <a:pt x="7293826" y="912583"/>
                  </a:lnTo>
                  <a:lnTo>
                    <a:pt x="7295693" y="910717"/>
                  </a:lnTo>
                  <a:lnTo>
                    <a:pt x="7296150" y="909599"/>
                  </a:lnTo>
                  <a:lnTo>
                    <a:pt x="7296150" y="906970"/>
                  </a:lnTo>
                  <a:close/>
                </a:path>
                <a:path w="7486650" h="913130">
                  <a:moveTo>
                    <a:pt x="7296150" y="455206"/>
                  </a:moveTo>
                  <a:lnTo>
                    <a:pt x="7295693" y="454088"/>
                  </a:lnTo>
                  <a:lnTo>
                    <a:pt x="7293826" y="452234"/>
                  </a:lnTo>
                  <a:lnTo>
                    <a:pt x="7292708" y="451764"/>
                  </a:lnTo>
                  <a:lnTo>
                    <a:pt x="7290079" y="451764"/>
                  </a:lnTo>
                  <a:lnTo>
                    <a:pt x="7288949" y="452234"/>
                  </a:lnTo>
                  <a:lnTo>
                    <a:pt x="7287095" y="454088"/>
                  </a:lnTo>
                  <a:lnTo>
                    <a:pt x="7286625" y="455206"/>
                  </a:lnTo>
                  <a:lnTo>
                    <a:pt x="7286625" y="457835"/>
                  </a:lnTo>
                  <a:lnTo>
                    <a:pt x="7287095" y="458965"/>
                  </a:lnTo>
                  <a:lnTo>
                    <a:pt x="7288949" y="460819"/>
                  </a:lnTo>
                  <a:lnTo>
                    <a:pt x="7290079" y="461289"/>
                  </a:lnTo>
                  <a:lnTo>
                    <a:pt x="7292708" y="461289"/>
                  </a:lnTo>
                  <a:lnTo>
                    <a:pt x="7293826" y="460819"/>
                  </a:lnTo>
                  <a:lnTo>
                    <a:pt x="7295693" y="458965"/>
                  </a:lnTo>
                  <a:lnTo>
                    <a:pt x="7296150" y="457835"/>
                  </a:lnTo>
                  <a:lnTo>
                    <a:pt x="7296150" y="455206"/>
                  </a:lnTo>
                  <a:close/>
                </a:path>
                <a:path w="7486650" h="913130">
                  <a:moveTo>
                    <a:pt x="7296150" y="3454"/>
                  </a:moveTo>
                  <a:lnTo>
                    <a:pt x="7295693" y="2336"/>
                  </a:lnTo>
                  <a:lnTo>
                    <a:pt x="7293826" y="469"/>
                  </a:lnTo>
                  <a:lnTo>
                    <a:pt x="7292708" y="0"/>
                  </a:lnTo>
                  <a:lnTo>
                    <a:pt x="7290079" y="0"/>
                  </a:lnTo>
                  <a:lnTo>
                    <a:pt x="7288949" y="469"/>
                  </a:lnTo>
                  <a:lnTo>
                    <a:pt x="7287095" y="2336"/>
                  </a:lnTo>
                  <a:lnTo>
                    <a:pt x="7286625" y="3454"/>
                  </a:lnTo>
                  <a:lnTo>
                    <a:pt x="7286625" y="6083"/>
                  </a:lnTo>
                  <a:lnTo>
                    <a:pt x="7287095" y="7200"/>
                  </a:lnTo>
                  <a:lnTo>
                    <a:pt x="7288949" y="9067"/>
                  </a:lnTo>
                  <a:lnTo>
                    <a:pt x="7290079" y="9525"/>
                  </a:lnTo>
                  <a:lnTo>
                    <a:pt x="7292708" y="9525"/>
                  </a:lnTo>
                  <a:lnTo>
                    <a:pt x="7293826" y="9067"/>
                  </a:lnTo>
                  <a:lnTo>
                    <a:pt x="7295693" y="7200"/>
                  </a:lnTo>
                  <a:lnTo>
                    <a:pt x="7296150" y="6083"/>
                  </a:lnTo>
                  <a:lnTo>
                    <a:pt x="7296150" y="3454"/>
                  </a:lnTo>
                  <a:close/>
                </a:path>
                <a:path w="7486650" h="913130">
                  <a:moveTo>
                    <a:pt x="7343775" y="906970"/>
                  </a:moveTo>
                  <a:lnTo>
                    <a:pt x="7343318" y="905840"/>
                  </a:lnTo>
                  <a:lnTo>
                    <a:pt x="7341451" y="903986"/>
                  </a:lnTo>
                  <a:lnTo>
                    <a:pt x="7340333" y="903516"/>
                  </a:lnTo>
                  <a:lnTo>
                    <a:pt x="7337704" y="903516"/>
                  </a:lnTo>
                  <a:lnTo>
                    <a:pt x="7336574" y="903986"/>
                  </a:lnTo>
                  <a:lnTo>
                    <a:pt x="7334720" y="905840"/>
                  </a:lnTo>
                  <a:lnTo>
                    <a:pt x="7334250" y="906970"/>
                  </a:lnTo>
                  <a:lnTo>
                    <a:pt x="7334250" y="909599"/>
                  </a:lnTo>
                  <a:lnTo>
                    <a:pt x="7334720" y="910717"/>
                  </a:lnTo>
                  <a:lnTo>
                    <a:pt x="7336574" y="912583"/>
                  </a:lnTo>
                  <a:lnTo>
                    <a:pt x="7337704" y="913041"/>
                  </a:lnTo>
                  <a:lnTo>
                    <a:pt x="7340333" y="913041"/>
                  </a:lnTo>
                  <a:lnTo>
                    <a:pt x="7341451" y="912583"/>
                  </a:lnTo>
                  <a:lnTo>
                    <a:pt x="7343318" y="910717"/>
                  </a:lnTo>
                  <a:lnTo>
                    <a:pt x="7343775" y="909599"/>
                  </a:lnTo>
                  <a:lnTo>
                    <a:pt x="7343775" y="906970"/>
                  </a:lnTo>
                  <a:close/>
                </a:path>
                <a:path w="7486650" h="913130">
                  <a:moveTo>
                    <a:pt x="7343775" y="455206"/>
                  </a:moveTo>
                  <a:lnTo>
                    <a:pt x="7343318" y="454088"/>
                  </a:lnTo>
                  <a:lnTo>
                    <a:pt x="7341451" y="452234"/>
                  </a:lnTo>
                  <a:lnTo>
                    <a:pt x="7340333" y="451764"/>
                  </a:lnTo>
                  <a:lnTo>
                    <a:pt x="7337704" y="451764"/>
                  </a:lnTo>
                  <a:lnTo>
                    <a:pt x="7336574" y="452234"/>
                  </a:lnTo>
                  <a:lnTo>
                    <a:pt x="7334720" y="454088"/>
                  </a:lnTo>
                  <a:lnTo>
                    <a:pt x="7334250" y="455206"/>
                  </a:lnTo>
                  <a:lnTo>
                    <a:pt x="7334250" y="457835"/>
                  </a:lnTo>
                  <a:lnTo>
                    <a:pt x="7334720" y="458965"/>
                  </a:lnTo>
                  <a:lnTo>
                    <a:pt x="7336574" y="460819"/>
                  </a:lnTo>
                  <a:lnTo>
                    <a:pt x="7337704" y="461289"/>
                  </a:lnTo>
                  <a:lnTo>
                    <a:pt x="7340333" y="461289"/>
                  </a:lnTo>
                  <a:lnTo>
                    <a:pt x="7341451" y="460819"/>
                  </a:lnTo>
                  <a:lnTo>
                    <a:pt x="7343318" y="458965"/>
                  </a:lnTo>
                  <a:lnTo>
                    <a:pt x="7343775" y="457835"/>
                  </a:lnTo>
                  <a:lnTo>
                    <a:pt x="7343775" y="455206"/>
                  </a:lnTo>
                  <a:close/>
                </a:path>
                <a:path w="7486650" h="913130">
                  <a:moveTo>
                    <a:pt x="7343775" y="3454"/>
                  </a:moveTo>
                  <a:lnTo>
                    <a:pt x="7343318" y="2336"/>
                  </a:lnTo>
                  <a:lnTo>
                    <a:pt x="7341451" y="469"/>
                  </a:lnTo>
                  <a:lnTo>
                    <a:pt x="7340333" y="0"/>
                  </a:lnTo>
                  <a:lnTo>
                    <a:pt x="7337704" y="0"/>
                  </a:lnTo>
                  <a:lnTo>
                    <a:pt x="7336574" y="469"/>
                  </a:lnTo>
                  <a:lnTo>
                    <a:pt x="7334720" y="2336"/>
                  </a:lnTo>
                  <a:lnTo>
                    <a:pt x="7334250" y="3454"/>
                  </a:lnTo>
                  <a:lnTo>
                    <a:pt x="7334250" y="6083"/>
                  </a:lnTo>
                  <a:lnTo>
                    <a:pt x="7334720" y="7200"/>
                  </a:lnTo>
                  <a:lnTo>
                    <a:pt x="7336574" y="9067"/>
                  </a:lnTo>
                  <a:lnTo>
                    <a:pt x="7337704" y="9525"/>
                  </a:lnTo>
                  <a:lnTo>
                    <a:pt x="7340333" y="9525"/>
                  </a:lnTo>
                  <a:lnTo>
                    <a:pt x="7341451" y="9067"/>
                  </a:lnTo>
                  <a:lnTo>
                    <a:pt x="7343318" y="7200"/>
                  </a:lnTo>
                  <a:lnTo>
                    <a:pt x="7343775" y="6083"/>
                  </a:lnTo>
                  <a:lnTo>
                    <a:pt x="7343775" y="3454"/>
                  </a:lnTo>
                  <a:close/>
                </a:path>
                <a:path w="7486650" h="913130">
                  <a:moveTo>
                    <a:pt x="7391400" y="906970"/>
                  </a:moveTo>
                  <a:lnTo>
                    <a:pt x="7390943" y="905840"/>
                  </a:lnTo>
                  <a:lnTo>
                    <a:pt x="7389076" y="903986"/>
                  </a:lnTo>
                  <a:lnTo>
                    <a:pt x="7387958" y="903516"/>
                  </a:lnTo>
                  <a:lnTo>
                    <a:pt x="7385329" y="903516"/>
                  </a:lnTo>
                  <a:lnTo>
                    <a:pt x="7384199" y="903986"/>
                  </a:lnTo>
                  <a:lnTo>
                    <a:pt x="7382345" y="905840"/>
                  </a:lnTo>
                  <a:lnTo>
                    <a:pt x="7381875" y="906970"/>
                  </a:lnTo>
                  <a:lnTo>
                    <a:pt x="7381875" y="909599"/>
                  </a:lnTo>
                  <a:lnTo>
                    <a:pt x="7382345" y="910717"/>
                  </a:lnTo>
                  <a:lnTo>
                    <a:pt x="7384199" y="912583"/>
                  </a:lnTo>
                  <a:lnTo>
                    <a:pt x="7385329" y="913041"/>
                  </a:lnTo>
                  <a:lnTo>
                    <a:pt x="7387958" y="913041"/>
                  </a:lnTo>
                  <a:lnTo>
                    <a:pt x="7389076" y="912583"/>
                  </a:lnTo>
                  <a:lnTo>
                    <a:pt x="7390943" y="910717"/>
                  </a:lnTo>
                  <a:lnTo>
                    <a:pt x="7391400" y="909599"/>
                  </a:lnTo>
                  <a:lnTo>
                    <a:pt x="7391400" y="906970"/>
                  </a:lnTo>
                  <a:close/>
                </a:path>
                <a:path w="7486650" h="913130">
                  <a:moveTo>
                    <a:pt x="7391400" y="455206"/>
                  </a:moveTo>
                  <a:lnTo>
                    <a:pt x="7390943" y="454088"/>
                  </a:lnTo>
                  <a:lnTo>
                    <a:pt x="7389076" y="452234"/>
                  </a:lnTo>
                  <a:lnTo>
                    <a:pt x="7387958" y="451764"/>
                  </a:lnTo>
                  <a:lnTo>
                    <a:pt x="7385329" y="451764"/>
                  </a:lnTo>
                  <a:lnTo>
                    <a:pt x="7384199" y="452234"/>
                  </a:lnTo>
                  <a:lnTo>
                    <a:pt x="7382345" y="454088"/>
                  </a:lnTo>
                  <a:lnTo>
                    <a:pt x="7381875" y="455206"/>
                  </a:lnTo>
                  <a:lnTo>
                    <a:pt x="7381875" y="457835"/>
                  </a:lnTo>
                  <a:lnTo>
                    <a:pt x="7382345" y="458965"/>
                  </a:lnTo>
                  <a:lnTo>
                    <a:pt x="7384199" y="460819"/>
                  </a:lnTo>
                  <a:lnTo>
                    <a:pt x="7385329" y="461289"/>
                  </a:lnTo>
                  <a:lnTo>
                    <a:pt x="7387958" y="461289"/>
                  </a:lnTo>
                  <a:lnTo>
                    <a:pt x="7389076" y="460819"/>
                  </a:lnTo>
                  <a:lnTo>
                    <a:pt x="7390943" y="458965"/>
                  </a:lnTo>
                  <a:lnTo>
                    <a:pt x="7391400" y="457835"/>
                  </a:lnTo>
                  <a:lnTo>
                    <a:pt x="7391400" y="455206"/>
                  </a:lnTo>
                  <a:close/>
                </a:path>
                <a:path w="7486650" h="913130">
                  <a:moveTo>
                    <a:pt x="7391400" y="3454"/>
                  </a:moveTo>
                  <a:lnTo>
                    <a:pt x="7390943" y="2336"/>
                  </a:lnTo>
                  <a:lnTo>
                    <a:pt x="7389076" y="469"/>
                  </a:lnTo>
                  <a:lnTo>
                    <a:pt x="7387958" y="0"/>
                  </a:lnTo>
                  <a:lnTo>
                    <a:pt x="7385329" y="0"/>
                  </a:lnTo>
                  <a:lnTo>
                    <a:pt x="7384199" y="469"/>
                  </a:lnTo>
                  <a:lnTo>
                    <a:pt x="7382345" y="2336"/>
                  </a:lnTo>
                  <a:lnTo>
                    <a:pt x="7381875" y="3454"/>
                  </a:lnTo>
                  <a:lnTo>
                    <a:pt x="7381875" y="6083"/>
                  </a:lnTo>
                  <a:lnTo>
                    <a:pt x="7382345" y="7200"/>
                  </a:lnTo>
                  <a:lnTo>
                    <a:pt x="7384199" y="9067"/>
                  </a:lnTo>
                  <a:lnTo>
                    <a:pt x="7385329" y="9525"/>
                  </a:lnTo>
                  <a:lnTo>
                    <a:pt x="7387958" y="9525"/>
                  </a:lnTo>
                  <a:lnTo>
                    <a:pt x="7389076" y="9067"/>
                  </a:lnTo>
                  <a:lnTo>
                    <a:pt x="7390943" y="7200"/>
                  </a:lnTo>
                  <a:lnTo>
                    <a:pt x="7391400" y="6083"/>
                  </a:lnTo>
                  <a:lnTo>
                    <a:pt x="7391400" y="3454"/>
                  </a:lnTo>
                  <a:close/>
                </a:path>
                <a:path w="7486650" h="913130">
                  <a:moveTo>
                    <a:pt x="7439025" y="906970"/>
                  </a:moveTo>
                  <a:lnTo>
                    <a:pt x="7438568" y="905840"/>
                  </a:lnTo>
                  <a:lnTo>
                    <a:pt x="7436701" y="903986"/>
                  </a:lnTo>
                  <a:lnTo>
                    <a:pt x="7435583" y="903516"/>
                  </a:lnTo>
                  <a:lnTo>
                    <a:pt x="7432954" y="903516"/>
                  </a:lnTo>
                  <a:lnTo>
                    <a:pt x="7431824" y="903986"/>
                  </a:lnTo>
                  <a:lnTo>
                    <a:pt x="7429970" y="905840"/>
                  </a:lnTo>
                  <a:lnTo>
                    <a:pt x="7429500" y="906970"/>
                  </a:lnTo>
                  <a:lnTo>
                    <a:pt x="7429500" y="909599"/>
                  </a:lnTo>
                  <a:lnTo>
                    <a:pt x="7429970" y="910717"/>
                  </a:lnTo>
                  <a:lnTo>
                    <a:pt x="7431824" y="912583"/>
                  </a:lnTo>
                  <a:lnTo>
                    <a:pt x="7432954" y="913041"/>
                  </a:lnTo>
                  <a:lnTo>
                    <a:pt x="7435583" y="913041"/>
                  </a:lnTo>
                  <a:lnTo>
                    <a:pt x="7436701" y="912583"/>
                  </a:lnTo>
                  <a:lnTo>
                    <a:pt x="7438568" y="910717"/>
                  </a:lnTo>
                  <a:lnTo>
                    <a:pt x="7439025" y="909599"/>
                  </a:lnTo>
                  <a:lnTo>
                    <a:pt x="7439025" y="906970"/>
                  </a:lnTo>
                  <a:close/>
                </a:path>
                <a:path w="7486650" h="913130">
                  <a:moveTo>
                    <a:pt x="7439025" y="455206"/>
                  </a:moveTo>
                  <a:lnTo>
                    <a:pt x="7438568" y="454088"/>
                  </a:lnTo>
                  <a:lnTo>
                    <a:pt x="7436701" y="452234"/>
                  </a:lnTo>
                  <a:lnTo>
                    <a:pt x="7435583" y="451764"/>
                  </a:lnTo>
                  <a:lnTo>
                    <a:pt x="7432954" y="451764"/>
                  </a:lnTo>
                  <a:lnTo>
                    <a:pt x="7431824" y="452234"/>
                  </a:lnTo>
                  <a:lnTo>
                    <a:pt x="7429970" y="454088"/>
                  </a:lnTo>
                  <a:lnTo>
                    <a:pt x="7429500" y="455206"/>
                  </a:lnTo>
                  <a:lnTo>
                    <a:pt x="7429500" y="457835"/>
                  </a:lnTo>
                  <a:lnTo>
                    <a:pt x="7429970" y="458965"/>
                  </a:lnTo>
                  <a:lnTo>
                    <a:pt x="7431824" y="460819"/>
                  </a:lnTo>
                  <a:lnTo>
                    <a:pt x="7432954" y="461289"/>
                  </a:lnTo>
                  <a:lnTo>
                    <a:pt x="7435583" y="461289"/>
                  </a:lnTo>
                  <a:lnTo>
                    <a:pt x="7436701" y="460819"/>
                  </a:lnTo>
                  <a:lnTo>
                    <a:pt x="7438568" y="458965"/>
                  </a:lnTo>
                  <a:lnTo>
                    <a:pt x="7439025" y="457835"/>
                  </a:lnTo>
                  <a:lnTo>
                    <a:pt x="7439025" y="455206"/>
                  </a:lnTo>
                  <a:close/>
                </a:path>
                <a:path w="7486650" h="913130">
                  <a:moveTo>
                    <a:pt x="7439025" y="3454"/>
                  </a:moveTo>
                  <a:lnTo>
                    <a:pt x="7438568" y="2336"/>
                  </a:lnTo>
                  <a:lnTo>
                    <a:pt x="7436701" y="469"/>
                  </a:lnTo>
                  <a:lnTo>
                    <a:pt x="7435583" y="0"/>
                  </a:lnTo>
                  <a:lnTo>
                    <a:pt x="7432954" y="0"/>
                  </a:lnTo>
                  <a:lnTo>
                    <a:pt x="7431824" y="469"/>
                  </a:lnTo>
                  <a:lnTo>
                    <a:pt x="7429970" y="2336"/>
                  </a:lnTo>
                  <a:lnTo>
                    <a:pt x="7429500" y="3454"/>
                  </a:lnTo>
                  <a:lnTo>
                    <a:pt x="7429500" y="6083"/>
                  </a:lnTo>
                  <a:lnTo>
                    <a:pt x="7429970" y="7200"/>
                  </a:lnTo>
                  <a:lnTo>
                    <a:pt x="7431824" y="9067"/>
                  </a:lnTo>
                  <a:lnTo>
                    <a:pt x="7432954" y="9525"/>
                  </a:lnTo>
                  <a:lnTo>
                    <a:pt x="7435583" y="9525"/>
                  </a:lnTo>
                  <a:lnTo>
                    <a:pt x="7436701" y="9067"/>
                  </a:lnTo>
                  <a:lnTo>
                    <a:pt x="7438568" y="7200"/>
                  </a:lnTo>
                  <a:lnTo>
                    <a:pt x="7439025" y="6083"/>
                  </a:lnTo>
                  <a:lnTo>
                    <a:pt x="7439025" y="3454"/>
                  </a:lnTo>
                  <a:close/>
                </a:path>
                <a:path w="7486650" h="913130">
                  <a:moveTo>
                    <a:pt x="7486650" y="906970"/>
                  </a:moveTo>
                  <a:lnTo>
                    <a:pt x="7486193" y="905840"/>
                  </a:lnTo>
                  <a:lnTo>
                    <a:pt x="7484326" y="903986"/>
                  </a:lnTo>
                  <a:lnTo>
                    <a:pt x="7483208" y="903516"/>
                  </a:lnTo>
                  <a:lnTo>
                    <a:pt x="7480579" y="903516"/>
                  </a:lnTo>
                  <a:lnTo>
                    <a:pt x="7479462" y="903986"/>
                  </a:lnTo>
                  <a:lnTo>
                    <a:pt x="7477595" y="905840"/>
                  </a:lnTo>
                  <a:lnTo>
                    <a:pt x="7477125" y="906970"/>
                  </a:lnTo>
                  <a:lnTo>
                    <a:pt x="7477125" y="909599"/>
                  </a:lnTo>
                  <a:lnTo>
                    <a:pt x="7477595" y="910717"/>
                  </a:lnTo>
                  <a:lnTo>
                    <a:pt x="7479462" y="912583"/>
                  </a:lnTo>
                  <a:lnTo>
                    <a:pt x="7480579" y="913041"/>
                  </a:lnTo>
                  <a:lnTo>
                    <a:pt x="7483208" y="913041"/>
                  </a:lnTo>
                  <a:lnTo>
                    <a:pt x="7484326" y="912583"/>
                  </a:lnTo>
                  <a:lnTo>
                    <a:pt x="7486193" y="910717"/>
                  </a:lnTo>
                  <a:lnTo>
                    <a:pt x="7486650" y="909599"/>
                  </a:lnTo>
                  <a:lnTo>
                    <a:pt x="7486650" y="906970"/>
                  </a:lnTo>
                  <a:close/>
                </a:path>
                <a:path w="7486650" h="913130">
                  <a:moveTo>
                    <a:pt x="7486650" y="455206"/>
                  </a:moveTo>
                  <a:lnTo>
                    <a:pt x="7486193" y="454088"/>
                  </a:lnTo>
                  <a:lnTo>
                    <a:pt x="7484326" y="452234"/>
                  </a:lnTo>
                  <a:lnTo>
                    <a:pt x="7483208" y="451764"/>
                  </a:lnTo>
                  <a:lnTo>
                    <a:pt x="7480579" y="451764"/>
                  </a:lnTo>
                  <a:lnTo>
                    <a:pt x="7479462" y="452234"/>
                  </a:lnTo>
                  <a:lnTo>
                    <a:pt x="7477595" y="454088"/>
                  </a:lnTo>
                  <a:lnTo>
                    <a:pt x="7477125" y="455206"/>
                  </a:lnTo>
                  <a:lnTo>
                    <a:pt x="7477125" y="457835"/>
                  </a:lnTo>
                  <a:lnTo>
                    <a:pt x="7477595" y="458965"/>
                  </a:lnTo>
                  <a:lnTo>
                    <a:pt x="7479462" y="460819"/>
                  </a:lnTo>
                  <a:lnTo>
                    <a:pt x="7480579" y="461289"/>
                  </a:lnTo>
                  <a:lnTo>
                    <a:pt x="7483208" y="461289"/>
                  </a:lnTo>
                  <a:lnTo>
                    <a:pt x="7484326" y="460819"/>
                  </a:lnTo>
                  <a:lnTo>
                    <a:pt x="7486193" y="458965"/>
                  </a:lnTo>
                  <a:lnTo>
                    <a:pt x="7486650" y="457835"/>
                  </a:lnTo>
                  <a:lnTo>
                    <a:pt x="7486650" y="455206"/>
                  </a:lnTo>
                  <a:close/>
                </a:path>
                <a:path w="7486650" h="913130">
                  <a:moveTo>
                    <a:pt x="7486650" y="3454"/>
                  </a:moveTo>
                  <a:lnTo>
                    <a:pt x="7486193" y="2336"/>
                  </a:lnTo>
                  <a:lnTo>
                    <a:pt x="7484326" y="469"/>
                  </a:lnTo>
                  <a:lnTo>
                    <a:pt x="7483208" y="0"/>
                  </a:lnTo>
                  <a:lnTo>
                    <a:pt x="7480579" y="0"/>
                  </a:lnTo>
                  <a:lnTo>
                    <a:pt x="7479462" y="469"/>
                  </a:lnTo>
                  <a:lnTo>
                    <a:pt x="7477595" y="2336"/>
                  </a:lnTo>
                  <a:lnTo>
                    <a:pt x="7477125" y="3454"/>
                  </a:lnTo>
                  <a:lnTo>
                    <a:pt x="7477125" y="6083"/>
                  </a:lnTo>
                  <a:lnTo>
                    <a:pt x="7477595" y="7200"/>
                  </a:lnTo>
                  <a:lnTo>
                    <a:pt x="7479462" y="9067"/>
                  </a:lnTo>
                  <a:lnTo>
                    <a:pt x="7480579" y="9525"/>
                  </a:lnTo>
                  <a:lnTo>
                    <a:pt x="7483208" y="9525"/>
                  </a:lnTo>
                  <a:lnTo>
                    <a:pt x="7484326" y="9067"/>
                  </a:lnTo>
                  <a:lnTo>
                    <a:pt x="7486193" y="7200"/>
                  </a:lnTo>
                  <a:lnTo>
                    <a:pt x="7486650" y="6083"/>
                  </a:lnTo>
                  <a:lnTo>
                    <a:pt x="7486650" y="3454"/>
                  </a:lnTo>
                  <a:close/>
                </a:path>
              </a:pathLst>
            </a:custGeom>
            <a:solidFill>
              <a:srgbClr val="C7C6C3"/>
            </a:solidFill>
          </p:spPr>
          <p:txBody>
            <a:bodyPr wrap="square" lIns="0" tIns="0" rIns="0" bIns="0" rtlCol="0"/>
            <a:lstStyle/>
            <a:p>
              <a:endParaRPr sz="1266"/>
            </a:p>
          </p:txBody>
        </p:sp>
        <p:sp>
          <p:nvSpPr>
            <p:cNvPr id="228" name="object 8">
              <a:extLst>
                <a:ext uri="{FF2B5EF4-FFF2-40B4-BE49-F238E27FC236}">
                  <a16:creationId xmlns:a16="http://schemas.microsoft.com/office/drawing/2014/main" id="{95919272-B6EE-D0E1-056A-58624E724DC7}"/>
                </a:ext>
              </a:extLst>
            </p:cNvPr>
            <p:cNvSpPr txBox="1"/>
            <p:nvPr/>
          </p:nvSpPr>
          <p:spPr>
            <a:xfrm>
              <a:off x="760404" y="1405539"/>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GH₵170K</a:t>
              </a:r>
              <a:endParaRPr sz="633">
                <a:latin typeface="Segoe UI"/>
                <a:cs typeface="Segoe UI"/>
              </a:endParaRPr>
            </a:p>
          </p:txBody>
        </p:sp>
        <p:sp>
          <p:nvSpPr>
            <p:cNvPr id="229" name="object 9">
              <a:extLst>
                <a:ext uri="{FF2B5EF4-FFF2-40B4-BE49-F238E27FC236}">
                  <a16:creationId xmlns:a16="http://schemas.microsoft.com/office/drawing/2014/main" id="{4FCFEF4D-7305-B6DA-5D21-1F0F017AD94D}"/>
                </a:ext>
              </a:extLst>
            </p:cNvPr>
            <p:cNvSpPr txBox="1"/>
            <p:nvPr/>
          </p:nvSpPr>
          <p:spPr>
            <a:xfrm>
              <a:off x="760404" y="1087897"/>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GH₵180K</a:t>
              </a:r>
              <a:endParaRPr sz="633">
                <a:latin typeface="Segoe UI"/>
                <a:cs typeface="Segoe UI"/>
              </a:endParaRPr>
            </a:p>
          </p:txBody>
        </p:sp>
        <p:sp>
          <p:nvSpPr>
            <p:cNvPr id="230" name="object 10">
              <a:extLst>
                <a:ext uri="{FF2B5EF4-FFF2-40B4-BE49-F238E27FC236}">
                  <a16:creationId xmlns:a16="http://schemas.microsoft.com/office/drawing/2014/main" id="{06E4143E-B8B7-FC81-1FCB-78CC1B111D9F}"/>
                </a:ext>
              </a:extLst>
            </p:cNvPr>
            <p:cNvSpPr txBox="1"/>
            <p:nvPr/>
          </p:nvSpPr>
          <p:spPr>
            <a:xfrm>
              <a:off x="611683" y="524264"/>
              <a:ext cx="2178844" cy="354950"/>
            </a:xfrm>
            <a:prstGeom prst="rect">
              <a:avLst/>
            </a:prstGeom>
          </p:spPr>
          <p:txBody>
            <a:bodyPr vert="horz" wrap="square" lIns="0" tIns="66973" rIns="0" bIns="0" rtlCol="0">
              <a:spAutoFit/>
            </a:bodyPr>
            <a:lstStyle/>
            <a:p>
              <a:pPr marL="8929">
                <a:spcBef>
                  <a:spcPts val="527"/>
                </a:spcBef>
              </a:pPr>
              <a:r>
                <a:rPr sz="984" spc="-25" dirty="0">
                  <a:solidFill>
                    <a:srgbClr val="252423"/>
                  </a:solidFill>
                  <a:latin typeface="Trebuchet MS"/>
                  <a:cs typeface="Trebuchet MS"/>
                </a:rPr>
                <a:t>Sum</a:t>
              </a:r>
              <a:r>
                <a:rPr sz="984" spc="-49" dirty="0">
                  <a:solidFill>
                    <a:srgbClr val="252423"/>
                  </a:solidFill>
                  <a:latin typeface="Trebuchet MS"/>
                  <a:cs typeface="Trebuchet MS"/>
                </a:rPr>
                <a:t> </a:t>
              </a:r>
              <a:r>
                <a:rPr sz="984" spc="-74" dirty="0">
                  <a:solidFill>
                    <a:srgbClr val="252423"/>
                  </a:solidFill>
                  <a:latin typeface="Trebuchet MS"/>
                  <a:cs typeface="Trebuchet MS"/>
                </a:rPr>
                <a:t>of</a:t>
              </a:r>
              <a:r>
                <a:rPr sz="984" spc="-46" dirty="0">
                  <a:solidFill>
                    <a:srgbClr val="252423"/>
                  </a:solidFill>
                  <a:latin typeface="Trebuchet MS"/>
                  <a:cs typeface="Trebuchet MS"/>
                </a:rPr>
                <a:t> </a:t>
              </a:r>
              <a:r>
                <a:rPr sz="984" spc="-60" dirty="0">
                  <a:solidFill>
                    <a:srgbClr val="252423"/>
                  </a:solidFill>
                  <a:latin typeface="Trebuchet MS"/>
                  <a:cs typeface="Trebuchet MS"/>
                </a:rPr>
                <a:t>Total_Sales_GHS</a:t>
              </a:r>
              <a:r>
                <a:rPr sz="984" spc="-46" dirty="0">
                  <a:solidFill>
                    <a:srgbClr val="252423"/>
                  </a:solidFill>
                  <a:latin typeface="Trebuchet MS"/>
                  <a:cs typeface="Trebuchet MS"/>
                </a:rPr>
                <a:t> </a:t>
              </a:r>
              <a:r>
                <a:rPr sz="984" spc="-53" dirty="0">
                  <a:solidFill>
                    <a:srgbClr val="252423"/>
                  </a:solidFill>
                  <a:latin typeface="Trebuchet MS"/>
                  <a:cs typeface="Trebuchet MS"/>
                </a:rPr>
                <a:t>by</a:t>
              </a:r>
              <a:r>
                <a:rPr sz="984" spc="-46" dirty="0">
                  <a:solidFill>
                    <a:srgbClr val="252423"/>
                  </a:solidFill>
                  <a:latin typeface="Trebuchet MS"/>
                  <a:cs typeface="Trebuchet MS"/>
                </a:rPr>
                <a:t> </a:t>
              </a:r>
              <a:r>
                <a:rPr sz="984" spc="-74" dirty="0">
                  <a:solidFill>
                    <a:srgbClr val="252423"/>
                  </a:solidFill>
                  <a:latin typeface="Trebuchet MS"/>
                  <a:cs typeface="Trebuchet MS"/>
                </a:rPr>
                <a:t>Year</a:t>
              </a:r>
              <a:r>
                <a:rPr sz="984" spc="-46" dirty="0">
                  <a:solidFill>
                    <a:srgbClr val="252423"/>
                  </a:solidFill>
                  <a:latin typeface="Trebuchet MS"/>
                  <a:cs typeface="Trebuchet MS"/>
                </a:rPr>
                <a:t> </a:t>
              </a:r>
              <a:r>
                <a:rPr sz="984" spc="-63" dirty="0">
                  <a:solidFill>
                    <a:srgbClr val="252423"/>
                  </a:solidFill>
                  <a:latin typeface="Trebuchet MS"/>
                  <a:cs typeface="Trebuchet MS"/>
                </a:rPr>
                <a:t>and</a:t>
              </a:r>
              <a:r>
                <a:rPr sz="984" spc="-46" dirty="0">
                  <a:solidFill>
                    <a:srgbClr val="252423"/>
                  </a:solidFill>
                  <a:latin typeface="Trebuchet MS"/>
                  <a:cs typeface="Trebuchet MS"/>
                </a:rPr>
                <a:t> </a:t>
              </a:r>
              <a:r>
                <a:rPr sz="984" spc="-28" dirty="0">
                  <a:solidFill>
                    <a:srgbClr val="252423"/>
                  </a:solidFill>
                  <a:latin typeface="Trebuchet MS"/>
                  <a:cs typeface="Trebuchet MS"/>
                </a:rPr>
                <a:t>Month</a:t>
              </a:r>
              <a:endParaRPr sz="984" dirty="0">
                <a:latin typeface="Trebuchet MS"/>
                <a:cs typeface="Trebuchet MS"/>
              </a:endParaRPr>
            </a:p>
            <a:p>
              <a:pPr marL="157603">
                <a:spcBef>
                  <a:spcPts val="299"/>
                </a:spcBef>
              </a:pPr>
              <a:r>
                <a:rPr sz="633" spc="-7" dirty="0">
                  <a:solidFill>
                    <a:srgbClr val="605D5C"/>
                  </a:solidFill>
                  <a:latin typeface="Segoe UI"/>
                  <a:cs typeface="Segoe UI"/>
                </a:rPr>
                <a:t>GH₵190K</a:t>
              </a:r>
              <a:endParaRPr sz="633" dirty="0">
                <a:latin typeface="Segoe UI"/>
                <a:cs typeface="Segoe UI"/>
              </a:endParaRPr>
            </a:p>
          </p:txBody>
        </p:sp>
        <p:sp>
          <p:nvSpPr>
            <p:cNvPr id="231" name="object 11">
              <a:extLst>
                <a:ext uri="{FF2B5EF4-FFF2-40B4-BE49-F238E27FC236}">
                  <a16:creationId xmlns:a16="http://schemas.microsoft.com/office/drawing/2014/main" id="{DC9A11D4-B0A9-2679-B46E-0457535D0AA0}"/>
                </a:ext>
              </a:extLst>
            </p:cNvPr>
            <p:cNvSpPr txBox="1"/>
            <p:nvPr/>
          </p:nvSpPr>
          <p:spPr>
            <a:xfrm>
              <a:off x="3707306" y="3176248"/>
              <a:ext cx="208062" cy="138925"/>
            </a:xfrm>
            <a:prstGeom prst="rect">
              <a:avLst/>
            </a:prstGeom>
          </p:spPr>
          <p:txBody>
            <a:bodyPr vert="horz" wrap="square" lIns="0" tIns="8930" rIns="0" bIns="0" rtlCol="0">
              <a:spAutoFit/>
            </a:bodyPr>
            <a:lstStyle/>
            <a:p>
              <a:pPr marL="8929">
                <a:spcBef>
                  <a:spcPts val="70"/>
                </a:spcBef>
              </a:pPr>
              <a:r>
                <a:rPr sz="844" spc="-49" dirty="0">
                  <a:solidFill>
                    <a:srgbClr val="252423"/>
                  </a:solidFill>
                  <a:latin typeface="Trebuchet MS"/>
                  <a:cs typeface="Trebuchet MS"/>
                </a:rPr>
                <a:t>Year</a:t>
              </a:r>
              <a:endParaRPr sz="844">
                <a:latin typeface="Trebuchet MS"/>
                <a:cs typeface="Trebuchet MS"/>
              </a:endParaRPr>
            </a:p>
          </p:txBody>
        </p:sp>
        <p:sp>
          <p:nvSpPr>
            <p:cNvPr id="232" name="object 12">
              <a:extLst>
                <a:ext uri="{FF2B5EF4-FFF2-40B4-BE49-F238E27FC236}">
                  <a16:creationId xmlns:a16="http://schemas.microsoft.com/office/drawing/2014/main" id="{5ABA92D1-818D-5B02-B291-8DAD15E6420B}"/>
                </a:ext>
              </a:extLst>
            </p:cNvPr>
            <p:cNvSpPr txBox="1"/>
            <p:nvPr/>
          </p:nvSpPr>
          <p:spPr>
            <a:xfrm>
              <a:off x="615269" y="1413559"/>
              <a:ext cx="115416" cy="1057275"/>
            </a:xfrm>
            <a:prstGeom prst="rect">
              <a:avLst/>
            </a:prstGeom>
          </p:spPr>
          <p:txBody>
            <a:bodyPr vert="vert270" wrap="square" lIns="0" tIns="0" rIns="0" bIns="0" rtlCol="0">
              <a:spAutoFit/>
            </a:bodyPr>
            <a:lstStyle/>
            <a:p>
              <a:pPr marL="8929">
                <a:lnSpc>
                  <a:spcPts val="896"/>
                </a:lnSpc>
              </a:pPr>
              <a:r>
                <a:rPr sz="844" spc="-21" dirty="0">
                  <a:solidFill>
                    <a:srgbClr val="252423"/>
                  </a:solidFill>
                  <a:latin typeface="Trebuchet MS"/>
                  <a:cs typeface="Trebuchet MS"/>
                </a:rPr>
                <a:t>Sum</a:t>
              </a:r>
              <a:r>
                <a:rPr sz="844" spc="-53" dirty="0">
                  <a:solidFill>
                    <a:srgbClr val="252423"/>
                  </a:solidFill>
                  <a:latin typeface="Trebuchet MS"/>
                  <a:cs typeface="Trebuchet MS"/>
                </a:rPr>
                <a:t> </a:t>
              </a:r>
              <a:r>
                <a:rPr sz="844" spc="-67" dirty="0">
                  <a:solidFill>
                    <a:srgbClr val="252423"/>
                  </a:solidFill>
                  <a:latin typeface="Trebuchet MS"/>
                  <a:cs typeface="Trebuchet MS"/>
                </a:rPr>
                <a:t>of</a:t>
              </a:r>
              <a:r>
                <a:rPr sz="844" spc="-49" dirty="0">
                  <a:solidFill>
                    <a:srgbClr val="252423"/>
                  </a:solidFill>
                  <a:latin typeface="Trebuchet MS"/>
                  <a:cs typeface="Trebuchet MS"/>
                </a:rPr>
                <a:t> </a:t>
              </a:r>
              <a:r>
                <a:rPr sz="844" spc="-46" dirty="0">
                  <a:solidFill>
                    <a:srgbClr val="252423"/>
                  </a:solidFill>
                  <a:latin typeface="Trebuchet MS"/>
                  <a:cs typeface="Trebuchet MS"/>
                </a:rPr>
                <a:t>Total_Sales_GHS</a:t>
              </a:r>
              <a:endParaRPr sz="844">
                <a:latin typeface="Trebuchet MS"/>
                <a:cs typeface="Trebuchet MS"/>
              </a:endParaRPr>
            </a:p>
          </p:txBody>
        </p:sp>
        <p:sp>
          <p:nvSpPr>
            <p:cNvPr id="233" name="object 13">
              <a:extLst>
                <a:ext uri="{FF2B5EF4-FFF2-40B4-BE49-F238E27FC236}">
                  <a16:creationId xmlns:a16="http://schemas.microsoft.com/office/drawing/2014/main" id="{9BDB7873-DA6B-BFEB-CBF4-9DC63F6C9958}"/>
                </a:ext>
              </a:extLst>
            </p:cNvPr>
            <p:cNvSpPr/>
            <p:nvPr/>
          </p:nvSpPr>
          <p:spPr>
            <a:xfrm>
              <a:off x="1235422"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34" name="object 14">
              <a:extLst>
                <a:ext uri="{FF2B5EF4-FFF2-40B4-BE49-F238E27FC236}">
                  <a16:creationId xmlns:a16="http://schemas.microsoft.com/office/drawing/2014/main" id="{8A7A33A7-A208-09AA-BBCC-A1805282F8A7}"/>
                </a:ext>
              </a:extLst>
            </p:cNvPr>
            <p:cNvSpPr txBox="1"/>
            <p:nvPr/>
          </p:nvSpPr>
          <p:spPr>
            <a:xfrm>
              <a:off x="760405" y="2993747"/>
              <a:ext cx="631775" cy="188554"/>
            </a:xfrm>
            <a:prstGeom prst="rect">
              <a:avLst/>
            </a:prstGeom>
          </p:spPr>
          <p:txBody>
            <a:bodyPr vert="horz" wrap="square" lIns="0" tIns="8930" rIns="0" bIns="0" rtlCol="0">
              <a:spAutoFit/>
            </a:bodyPr>
            <a:lstStyle/>
            <a:p>
              <a:pPr marL="8929">
                <a:lnSpc>
                  <a:spcPts val="686"/>
                </a:lnSpc>
                <a:spcBef>
                  <a:spcPts val="70"/>
                </a:spcBef>
              </a:pPr>
              <a:r>
                <a:rPr sz="633" spc="-7" dirty="0">
                  <a:solidFill>
                    <a:srgbClr val="605D5C"/>
                  </a:solidFill>
                  <a:latin typeface="Segoe UI"/>
                  <a:cs typeface="Segoe UI"/>
                </a:rPr>
                <a:t>GH₵120K</a:t>
              </a:r>
              <a:endParaRPr sz="633">
                <a:latin typeface="Segoe UI"/>
                <a:cs typeface="Segoe UI"/>
              </a:endParaRPr>
            </a:p>
            <a:p>
              <a:pPr marL="333512">
                <a:lnSpc>
                  <a:spcPts val="686"/>
                </a:lnSpc>
              </a:pPr>
              <a:r>
                <a:rPr sz="633" dirty="0">
                  <a:solidFill>
                    <a:srgbClr val="605D5C"/>
                  </a:solidFill>
                  <a:latin typeface="Segoe UI"/>
                  <a:cs typeface="Segoe UI"/>
                </a:rPr>
                <a:t>Jul</a:t>
              </a:r>
              <a:r>
                <a:rPr sz="633" spc="-11" dirty="0">
                  <a:solidFill>
                    <a:srgbClr val="605D5C"/>
                  </a:solidFill>
                  <a:latin typeface="Segoe UI"/>
                  <a:cs typeface="Segoe UI"/>
                </a:rPr>
                <a:t> </a:t>
              </a:r>
              <a:r>
                <a:rPr sz="633" spc="-14" dirty="0">
                  <a:solidFill>
                    <a:srgbClr val="605D5C"/>
                  </a:solidFill>
                  <a:latin typeface="Segoe UI"/>
                  <a:cs typeface="Segoe UI"/>
                </a:rPr>
                <a:t>2024</a:t>
              </a:r>
              <a:endParaRPr sz="633">
                <a:latin typeface="Segoe UI"/>
                <a:cs typeface="Segoe UI"/>
              </a:endParaRPr>
            </a:p>
          </p:txBody>
        </p:sp>
        <p:sp>
          <p:nvSpPr>
            <p:cNvPr id="235" name="object 15">
              <a:extLst>
                <a:ext uri="{FF2B5EF4-FFF2-40B4-BE49-F238E27FC236}">
                  <a16:creationId xmlns:a16="http://schemas.microsoft.com/office/drawing/2014/main" id="{6645072D-13EF-8B59-3885-FE4DC3C15A44}"/>
                </a:ext>
              </a:extLst>
            </p:cNvPr>
            <p:cNvSpPr/>
            <p:nvPr/>
          </p:nvSpPr>
          <p:spPr>
            <a:xfrm>
              <a:off x="1978202"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36" name="object 16">
              <a:extLst>
                <a:ext uri="{FF2B5EF4-FFF2-40B4-BE49-F238E27FC236}">
                  <a16:creationId xmlns:a16="http://schemas.microsoft.com/office/drawing/2014/main" id="{14605E6B-E9CA-E7E8-C7EC-D7CC4614B944}"/>
                </a:ext>
              </a:extLst>
            </p:cNvPr>
            <p:cNvSpPr txBox="1"/>
            <p:nvPr/>
          </p:nvSpPr>
          <p:spPr>
            <a:xfrm>
              <a:off x="1802678" y="3071813"/>
              <a:ext cx="358080"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Aug </a:t>
              </a:r>
              <a:r>
                <a:rPr sz="633" spc="-14" dirty="0">
                  <a:solidFill>
                    <a:srgbClr val="605D5C"/>
                  </a:solidFill>
                  <a:latin typeface="Segoe UI"/>
                  <a:cs typeface="Segoe UI"/>
                </a:rPr>
                <a:t>2024</a:t>
              </a:r>
              <a:endParaRPr sz="633">
                <a:latin typeface="Segoe UI"/>
                <a:cs typeface="Segoe UI"/>
              </a:endParaRPr>
            </a:p>
          </p:txBody>
        </p:sp>
        <p:sp>
          <p:nvSpPr>
            <p:cNvPr id="237" name="object 17">
              <a:extLst>
                <a:ext uri="{FF2B5EF4-FFF2-40B4-BE49-F238E27FC236}">
                  <a16:creationId xmlns:a16="http://schemas.microsoft.com/office/drawing/2014/main" id="{34CC0EF7-2D2E-AE58-FA51-863C9D112625}"/>
                </a:ext>
              </a:extLst>
            </p:cNvPr>
            <p:cNvSpPr/>
            <p:nvPr/>
          </p:nvSpPr>
          <p:spPr>
            <a:xfrm>
              <a:off x="2720982"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38" name="object 18">
              <a:extLst>
                <a:ext uri="{FF2B5EF4-FFF2-40B4-BE49-F238E27FC236}">
                  <a16:creationId xmlns:a16="http://schemas.microsoft.com/office/drawing/2014/main" id="{7FD3A652-2403-586F-EAFA-FC81EF7D965A}"/>
                </a:ext>
              </a:extLst>
            </p:cNvPr>
            <p:cNvSpPr txBox="1"/>
            <p:nvPr/>
          </p:nvSpPr>
          <p:spPr>
            <a:xfrm>
              <a:off x="2551736" y="3071813"/>
              <a:ext cx="345132"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Sep </a:t>
              </a:r>
              <a:r>
                <a:rPr sz="633" spc="-14" dirty="0">
                  <a:solidFill>
                    <a:srgbClr val="605D5C"/>
                  </a:solidFill>
                  <a:latin typeface="Segoe UI"/>
                  <a:cs typeface="Segoe UI"/>
                </a:rPr>
                <a:t>2024</a:t>
              </a:r>
              <a:endParaRPr sz="633">
                <a:latin typeface="Segoe UI"/>
                <a:cs typeface="Segoe UI"/>
              </a:endParaRPr>
            </a:p>
          </p:txBody>
        </p:sp>
        <p:sp>
          <p:nvSpPr>
            <p:cNvPr id="239" name="object 19">
              <a:extLst>
                <a:ext uri="{FF2B5EF4-FFF2-40B4-BE49-F238E27FC236}">
                  <a16:creationId xmlns:a16="http://schemas.microsoft.com/office/drawing/2014/main" id="{127E0EF3-1170-2595-B3F5-FD1D29C173C5}"/>
                </a:ext>
              </a:extLst>
            </p:cNvPr>
            <p:cNvSpPr/>
            <p:nvPr/>
          </p:nvSpPr>
          <p:spPr>
            <a:xfrm>
              <a:off x="3439801"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40" name="object 20">
              <a:extLst>
                <a:ext uri="{FF2B5EF4-FFF2-40B4-BE49-F238E27FC236}">
                  <a16:creationId xmlns:a16="http://schemas.microsoft.com/office/drawing/2014/main" id="{168A51D4-D9AD-BD72-E6C0-3F3124A804F0}"/>
                </a:ext>
              </a:extLst>
            </p:cNvPr>
            <p:cNvSpPr txBox="1"/>
            <p:nvPr/>
          </p:nvSpPr>
          <p:spPr>
            <a:xfrm>
              <a:off x="3274113" y="3071813"/>
              <a:ext cx="338435"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Oct </a:t>
              </a:r>
              <a:r>
                <a:rPr sz="633" spc="-14" dirty="0">
                  <a:solidFill>
                    <a:srgbClr val="605D5C"/>
                  </a:solidFill>
                  <a:latin typeface="Segoe UI"/>
                  <a:cs typeface="Segoe UI"/>
                </a:rPr>
                <a:t>2024</a:t>
              </a:r>
              <a:endParaRPr sz="633">
                <a:latin typeface="Segoe UI"/>
                <a:cs typeface="Segoe UI"/>
              </a:endParaRPr>
            </a:p>
          </p:txBody>
        </p:sp>
        <p:sp>
          <p:nvSpPr>
            <p:cNvPr id="241" name="object 21">
              <a:extLst>
                <a:ext uri="{FF2B5EF4-FFF2-40B4-BE49-F238E27FC236}">
                  <a16:creationId xmlns:a16="http://schemas.microsoft.com/office/drawing/2014/main" id="{CEE3B621-8189-4EB1-1197-26B8852DF612}"/>
                </a:ext>
              </a:extLst>
            </p:cNvPr>
            <p:cNvSpPr/>
            <p:nvPr/>
          </p:nvSpPr>
          <p:spPr>
            <a:xfrm>
              <a:off x="4182580"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42" name="object 22">
              <a:extLst>
                <a:ext uri="{FF2B5EF4-FFF2-40B4-BE49-F238E27FC236}">
                  <a16:creationId xmlns:a16="http://schemas.microsoft.com/office/drawing/2014/main" id="{5FB18518-5A39-4943-088B-B80E4032E551}"/>
                </a:ext>
              </a:extLst>
            </p:cNvPr>
            <p:cNvSpPr txBox="1"/>
            <p:nvPr/>
          </p:nvSpPr>
          <p:spPr>
            <a:xfrm>
              <a:off x="4006533" y="3071813"/>
              <a:ext cx="358973"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Nov </a:t>
              </a:r>
              <a:r>
                <a:rPr sz="633" spc="-14" dirty="0">
                  <a:solidFill>
                    <a:srgbClr val="605D5C"/>
                  </a:solidFill>
                  <a:latin typeface="Segoe UI"/>
                  <a:cs typeface="Segoe UI"/>
                </a:rPr>
                <a:t>2024</a:t>
              </a:r>
              <a:endParaRPr sz="633">
                <a:latin typeface="Segoe UI"/>
                <a:cs typeface="Segoe UI"/>
              </a:endParaRPr>
            </a:p>
          </p:txBody>
        </p:sp>
        <p:sp>
          <p:nvSpPr>
            <p:cNvPr id="243" name="object 23">
              <a:extLst>
                <a:ext uri="{FF2B5EF4-FFF2-40B4-BE49-F238E27FC236}">
                  <a16:creationId xmlns:a16="http://schemas.microsoft.com/office/drawing/2014/main" id="{4BD28A19-FB78-596B-5EA9-7FE32EE9F136}"/>
                </a:ext>
              </a:extLst>
            </p:cNvPr>
            <p:cNvSpPr/>
            <p:nvPr/>
          </p:nvSpPr>
          <p:spPr>
            <a:xfrm>
              <a:off x="4901399"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44" name="object 24">
              <a:extLst>
                <a:ext uri="{FF2B5EF4-FFF2-40B4-BE49-F238E27FC236}">
                  <a16:creationId xmlns:a16="http://schemas.microsoft.com/office/drawing/2014/main" id="{132291C7-980C-AEFF-0524-5E7145259D89}"/>
                </a:ext>
              </a:extLst>
            </p:cNvPr>
            <p:cNvSpPr txBox="1"/>
            <p:nvPr/>
          </p:nvSpPr>
          <p:spPr>
            <a:xfrm>
              <a:off x="4730374" y="3071813"/>
              <a:ext cx="348704"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Dec </a:t>
              </a:r>
              <a:r>
                <a:rPr sz="633" spc="-14" dirty="0">
                  <a:solidFill>
                    <a:srgbClr val="605D5C"/>
                  </a:solidFill>
                  <a:latin typeface="Segoe UI"/>
                  <a:cs typeface="Segoe UI"/>
                </a:rPr>
                <a:t>2024</a:t>
              </a:r>
              <a:endParaRPr sz="633">
                <a:latin typeface="Segoe UI"/>
                <a:cs typeface="Segoe UI"/>
              </a:endParaRPr>
            </a:p>
          </p:txBody>
        </p:sp>
        <p:sp>
          <p:nvSpPr>
            <p:cNvPr id="245" name="object 25">
              <a:extLst>
                <a:ext uri="{FF2B5EF4-FFF2-40B4-BE49-F238E27FC236}">
                  <a16:creationId xmlns:a16="http://schemas.microsoft.com/office/drawing/2014/main" id="{48738FB3-9A95-019D-DE10-9C0DDEDAE7E3}"/>
                </a:ext>
              </a:extLst>
            </p:cNvPr>
            <p:cNvSpPr/>
            <p:nvPr/>
          </p:nvSpPr>
          <p:spPr>
            <a:xfrm>
              <a:off x="5644179"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46" name="object 26">
              <a:extLst>
                <a:ext uri="{FF2B5EF4-FFF2-40B4-BE49-F238E27FC236}">
                  <a16:creationId xmlns:a16="http://schemas.microsoft.com/office/drawing/2014/main" id="{37E8C216-524B-381A-C683-E150B4954B68}"/>
                </a:ext>
              </a:extLst>
            </p:cNvPr>
            <p:cNvSpPr txBox="1"/>
            <p:nvPr/>
          </p:nvSpPr>
          <p:spPr>
            <a:xfrm>
              <a:off x="5483410" y="3071813"/>
              <a:ext cx="328612"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Jan</a:t>
              </a:r>
              <a:r>
                <a:rPr sz="633" spc="-11" dirty="0">
                  <a:solidFill>
                    <a:srgbClr val="605D5C"/>
                  </a:solidFill>
                  <a:latin typeface="Segoe UI"/>
                  <a:cs typeface="Segoe UI"/>
                </a:rPr>
                <a:t> </a:t>
              </a:r>
              <a:r>
                <a:rPr sz="633" spc="-14" dirty="0">
                  <a:solidFill>
                    <a:srgbClr val="605D5C"/>
                  </a:solidFill>
                  <a:latin typeface="Segoe UI"/>
                  <a:cs typeface="Segoe UI"/>
                </a:rPr>
                <a:t>2025</a:t>
              </a:r>
              <a:endParaRPr sz="633">
                <a:latin typeface="Segoe UI"/>
                <a:cs typeface="Segoe UI"/>
              </a:endParaRPr>
            </a:p>
          </p:txBody>
        </p:sp>
        <p:sp>
          <p:nvSpPr>
            <p:cNvPr id="247" name="object 27">
              <a:extLst>
                <a:ext uri="{FF2B5EF4-FFF2-40B4-BE49-F238E27FC236}">
                  <a16:creationId xmlns:a16="http://schemas.microsoft.com/office/drawing/2014/main" id="{FCE6572A-D089-7A38-1E66-FD61F5125758}"/>
                </a:ext>
              </a:extLst>
            </p:cNvPr>
            <p:cNvSpPr/>
            <p:nvPr/>
          </p:nvSpPr>
          <p:spPr>
            <a:xfrm>
              <a:off x="6386959" y="847204"/>
              <a:ext cx="6697" cy="2216795"/>
            </a:xfrm>
            <a:custGeom>
              <a:avLst/>
              <a:gdLst/>
              <a:ahLst/>
              <a:cxnLst/>
              <a:rect l="l" t="t" r="r" b="b"/>
              <a:pathLst>
                <a:path w="9525" h="3152775">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152775">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152775">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152775">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152775">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152775">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152775">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152775">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152775">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152775">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152775">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3152775">
                  <a:moveTo>
                    <a:pt x="6077" y="2628899"/>
                  </a:moveTo>
                  <a:lnTo>
                    <a:pt x="3447" y="2628899"/>
                  </a:lnTo>
                  <a:lnTo>
                    <a:pt x="2324" y="2628434"/>
                  </a:lnTo>
                  <a:lnTo>
                    <a:pt x="464" y="2626574"/>
                  </a:lnTo>
                  <a:lnTo>
                    <a:pt x="0" y="2625452"/>
                  </a:lnTo>
                  <a:lnTo>
                    <a:pt x="0" y="2622821"/>
                  </a:lnTo>
                  <a:lnTo>
                    <a:pt x="464" y="2621699"/>
                  </a:lnTo>
                  <a:lnTo>
                    <a:pt x="2324" y="2619839"/>
                  </a:lnTo>
                  <a:lnTo>
                    <a:pt x="3447" y="2619374"/>
                  </a:lnTo>
                  <a:lnTo>
                    <a:pt x="6077" y="2619374"/>
                  </a:lnTo>
                  <a:lnTo>
                    <a:pt x="7200" y="2619839"/>
                  </a:lnTo>
                  <a:lnTo>
                    <a:pt x="9060" y="2621699"/>
                  </a:lnTo>
                  <a:lnTo>
                    <a:pt x="9524" y="2622821"/>
                  </a:lnTo>
                  <a:lnTo>
                    <a:pt x="9524" y="2625452"/>
                  </a:lnTo>
                  <a:lnTo>
                    <a:pt x="9060" y="2626574"/>
                  </a:lnTo>
                  <a:lnTo>
                    <a:pt x="7200" y="2628434"/>
                  </a:lnTo>
                  <a:lnTo>
                    <a:pt x="6077" y="2628899"/>
                  </a:lnTo>
                  <a:close/>
                </a:path>
                <a:path w="9525" h="3152775">
                  <a:moveTo>
                    <a:pt x="6077" y="2581274"/>
                  </a:moveTo>
                  <a:lnTo>
                    <a:pt x="3447" y="2581274"/>
                  </a:lnTo>
                  <a:lnTo>
                    <a:pt x="2324" y="2580809"/>
                  </a:lnTo>
                  <a:lnTo>
                    <a:pt x="464" y="2578949"/>
                  </a:lnTo>
                  <a:lnTo>
                    <a:pt x="0" y="2577827"/>
                  </a:lnTo>
                  <a:lnTo>
                    <a:pt x="0" y="2575196"/>
                  </a:lnTo>
                  <a:lnTo>
                    <a:pt x="464" y="2574074"/>
                  </a:lnTo>
                  <a:lnTo>
                    <a:pt x="2324" y="2572214"/>
                  </a:lnTo>
                  <a:lnTo>
                    <a:pt x="3447" y="2571749"/>
                  </a:lnTo>
                  <a:lnTo>
                    <a:pt x="6077" y="2571749"/>
                  </a:lnTo>
                  <a:lnTo>
                    <a:pt x="7200" y="2572214"/>
                  </a:lnTo>
                  <a:lnTo>
                    <a:pt x="9060" y="2574074"/>
                  </a:lnTo>
                  <a:lnTo>
                    <a:pt x="9524" y="2575196"/>
                  </a:lnTo>
                  <a:lnTo>
                    <a:pt x="9524" y="2577827"/>
                  </a:lnTo>
                  <a:lnTo>
                    <a:pt x="9060" y="2578949"/>
                  </a:lnTo>
                  <a:lnTo>
                    <a:pt x="7200" y="2580809"/>
                  </a:lnTo>
                  <a:lnTo>
                    <a:pt x="6077" y="2581274"/>
                  </a:lnTo>
                  <a:close/>
                </a:path>
                <a:path w="9525" h="3152775">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152775">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152775">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152775">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152775">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3152775">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152775">
                  <a:moveTo>
                    <a:pt x="6077" y="2247899"/>
                  </a:moveTo>
                  <a:lnTo>
                    <a:pt x="3447" y="2247899"/>
                  </a:lnTo>
                  <a:lnTo>
                    <a:pt x="2324" y="2247434"/>
                  </a:lnTo>
                  <a:lnTo>
                    <a:pt x="464" y="2245574"/>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4"/>
                  </a:lnTo>
                  <a:lnTo>
                    <a:pt x="7200" y="2247434"/>
                  </a:lnTo>
                  <a:lnTo>
                    <a:pt x="6077" y="2247899"/>
                  </a:lnTo>
                  <a:close/>
                </a:path>
                <a:path w="9525" h="3152775">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152775">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152775">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152775">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152775">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3152775">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152775">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152775">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3152775">
                  <a:moveTo>
                    <a:pt x="6077" y="1819274"/>
                  </a:moveTo>
                  <a:lnTo>
                    <a:pt x="3447" y="1819274"/>
                  </a:lnTo>
                  <a:lnTo>
                    <a:pt x="2324" y="1818809"/>
                  </a:lnTo>
                  <a:lnTo>
                    <a:pt x="464" y="1816949"/>
                  </a:lnTo>
                  <a:lnTo>
                    <a:pt x="0" y="1815827"/>
                  </a:lnTo>
                  <a:lnTo>
                    <a:pt x="0" y="1813196"/>
                  </a:lnTo>
                  <a:lnTo>
                    <a:pt x="464" y="1812074"/>
                  </a:lnTo>
                  <a:lnTo>
                    <a:pt x="2324" y="1810214"/>
                  </a:lnTo>
                  <a:lnTo>
                    <a:pt x="3447" y="1809749"/>
                  </a:lnTo>
                  <a:lnTo>
                    <a:pt x="6077" y="1809749"/>
                  </a:lnTo>
                  <a:lnTo>
                    <a:pt x="7200" y="1810214"/>
                  </a:lnTo>
                  <a:lnTo>
                    <a:pt x="9060" y="1812074"/>
                  </a:lnTo>
                  <a:lnTo>
                    <a:pt x="9524" y="1813196"/>
                  </a:lnTo>
                  <a:lnTo>
                    <a:pt x="9524" y="1815827"/>
                  </a:lnTo>
                  <a:lnTo>
                    <a:pt x="9060" y="1816949"/>
                  </a:lnTo>
                  <a:lnTo>
                    <a:pt x="7200" y="1818809"/>
                  </a:lnTo>
                  <a:lnTo>
                    <a:pt x="6077" y="1819274"/>
                  </a:lnTo>
                  <a:close/>
                </a:path>
                <a:path w="9525" h="3152775">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152775">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152775">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152775">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3152775">
                  <a:moveTo>
                    <a:pt x="6077" y="1581149"/>
                  </a:moveTo>
                  <a:lnTo>
                    <a:pt x="3447" y="1581149"/>
                  </a:lnTo>
                  <a:lnTo>
                    <a:pt x="2324" y="1580684"/>
                  </a:lnTo>
                  <a:lnTo>
                    <a:pt x="464" y="1578824"/>
                  </a:lnTo>
                  <a:lnTo>
                    <a:pt x="0" y="1577702"/>
                  </a:lnTo>
                  <a:lnTo>
                    <a:pt x="0" y="1575071"/>
                  </a:lnTo>
                  <a:lnTo>
                    <a:pt x="464" y="1573949"/>
                  </a:lnTo>
                  <a:lnTo>
                    <a:pt x="2324" y="1572089"/>
                  </a:lnTo>
                  <a:lnTo>
                    <a:pt x="3447" y="1571624"/>
                  </a:lnTo>
                  <a:lnTo>
                    <a:pt x="6077" y="1571624"/>
                  </a:lnTo>
                  <a:lnTo>
                    <a:pt x="7200" y="1572089"/>
                  </a:lnTo>
                  <a:lnTo>
                    <a:pt x="9060" y="1573949"/>
                  </a:lnTo>
                  <a:lnTo>
                    <a:pt x="9524" y="1575071"/>
                  </a:lnTo>
                  <a:lnTo>
                    <a:pt x="9524" y="1577702"/>
                  </a:lnTo>
                  <a:lnTo>
                    <a:pt x="9060" y="1578824"/>
                  </a:lnTo>
                  <a:lnTo>
                    <a:pt x="7200" y="1580684"/>
                  </a:lnTo>
                  <a:lnTo>
                    <a:pt x="6077" y="1581149"/>
                  </a:lnTo>
                  <a:close/>
                </a:path>
                <a:path w="9525" h="3152775">
                  <a:moveTo>
                    <a:pt x="6077" y="1533524"/>
                  </a:moveTo>
                  <a:lnTo>
                    <a:pt x="3447" y="1533524"/>
                  </a:lnTo>
                  <a:lnTo>
                    <a:pt x="2324" y="1533059"/>
                  </a:lnTo>
                  <a:lnTo>
                    <a:pt x="464" y="1531199"/>
                  </a:lnTo>
                  <a:lnTo>
                    <a:pt x="0" y="1530077"/>
                  </a:lnTo>
                  <a:lnTo>
                    <a:pt x="0" y="1527446"/>
                  </a:lnTo>
                  <a:lnTo>
                    <a:pt x="464" y="1526324"/>
                  </a:lnTo>
                  <a:lnTo>
                    <a:pt x="2324" y="1524464"/>
                  </a:lnTo>
                  <a:lnTo>
                    <a:pt x="3447" y="1523999"/>
                  </a:lnTo>
                  <a:lnTo>
                    <a:pt x="6077" y="1523999"/>
                  </a:lnTo>
                  <a:lnTo>
                    <a:pt x="7200" y="1524464"/>
                  </a:lnTo>
                  <a:lnTo>
                    <a:pt x="9060" y="1526324"/>
                  </a:lnTo>
                  <a:lnTo>
                    <a:pt x="9524" y="1527446"/>
                  </a:lnTo>
                  <a:lnTo>
                    <a:pt x="9524" y="1530077"/>
                  </a:lnTo>
                  <a:lnTo>
                    <a:pt x="9060" y="1531199"/>
                  </a:lnTo>
                  <a:lnTo>
                    <a:pt x="7200" y="1533059"/>
                  </a:lnTo>
                  <a:lnTo>
                    <a:pt x="6077" y="1533524"/>
                  </a:lnTo>
                  <a:close/>
                </a:path>
                <a:path w="9525" h="3152775">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3152775">
                  <a:moveTo>
                    <a:pt x="6077" y="1438274"/>
                  </a:moveTo>
                  <a:lnTo>
                    <a:pt x="3447" y="1438274"/>
                  </a:lnTo>
                  <a:lnTo>
                    <a:pt x="2324" y="1437809"/>
                  </a:lnTo>
                  <a:lnTo>
                    <a:pt x="464" y="1435950"/>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50"/>
                  </a:lnTo>
                  <a:lnTo>
                    <a:pt x="7200" y="1437809"/>
                  </a:lnTo>
                  <a:lnTo>
                    <a:pt x="6077" y="1438274"/>
                  </a:lnTo>
                  <a:close/>
                </a:path>
                <a:path w="9525" h="3152775">
                  <a:moveTo>
                    <a:pt x="6077" y="1390649"/>
                  </a:moveTo>
                  <a:lnTo>
                    <a:pt x="3447" y="1390649"/>
                  </a:lnTo>
                  <a:lnTo>
                    <a:pt x="2324" y="1390184"/>
                  </a:lnTo>
                  <a:lnTo>
                    <a:pt x="464" y="1388324"/>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4"/>
                  </a:lnTo>
                  <a:lnTo>
                    <a:pt x="7200" y="1390184"/>
                  </a:lnTo>
                  <a:lnTo>
                    <a:pt x="6077" y="1390649"/>
                  </a:lnTo>
                  <a:close/>
                </a:path>
                <a:path w="9525" h="3152775">
                  <a:moveTo>
                    <a:pt x="6077" y="1343024"/>
                  </a:moveTo>
                  <a:lnTo>
                    <a:pt x="3447" y="1343024"/>
                  </a:lnTo>
                  <a:lnTo>
                    <a:pt x="2324" y="1342559"/>
                  </a:lnTo>
                  <a:lnTo>
                    <a:pt x="464" y="1340699"/>
                  </a:lnTo>
                  <a:lnTo>
                    <a:pt x="0" y="1339577"/>
                  </a:lnTo>
                  <a:lnTo>
                    <a:pt x="0" y="1336946"/>
                  </a:lnTo>
                  <a:lnTo>
                    <a:pt x="464" y="1335824"/>
                  </a:lnTo>
                  <a:lnTo>
                    <a:pt x="2324" y="1333964"/>
                  </a:lnTo>
                  <a:lnTo>
                    <a:pt x="3447" y="1333499"/>
                  </a:lnTo>
                  <a:lnTo>
                    <a:pt x="6077" y="1333499"/>
                  </a:lnTo>
                  <a:lnTo>
                    <a:pt x="7200" y="1333964"/>
                  </a:lnTo>
                  <a:lnTo>
                    <a:pt x="9060" y="1335824"/>
                  </a:lnTo>
                  <a:lnTo>
                    <a:pt x="9524" y="1336946"/>
                  </a:lnTo>
                  <a:lnTo>
                    <a:pt x="9524" y="1339577"/>
                  </a:lnTo>
                  <a:lnTo>
                    <a:pt x="9060" y="1340699"/>
                  </a:lnTo>
                  <a:lnTo>
                    <a:pt x="7200" y="1342559"/>
                  </a:lnTo>
                  <a:lnTo>
                    <a:pt x="6077" y="1343024"/>
                  </a:lnTo>
                  <a:close/>
                </a:path>
                <a:path w="9525" h="3152775">
                  <a:moveTo>
                    <a:pt x="6077" y="1295399"/>
                  </a:moveTo>
                  <a:lnTo>
                    <a:pt x="3447" y="1295399"/>
                  </a:lnTo>
                  <a:lnTo>
                    <a:pt x="2324" y="1294934"/>
                  </a:lnTo>
                  <a:lnTo>
                    <a:pt x="464" y="1293074"/>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4"/>
                  </a:lnTo>
                  <a:lnTo>
                    <a:pt x="7200" y="1294934"/>
                  </a:lnTo>
                  <a:lnTo>
                    <a:pt x="6077" y="1295399"/>
                  </a:lnTo>
                  <a:close/>
                </a:path>
                <a:path w="9525" h="3152775">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152775">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152775">
                  <a:moveTo>
                    <a:pt x="6077" y="1152524"/>
                  </a:moveTo>
                  <a:lnTo>
                    <a:pt x="3447" y="1152524"/>
                  </a:lnTo>
                  <a:lnTo>
                    <a:pt x="2324" y="1152059"/>
                  </a:lnTo>
                  <a:lnTo>
                    <a:pt x="464" y="1150199"/>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199"/>
                  </a:lnTo>
                  <a:lnTo>
                    <a:pt x="7200" y="1152059"/>
                  </a:lnTo>
                  <a:lnTo>
                    <a:pt x="6077" y="1152524"/>
                  </a:lnTo>
                  <a:close/>
                </a:path>
                <a:path w="9525" h="3152775">
                  <a:moveTo>
                    <a:pt x="6077" y="1104899"/>
                  </a:moveTo>
                  <a:lnTo>
                    <a:pt x="3447" y="1104899"/>
                  </a:lnTo>
                  <a:lnTo>
                    <a:pt x="2324" y="1104434"/>
                  </a:lnTo>
                  <a:lnTo>
                    <a:pt x="464" y="1102574"/>
                  </a:lnTo>
                  <a:lnTo>
                    <a:pt x="0" y="1101452"/>
                  </a:lnTo>
                  <a:lnTo>
                    <a:pt x="0" y="1098821"/>
                  </a:lnTo>
                  <a:lnTo>
                    <a:pt x="464" y="1097699"/>
                  </a:lnTo>
                  <a:lnTo>
                    <a:pt x="2324" y="1095839"/>
                  </a:lnTo>
                  <a:lnTo>
                    <a:pt x="3447" y="1095374"/>
                  </a:lnTo>
                  <a:lnTo>
                    <a:pt x="6077" y="1095374"/>
                  </a:lnTo>
                  <a:lnTo>
                    <a:pt x="7200" y="1095839"/>
                  </a:lnTo>
                  <a:lnTo>
                    <a:pt x="9060" y="1097699"/>
                  </a:lnTo>
                  <a:lnTo>
                    <a:pt x="9524" y="1098821"/>
                  </a:lnTo>
                  <a:lnTo>
                    <a:pt x="9524" y="1101452"/>
                  </a:lnTo>
                  <a:lnTo>
                    <a:pt x="9060" y="1102574"/>
                  </a:lnTo>
                  <a:lnTo>
                    <a:pt x="7200" y="1104434"/>
                  </a:lnTo>
                  <a:lnTo>
                    <a:pt x="6077" y="1104899"/>
                  </a:lnTo>
                  <a:close/>
                </a:path>
                <a:path w="9525" h="3152775">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52775">
                  <a:moveTo>
                    <a:pt x="6077" y="1009649"/>
                  </a:moveTo>
                  <a:lnTo>
                    <a:pt x="3447" y="1009649"/>
                  </a:lnTo>
                  <a:lnTo>
                    <a:pt x="2324" y="1009184"/>
                  </a:lnTo>
                  <a:lnTo>
                    <a:pt x="464" y="1007324"/>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4"/>
                  </a:lnTo>
                  <a:lnTo>
                    <a:pt x="7200" y="1009184"/>
                  </a:lnTo>
                  <a:lnTo>
                    <a:pt x="6077" y="1009649"/>
                  </a:lnTo>
                  <a:close/>
                </a:path>
                <a:path w="9525" h="3152775">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152775">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52775">
                  <a:moveTo>
                    <a:pt x="6077" y="866774"/>
                  </a:moveTo>
                  <a:lnTo>
                    <a:pt x="3447" y="866774"/>
                  </a:lnTo>
                  <a:lnTo>
                    <a:pt x="2324" y="866309"/>
                  </a:lnTo>
                  <a:lnTo>
                    <a:pt x="464" y="864449"/>
                  </a:lnTo>
                  <a:lnTo>
                    <a:pt x="0" y="863327"/>
                  </a:lnTo>
                  <a:lnTo>
                    <a:pt x="0" y="860696"/>
                  </a:lnTo>
                  <a:lnTo>
                    <a:pt x="464" y="859574"/>
                  </a:lnTo>
                  <a:lnTo>
                    <a:pt x="2324" y="857714"/>
                  </a:lnTo>
                  <a:lnTo>
                    <a:pt x="3447" y="857249"/>
                  </a:lnTo>
                  <a:lnTo>
                    <a:pt x="6077" y="857249"/>
                  </a:lnTo>
                  <a:lnTo>
                    <a:pt x="7200" y="857714"/>
                  </a:lnTo>
                  <a:lnTo>
                    <a:pt x="9060" y="859574"/>
                  </a:lnTo>
                  <a:lnTo>
                    <a:pt x="9524" y="860696"/>
                  </a:lnTo>
                  <a:lnTo>
                    <a:pt x="9524" y="863327"/>
                  </a:lnTo>
                  <a:lnTo>
                    <a:pt x="9060" y="864449"/>
                  </a:lnTo>
                  <a:lnTo>
                    <a:pt x="7200" y="866309"/>
                  </a:lnTo>
                  <a:lnTo>
                    <a:pt x="6077" y="866774"/>
                  </a:lnTo>
                  <a:close/>
                </a:path>
                <a:path w="9525" h="3152775">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3152775">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152775">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3152775">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152775">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152775">
                  <a:moveTo>
                    <a:pt x="6077" y="581024"/>
                  </a:moveTo>
                  <a:lnTo>
                    <a:pt x="3447" y="581024"/>
                  </a:lnTo>
                  <a:lnTo>
                    <a:pt x="2324" y="580559"/>
                  </a:lnTo>
                  <a:lnTo>
                    <a:pt x="464" y="578700"/>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700"/>
                  </a:lnTo>
                  <a:lnTo>
                    <a:pt x="7200" y="580559"/>
                  </a:lnTo>
                  <a:lnTo>
                    <a:pt x="6077" y="581024"/>
                  </a:lnTo>
                  <a:close/>
                </a:path>
                <a:path w="9525" h="3152775">
                  <a:moveTo>
                    <a:pt x="6077" y="533399"/>
                  </a:moveTo>
                  <a:lnTo>
                    <a:pt x="3447" y="533399"/>
                  </a:lnTo>
                  <a:lnTo>
                    <a:pt x="2324" y="532934"/>
                  </a:lnTo>
                  <a:lnTo>
                    <a:pt x="464" y="531074"/>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4"/>
                  </a:lnTo>
                  <a:lnTo>
                    <a:pt x="7200" y="532934"/>
                  </a:lnTo>
                  <a:lnTo>
                    <a:pt x="6077" y="533399"/>
                  </a:lnTo>
                  <a:close/>
                </a:path>
                <a:path w="9525" h="3152775">
                  <a:moveTo>
                    <a:pt x="6077" y="485774"/>
                  </a:moveTo>
                  <a:lnTo>
                    <a:pt x="3447" y="485774"/>
                  </a:lnTo>
                  <a:lnTo>
                    <a:pt x="2324" y="485309"/>
                  </a:lnTo>
                  <a:lnTo>
                    <a:pt x="464" y="483450"/>
                  </a:lnTo>
                  <a:lnTo>
                    <a:pt x="0" y="482327"/>
                  </a:lnTo>
                  <a:lnTo>
                    <a:pt x="0" y="479697"/>
                  </a:lnTo>
                  <a:lnTo>
                    <a:pt x="464" y="478574"/>
                  </a:lnTo>
                  <a:lnTo>
                    <a:pt x="2324" y="476714"/>
                  </a:lnTo>
                  <a:lnTo>
                    <a:pt x="3447" y="476249"/>
                  </a:lnTo>
                  <a:lnTo>
                    <a:pt x="6077" y="476249"/>
                  </a:lnTo>
                  <a:lnTo>
                    <a:pt x="7200" y="476714"/>
                  </a:lnTo>
                  <a:lnTo>
                    <a:pt x="9060" y="478574"/>
                  </a:lnTo>
                  <a:lnTo>
                    <a:pt x="9524" y="479697"/>
                  </a:lnTo>
                  <a:lnTo>
                    <a:pt x="9524" y="482327"/>
                  </a:lnTo>
                  <a:lnTo>
                    <a:pt x="9060" y="483450"/>
                  </a:lnTo>
                  <a:lnTo>
                    <a:pt x="7200" y="485309"/>
                  </a:lnTo>
                  <a:lnTo>
                    <a:pt x="6077" y="485774"/>
                  </a:lnTo>
                  <a:close/>
                </a:path>
                <a:path w="9525" h="3152775">
                  <a:moveTo>
                    <a:pt x="6077" y="438149"/>
                  </a:moveTo>
                  <a:lnTo>
                    <a:pt x="3447" y="438149"/>
                  </a:lnTo>
                  <a:lnTo>
                    <a:pt x="2324" y="437684"/>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4"/>
                  </a:lnTo>
                  <a:lnTo>
                    <a:pt x="6077" y="438149"/>
                  </a:lnTo>
                  <a:close/>
                </a:path>
                <a:path w="9525" h="3152775">
                  <a:moveTo>
                    <a:pt x="6077" y="390524"/>
                  </a:moveTo>
                  <a:lnTo>
                    <a:pt x="3447" y="390524"/>
                  </a:lnTo>
                  <a:lnTo>
                    <a:pt x="2324" y="390059"/>
                  </a:lnTo>
                  <a:lnTo>
                    <a:pt x="464" y="388200"/>
                  </a:lnTo>
                  <a:lnTo>
                    <a:pt x="0" y="387077"/>
                  </a:lnTo>
                  <a:lnTo>
                    <a:pt x="0" y="384447"/>
                  </a:lnTo>
                  <a:lnTo>
                    <a:pt x="464" y="383324"/>
                  </a:lnTo>
                  <a:lnTo>
                    <a:pt x="2324" y="381464"/>
                  </a:lnTo>
                  <a:lnTo>
                    <a:pt x="3447" y="380999"/>
                  </a:lnTo>
                  <a:lnTo>
                    <a:pt x="6077" y="380999"/>
                  </a:lnTo>
                  <a:lnTo>
                    <a:pt x="7200" y="381464"/>
                  </a:lnTo>
                  <a:lnTo>
                    <a:pt x="9060" y="383324"/>
                  </a:lnTo>
                  <a:lnTo>
                    <a:pt x="9524" y="384447"/>
                  </a:lnTo>
                  <a:lnTo>
                    <a:pt x="9524" y="387077"/>
                  </a:lnTo>
                  <a:lnTo>
                    <a:pt x="9060" y="388200"/>
                  </a:lnTo>
                  <a:lnTo>
                    <a:pt x="7200" y="390059"/>
                  </a:lnTo>
                  <a:lnTo>
                    <a:pt x="6077" y="390524"/>
                  </a:lnTo>
                  <a:close/>
                </a:path>
                <a:path w="9525" h="3152775">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3152775">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152775">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3152775">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152775">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152775">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3152775">
                  <a:moveTo>
                    <a:pt x="6077" y="57149"/>
                  </a:moveTo>
                  <a:lnTo>
                    <a:pt x="3447" y="57149"/>
                  </a:lnTo>
                  <a:lnTo>
                    <a:pt x="2324" y="56684"/>
                  </a:lnTo>
                  <a:lnTo>
                    <a:pt x="464" y="54824"/>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4"/>
                  </a:lnTo>
                  <a:lnTo>
                    <a:pt x="7200" y="56684"/>
                  </a:lnTo>
                  <a:lnTo>
                    <a:pt x="6077" y="57149"/>
                  </a:lnTo>
                  <a:close/>
                </a:path>
                <a:path w="9525" h="3152775">
                  <a:moveTo>
                    <a:pt x="6077" y="9524"/>
                  </a:moveTo>
                  <a:lnTo>
                    <a:pt x="3447" y="9524"/>
                  </a:lnTo>
                  <a:lnTo>
                    <a:pt x="2324" y="9059"/>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248" name="object 28">
              <a:extLst>
                <a:ext uri="{FF2B5EF4-FFF2-40B4-BE49-F238E27FC236}">
                  <a16:creationId xmlns:a16="http://schemas.microsoft.com/office/drawing/2014/main" id="{DA9AF68D-2ACF-14A3-41A1-F44B86A0D79A}"/>
                </a:ext>
              </a:extLst>
            </p:cNvPr>
            <p:cNvSpPr txBox="1"/>
            <p:nvPr/>
          </p:nvSpPr>
          <p:spPr>
            <a:xfrm>
              <a:off x="6219493" y="3071813"/>
              <a:ext cx="342006"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Feb </a:t>
              </a:r>
              <a:r>
                <a:rPr sz="633" spc="-14" dirty="0">
                  <a:solidFill>
                    <a:srgbClr val="605D5C"/>
                  </a:solidFill>
                  <a:latin typeface="Segoe UI"/>
                  <a:cs typeface="Segoe UI"/>
                </a:rPr>
                <a:t>2025</a:t>
              </a:r>
              <a:endParaRPr sz="633">
                <a:latin typeface="Segoe UI"/>
                <a:cs typeface="Segoe UI"/>
              </a:endParaRPr>
            </a:p>
          </p:txBody>
        </p:sp>
        <p:sp>
          <p:nvSpPr>
            <p:cNvPr id="249" name="object 29">
              <a:extLst>
                <a:ext uri="{FF2B5EF4-FFF2-40B4-BE49-F238E27FC236}">
                  <a16:creationId xmlns:a16="http://schemas.microsoft.com/office/drawing/2014/main" id="{5DE7DE93-B58D-02AD-E65A-882CEF000900}"/>
                </a:ext>
              </a:extLst>
            </p:cNvPr>
            <p:cNvSpPr/>
            <p:nvPr/>
          </p:nvSpPr>
          <p:spPr>
            <a:xfrm>
              <a:off x="1235421" y="862225"/>
              <a:ext cx="5151537" cy="1915418"/>
            </a:xfrm>
            <a:custGeom>
              <a:avLst/>
              <a:gdLst/>
              <a:ahLst/>
              <a:cxnLst/>
              <a:rect l="l" t="t" r="r" b="b"/>
              <a:pathLst>
                <a:path w="7326630" h="2724150">
                  <a:moveTo>
                    <a:pt x="0" y="2724095"/>
                  </a:moveTo>
                  <a:lnTo>
                    <a:pt x="1056397" y="1653430"/>
                  </a:lnTo>
                  <a:lnTo>
                    <a:pt x="2112795" y="935137"/>
                  </a:lnTo>
                  <a:lnTo>
                    <a:pt x="3135115" y="0"/>
                  </a:lnTo>
                  <a:lnTo>
                    <a:pt x="4191513" y="989348"/>
                  </a:lnTo>
                  <a:lnTo>
                    <a:pt x="5213833" y="727328"/>
                  </a:lnTo>
                  <a:lnTo>
                    <a:pt x="6270231" y="609872"/>
                  </a:lnTo>
                  <a:lnTo>
                    <a:pt x="7326629" y="1206191"/>
                  </a:lnTo>
                </a:path>
              </a:pathLst>
            </a:custGeom>
            <a:ln w="28574">
              <a:solidFill>
                <a:srgbClr val="118CFF"/>
              </a:solidFill>
            </a:ln>
          </p:spPr>
          <p:txBody>
            <a:bodyPr wrap="square" lIns="0" tIns="0" rIns="0" bIns="0" rtlCol="0"/>
            <a:lstStyle/>
            <a:p>
              <a:endParaRPr sz="1266"/>
            </a:p>
          </p:txBody>
        </p:sp>
        <p:sp>
          <p:nvSpPr>
            <p:cNvPr id="250" name="object 30">
              <a:extLst>
                <a:ext uri="{FF2B5EF4-FFF2-40B4-BE49-F238E27FC236}">
                  <a16:creationId xmlns:a16="http://schemas.microsoft.com/office/drawing/2014/main" id="{9815DBF5-E2B8-4710-AE5E-D4987B5B4CB2}"/>
                </a:ext>
              </a:extLst>
            </p:cNvPr>
            <p:cNvSpPr txBox="1"/>
            <p:nvPr/>
          </p:nvSpPr>
          <p:spPr>
            <a:xfrm>
              <a:off x="760404" y="2040822"/>
              <a:ext cx="749201" cy="883231"/>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GH₵150K</a:t>
              </a:r>
              <a:endParaRPr sz="633">
                <a:latin typeface="Segoe UI"/>
                <a:cs typeface="Segoe UI"/>
              </a:endParaRPr>
            </a:p>
            <a:p>
              <a:pPr marL="8929" marR="402268">
                <a:lnSpc>
                  <a:spcPct val="329400"/>
                </a:lnSpc>
              </a:pPr>
              <a:r>
                <a:rPr sz="633" spc="-7" dirty="0">
                  <a:solidFill>
                    <a:srgbClr val="605D5C"/>
                  </a:solidFill>
                  <a:latin typeface="Segoe UI"/>
                  <a:cs typeface="Segoe UI"/>
                </a:rPr>
                <a:t>GH₵140K GH₵130K</a:t>
              </a:r>
              <a:endParaRPr sz="633">
                <a:latin typeface="Segoe UI"/>
                <a:cs typeface="Segoe UI"/>
              </a:endParaRPr>
            </a:p>
            <a:p>
              <a:pPr marL="407626">
                <a:spcBef>
                  <a:spcPts val="274"/>
                </a:spcBef>
              </a:pPr>
              <a:r>
                <a:rPr sz="633" spc="-7" dirty="0">
                  <a:solidFill>
                    <a:srgbClr val="605D5C"/>
                  </a:solidFill>
                  <a:latin typeface="Segoe UI"/>
                  <a:cs typeface="Segoe UI"/>
                </a:rPr>
                <a:t>GH₵129K</a:t>
              </a:r>
              <a:endParaRPr sz="633">
                <a:latin typeface="Segoe UI"/>
                <a:cs typeface="Segoe UI"/>
              </a:endParaRPr>
            </a:p>
          </p:txBody>
        </p:sp>
        <p:sp>
          <p:nvSpPr>
            <p:cNvPr id="251" name="object 31">
              <a:extLst>
                <a:ext uri="{FF2B5EF4-FFF2-40B4-BE49-F238E27FC236}">
                  <a16:creationId xmlns:a16="http://schemas.microsoft.com/office/drawing/2014/main" id="{90807990-DE36-9A5D-BCC1-A7E47F653BCF}"/>
                </a:ext>
              </a:extLst>
            </p:cNvPr>
            <p:cNvSpPr txBox="1"/>
            <p:nvPr/>
          </p:nvSpPr>
          <p:spPr>
            <a:xfrm>
              <a:off x="6112859" y="1740263"/>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GH₵162K</a:t>
              </a:r>
              <a:endParaRPr sz="633">
                <a:latin typeface="Segoe UI"/>
                <a:cs typeface="Segoe UI"/>
              </a:endParaRPr>
            </a:p>
          </p:txBody>
        </p:sp>
        <p:sp>
          <p:nvSpPr>
            <p:cNvPr id="252" name="object 32">
              <a:extLst>
                <a:ext uri="{FF2B5EF4-FFF2-40B4-BE49-F238E27FC236}">
                  <a16:creationId xmlns:a16="http://schemas.microsoft.com/office/drawing/2014/main" id="{011EE443-7E9A-E1C5-3B72-FB0B92F47543}"/>
                </a:ext>
              </a:extLst>
            </p:cNvPr>
            <p:cNvSpPr txBox="1"/>
            <p:nvPr/>
          </p:nvSpPr>
          <p:spPr>
            <a:xfrm>
              <a:off x="3264799" y="892160"/>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GH₵189K</a:t>
              </a:r>
              <a:endParaRPr sz="633">
                <a:latin typeface="Segoe UI"/>
                <a:cs typeface="Segoe UI"/>
              </a:endParaRPr>
            </a:p>
          </p:txBody>
        </p:sp>
        <p:sp>
          <p:nvSpPr>
            <p:cNvPr id="253" name="object 33">
              <a:extLst>
                <a:ext uri="{FF2B5EF4-FFF2-40B4-BE49-F238E27FC236}">
                  <a16:creationId xmlns:a16="http://schemas.microsoft.com/office/drawing/2014/main" id="{E93ABFE7-3B64-833A-C7A4-70ABF2B021F7}"/>
                </a:ext>
              </a:extLst>
            </p:cNvPr>
            <p:cNvSpPr txBox="1"/>
            <p:nvPr/>
          </p:nvSpPr>
          <p:spPr>
            <a:xfrm>
              <a:off x="4007579" y="1587796"/>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GH₵167K</a:t>
              </a:r>
              <a:endParaRPr sz="633">
                <a:latin typeface="Segoe UI"/>
                <a:cs typeface="Segoe UI"/>
              </a:endParaRPr>
            </a:p>
          </p:txBody>
        </p:sp>
        <p:sp>
          <p:nvSpPr>
            <p:cNvPr id="254" name="object 34">
              <a:extLst>
                <a:ext uri="{FF2B5EF4-FFF2-40B4-BE49-F238E27FC236}">
                  <a16:creationId xmlns:a16="http://schemas.microsoft.com/office/drawing/2014/main" id="{E1DEB2A1-7354-55EA-8DE4-1ED52085FA41}"/>
                </a:ext>
              </a:extLst>
            </p:cNvPr>
            <p:cNvSpPr txBox="1"/>
            <p:nvPr/>
          </p:nvSpPr>
          <p:spPr>
            <a:xfrm>
              <a:off x="5469178" y="1138811"/>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GH₵176K</a:t>
              </a:r>
              <a:endParaRPr sz="633">
                <a:latin typeface="Segoe UI"/>
                <a:cs typeface="Segoe UI"/>
              </a:endParaRPr>
            </a:p>
          </p:txBody>
        </p:sp>
        <p:sp>
          <p:nvSpPr>
            <p:cNvPr id="255" name="object 35">
              <a:extLst>
                <a:ext uri="{FF2B5EF4-FFF2-40B4-BE49-F238E27FC236}">
                  <a16:creationId xmlns:a16="http://schemas.microsoft.com/office/drawing/2014/main" id="{D42ECA41-6E54-FF4E-603D-E94D6BFBDD19}"/>
                </a:ext>
              </a:extLst>
            </p:cNvPr>
            <p:cNvSpPr txBox="1"/>
            <p:nvPr/>
          </p:nvSpPr>
          <p:spPr>
            <a:xfrm>
              <a:off x="2545980" y="1367513"/>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GH₵168K</a:t>
              </a:r>
              <a:endParaRPr sz="633">
                <a:latin typeface="Segoe UI"/>
                <a:cs typeface="Segoe UI"/>
              </a:endParaRPr>
            </a:p>
          </p:txBody>
        </p:sp>
        <p:sp>
          <p:nvSpPr>
            <p:cNvPr id="256" name="object 36">
              <a:extLst>
                <a:ext uri="{FF2B5EF4-FFF2-40B4-BE49-F238E27FC236}">
                  <a16:creationId xmlns:a16="http://schemas.microsoft.com/office/drawing/2014/main" id="{2CEF3AF7-8951-D675-44AA-CEA050A8C4F6}"/>
                </a:ext>
              </a:extLst>
            </p:cNvPr>
            <p:cNvSpPr txBox="1"/>
            <p:nvPr/>
          </p:nvSpPr>
          <p:spPr>
            <a:xfrm>
              <a:off x="4726398" y="1221398"/>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GH₵173K</a:t>
              </a:r>
              <a:endParaRPr sz="633">
                <a:latin typeface="Segoe UI"/>
                <a:cs typeface="Segoe UI"/>
              </a:endParaRPr>
            </a:p>
          </p:txBody>
        </p:sp>
        <p:sp>
          <p:nvSpPr>
            <p:cNvPr id="257" name="object 37">
              <a:extLst>
                <a:ext uri="{FF2B5EF4-FFF2-40B4-BE49-F238E27FC236}">
                  <a16:creationId xmlns:a16="http://schemas.microsoft.com/office/drawing/2014/main" id="{1DAEAB7E-6215-5B3B-F8F9-C541FC45158F}"/>
                </a:ext>
              </a:extLst>
            </p:cNvPr>
            <p:cNvSpPr txBox="1"/>
            <p:nvPr/>
          </p:nvSpPr>
          <p:spPr>
            <a:xfrm>
              <a:off x="1803201" y="1872563"/>
              <a:ext cx="350044"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GH₵152K</a:t>
              </a:r>
              <a:endParaRPr sz="633">
                <a:latin typeface="Segoe UI"/>
                <a:cs typeface="Segoe UI"/>
              </a:endParaRPr>
            </a:p>
          </p:txBody>
        </p:sp>
        <p:grpSp>
          <p:nvGrpSpPr>
            <p:cNvPr id="258" name="object 38">
              <a:extLst>
                <a:ext uri="{FF2B5EF4-FFF2-40B4-BE49-F238E27FC236}">
                  <a16:creationId xmlns:a16="http://schemas.microsoft.com/office/drawing/2014/main" id="{49C72A7B-676E-677A-8C2F-43CBD18B408F}"/>
                </a:ext>
              </a:extLst>
            </p:cNvPr>
            <p:cNvGrpSpPr/>
            <p:nvPr/>
          </p:nvGrpSpPr>
          <p:grpSpPr>
            <a:xfrm>
              <a:off x="788045" y="4132213"/>
              <a:ext cx="1763167" cy="408533"/>
              <a:chOff x="942975" y="5876924"/>
              <a:chExt cx="2507615" cy="581025"/>
            </a:xfrm>
          </p:grpSpPr>
          <p:sp>
            <p:nvSpPr>
              <p:cNvPr id="262" name="object 39">
                <a:extLst>
                  <a:ext uri="{FF2B5EF4-FFF2-40B4-BE49-F238E27FC236}">
                    <a16:creationId xmlns:a16="http://schemas.microsoft.com/office/drawing/2014/main" id="{2CC1502A-CA6D-909F-9272-FCC3AB8F52C0}"/>
                  </a:ext>
                </a:extLst>
              </p:cNvPr>
              <p:cNvSpPr/>
              <p:nvPr/>
            </p:nvSpPr>
            <p:spPr>
              <a:xfrm>
                <a:off x="947737" y="5881687"/>
                <a:ext cx="1876425" cy="257175"/>
              </a:xfrm>
              <a:custGeom>
                <a:avLst/>
                <a:gdLst/>
                <a:ahLst/>
                <a:cxnLst/>
                <a:rect l="l" t="t" r="r" b="b"/>
                <a:pathLst>
                  <a:path w="1876425" h="257175">
                    <a:moveTo>
                      <a:pt x="0" y="0"/>
                    </a:moveTo>
                    <a:lnTo>
                      <a:pt x="904874" y="0"/>
                    </a:lnTo>
                    <a:lnTo>
                      <a:pt x="904874" y="257174"/>
                    </a:lnTo>
                    <a:lnTo>
                      <a:pt x="0" y="257174"/>
                    </a:lnTo>
                    <a:lnTo>
                      <a:pt x="0" y="0"/>
                    </a:lnTo>
                    <a:close/>
                  </a:path>
                  <a:path w="1876425" h="257175">
                    <a:moveTo>
                      <a:pt x="971549" y="0"/>
                    </a:moveTo>
                    <a:lnTo>
                      <a:pt x="1876424" y="0"/>
                    </a:lnTo>
                    <a:lnTo>
                      <a:pt x="1876424" y="257174"/>
                    </a:lnTo>
                    <a:lnTo>
                      <a:pt x="971549" y="257174"/>
                    </a:lnTo>
                    <a:lnTo>
                      <a:pt x="971549" y="0"/>
                    </a:lnTo>
                    <a:close/>
                  </a:path>
                </a:pathLst>
              </a:custGeom>
              <a:ln w="9524">
                <a:solidFill>
                  <a:srgbClr val="E9E9E9"/>
                </a:solidFill>
              </a:ln>
            </p:spPr>
            <p:txBody>
              <a:bodyPr wrap="square" lIns="0" tIns="0" rIns="0" bIns="0" rtlCol="0"/>
              <a:lstStyle/>
              <a:p>
                <a:endParaRPr sz="1266"/>
              </a:p>
            </p:txBody>
          </p:sp>
          <p:sp>
            <p:nvSpPr>
              <p:cNvPr id="263" name="object 40">
                <a:extLst>
                  <a:ext uri="{FF2B5EF4-FFF2-40B4-BE49-F238E27FC236}">
                    <a16:creationId xmlns:a16="http://schemas.microsoft.com/office/drawing/2014/main" id="{8522F3AD-9EC7-22FC-5A01-A245BCC35BF2}"/>
                  </a:ext>
                </a:extLst>
              </p:cNvPr>
              <p:cNvSpPr/>
              <p:nvPr/>
            </p:nvSpPr>
            <p:spPr>
              <a:xfrm>
                <a:off x="1066799" y="6315074"/>
                <a:ext cx="2324100" cy="28575"/>
              </a:xfrm>
              <a:custGeom>
                <a:avLst/>
                <a:gdLst/>
                <a:ahLst/>
                <a:cxnLst/>
                <a:rect l="l" t="t" r="r" b="b"/>
                <a:pathLst>
                  <a:path w="2324100" h="28575">
                    <a:moveTo>
                      <a:pt x="2311706" y="28574"/>
                    </a:moveTo>
                    <a:lnTo>
                      <a:pt x="12392" y="28574"/>
                    </a:lnTo>
                    <a:lnTo>
                      <a:pt x="10570" y="28212"/>
                    </a:lnTo>
                    <a:lnTo>
                      <a:pt x="0" y="16182"/>
                    </a:lnTo>
                    <a:lnTo>
                      <a:pt x="0" y="14287"/>
                    </a:lnTo>
                    <a:lnTo>
                      <a:pt x="0" y="12392"/>
                    </a:lnTo>
                    <a:lnTo>
                      <a:pt x="12392" y="0"/>
                    </a:lnTo>
                    <a:lnTo>
                      <a:pt x="2311706" y="0"/>
                    </a:lnTo>
                    <a:lnTo>
                      <a:pt x="2324099" y="12392"/>
                    </a:lnTo>
                    <a:lnTo>
                      <a:pt x="2324099" y="16182"/>
                    </a:lnTo>
                    <a:lnTo>
                      <a:pt x="2313529" y="28212"/>
                    </a:lnTo>
                    <a:lnTo>
                      <a:pt x="2311706" y="28574"/>
                    </a:lnTo>
                    <a:close/>
                  </a:path>
                </a:pathLst>
              </a:custGeom>
              <a:solidFill>
                <a:srgbClr val="FAFAFA"/>
              </a:solidFill>
            </p:spPr>
            <p:txBody>
              <a:bodyPr wrap="square" lIns="0" tIns="0" rIns="0" bIns="0" rtlCol="0"/>
              <a:lstStyle/>
              <a:p>
                <a:endParaRPr sz="1266"/>
              </a:p>
            </p:txBody>
          </p:sp>
          <p:sp>
            <p:nvSpPr>
              <p:cNvPr id="264" name="object 41">
                <a:extLst>
                  <a:ext uri="{FF2B5EF4-FFF2-40B4-BE49-F238E27FC236}">
                    <a16:creationId xmlns:a16="http://schemas.microsoft.com/office/drawing/2014/main" id="{3AA9E465-AFD9-ABC3-68DA-BE236C87BF78}"/>
                  </a:ext>
                </a:extLst>
              </p:cNvPr>
              <p:cNvSpPr/>
              <p:nvPr/>
            </p:nvSpPr>
            <p:spPr>
              <a:xfrm>
                <a:off x="1066799" y="6315074"/>
                <a:ext cx="2305050" cy="28575"/>
              </a:xfrm>
              <a:custGeom>
                <a:avLst/>
                <a:gdLst/>
                <a:ahLst/>
                <a:cxnLst/>
                <a:rect l="l" t="t" r="r" b="b"/>
                <a:pathLst>
                  <a:path w="2305050" h="28575">
                    <a:moveTo>
                      <a:pt x="2305049" y="28574"/>
                    </a:moveTo>
                    <a:lnTo>
                      <a:pt x="0" y="28574"/>
                    </a:lnTo>
                    <a:lnTo>
                      <a:pt x="0" y="0"/>
                    </a:lnTo>
                    <a:lnTo>
                      <a:pt x="2305049" y="0"/>
                    </a:lnTo>
                    <a:lnTo>
                      <a:pt x="2305049" y="28574"/>
                    </a:lnTo>
                    <a:close/>
                  </a:path>
                </a:pathLst>
              </a:custGeom>
              <a:solidFill>
                <a:srgbClr val="F2F1F1"/>
              </a:solidFill>
            </p:spPr>
            <p:txBody>
              <a:bodyPr wrap="square" lIns="0" tIns="0" rIns="0" bIns="0" rtlCol="0"/>
              <a:lstStyle/>
              <a:p>
                <a:endParaRPr sz="1266"/>
              </a:p>
            </p:txBody>
          </p:sp>
          <p:sp>
            <p:nvSpPr>
              <p:cNvPr id="265" name="object 42">
                <a:extLst>
                  <a:ext uri="{FF2B5EF4-FFF2-40B4-BE49-F238E27FC236}">
                    <a16:creationId xmlns:a16="http://schemas.microsoft.com/office/drawing/2014/main" id="{A10313BF-83FD-372C-52A4-12AB9C182913}"/>
                  </a:ext>
                </a:extLst>
              </p:cNvPr>
              <p:cNvSpPr/>
              <p:nvPr/>
            </p:nvSpPr>
            <p:spPr>
              <a:xfrm>
                <a:off x="1066800" y="6315074"/>
                <a:ext cx="2240280" cy="28575"/>
              </a:xfrm>
              <a:custGeom>
                <a:avLst/>
                <a:gdLst/>
                <a:ahLst/>
                <a:cxnLst/>
                <a:rect l="l" t="t" r="r" b="b"/>
                <a:pathLst>
                  <a:path w="2240279" h="28575">
                    <a:moveTo>
                      <a:pt x="2240249" y="28574"/>
                    </a:moveTo>
                    <a:lnTo>
                      <a:pt x="0" y="28574"/>
                    </a:lnTo>
                    <a:lnTo>
                      <a:pt x="0" y="0"/>
                    </a:lnTo>
                    <a:lnTo>
                      <a:pt x="2240249" y="0"/>
                    </a:lnTo>
                    <a:lnTo>
                      <a:pt x="2240249" y="28574"/>
                    </a:lnTo>
                    <a:close/>
                  </a:path>
                </a:pathLst>
              </a:custGeom>
              <a:solidFill>
                <a:srgbClr val="605D5C"/>
              </a:solidFill>
            </p:spPr>
            <p:txBody>
              <a:bodyPr wrap="square" lIns="0" tIns="0" rIns="0" bIns="0" rtlCol="0"/>
              <a:lstStyle/>
              <a:p>
                <a:endParaRPr sz="1266"/>
              </a:p>
            </p:txBody>
          </p:sp>
          <p:pic>
            <p:nvPicPr>
              <p:cNvPr id="266" name="object 43">
                <a:extLst>
                  <a:ext uri="{FF2B5EF4-FFF2-40B4-BE49-F238E27FC236}">
                    <a16:creationId xmlns:a16="http://schemas.microsoft.com/office/drawing/2014/main" id="{5307C357-F64E-066F-A2B3-7E08AF5A83A5}"/>
                  </a:ext>
                </a:extLst>
              </p:cNvPr>
              <p:cNvPicPr/>
              <p:nvPr/>
            </p:nvPicPr>
            <p:blipFill>
              <a:blip r:embed="rId2" cstate="print"/>
              <a:stretch>
                <a:fillRect/>
              </a:stretch>
            </p:blipFill>
            <p:spPr>
              <a:xfrm>
                <a:off x="3202433" y="6210299"/>
                <a:ext cx="247649" cy="247649"/>
              </a:xfrm>
              <a:prstGeom prst="rect">
                <a:avLst/>
              </a:prstGeom>
            </p:spPr>
          </p:pic>
          <p:pic>
            <p:nvPicPr>
              <p:cNvPr id="267" name="object 44">
                <a:extLst>
                  <a:ext uri="{FF2B5EF4-FFF2-40B4-BE49-F238E27FC236}">
                    <a16:creationId xmlns:a16="http://schemas.microsoft.com/office/drawing/2014/main" id="{58AA9813-FF31-C65A-3656-0B605C3EF885}"/>
                  </a:ext>
                </a:extLst>
              </p:cNvPr>
              <p:cNvPicPr/>
              <p:nvPr/>
            </p:nvPicPr>
            <p:blipFill>
              <a:blip r:embed="rId2" cstate="print"/>
              <a:stretch>
                <a:fillRect/>
              </a:stretch>
            </p:blipFill>
            <p:spPr>
              <a:xfrm>
                <a:off x="967680" y="6210299"/>
                <a:ext cx="247649" cy="247649"/>
              </a:xfrm>
              <a:prstGeom prst="rect">
                <a:avLst/>
              </a:prstGeom>
            </p:spPr>
          </p:pic>
        </p:grpSp>
        <p:sp>
          <p:nvSpPr>
            <p:cNvPr id="259" name="object 45">
              <a:extLst>
                <a:ext uri="{FF2B5EF4-FFF2-40B4-BE49-F238E27FC236}">
                  <a16:creationId xmlns:a16="http://schemas.microsoft.com/office/drawing/2014/main" id="{2BC32079-56E1-8312-6E82-D0C808052D86}"/>
                </a:ext>
              </a:extLst>
            </p:cNvPr>
            <p:cNvSpPr txBox="1"/>
            <p:nvPr/>
          </p:nvSpPr>
          <p:spPr>
            <a:xfrm>
              <a:off x="2473523" y="3969245"/>
              <a:ext cx="98227" cy="98785"/>
            </a:xfrm>
            <a:prstGeom prst="rect">
              <a:avLst/>
            </a:prstGeom>
          </p:spPr>
          <p:txBody>
            <a:bodyPr vert="horz" wrap="square" lIns="0" tIns="8930" rIns="0" bIns="0" rtlCol="0">
              <a:spAutoFit/>
            </a:bodyPr>
            <a:lstStyle/>
            <a:p>
              <a:pPr marL="8929">
                <a:lnSpc>
                  <a:spcPts val="703"/>
                </a:lnSpc>
                <a:spcBef>
                  <a:spcPts val="70"/>
                </a:spcBef>
              </a:pPr>
              <a:r>
                <a:rPr sz="633" spc="176" dirty="0">
                  <a:solidFill>
                    <a:srgbClr val="605D5C"/>
                  </a:solidFill>
                  <a:latin typeface="Arial MT"/>
                  <a:cs typeface="Arial MT"/>
                </a:rPr>
                <a:t>V</a:t>
              </a:r>
              <a:endParaRPr sz="633">
                <a:latin typeface="Arial MT"/>
                <a:cs typeface="Arial MT"/>
              </a:endParaRPr>
            </a:p>
          </p:txBody>
        </p:sp>
        <p:sp>
          <p:nvSpPr>
            <p:cNvPr id="260" name="object 46">
              <a:extLst>
                <a:ext uri="{FF2B5EF4-FFF2-40B4-BE49-F238E27FC236}">
                  <a16:creationId xmlns:a16="http://schemas.microsoft.com/office/drawing/2014/main" id="{530E9120-A6DA-CC54-8040-150405DF0DC7}"/>
                </a:ext>
              </a:extLst>
            </p:cNvPr>
            <p:cNvSpPr txBox="1"/>
            <p:nvPr/>
          </p:nvSpPr>
          <p:spPr>
            <a:xfrm>
              <a:off x="779115" y="3972811"/>
              <a:ext cx="400943" cy="302583"/>
            </a:xfrm>
            <a:prstGeom prst="rect">
              <a:avLst/>
            </a:prstGeom>
          </p:spPr>
          <p:txBody>
            <a:bodyPr vert="horz" wrap="square" lIns="0" tIns="0" rIns="0" bIns="0" rtlCol="0">
              <a:spAutoFit/>
            </a:bodyPr>
            <a:lstStyle/>
            <a:p>
              <a:pPr marL="8929">
                <a:lnSpc>
                  <a:spcPts val="896"/>
                </a:lnSpc>
              </a:pPr>
              <a:r>
                <a:rPr sz="844" spc="-14" dirty="0">
                  <a:solidFill>
                    <a:srgbClr val="252423"/>
                  </a:solidFill>
                  <a:latin typeface="Trebuchet MS"/>
                  <a:cs typeface="Trebuchet MS"/>
                </a:rPr>
                <a:t>Date</a:t>
              </a:r>
              <a:endParaRPr sz="844">
                <a:latin typeface="Trebuchet MS"/>
                <a:cs typeface="Trebuchet MS"/>
              </a:endParaRPr>
            </a:p>
            <a:p>
              <a:pPr marL="68756">
                <a:spcBef>
                  <a:spcPts val="728"/>
                </a:spcBef>
              </a:pPr>
              <a:r>
                <a:rPr sz="633" spc="-7" dirty="0">
                  <a:solidFill>
                    <a:srgbClr val="252423"/>
                  </a:solidFill>
                  <a:latin typeface="Segoe UI"/>
                  <a:cs typeface="Segoe UI"/>
                </a:rPr>
                <a:t>7/1/2024</a:t>
              </a:r>
              <a:endParaRPr sz="633">
                <a:latin typeface="Segoe UI"/>
                <a:cs typeface="Segoe UI"/>
              </a:endParaRPr>
            </a:p>
          </p:txBody>
        </p:sp>
        <p:sp>
          <p:nvSpPr>
            <p:cNvPr id="261" name="object 47">
              <a:extLst>
                <a:ext uri="{FF2B5EF4-FFF2-40B4-BE49-F238E27FC236}">
                  <a16:creationId xmlns:a16="http://schemas.microsoft.com/office/drawing/2014/main" id="{94EDEC7E-2482-0FC5-01D5-9E70B7E204B4}"/>
                </a:ext>
              </a:extLst>
            </p:cNvPr>
            <p:cNvSpPr txBox="1"/>
            <p:nvPr/>
          </p:nvSpPr>
          <p:spPr>
            <a:xfrm>
              <a:off x="1307572" y="4163806"/>
              <a:ext cx="780901" cy="112727"/>
            </a:xfrm>
            <a:prstGeom prst="rect">
              <a:avLst/>
            </a:prstGeom>
          </p:spPr>
          <p:txBody>
            <a:bodyPr vert="horz" wrap="square" lIns="0" tIns="15180" rIns="0" bIns="0" rtlCol="0">
              <a:spAutoFit/>
            </a:bodyPr>
            <a:lstStyle/>
            <a:p>
              <a:pPr marL="8929">
                <a:spcBef>
                  <a:spcPts val="120"/>
                </a:spcBef>
                <a:tabLst>
                  <a:tab pos="222788" algn="l"/>
                  <a:tab pos="691133" algn="l"/>
                </a:tabLst>
              </a:pPr>
              <a:r>
                <a:rPr sz="633" spc="-35" dirty="0">
                  <a:solidFill>
                    <a:srgbClr val="252423"/>
                  </a:solidFill>
                  <a:latin typeface="Arial MT"/>
                  <a:cs typeface="Arial MT"/>
                </a:rPr>
                <a:t></a:t>
              </a:r>
              <a:r>
                <a:rPr sz="633" dirty="0">
                  <a:solidFill>
                    <a:srgbClr val="252423"/>
                  </a:solidFill>
                  <a:latin typeface="Arial MT"/>
                  <a:cs typeface="Arial MT"/>
                </a:rPr>
                <a:t>	</a:t>
              </a:r>
              <a:r>
                <a:rPr sz="633" spc="-7" dirty="0">
                  <a:solidFill>
                    <a:srgbClr val="252423"/>
                  </a:solidFill>
                  <a:latin typeface="Segoe UI"/>
                  <a:cs typeface="Segoe UI"/>
                </a:rPr>
                <a:t>2/28/2025</a:t>
              </a:r>
              <a:r>
                <a:rPr sz="633" dirty="0">
                  <a:solidFill>
                    <a:srgbClr val="252423"/>
                  </a:solidFill>
                  <a:latin typeface="Segoe UI"/>
                  <a:cs typeface="Segoe UI"/>
                </a:rPr>
                <a:t>	</a:t>
              </a:r>
              <a:r>
                <a:rPr sz="633" spc="-35" dirty="0">
                  <a:solidFill>
                    <a:srgbClr val="252423"/>
                  </a:solidFill>
                  <a:latin typeface="Arial MT"/>
                  <a:cs typeface="Arial MT"/>
                </a:rPr>
                <a:t></a:t>
              </a:r>
              <a:endParaRPr sz="633">
                <a:latin typeface="Arial MT"/>
                <a:cs typeface="Arial MT"/>
              </a:endParaRPr>
            </a:p>
          </p:txBody>
        </p:sp>
      </p:grpSp>
      <p:grpSp>
        <p:nvGrpSpPr>
          <p:cNvPr id="162" name="Group 161">
            <a:extLst>
              <a:ext uri="{FF2B5EF4-FFF2-40B4-BE49-F238E27FC236}">
                <a16:creationId xmlns:a16="http://schemas.microsoft.com/office/drawing/2014/main" id="{49956E18-AC86-ADEC-1195-84109F703251}"/>
              </a:ext>
            </a:extLst>
          </p:cNvPr>
          <p:cNvGrpSpPr/>
          <p:nvPr/>
        </p:nvGrpSpPr>
        <p:grpSpPr>
          <a:xfrm>
            <a:off x="265436" y="3628830"/>
            <a:ext cx="8332470" cy="1268730"/>
            <a:chOff x="411480" y="3394710"/>
            <a:chExt cx="8332470" cy="1268730"/>
          </a:xfrm>
        </p:grpSpPr>
        <p:sp>
          <p:nvSpPr>
            <p:cNvPr id="163" name="Shape 2">
              <a:extLst>
                <a:ext uri="{FF2B5EF4-FFF2-40B4-BE49-F238E27FC236}">
                  <a16:creationId xmlns:a16="http://schemas.microsoft.com/office/drawing/2014/main" id="{69D1EBF5-49BA-263E-F56E-598795CCAE7E}"/>
                </a:ext>
              </a:extLst>
            </p:cNvPr>
            <p:cNvSpPr/>
            <p:nvPr/>
          </p:nvSpPr>
          <p:spPr>
            <a:xfrm>
              <a:off x="411480" y="3394710"/>
              <a:ext cx="8332470" cy="1268730"/>
            </a:xfrm>
            <a:prstGeom prst="roundRect">
              <a:avLst>
                <a:gd name="adj" fmla="val 4865"/>
              </a:avLst>
            </a:prstGeom>
            <a:solidFill>
              <a:srgbClr val="F3F4F6"/>
            </a:solidFill>
            <a:ln/>
            <a:effectLst>
              <a:outerShdw blurRad="127000" dist="38100" dir="5400000" algn="bl" rotWithShape="0">
                <a:srgbClr val="1F2937">
                  <a:alpha val="14000"/>
                </a:srgbClr>
              </a:outerShdw>
            </a:effectLst>
          </p:spPr>
        </p:sp>
        <p:sp>
          <p:nvSpPr>
            <p:cNvPr id="164" name="Text 3">
              <a:extLst>
                <a:ext uri="{FF2B5EF4-FFF2-40B4-BE49-F238E27FC236}">
                  <a16:creationId xmlns:a16="http://schemas.microsoft.com/office/drawing/2014/main" id="{8AD99B23-334C-62A0-3651-805057A669B5}"/>
                </a:ext>
              </a:extLst>
            </p:cNvPr>
            <p:cNvSpPr/>
            <p:nvPr/>
          </p:nvSpPr>
          <p:spPr>
            <a:xfrm>
              <a:off x="651510" y="3518154"/>
              <a:ext cx="4114800" cy="205740"/>
            </a:xfrm>
            <a:prstGeom prst="rect">
              <a:avLst/>
            </a:prstGeom>
            <a:noFill/>
            <a:ln/>
          </p:spPr>
          <p:txBody>
            <a:bodyPr wrap="square" rtlCol="0" anchor="ctr"/>
            <a:lstStyle/>
            <a:p>
              <a:r>
                <a:rPr lang="en-US" sz="825" b="1" kern="0" spc="75" dirty="0">
                  <a:solidFill>
                    <a:srgbClr val="F59E0B"/>
                  </a:solidFill>
                  <a:latin typeface="Calibri" pitchFamily="34" charset="0"/>
                  <a:ea typeface="Calibri" pitchFamily="34" charset="-122"/>
                  <a:cs typeface="Calibri" pitchFamily="34" charset="-120"/>
                </a:rPr>
                <a:t>EXECUTIVE INSIGHTS</a:t>
              </a:r>
              <a:endParaRPr lang="en-US" sz="825" dirty="0"/>
            </a:p>
          </p:txBody>
        </p:sp>
        <p:pic>
          <p:nvPicPr>
            <p:cNvPr id="165" name="Image 0" descr="icons/growth_1E3A8A.png">
              <a:extLst>
                <a:ext uri="{FF2B5EF4-FFF2-40B4-BE49-F238E27FC236}">
                  <a16:creationId xmlns:a16="http://schemas.microsoft.com/office/drawing/2014/main" id="{D9A87DF8-D838-93E7-1EA0-599B655C0129}"/>
                </a:ext>
              </a:extLst>
            </p:cNvPr>
            <p:cNvPicPr>
              <a:picLocks noChangeAspect="1"/>
            </p:cNvPicPr>
            <p:nvPr/>
          </p:nvPicPr>
          <p:blipFill>
            <a:blip r:embed="rId3"/>
            <a:stretch>
              <a:fillRect/>
            </a:stretch>
          </p:blipFill>
          <p:spPr>
            <a:xfrm>
              <a:off x="651510" y="3806190"/>
              <a:ext cx="274320" cy="274320"/>
            </a:xfrm>
            <a:prstGeom prst="rect">
              <a:avLst/>
            </a:prstGeom>
          </p:spPr>
        </p:pic>
        <p:sp>
          <p:nvSpPr>
            <p:cNvPr id="166" name="Text 4">
              <a:extLst>
                <a:ext uri="{FF2B5EF4-FFF2-40B4-BE49-F238E27FC236}">
                  <a16:creationId xmlns:a16="http://schemas.microsoft.com/office/drawing/2014/main" id="{7ECE0B34-008F-20A7-DE15-CF6E7D51FBB3}"/>
                </a:ext>
              </a:extLst>
            </p:cNvPr>
            <p:cNvSpPr/>
            <p:nvPr/>
          </p:nvSpPr>
          <p:spPr>
            <a:xfrm>
              <a:off x="99441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PEAK MONTH</a:t>
              </a:r>
              <a:endParaRPr lang="en-US" sz="713" dirty="0"/>
            </a:p>
          </p:txBody>
        </p:sp>
        <p:sp>
          <p:nvSpPr>
            <p:cNvPr id="167" name="Text 5">
              <a:extLst>
                <a:ext uri="{FF2B5EF4-FFF2-40B4-BE49-F238E27FC236}">
                  <a16:creationId xmlns:a16="http://schemas.microsoft.com/office/drawing/2014/main" id="{E7FE0751-302B-73D9-7CB0-491B436D044D}"/>
                </a:ext>
              </a:extLst>
            </p:cNvPr>
            <p:cNvSpPr/>
            <p:nvPr/>
          </p:nvSpPr>
          <p:spPr>
            <a:xfrm>
              <a:off x="99441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October 2024</a:t>
              </a:r>
              <a:endParaRPr lang="en-US" sz="1088" dirty="0"/>
            </a:p>
          </p:txBody>
        </p:sp>
        <p:sp>
          <p:nvSpPr>
            <p:cNvPr id="168" name="Text 6">
              <a:extLst>
                <a:ext uri="{FF2B5EF4-FFF2-40B4-BE49-F238E27FC236}">
                  <a16:creationId xmlns:a16="http://schemas.microsoft.com/office/drawing/2014/main" id="{D14BCB34-5921-72EF-EDAD-BE9F85FC73C9}"/>
                </a:ext>
              </a:extLst>
            </p:cNvPr>
            <p:cNvSpPr/>
            <p:nvPr/>
          </p:nvSpPr>
          <p:spPr>
            <a:xfrm>
              <a:off x="651510" y="4183380"/>
              <a:ext cx="2023110"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GHS 189,000 in sales</a:t>
              </a:r>
              <a:endParaRPr lang="en-US" sz="788" dirty="0"/>
            </a:p>
          </p:txBody>
        </p:sp>
        <p:pic>
          <p:nvPicPr>
            <p:cNvPr id="169" name="Image 1" descr="icons/sales_1E3A8A.png">
              <a:extLst>
                <a:ext uri="{FF2B5EF4-FFF2-40B4-BE49-F238E27FC236}">
                  <a16:creationId xmlns:a16="http://schemas.microsoft.com/office/drawing/2014/main" id="{F930B39D-89C3-893E-57E2-F37B26CBB271}"/>
                </a:ext>
              </a:extLst>
            </p:cNvPr>
            <p:cNvPicPr>
              <a:picLocks noChangeAspect="1"/>
            </p:cNvPicPr>
            <p:nvPr/>
          </p:nvPicPr>
          <p:blipFill>
            <a:blip r:embed="rId4"/>
            <a:stretch>
              <a:fillRect/>
            </a:stretch>
          </p:blipFill>
          <p:spPr>
            <a:xfrm>
              <a:off x="2674620" y="3806190"/>
              <a:ext cx="274320" cy="274320"/>
            </a:xfrm>
            <a:prstGeom prst="rect">
              <a:avLst/>
            </a:prstGeom>
          </p:spPr>
        </p:pic>
        <p:sp>
          <p:nvSpPr>
            <p:cNvPr id="170" name="Text 7">
              <a:extLst>
                <a:ext uri="{FF2B5EF4-FFF2-40B4-BE49-F238E27FC236}">
                  <a16:creationId xmlns:a16="http://schemas.microsoft.com/office/drawing/2014/main" id="{962AED65-B702-E95C-D629-BCACFDC4C3E3}"/>
                </a:ext>
              </a:extLst>
            </p:cNvPr>
            <p:cNvSpPr/>
            <p:nvPr/>
          </p:nvSpPr>
          <p:spPr>
            <a:xfrm>
              <a:off x="301752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LOWEST MONTH</a:t>
              </a:r>
              <a:endParaRPr lang="en-US" sz="713" dirty="0"/>
            </a:p>
          </p:txBody>
        </p:sp>
        <p:sp>
          <p:nvSpPr>
            <p:cNvPr id="171" name="Text 8">
              <a:extLst>
                <a:ext uri="{FF2B5EF4-FFF2-40B4-BE49-F238E27FC236}">
                  <a16:creationId xmlns:a16="http://schemas.microsoft.com/office/drawing/2014/main" id="{A377BEBE-C61D-D2E3-F580-BED109889DBA}"/>
                </a:ext>
              </a:extLst>
            </p:cNvPr>
            <p:cNvSpPr/>
            <p:nvPr/>
          </p:nvSpPr>
          <p:spPr>
            <a:xfrm>
              <a:off x="301752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July 2024</a:t>
              </a:r>
              <a:endParaRPr lang="en-US" sz="1088" dirty="0"/>
            </a:p>
          </p:txBody>
        </p:sp>
        <p:sp>
          <p:nvSpPr>
            <p:cNvPr id="172" name="Text 9">
              <a:extLst>
                <a:ext uri="{FF2B5EF4-FFF2-40B4-BE49-F238E27FC236}">
                  <a16:creationId xmlns:a16="http://schemas.microsoft.com/office/drawing/2014/main" id="{E3558386-009B-CA08-9362-D155626BD1DD}"/>
                </a:ext>
              </a:extLst>
            </p:cNvPr>
            <p:cNvSpPr/>
            <p:nvPr/>
          </p:nvSpPr>
          <p:spPr>
            <a:xfrm>
              <a:off x="2870779" y="4156184"/>
              <a:ext cx="1201024"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GHS 128,700 in sales </a:t>
              </a:r>
              <a:endParaRPr lang="en-US" sz="788" dirty="0"/>
            </a:p>
          </p:txBody>
        </p:sp>
        <p:sp>
          <p:nvSpPr>
            <p:cNvPr id="173" name="Text 10">
              <a:extLst>
                <a:ext uri="{FF2B5EF4-FFF2-40B4-BE49-F238E27FC236}">
                  <a16:creationId xmlns:a16="http://schemas.microsoft.com/office/drawing/2014/main" id="{087864B6-7B4F-8CD5-8322-505C34B34B0F}"/>
                </a:ext>
              </a:extLst>
            </p:cNvPr>
            <p:cNvSpPr/>
            <p:nvPr/>
          </p:nvSpPr>
          <p:spPr>
            <a:xfrm>
              <a:off x="504063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OVERALL TREND</a:t>
              </a:r>
              <a:endParaRPr lang="en-US" sz="713" dirty="0"/>
            </a:p>
          </p:txBody>
        </p:sp>
        <p:sp>
          <p:nvSpPr>
            <p:cNvPr id="174" name="Text 11">
              <a:extLst>
                <a:ext uri="{FF2B5EF4-FFF2-40B4-BE49-F238E27FC236}">
                  <a16:creationId xmlns:a16="http://schemas.microsoft.com/office/drawing/2014/main" id="{FD172FB2-EC08-A765-707E-50AC8414B242}"/>
                </a:ext>
              </a:extLst>
            </p:cNvPr>
            <p:cNvSpPr/>
            <p:nvPr/>
          </p:nvSpPr>
          <p:spPr>
            <a:xfrm>
              <a:off x="504063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+31% growth</a:t>
              </a:r>
              <a:endParaRPr lang="en-US" sz="1088" dirty="0"/>
            </a:p>
          </p:txBody>
        </p:sp>
        <p:sp>
          <p:nvSpPr>
            <p:cNvPr id="175" name="Text 12">
              <a:extLst>
                <a:ext uri="{FF2B5EF4-FFF2-40B4-BE49-F238E27FC236}">
                  <a16:creationId xmlns:a16="http://schemas.microsoft.com/office/drawing/2014/main" id="{A3DD74D5-A6D4-E015-336E-2968FC0A5884}"/>
                </a:ext>
              </a:extLst>
            </p:cNvPr>
            <p:cNvSpPr/>
            <p:nvPr/>
          </p:nvSpPr>
          <p:spPr>
            <a:xfrm>
              <a:off x="4697730" y="4183380"/>
              <a:ext cx="2023110"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Jul → Oct 2024, then plateaus</a:t>
              </a:r>
              <a:endParaRPr lang="en-US" sz="788" dirty="0"/>
            </a:p>
          </p:txBody>
        </p:sp>
        <p:pic>
          <p:nvPicPr>
            <p:cNvPr id="176" name="Image 3" descr="icons/customers_1E3A8A.png">
              <a:extLst>
                <a:ext uri="{FF2B5EF4-FFF2-40B4-BE49-F238E27FC236}">
                  <a16:creationId xmlns:a16="http://schemas.microsoft.com/office/drawing/2014/main" id="{0D1F3F4B-26BF-820E-7AF5-EF901870CF91}"/>
                </a:ext>
              </a:extLst>
            </p:cNvPr>
            <p:cNvPicPr>
              <a:picLocks noChangeAspect="1"/>
            </p:cNvPicPr>
            <p:nvPr/>
          </p:nvPicPr>
          <p:blipFill>
            <a:blip r:embed="rId5"/>
            <a:stretch>
              <a:fillRect/>
            </a:stretch>
          </p:blipFill>
          <p:spPr>
            <a:xfrm>
              <a:off x="6720840" y="3806190"/>
              <a:ext cx="274320" cy="274320"/>
            </a:xfrm>
            <a:prstGeom prst="rect">
              <a:avLst/>
            </a:prstGeom>
          </p:spPr>
        </p:pic>
        <p:sp>
          <p:nvSpPr>
            <p:cNvPr id="177" name="Text 13">
              <a:extLst>
                <a:ext uri="{FF2B5EF4-FFF2-40B4-BE49-F238E27FC236}">
                  <a16:creationId xmlns:a16="http://schemas.microsoft.com/office/drawing/2014/main" id="{29DAF083-C898-934D-289D-51B66AF9A7BD}"/>
                </a:ext>
              </a:extLst>
            </p:cNvPr>
            <p:cNvSpPr/>
            <p:nvPr/>
          </p:nvSpPr>
          <p:spPr>
            <a:xfrm>
              <a:off x="706374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CUSTOMER PATTERN</a:t>
              </a:r>
              <a:endParaRPr lang="en-US" sz="713" dirty="0"/>
            </a:p>
          </p:txBody>
        </p:sp>
        <p:sp>
          <p:nvSpPr>
            <p:cNvPr id="178" name="Text 14">
              <a:extLst>
                <a:ext uri="{FF2B5EF4-FFF2-40B4-BE49-F238E27FC236}">
                  <a16:creationId xmlns:a16="http://schemas.microsoft.com/office/drawing/2014/main" id="{3352B7DE-A104-269B-7D9F-7D8C67CB2C5D}"/>
                </a:ext>
              </a:extLst>
            </p:cNvPr>
            <p:cNvSpPr/>
            <p:nvPr/>
          </p:nvSpPr>
          <p:spPr>
            <a:xfrm>
              <a:off x="706374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Tracks sales closely</a:t>
              </a:r>
              <a:endParaRPr lang="en-US" sz="1088" dirty="0"/>
            </a:p>
          </p:txBody>
        </p:sp>
        <p:sp>
          <p:nvSpPr>
            <p:cNvPr id="179" name="Text 15">
              <a:extLst>
                <a:ext uri="{FF2B5EF4-FFF2-40B4-BE49-F238E27FC236}">
                  <a16:creationId xmlns:a16="http://schemas.microsoft.com/office/drawing/2014/main" id="{A6A83900-ABAD-AD37-2F00-AB83DE2755DA}"/>
                </a:ext>
              </a:extLst>
            </p:cNvPr>
            <p:cNvSpPr/>
            <p:nvPr/>
          </p:nvSpPr>
          <p:spPr>
            <a:xfrm>
              <a:off x="6720840" y="4183380"/>
              <a:ext cx="2023110"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traffic is the primary sales lever</a:t>
              </a:r>
              <a:endParaRPr lang="en-US" sz="788" dirty="0"/>
            </a:p>
          </p:txBody>
        </p:sp>
      </p:grpSp>
      <p:sp>
        <p:nvSpPr>
          <p:cNvPr id="269" name="TextBox 268">
            <a:extLst>
              <a:ext uri="{FF2B5EF4-FFF2-40B4-BE49-F238E27FC236}">
                <a16:creationId xmlns:a16="http://schemas.microsoft.com/office/drawing/2014/main" id="{B286DAA4-308B-E6A3-8747-A7DE33A72F56}"/>
              </a:ext>
            </a:extLst>
          </p:cNvPr>
          <p:cNvSpPr txBox="1"/>
          <p:nvPr/>
        </p:nvSpPr>
        <p:spPr>
          <a:xfrm>
            <a:off x="6941081" y="568848"/>
            <a:ext cx="1947181" cy="2954655"/>
          </a:xfrm>
          <a:prstGeom prst="rect">
            <a:avLst/>
          </a:prstGeom>
          <a:noFill/>
        </p:spPr>
        <p:txBody>
          <a:bodyPr wrap="square">
            <a:spAutoFit/>
          </a:bodyPr>
          <a:lstStyle/>
          <a:p>
            <a:pPr>
              <a:buNone/>
            </a:pPr>
            <a:r>
              <a:rPr lang="en-US" b="1" dirty="0"/>
              <a:t>Key Insights</a:t>
            </a:r>
          </a:p>
          <a:p>
            <a:pPr>
              <a:buNone/>
            </a:pPr>
            <a:endParaRPr lang="en-US" dirty="0"/>
          </a:p>
          <a:p>
            <a:pPr marL="171450" indent="-171450">
              <a:buFont typeface="Arial" panose="020B0604020202020204" pitchFamily="34" charset="0"/>
              <a:buChar char="•"/>
            </a:pPr>
            <a:r>
              <a:rPr lang="en-US" sz="1000" dirty="0"/>
              <a:t>Sales increased steadily from   </a:t>
            </a:r>
            <a:r>
              <a:rPr lang="en-US" sz="1000" b="1" dirty="0"/>
              <a:t>GH¢129K </a:t>
            </a:r>
            <a:r>
              <a:rPr lang="en-US" sz="1000" dirty="0"/>
              <a:t>in July to </a:t>
            </a:r>
            <a:r>
              <a:rPr lang="en-US" sz="1000" b="1" dirty="0"/>
              <a:t>GH¢189K </a:t>
            </a:r>
            <a:r>
              <a:rPr lang="en-US" sz="1000" dirty="0"/>
              <a:t>in October. </a:t>
            </a:r>
          </a:p>
          <a:p>
            <a:endParaRPr lang="en-US" sz="1000" dirty="0"/>
          </a:p>
          <a:p>
            <a:pPr marL="171450" indent="-171450">
              <a:buFont typeface="Arial" panose="020B0604020202020204" pitchFamily="34" charset="0"/>
              <a:buChar char="•"/>
            </a:pPr>
            <a:r>
              <a:rPr lang="en-US" sz="1000" dirty="0"/>
              <a:t>October recorded the highest monthly revenue. </a:t>
            </a:r>
          </a:p>
          <a:p>
            <a:endParaRPr lang="en-US" sz="1000" dirty="0"/>
          </a:p>
          <a:p>
            <a:pPr marL="171450" indent="-171450">
              <a:buFont typeface="Arial" panose="020B0604020202020204" pitchFamily="34" charset="0"/>
              <a:buChar char="•"/>
            </a:pPr>
            <a:r>
              <a:rPr lang="en-US" sz="1000" dirty="0"/>
              <a:t>Sales declined after October but remained relatively stable through January. </a:t>
            </a:r>
          </a:p>
          <a:p>
            <a:endParaRPr lang="en-US" sz="1000" dirty="0"/>
          </a:p>
          <a:p>
            <a:pPr marL="171450" indent="-171450">
              <a:buFont typeface="Arial" panose="020B0604020202020204" pitchFamily="34" charset="0"/>
              <a:buChar char="•"/>
            </a:pPr>
            <a:r>
              <a:rPr lang="en-US" sz="1000" dirty="0"/>
              <a:t>February closed at </a:t>
            </a:r>
            <a:r>
              <a:rPr lang="en-US" sz="1000" b="1" dirty="0"/>
              <a:t>GH¢162K</a:t>
            </a:r>
            <a:r>
              <a:rPr lang="en-US" sz="1000" dirty="0"/>
              <a:t>, indicating a slowdown that may require further investigation.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B966A02F-4528-F33D-BBE9-9817B7807CAD}"/>
              </a:ext>
            </a:extLst>
          </p:cNvPr>
          <p:cNvGrpSpPr/>
          <p:nvPr/>
        </p:nvGrpSpPr>
        <p:grpSpPr>
          <a:xfrm>
            <a:off x="255237" y="574097"/>
            <a:ext cx="5727963" cy="4319396"/>
            <a:chOff x="310307" y="112861"/>
            <a:chExt cx="5722108" cy="4427884"/>
          </a:xfrm>
        </p:grpSpPr>
        <p:sp>
          <p:nvSpPr>
            <p:cNvPr id="48" name="object 2"/>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49" name="object 4"/>
            <p:cNvSpPr txBox="1"/>
            <p:nvPr/>
          </p:nvSpPr>
          <p:spPr>
            <a:xfrm>
              <a:off x="310307" y="112861"/>
              <a:ext cx="2298948" cy="160469"/>
            </a:xfrm>
            <a:prstGeom prst="rect">
              <a:avLst/>
            </a:prstGeom>
          </p:spPr>
          <p:txBody>
            <a:bodyPr vert="horz" wrap="square" lIns="0" tIns="8930" rIns="0" bIns="0" rtlCol="0">
              <a:spAutoFit/>
            </a:bodyPr>
            <a:lstStyle/>
            <a:p>
              <a:pPr marL="8929">
                <a:spcBef>
                  <a:spcPts val="70"/>
                </a:spcBef>
              </a:pPr>
              <a:r>
                <a:rPr sz="984" spc="-25" dirty="0">
                  <a:solidFill>
                    <a:srgbClr val="252423"/>
                  </a:solidFill>
                  <a:latin typeface="Trebuchet MS"/>
                  <a:cs typeface="Trebuchet MS"/>
                </a:rPr>
                <a:t>Sum</a:t>
              </a:r>
              <a:r>
                <a:rPr sz="984" spc="-53" dirty="0">
                  <a:solidFill>
                    <a:srgbClr val="252423"/>
                  </a:solidFill>
                  <a:latin typeface="Trebuchet MS"/>
                  <a:cs typeface="Trebuchet MS"/>
                </a:rPr>
                <a:t> </a:t>
              </a:r>
              <a:r>
                <a:rPr sz="984" spc="-74" dirty="0">
                  <a:solidFill>
                    <a:srgbClr val="252423"/>
                  </a:solidFill>
                  <a:latin typeface="Trebuchet MS"/>
                  <a:cs typeface="Trebuchet MS"/>
                </a:rPr>
                <a:t>of</a:t>
              </a:r>
              <a:r>
                <a:rPr sz="984" spc="-53" dirty="0">
                  <a:solidFill>
                    <a:srgbClr val="252423"/>
                  </a:solidFill>
                  <a:latin typeface="Trebuchet MS"/>
                  <a:cs typeface="Trebuchet MS"/>
                </a:rPr>
                <a:t> </a:t>
              </a:r>
              <a:r>
                <a:rPr sz="984" spc="-39" dirty="0">
                  <a:solidFill>
                    <a:srgbClr val="252423"/>
                  </a:solidFill>
                  <a:latin typeface="Trebuchet MS"/>
                  <a:cs typeface="Trebuchet MS"/>
                </a:rPr>
                <a:t>Customers_Served</a:t>
              </a:r>
              <a:r>
                <a:rPr sz="984" spc="-53" dirty="0">
                  <a:solidFill>
                    <a:srgbClr val="252423"/>
                  </a:solidFill>
                  <a:latin typeface="Trebuchet MS"/>
                  <a:cs typeface="Trebuchet MS"/>
                </a:rPr>
                <a:t> by</a:t>
              </a:r>
              <a:r>
                <a:rPr sz="984" spc="-49" dirty="0">
                  <a:solidFill>
                    <a:srgbClr val="252423"/>
                  </a:solidFill>
                  <a:latin typeface="Trebuchet MS"/>
                  <a:cs typeface="Trebuchet MS"/>
                </a:rPr>
                <a:t> </a:t>
              </a:r>
              <a:r>
                <a:rPr sz="984" spc="-74" dirty="0">
                  <a:solidFill>
                    <a:srgbClr val="252423"/>
                  </a:solidFill>
                  <a:latin typeface="Trebuchet MS"/>
                  <a:cs typeface="Trebuchet MS"/>
                </a:rPr>
                <a:t>Year</a:t>
              </a:r>
              <a:r>
                <a:rPr sz="984" spc="-53" dirty="0">
                  <a:solidFill>
                    <a:srgbClr val="252423"/>
                  </a:solidFill>
                  <a:latin typeface="Trebuchet MS"/>
                  <a:cs typeface="Trebuchet MS"/>
                </a:rPr>
                <a:t> </a:t>
              </a:r>
              <a:r>
                <a:rPr sz="984" spc="-63" dirty="0">
                  <a:solidFill>
                    <a:srgbClr val="252423"/>
                  </a:solidFill>
                  <a:latin typeface="Trebuchet MS"/>
                  <a:cs typeface="Trebuchet MS"/>
                </a:rPr>
                <a:t>and</a:t>
              </a:r>
              <a:r>
                <a:rPr sz="984" spc="-53" dirty="0">
                  <a:solidFill>
                    <a:srgbClr val="252423"/>
                  </a:solidFill>
                  <a:latin typeface="Trebuchet MS"/>
                  <a:cs typeface="Trebuchet MS"/>
                </a:rPr>
                <a:t> </a:t>
              </a:r>
              <a:r>
                <a:rPr sz="984" spc="-32" dirty="0">
                  <a:solidFill>
                    <a:srgbClr val="252423"/>
                  </a:solidFill>
                  <a:latin typeface="Trebuchet MS"/>
                  <a:cs typeface="Trebuchet MS"/>
                </a:rPr>
                <a:t>Month</a:t>
              </a:r>
              <a:endParaRPr sz="984" dirty="0">
                <a:latin typeface="Trebuchet MS"/>
                <a:cs typeface="Trebuchet MS"/>
              </a:endParaRPr>
            </a:p>
          </p:txBody>
        </p:sp>
        <p:sp>
          <p:nvSpPr>
            <p:cNvPr id="50" name="object 5"/>
            <p:cNvSpPr/>
            <p:nvPr/>
          </p:nvSpPr>
          <p:spPr>
            <a:xfrm>
              <a:off x="702980" y="398495"/>
              <a:ext cx="5197078" cy="2853035"/>
            </a:xfrm>
            <a:custGeom>
              <a:avLst/>
              <a:gdLst/>
              <a:ahLst/>
              <a:cxnLst/>
              <a:rect l="l" t="t" r="r" b="b"/>
              <a:pathLst>
                <a:path w="7391400" h="4057650">
                  <a:moveTo>
                    <a:pt x="9525" y="4046804"/>
                  </a:moveTo>
                  <a:lnTo>
                    <a:pt x="9067" y="4045686"/>
                  </a:lnTo>
                  <a:lnTo>
                    <a:pt x="7200" y="4043819"/>
                  </a:lnTo>
                  <a:lnTo>
                    <a:pt x="6083" y="4043349"/>
                  </a:lnTo>
                  <a:lnTo>
                    <a:pt x="3454" y="4043349"/>
                  </a:lnTo>
                  <a:lnTo>
                    <a:pt x="2336" y="4043819"/>
                  </a:lnTo>
                  <a:lnTo>
                    <a:pt x="469" y="4045686"/>
                  </a:lnTo>
                  <a:lnTo>
                    <a:pt x="0" y="4046804"/>
                  </a:lnTo>
                  <a:lnTo>
                    <a:pt x="0" y="4049433"/>
                  </a:lnTo>
                  <a:lnTo>
                    <a:pt x="469" y="4050550"/>
                  </a:lnTo>
                  <a:lnTo>
                    <a:pt x="2336" y="4052417"/>
                  </a:lnTo>
                  <a:lnTo>
                    <a:pt x="3454" y="4052874"/>
                  </a:lnTo>
                  <a:lnTo>
                    <a:pt x="6083" y="4052874"/>
                  </a:lnTo>
                  <a:lnTo>
                    <a:pt x="7200" y="4052417"/>
                  </a:lnTo>
                  <a:lnTo>
                    <a:pt x="9067" y="4050550"/>
                  </a:lnTo>
                  <a:lnTo>
                    <a:pt x="9525" y="4049433"/>
                  </a:lnTo>
                  <a:lnTo>
                    <a:pt x="9525" y="4046804"/>
                  </a:lnTo>
                  <a:close/>
                </a:path>
                <a:path w="7391400" h="4057650">
                  <a:moveTo>
                    <a:pt x="9525" y="2917037"/>
                  </a:moveTo>
                  <a:lnTo>
                    <a:pt x="9067" y="2915907"/>
                  </a:lnTo>
                  <a:lnTo>
                    <a:pt x="7200" y="2914053"/>
                  </a:lnTo>
                  <a:lnTo>
                    <a:pt x="6083" y="2913583"/>
                  </a:lnTo>
                  <a:lnTo>
                    <a:pt x="3454" y="2913583"/>
                  </a:lnTo>
                  <a:lnTo>
                    <a:pt x="2336" y="2914053"/>
                  </a:lnTo>
                  <a:lnTo>
                    <a:pt x="469" y="2915907"/>
                  </a:lnTo>
                  <a:lnTo>
                    <a:pt x="0" y="2917037"/>
                  </a:lnTo>
                  <a:lnTo>
                    <a:pt x="0" y="2919666"/>
                  </a:lnTo>
                  <a:lnTo>
                    <a:pt x="469" y="2920784"/>
                  </a:lnTo>
                  <a:lnTo>
                    <a:pt x="2336" y="2922651"/>
                  </a:lnTo>
                  <a:lnTo>
                    <a:pt x="3454" y="2923108"/>
                  </a:lnTo>
                  <a:lnTo>
                    <a:pt x="6083" y="2923108"/>
                  </a:lnTo>
                  <a:lnTo>
                    <a:pt x="7200" y="2922651"/>
                  </a:lnTo>
                  <a:lnTo>
                    <a:pt x="9067" y="2920784"/>
                  </a:lnTo>
                  <a:lnTo>
                    <a:pt x="9525" y="2919666"/>
                  </a:lnTo>
                  <a:lnTo>
                    <a:pt x="9525" y="2917037"/>
                  </a:lnTo>
                  <a:close/>
                </a:path>
                <a:path w="7391400" h="4057650">
                  <a:moveTo>
                    <a:pt x="9525" y="1787258"/>
                  </a:moveTo>
                  <a:lnTo>
                    <a:pt x="9067" y="1786140"/>
                  </a:lnTo>
                  <a:lnTo>
                    <a:pt x="7200" y="1784273"/>
                  </a:lnTo>
                  <a:lnTo>
                    <a:pt x="6083" y="1783816"/>
                  </a:lnTo>
                  <a:lnTo>
                    <a:pt x="3454" y="1783816"/>
                  </a:lnTo>
                  <a:lnTo>
                    <a:pt x="2336" y="1784273"/>
                  </a:lnTo>
                  <a:lnTo>
                    <a:pt x="469" y="1786140"/>
                  </a:lnTo>
                  <a:lnTo>
                    <a:pt x="0" y="1787258"/>
                  </a:lnTo>
                  <a:lnTo>
                    <a:pt x="0" y="1789887"/>
                  </a:lnTo>
                  <a:lnTo>
                    <a:pt x="469" y="1791017"/>
                  </a:lnTo>
                  <a:lnTo>
                    <a:pt x="2336" y="1792871"/>
                  </a:lnTo>
                  <a:lnTo>
                    <a:pt x="3454" y="1793341"/>
                  </a:lnTo>
                  <a:lnTo>
                    <a:pt x="6083" y="1793341"/>
                  </a:lnTo>
                  <a:lnTo>
                    <a:pt x="7200" y="1792871"/>
                  </a:lnTo>
                  <a:lnTo>
                    <a:pt x="9067" y="1791017"/>
                  </a:lnTo>
                  <a:lnTo>
                    <a:pt x="9525" y="1789887"/>
                  </a:lnTo>
                  <a:lnTo>
                    <a:pt x="9525" y="1787258"/>
                  </a:lnTo>
                  <a:close/>
                </a:path>
                <a:path w="7391400" h="4057650">
                  <a:moveTo>
                    <a:pt x="9525" y="657491"/>
                  </a:moveTo>
                  <a:lnTo>
                    <a:pt x="9067" y="656374"/>
                  </a:lnTo>
                  <a:lnTo>
                    <a:pt x="7200" y="654507"/>
                  </a:lnTo>
                  <a:lnTo>
                    <a:pt x="6083" y="654037"/>
                  </a:lnTo>
                  <a:lnTo>
                    <a:pt x="3454" y="654037"/>
                  </a:lnTo>
                  <a:lnTo>
                    <a:pt x="2336" y="654507"/>
                  </a:lnTo>
                  <a:lnTo>
                    <a:pt x="469" y="656374"/>
                  </a:lnTo>
                  <a:lnTo>
                    <a:pt x="0" y="657491"/>
                  </a:lnTo>
                  <a:lnTo>
                    <a:pt x="0" y="660120"/>
                  </a:lnTo>
                  <a:lnTo>
                    <a:pt x="469" y="661238"/>
                  </a:lnTo>
                  <a:lnTo>
                    <a:pt x="2336" y="663105"/>
                  </a:lnTo>
                  <a:lnTo>
                    <a:pt x="3454" y="663562"/>
                  </a:lnTo>
                  <a:lnTo>
                    <a:pt x="6083" y="663562"/>
                  </a:lnTo>
                  <a:lnTo>
                    <a:pt x="7200" y="663105"/>
                  </a:lnTo>
                  <a:lnTo>
                    <a:pt x="9067" y="661238"/>
                  </a:lnTo>
                  <a:lnTo>
                    <a:pt x="9525" y="660120"/>
                  </a:lnTo>
                  <a:lnTo>
                    <a:pt x="9525" y="657491"/>
                  </a:lnTo>
                  <a:close/>
                </a:path>
                <a:path w="7391400" h="4057650">
                  <a:moveTo>
                    <a:pt x="57150" y="4046804"/>
                  </a:moveTo>
                  <a:lnTo>
                    <a:pt x="56692" y="4045686"/>
                  </a:lnTo>
                  <a:lnTo>
                    <a:pt x="54825" y="4043819"/>
                  </a:lnTo>
                  <a:lnTo>
                    <a:pt x="53708" y="4043349"/>
                  </a:lnTo>
                  <a:lnTo>
                    <a:pt x="51079" y="4043349"/>
                  </a:lnTo>
                  <a:lnTo>
                    <a:pt x="49961" y="4043819"/>
                  </a:lnTo>
                  <a:lnTo>
                    <a:pt x="48094" y="4045686"/>
                  </a:lnTo>
                  <a:lnTo>
                    <a:pt x="47625" y="4046804"/>
                  </a:lnTo>
                  <a:lnTo>
                    <a:pt x="47625" y="4049433"/>
                  </a:lnTo>
                  <a:lnTo>
                    <a:pt x="48094" y="4050550"/>
                  </a:lnTo>
                  <a:lnTo>
                    <a:pt x="49961" y="4052417"/>
                  </a:lnTo>
                  <a:lnTo>
                    <a:pt x="51079" y="4052874"/>
                  </a:lnTo>
                  <a:lnTo>
                    <a:pt x="53708" y="4052874"/>
                  </a:lnTo>
                  <a:lnTo>
                    <a:pt x="54825" y="4052417"/>
                  </a:lnTo>
                  <a:lnTo>
                    <a:pt x="56692" y="4050550"/>
                  </a:lnTo>
                  <a:lnTo>
                    <a:pt x="57150" y="4049433"/>
                  </a:lnTo>
                  <a:lnTo>
                    <a:pt x="57150" y="4046804"/>
                  </a:lnTo>
                  <a:close/>
                </a:path>
                <a:path w="7391400" h="4057650">
                  <a:moveTo>
                    <a:pt x="57150" y="2917037"/>
                  </a:moveTo>
                  <a:lnTo>
                    <a:pt x="56692" y="2915907"/>
                  </a:lnTo>
                  <a:lnTo>
                    <a:pt x="54825" y="2914053"/>
                  </a:lnTo>
                  <a:lnTo>
                    <a:pt x="53708" y="2913583"/>
                  </a:lnTo>
                  <a:lnTo>
                    <a:pt x="51079" y="2913583"/>
                  </a:lnTo>
                  <a:lnTo>
                    <a:pt x="49961" y="2914053"/>
                  </a:lnTo>
                  <a:lnTo>
                    <a:pt x="48094" y="2915907"/>
                  </a:lnTo>
                  <a:lnTo>
                    <a:pt x="47625" y="2917037"/>
                  </a:lnTo>
                  <a:lnTo>
                    <a:pt x="47625" y="2919666"/>
                  </a:lnTo>
                  <a:lnTo>
                    <a:pt x="48094" y="2920784"/>
                  </a:lnTo>
                  <a:lnTo>
                    <a:pt x="49961" y="2922651"/>
                  </a:lnTo>
                  <a:lnTo>
                    <a:pt x="51079" y="2923108"/>
                  </a:lnTo>
                  <a:lnTo>
                    <a:pt x="53708" y="2923108"/>
                  </a:lnTo>
                  <a:lnTo>
                    <a:pt x="54825" y="2922651"/>
                  </a:lnTo>
                  <a:lnTo>
                    <a:pt x="56692" y="2920784"/>
                  </a:lnTo>
                  <a:lnTo>
                    <a:pt x="57150" y="2919666"/>
                  </a:lnTo>
                  <a:lnTo>
                    <a:pt x="57150" y="2917037"/>
                  </a:lnTo>
                  <a:close/>
                </a:path>
                <a:path w="7391400" h="4057650">
                  <a:moveTo>
                    <a:pt x="57150" y="1787258"/>
                  </a:moveTo>
                  <a:lnTo>
                    <a:pt x="56692" y="1786140"/>
                  </a:lnTo>
                  <a:lnTo>
                    <a:pt x="54825" y="1784273"/>
                  </a:lnTo>
                  <a:lnTo>
                    <a:pt x="53708" y="1783816"/>
                  </a:lnTo>
                  <a:lnTo>
                    <a:pt x="51079" y="1783816"/>
                  </a:lnTo>
                  <a:lnTo>
                    <a:pt x="49961" y="1784273"/>
                  </a:lnTo>
                  <a:lnTo>
                    <a:pt x="48094" y="1786140"/>
                  </a:lnTo>
                  <a:lnTo>
                    <a:pt x="47625" y="1787258"/>
                  </a:lnTo>
                  <a:lnTo>
                    <a:pt x="47625" y="1789887"/>
                  </a:lnTo>
                  <a:lnTo>
                    <a:pt x="48094" y="1791017"/>
                  </a:lnTo>
                  <a:lnTo>
                    <a:pt x="49961" y="1792871"/>
                  </a:lnTo>
                  <a:lnTo>
                    <a:pt x="51079" y="1793341"/>
                  </a:lnTo>
                  <a:lnTo>
                    <a:pt x="53708" y="1793341"/>
                  </a:lnTo>
                  <a:lnTo>
                    <a:pt x="54825" y="1792871"/>
                  </a:lnTo>
                  <a:lnTo>
                    <a:pt x="56692" y="1791017"/>
                  </a:lnTo>
                  <a:lnTo>
                    <a:pt x="57150" y="1789887"/>
                  </a:lnTo>
                  <a:lnTo>
                    <a:pt x="57150" y="1787258"/>
                  </a:lnTo>
                  <a:close/>
                </a:path>
                <a:path w="7391400" h="4057650">
                  <a:moveTo>
                    <a:pt x="57150" y="657491"/>
                  </a:moveTo>
                  <a:lnTo>
                    <a:pt x="56692" y="656374"/>
                  </a:lnTo>
                  <a:lnTo>
                    <a:pt x="54825" y="654507"/>
                  </a:lnTo>
                  <a:lnTo>
                    <a:pt x="53708" y="654037"/>
                  </a:lnTo>
                  <a:lnTo>
                    <a:pt x="51079" y="654037"/>
                  </a:lnTo>
                  <a:lnTo>
                    <a:pt x="49961" y="654507"/>
                  </a:lnTo>
                  <a:lnTo>
                    <a:pt x="48094" y="656374"/>
                  </a:lnTo>
                  <a:lnTo>
                    <a:pt x="47625" y="657491"/>
                  </a:lnTo>
                  <a:lnTo>
                    <a:pt x="47625" y="660120"/>
                  </a:lnTo>
                  <a:lnTo>
                    <a:pt x="48094" y="661238"/>
                  </a:lnTo>
                  <a:lnTo>
                    <a:pt x="49961" y="663105"/>
                  </a:lnTo>
                  <a:lnTo>
                    <a:pt x="51079" y="663562"/>
                  </a:lnTo>
                  <a:lnTo>
                    <a:pt x="53708" y="663562"/>
                  </a:lnTo>
                  <a:lnTo>
                    <a:pt x="54825" y="663105"/>
                  </a:lnTo>
                  <a:lnTo>
                    <a:pt x="56692" y="661238"/>
                  </a:lnTo>
                  <a:lnTo>
                    <a:pt x="57150" y="660120"/>
                  </a:lnTo>
                  <a:lnTo>
                    <a:pt x="57150" y="657491"/>
                  </a:lnTo>
                  <a:close/>
                </a:path>
                <a:path w="7391400" h="4057650">
                  <a:moveTo>
                    <a:pt x="104775" y="1787258"/>
                  </a:moveTo>
                  <a:lnTo>
                    <a:pt x="104317" y="1786140"/>
                  </a:lnTo>
                  <a:lnTo>
                    <a:pt x="102450" y="1784273"/>
                  </a:lnTo>
                  <a:lnTo>
                    <a:pt x="101333" y="1783816"/>
                  </a:lnTo>
                  <a:lnTo>
                    <a:pt x="98704" y="1783816"/>
                  </a:lnTo>
                  <a:lnTo>
                    <a:pt x="97586" y="1784273"/>
                  </a:lnTo>
                  <a:lnTo>
                    <a:pt x="95719" y="1786140"/>
                  </a:lnTo>
                  <a:lnTo>
                    <a:pt x="95250" y="1787258"/>
                  </a:lnTo>
                  <a:lnTo>
                    <a:pt x="95250" y="1789887"/>
                  </a:lnTo>
                  <a:lnTo>
                    <a:pt x="95719" y="1791017"/>
                  </a:lnTo>
                  <a:lnTo>
                    <a:pt x="97586" y="1792871"/>
                  </a:lnTo>
                  <a:lnTo>
                    <a:pt x="98704" y="1793341"/>
                  </a:lnTo>
                  <a:lnTo>
                    <a:pt x="101333" y="1793341"/>
                  </a:lnTo>
                  <a:lnTo>
                    <a:pt x="102450" y="1792871"/>
                  </a:lnTo>
                  <a:lnTo>
                    <a:pt x="104317" y="1791017"/>
                  </a:lnTo>
                  <a:lnTo>
                    <a:pt x="104775" y="1789887"/>
                  </a:lnTo>
                  <a:lnTo>
                    <a:pt x="104775" y="1787258"/>
                  </a:lnTo>
                  <a:close/>
                </a:path>
                <a:path w="7391400" h="4057650">
                  <a:moveTo>
                    <a:pt x="104775" y="657491"/>
                  </a:moveTo>
                  <a:lnTo>
                    <a:pt x="104317" y="656374"/>
                  </a:lnTo>
                  <a:lnTo>
                    <a:pt x="102450" y="654507"/>
                  </a:lnTo>
                  <a:lnTo>
                    <a:pt x="101333" y="654037"/>
                  </a:lnTo>
                  <a:lnTo>
                    <a:pt x="98704" y="654037"/>
                  </a:lnTo>
                  <a:lnTo>
                    <a:pt x="97586" y="654507"/>
                  </a:lnTo>
                  <a:lnTo>
                    <a:pt x="95719" y="656374"/>
                  </a:lnTo>
                  <a:lnTo>
                    <a:pt x="95250" y="657491"/>
                  </a:lnTo>
                  <a:lnTo>
                    <a:pt x="95250" y="660120"/>
                  </a:lnTo>
                  <a:lnTo>
                    <a:pt x="95719" y="661238"/>
                  </a:lnTo>
                  <a:lnTo>
                    <a:pt x="97586" y="663105"/>
                  </a:lnTo>
                  <a:lnTo>
                    <a:pt x="98704" y="663562"/>
                  </a:lnTo>
                  <a:lnTo>
                    <a:pt x="101333" y="663562"/>
                  </a:lnTo>
                  <a:lnTo>
                    <a:pt x="102450" y="663105"/>
                  </a:lnTo>
                  <a:lnTo>
                    <a:pt x="104317" y="661238"/>
                  </a:lnTo>
                  <a:lnTo>
                    <a:pt x="104775" y="660120"/>
                  </a:lnTo>
                  <a:lnTo>
                    <a:pt x="104775" y="657491"/>
                  </a:lnTo>
                  <a:close/>
                </a:path>
                <a:path w="7391400" h="4057650">
                  <a:moveTo>
                    <a:pt x="109537" y="4051566"/>
                  </a:moveTo>
                  <a:lnTo>
                    <a:pt x="109080" y="4050449"/>
                  </a:lnTo>
                  <a:lnTo>
                    <a:pt x="107213" y="4048582"/>
                  </a:lnTo>
                  <a:lnTo>
                    <a:pt x="106095" y="4048112"/>
                  </a:lnTo>
                  <a:lnTo>
                    <a:pt x="104775" y="4048112"/>
                  </a:lnTo>
                  <a:lnTo>
                    <a:pt x="104775" y="4046804"/>
                  </a:lnTo>
                  <a:lnTo>
                    <a:pt x="104317" y="4045686"/>
                  </a:lnTo>
                  <a:lnTo>
                    <a:pt x="102450" y="4043819"/>
                  </a:lnTo>
                  <a:lnTo>
                    <a:pt x="101333" y="4043349"/>
                  </a:lnTo>
                  <a:lnTo>
                    <a:pt x="98704" y="4043349"/>
                  </a:lnTo>
                  <a:lnTo>
                    <a:pt x="97586" y="4043819"/>
                  </a:lnTo>
                  <a:lnTo>
                    <a:pt x="95719" y="4045686"/>
                  </a:lnTo>
                  <a:lnTo>
                    <a:pt x="95250" y="4046804"/>
                  </a:lnTo>
                  <a:lnTo>
                    <a:pt x="95250" y="4049433"/>
                  </a:lnTo>
                  <a:lnTo>
                    <a:pt x="95719" y="4050550"/>
                  </a:lnTo>
                  <a:lnTo>
                    <a:pt x="97586" y="4052417"/>
                  </a:lnTo>
                  <a:lnTo>
                    <a:pt x="98704" y="4052874"/>
                  </a:lnTo>
                  <a:lnTo>
                    <a:pt x="100012" y="4052874"/>
                  </a:lnTo>
                  <a:lnTo>
                    <a:pt x="100012" y="4054195"/>
                  </a:lnTo>
                  <a:lnTo>
                    <a:pt x="100482" y="4055313"/>
                  </a:lnTo>
                  <a:lnTo>
                    <a:pt x="102349" y="4057180"/>
                  </a:lnTo>
                  <a:lnTo>
                    <a:pt x="103466" y="4057637"/>
                  </a:lnTo>
                  <a:lnTo>
                    <a:pt x="106095" y="4057637"/>
                  </a:lnTo>
                  <a:lnTo>
                    <a:pt x="107213" y="4057180"/>
                  </a:lnTo>
                  <a:lnTo>
                    <a:pt x="109080" y="4055313"/>
                  </a:lnTo>
                  <a:lnTo>
                    <a:pt x="109537" y="4054195"/>
                  </a:lnTo>
                  <a:lnTo>
                    <a:pt x="109537" y="4051566"/>
                  </a:lnTo>
                  <a:close/>
                </a:path>
                <a:path w="7391400" h="4057650">
                  <a:moveTo>
                    <a:pt x="109537" y="4003941"/>
                  </a:moveTo>
                  <a:lnTo>
                    <a:pt x="109080" y="4002824"/>
                  </a:lnTo>
                  <a:lnTo>
                    <a:pt x="107213" y="4000957"/>
                  </a:lnTo>
                  <a:lnTo>
                    <a:pt x="106095" y="4000487"/>
                  </a:lnTo>
                  <a:lnTo>
                    <a:pt x="103466" y="4000487"/>
                  </a:lnTo>
                  <a:lnTo>
                    <a:pt x="102349" y="4000957"/>
                  </a:lnTo>
                  <a:lnTo>
                    <a:pt x="100482" y="4002824"/>
                  </a:lnTo>
                  <a:lnTo>
                    <a:pt x="100012" y="4003941"/>
                  </a:lnTo>
                  <a:lnTo>
                    <a:pt x="100012" y="4006570"/>
                  </a:lnTo>
                  <a:lnTo>
                    <a:pt x="100482" y="4007688"/>
                  </a:lnTo>
                  <a:lnTo>
                    <a:pt x="102349" y="4009555"/>
                  </a:lnTo>
                  <a:lnTo>
                    <a:pt x="103466" y="4010012"/>
                  </a:lnTo>
                  <a:lnTo>
                    <a:pt x="106095" y="4010012"/>
                  </a:lnTo>
                  <a:lnTo>
                    <a:pt x="107213" y="4009555"/>
                  </a:lnTo>
                  <a:lnTo>
                    <a:pt x="109080" y="4007688"/>
                  </a:lnTo>
                  <a:lnTo>
                    <a:pt x="109537" y="4006570"/>
                  </a:lnTo>
                  <a:lnTo>
                    <a:pt x="109537" y="4003941"/>
                  </a:lnTo>
                  <a:close/>
                </a:path>
                <a:path w="7391400" h="4057650">
                  <a:moveTo>
                    <a:pt x="109537" y="3956316"/>
                  </a:moveTo>
                  <a:lnTo>
                    <a:pt x="109080" y="3955199"/>
                  </a:lnTo>
                  <a:lnTo>
                    <a:pt x="107213" y="3953332"/>
                  </a:lnTo>
                  <a:lnTo>
                    <a:pt x="106095" y="3952862"/>
                  </a:lnTo>
                  <a:lnTo>
                    <a:pt x="103466" y="3952862"/>
                  </a:lnTo>
                  <a:lnTo>
                    <a:pt x="102349" y="3953332"/>
                  </a:lnTo>
                  <a:lnTo>
                    <a:pt x="100482" y="3955199"/>
                  </a:lnTo>
                  <a:lnTo>
                    <a:pt x="100012" y="3956316"/>
                  </a:lnTo>
                  <a:lnTo>
                    <a:pt x="100012" y="3958945"/>
                  </a:lnTo>
                  <a:lnTo>
                    <a:pt x="100482" y="3960063"/>
                  </a:lnTo>
                  <a:lnTo>
                    <a:pt x="102349" y="3961930"/>
                  </a:lnTo>
                  <a:lnTo>
                    <a:pt x="103466" y="3962387"/>
                  </a:lnTo>
                  <a:lnTo>
                    <a:pt x="106095" y="3962387"/>
                  </a:lnTo>
                  <a:lnTo>
                    <a:pt x="107213" y="3961930"/>
                  </a:lnTo>
                  <a:lnTo>
                    <a:pt x="109080" y="3960063"/>
                  </a:lnTo>
                  <a:lnTo>
                    <a:pt x="109537" y="3958945"/>
                  </a:lnTo>
                  <a:lnTo>
                    <a:pt x="109537" y="3956316"/>
                  </a:lnTo>
                  <a:close/>
                </a:path>
                <a:path w="7391400" h="4057650">
                  <a:moveTo>
                    <a:pt x="109537" y="3908691"/>
                  </a:moveTo>
                  <a:lnTo>
                    <a:pt x="109080" y="3907574"/>
                  </a:lnTo>
                  <a:lnTo>
                    <a:pt x="107213" y="3905707"/>
                  </a:lnTo>
                  <a:lnTo>
                    <a:pt x="106095" y="3905237"/>
                  </a:lnTo>
                  <a:lnTo>
                    <a:pt x="103466" y="3905237"/>
                  </a:lnTo>
                  <a:lnTo>
                    <a:pt x="102349" y="3905707"/>
                  </a:lnTo>
                  <a:lnTo>
                    <a:pt x="100482" y="3907574"/>
                  </a:lnTo>
                  <a:lnTo>
                    <a:pt x="100012" y="3908691"/>
                  </a:lnTo>
                  <a:lnTo>
                    <a:pt x="100012" y="3911320"/>
                  </a:lnTo>
                  <a:lnTo>
                    <a:pt x="100482" y="3912438"/>
                  </a:lnTo>
                  <a:lnTo>
                    <a:pt x="102349" y="3914305"/>
                  </a:lnTo>
                  <a:lnTo>
                    <a:pt x="103466" y="3914762"/>
                  </a:lnTo>
                  <a:lnTo>
                    <a:pt x="106095" y="3914762"/>
                  </a:lnTo>
                  <a:lnTo>
                    <a:pt x="107213" y="3914305"/>
                  </a:lnTo>
                  <a:lnTo>
                    <a:pt x="109080" y="3912438"/>
                  </a:lnTo>
                  <a:lnTo>
                    <a:pt x="109537" y="3911320"/>
                  </a:lnTo>
                  <a:lnTo>
                    <a:pt x="109537" y="3908691"/>
                  </a:lnTo>
                  <a:close/>
                </a:path>
                <a:path w="7391400" h="4057650">
                  <a:moveTo>
                    <a:pt x="109537" y="3861066"/>
                  </a:moveTo>
                  <a:lnTo>
                    <a:pt x="109080" y="3859949"/>
                  </a:lnTo>
                  <a:lnTo>
                    <a:pt x="107213" y="3858082"/>
                  </a:lnTo>
                  <a:lnTo>
                    <a:pt x="106095" y="3857612"/>
                  </a:lnTo>
                  <a:lnTo>
                    <a:pt x="103466" y="3857612"/>
                  </a:lnTo>
                  <a:lnTo>
                    <a:pt x="102349" y="3858082"/>
                  </a:lnTo>
                  <a:lnTo>
                    <a:pt x="100482" y="3859949"/>
                  </a:lnTo>
                  <a:lnTo>
                    <a:pt x="100012" y="3861066"/>
                  </a:lnTo>
                  <a:lnTo>
                    <a:pt x="100012" y="3863695"/>
                  </a:lnTo>
                  <a:lnTo>
                    <a:pt x="100482" y="3864813"/>
                  </a:lnTo>
                  <a:lnTo>
                    <a:pt x="102349" y="3866680"/>
                  </a:lnTo>
                  <a:lnTo>
                    <a:pt x="103466" y="3867137"/>
                  </a:lnTo>
                  <a:lnTo>
                    <a:pt x="106095" y="3867137"/>
                  </a:lnTo>
                  <a:lnTo>
                    <a:pt x="107213" y="3866680"/>
                  </a:lnTo>
                  <a:lnTo>
                    <a:pt x="109080" y="3864813"/>
                  </a:lnTo>
                  <a:lnTo>
                    <a:pt x="109537" y="3863695"/>
                  </a:lnTo>
                  <a:lnTo>
                    <a:pt x="109537" y="3861066"/>
                  </a:lnTo>
                  <a:close/>
                </a:path>
                <a:path w="7391400" h="4057650">
                  <a:moveTo>
                    <a:pt x="109537" y="3813441"/>
                  </a:moveTo>
                  <a:lnTo>
                    <a:pt x="109080" y="3812324"/>
                  </a:lnTo>
                  <a:lnTo>
                    <a:pt x="107213" y="3810457"/>
                  </a:lnTo>
                  <a:lnTo>
                    <a:pt x="106095" y="3809987"/>
                  </a:lnTo>
                  <a:lnTo>
                    <a:pt x="103466" y="3809987"/>
                  </a:lnTo>
                  <a:lnTo>
                    <a:pt x="102349" y="3810457"/>
                  </a:lnTo>
                  <a:lnTo>
                    <a:pt x="100482" y="3812324"/>
                  </a:lnTo>
                  <a:lnTo>
                    <a:pt x="100012" y="3813441"/>
                  </a:lnTo>
                  <a:lnTo>
                    <a:pt x="100012" y="3816070"/>
                  </a:lnTo>
                  <a:lnTo>
                    <a:pt x="100482" y="3817188"/>
                  </a:lnTo>
                  <a:lnTo>
                    <a:pt x="102349" y="3819055"/>
                  </a:lnTo>
                  <a:lnTo>
                    <a:pt x="103466" y="3819512"/>
                  </a:lnTo>
                  <a:lnTo>
                    <a:pt x="106095" y="3819512"/>
                  </a:lnTo>
                  <a:lnTo>
                    <a:pt x="107213" y="3819055"/>
                  </a:lnTo>
                  <a:lnTo>
                    <a:pt x="109080" y="3817188"/>
                  </a:lnTo>
                  <a:lnTo>
                    <a:pt x="109537" y="3816070"/>
                  </a:lnTo>
                  <a:lnTo>
                    <a:pt x="109537" y="3813441"/>
                  </a:lnTo>
                  <a:close/>
                </a:path>
                <a:path w="7391400" h="4057650">
                  <a:moveTo>
                    <a:pt x="109537" y="3765816"/>
                  </a:moveTo>
                  <a:lnTo>
                    <a:pt x="109080" y="3764699"/>
                  </a:lnTo>
                  <a:lnTo>
                    <a:pt x="107213" y="3762832"/>
                  </a:lnTo>
                  <a:lnTo>
                    <a:pt x="106095" y="3762362"/>
                  </a:lnTo>
                  <a:lnTo>
                    <a:pt x="103466" y="3762362"/>
                  </a:lnTo>
                  <a:lnTo>
                    <a:pt x="102349" y="3762832"/>
                  </a:lnTo>
                  <a:lnTo>
                    <a:pt x="100482" y="3764699"/>
                  </a:lnTo>
                  <a:lnTo>
                    <a:pt x="100012" y="3765816"/>
                  </a:lnTo>
                  <a:lnTo>
                    <a:pt x="100012" y="3768445"/>
                  </a:lnTo>
                  <a:lnTo>
                    <a:pt x="100482" y="3769563"/>
                  </a:lnTo>
                  <a:lnTo>
                    <a:pt x="102349" y="3771430"/>
                  </a:lnTo>
                  <a:lnTo>
                    <a:pt x="103466" y="3771887"/>
                  </a:lnTo>
                  <a:lnTo>
                    <a:pt x="106095" y="3771887"/>
                  </a:lnTo>
                  <a:lnTo>
                    <a:pt x="107213" y="3771430"/>
                  </a:lnTo>
                  <a:lnTo>
                    <a:pt x="109080" y="3769563"/>
                  </a:lnTo>
                  <a:lnTo>
                    <a:pt x="109537" y="3768445"/>
                  </a:lnTo>
                  <a:lnTo>
                    <a:pt x="109537" y="3765816"/>
                  </a:lnTo>
                  <a:close/>
                </a:path>
                <a:path w="7391400" h="4057650">
                  <a:moveTo>
                    <a:pt x="109537" y="3718191"/>
                  </a:moveTo>
                  <a:lnTo>
                    <a:pt x="109080" y="3717074"/>
                  </a:lnTo>
                  <a:lnTo>
                    <a:pt x="107213" y="3715207"/>
                  </a:lnTo>
                  <a:lnTo>
                    <a:pt x="106095" y="3714737"/>
                  </a:lnTo>
                  <a:lnTo>
                    <a:pt x="103466" y="3714737"/>
                  </a:lnTo>
                  <a:lnTo>
                    <a:pt x="102349" y="3715207"/>
                  </a:lnTo>
                  <a:lnTo>
                    <a:pt x="100482" y="3717074"/>
                  </a:lnTo>
                  <a:lnTo>
                    <a:pt x="100012" y="3718191"/>
                  </a:lnTo>
                  <a:lnTo>
                    <a:pt x="100012" y="3720820"/>
                  </a:lnTo>
                  <a:lnTo>
                    <a:pt x="100482" y="3721938"/>
                  </a:lnTo>
                  <a:lnTo>
                    <a:pt x="102349" y="3723805"/>
                  </a:lnTo>
                  <a:lnTo>
                    <a:pt x="103466" y="3724262"/>
                  </a:lnTo>
                  <a:lnTo>
                    <a:pt x="106095" y="3724262"/>
                  </a:lnTo>
                  <a:lnTo>
                    <a:pt x="107213" y="3723805"/>
                  </a:lnTo>
                  <a:lnTo>
                    <a:pt x="109080" y="3721938"/>
                  </a:lnTo>
                  <a:lnTo>
                    <a:pt x="109537" y="3720820"/>
                  </a:lnTo>
                  <a:lnTo>
                    <a:pt x="109537" y="3718191"/>
                  </a:lnTo>
                  <a:close/>
                </a:path>
                <a:path w="7391400" h="4057650">
                  <a:moveTo>
                    <a:pt x="109537" y="3670566"/>
                  </a:moveTo>
                  <a:lnTo>
                    <a:pt x="109080" y="3669449"/>
                  </a:lnTo>
                  <a:lnTo>
                    <a:pt x="107213" y="3667582"/>
                  </a:lnTo>
                  <a:lnTo>
                    <a:pt x="106095" y="3667112"/>
                  </a:lnTo>
                  <a:lnTo>
                    <a:pt x="103466" y="3667112"/>
                  </a:lnTo>
                  <a:lnTo>
                    <a:pt x="102349" y="3667582"/>
                  </a:lnTo>
                  <a:lnTo>
                    <a:pt x="100482" y="3669449"/>
                  </a:lnTo>
                  <a:lnTo>
                    <a:pt x="100012" y="3670566"/>
                  </a:lnTo>
                  <a:lnTo>
                    <a:pt x="100012" y="3673195"/>
                  </a:lnTo>
                  <a:lnTo>
                    <a:pt x="100482" y="3674313"/>
                  </a:lnTo>
                  <a:lnTo>
                    <a:pt x="102349" y="3676180"/>
                  </a:lnTo>
                  <a:lnTo>
                    <a:pt x="103466" y="3676637"/>
                  </a:lnTo>
                  <a:lnTo>
                    <a:pt x="106095" y="3676637"/>
                  </a:lnTo>
                  <a:lnTo>
                    <a:pt x="107213" y="3676180"/>
                  </a:lnTo>
                  <a:lnTo>
                    <a:pt x="109080" y="3674313"/>
                  </a:lnTo>
                  <a:lnTo>
                    <a:pt x="109537" y="3673195"/>
                  </a:lnTo>
                  <a:lnTo>
                    <a:pt x="109537" y="3670566"/>
                  </a:lnTo>
                  <a:close/>
                </a:path>
                <a:path w="7391400" h="4057650">
                  <a:moveTo>
                    <a:pt x="109537" y="3622941"/>
                  </a:moveTo>
                  <a:lnTo>
                    <a:pt x="109080" y="3621824"/>
                  </a:lnTo>
                  <a:lnTo>
                    <a:pt x="107213" y="3619957"/>
                  </a:lnTo>
                  <a:lnTo>
                    <a:pt x="106095" y="3619487"/>
                  </a:lnTo>
                  <a:lnTo>
                    <a:pt x="103466" y="3619487"/>
                  </a:lnTo>
                  <a:lnTo>
                    <a:pt x="102349" y="3619957"/>
                  </a:lnTo>
                  <a:lnTo>
                    <a:pt x="100482" y="3621824"/>
                  </a:lnTo>
                  <a:lnTo>
                    <a:pt x="100012" y="3622941"/>
                  </a:lnTo>
                  <a:lnTo>
                    <a:pt x="100012" y="3625570"/>
                  </a:lnTo>
                  <a:lnTo>
                    <a:pt x="100482" y="3626688"/>
                  </a:lnTo>
                  <a:lnTo>
                    <a:pt x="102349" y="3628555"/>
                  </a:lnTo>
                  <a:lnTo>
                    <a:pt x="103466" y="3629012"/>
                  </a:lnTo>
                  <a:lnTo>
                    <a:pt x="106095" y="3629012"/>
                  </a:lnTo>
                  <a:lnTo>
                    <a:pt x="107213" y="3628555"/>
                  </a:lnTo>
                  <a:lnTo>
                    <a:pt x="109080" y="3626688"/>
                  </a:lnTo>
                  <a:lnTo>
                    <a:pt x="109537" y="3625570"/>
                  </a:lnTo>
                  <a:lnTo>
                    <a:pt x="109537" y="3622941"/>
                  </a:lnTo>
                  <a:close/>
                </a:path>
                <a:path w="7391400" h="4057650">
                  <a:moveTo>
                    <a:pt x="109537" y="3575316"/>
                  </a:moveTo>
                  <a:lnTo>
                    <a:pt x="109080" y="3574199"/>
                  </a:lnTo>
                  <a:lnTo>
                    <a:pt x="107213" y="3572332"/>
                  </a:lnTo>
                  <a:lnTo>
                    <a:pt x="106095" y="3571862"/>
                  </a:lnTo>
                  <a:lnTo>
                    <a:pt x="103466" y="3571862"/>
                  </a:lnTo>
                  <a:lnTo>
                    <a:pt x="102349" y="3572332"/>
                  </a:lnTo>
                  <a:lnTo>
                    <a:pt x="100482" y="3574199"/>
                  </a:lnTo>
                  <a:lnTo>
                    <a:pt x="100012" y="3575316"/>
                  </a:lnTo>
                  <a:lnTo>
                    <a:pt x="100012" y="3577945"/>
                  </a:lnTo>
                  <a:lnTo>
                    <a:pt x="100482" y="3579063"/>
                  </a:lnTo>
                  <a:lnTo>
                    <a:pt x="102349" y="3580930"/>
                  </a:lnTo>
                  <a:lnTo>
                    <a:pt x="103466" y="3581387"/>
                  </a:lnTo>
                  <a:lnTo>
                    <a:pt x="106095" y="3581387"/>
                  </a:lnTo>
                  <a:lnTo>
                    <a:pt x="107213" y="3580930"/>
                  </a:lnTo>
                  <a:lnTo>
                    <a:pt x="109080" y="3579063"/>
                  </a:lnTo>
                  <a:lnTo>
                    <a:pt x="109537" y="3577945"/>
                  </a:lnTo>
                  <a:lnTo>
                    <a:pt x="109537" y="3575316"/>
                  </a:lnTo>
                  <a:close/>
                </a:path>
                <a:path w="7391400" h="4057650">
                  <a:moveTo>
                    <a:pt x="109537" y="3527691"/>
                  </a:moveTo>
                  <a:lnTo>
                    <a:pt x="109080" y="3526574"/>
                  </a:lnTo>
                  <a:lnTo>
                    <a:pt x="107213" y="3524707"/>
                  </a:lnTo>
                  <a:lnTo>
                    <a:pt x="106095" y="3524237"/>
                  </a:lnTo>
                  <a:lnTo>
                    <a:pt x="103466" y="3524237"/>
                  </a:lnTo>
                  <a:lnTo>
                    <a:pt x="102349" y="3524707"/>
                  </a:lnTo>
                  <a:lnTo>
                    <a:pt x="100482" y="3526574"/>
                  </a:lnTo>
                  <a:lnTo>
                    <a:pt x="100012" y="3527691"/>
                  </a:lnTo>
                  <a:lnTo>
                    <a:pt x="100012" y="3530320"/>
                  </a:lnTo>
                  <a:lnTo>
                    <a:pt x="100482" y="3531438"/>
                  </a:lnTo>
                  <a:lnTo>
                    <a:pt x="102349" y="3533305"/>
                  </a:lnTo>
                  <a:lnTo>
                    <a:pt x="103466" y="3533762"/>
                  </a:lnTo>
                  <a:lnTo>
                    <a:pt x="106095" y="3533762"/>
                  </a:lnTo>
                  <a:lnTo>
                    <a:pt x="107213" y="3533305"/>
                  </a:lnTo>
                  <a:lnTo>
                    <a:pt x="109080" y="3531438"/>
                  </a:lnTo>
                  <a:lnTo>
                    <a:pt x="109537" y="3530320"/>
                  </a:lnTo>
                  <a:lnTo>
                    <a:pt x="109537" y="3527691"/>
                  </a:lnTo>
                  <a:close/>
                </a:path>
                <a:path w="7391400" h="4057650">
                  <a:moveTo>
                    <a:pt x="109537" y="3480066"/>
                  </a:moveTo>
                  <a:lnTo>
                    <a:pt x="109080" y="3478949"/>
                  </a:lnTo>
                  <a:lnTo>
                    <a:pt x="107213" y="3477082"/>
                  </a:lnTo>
                  <a:lnTo>
                    <a:pt x="106095" y="3476612"/>
                  </a:lnTo>
                  <a:lnTo>
                    <a:pt x="103466" y="3476612"/>
                  </a:lnTo>
                  <a:lnTo>
                    <a:pt x="102349" y="3477082"/>
                  </a:lnTo>
                  <a:lnTo>
                    <a:pt x="100482" y="3478949"/>
                  </a:lnTo>
                  <a:lnTo>
                    <a:pt x="100012" y="3480066"/>
                  </a:lnTo>
                  <a:lnTo>
                    <a:pt x="100012" y="3482695"/>
                  </a:lnTo>
                  <a:lnTo>
                    <a:pt x="100482" y="3483813"/>
                  </a:lnTo>
                  <a:lnTo>
                    <a:pt x="102349" y="3485680"/>
                  </a:lnTo>
                  <a:lnTo>
                    <a:pt x="103466" y="3486137"/>
                  </a:lnTo>
                  <a:lnTo>
                    <a:pt x="106095" y="3486137"/>
                  </a:lnTo>
                  <a:lnTo>
                    <a:pt x="107213" y="3485680"/>
                  </a:lnTo>
                  <a:lnTo>
                    <a:pt x="109080" y="3483813"/>
                  </a:lnTo>
                  <a:lnTo>
                    <a:pt x="109537" y="3482695"/>
                  </a:lnTo>
                  <a:lnTo>
                    <a:pt x="109537" y="3480066"/>
                  </a:lnTo>
                  <a:close/>
                </a:path>
                <a:path w="7391400" h="4057650">
                  <a:moveTo>
                    <a:pt x="109537" y="3432441"/>
                  </a:moveTo>
                  <a:lnTo>
                    <a:pt x="109080" y="3431324"/>
                  </a:lnTo>
                  <a:lnTo>
                    <a:pt x="107213" y="3429457"/>
                  </a:lnTo>
                  <a:lnTo>
                    <a:pt x="106095" y="3428987"/>
                  </a:lnTo>
                  <a:lnTo>
                    <a:pt x="103466" y="3428987"/>
                  </a:lnTo>
                  <a:lnTo>
                    <a:pt x="102349" y="3429457"/>
                  </a:lnTo>
                  <a:lnTo>
                    <a:pt x="100482" y="3431324"/>
                  </a:lnTo>
                  <a:lnTo>
                    <a:pt x="100012" y="3432441"/>
                  </a:lnTo>
                  <a:lnTo>
                    <a:pt x="100012" y="3435070"/>
                  </a:lnTo>
                  <a:lnTo>
                    <a:pt x="100482" y="3436188"/>
                  </a:lnTo>
                  <a:lnTo>
                    <a:pt x="102349" y="3438055"/>
                  </a:lnTo>
                  <a:lnTo>
                    <a:pt x="103466" y="3438512"/>
                  </a:lnTo>
                  <a:lnTo>
                    <a:pt x="106095" y="3438512"/>
                  </a:lnTo>
                  <a:lnTo>
                    <a:pt x="107213" y="3438055"/>
                  </a:lnTo>
                  <a:lnTo>
                    <a:pt x="109080" y="3436188"/>
                  </a:lnTo>
                  <a:lnTo>
                    <a:pt x="109537" y="3435070"/>
                  </a:lnTo>
                  <a:lnTo>
                    <a:pt x="109537" y="3432441"/>
                  </a:lnTo>
                  <a:close/>
                </a:path>
                <a:path w="7391400" h="4057650">
                  <a:moveTo>
                    <a:pt x="109537" y="3384816"/>
                  </a:moveTo>
                  <a:lnTo>
                    <a:pt x="109080" y="3383699"/>
                  </a:lnTo>
                  <a:lnTo>
                    <a:pt x="107213" y="3381832"/>
                  </a:lnTo>
                  <a:lnTo>
                    <a:pt x="106095" y="3381362"/>
                  </a:lnTo>
                  <a:lnTo>
                    <a:pt x="103466" y="3381362"/>
                  </a:lnTo>
                  <a:lnTo>
                    <a:pt x="102349" y="3381832"/>
                  </a:lnTo>
                  <a:lnTo>
                    <a:pt x="100482" y="3383699"/>
                  </a:lnTo>
                  <a:lnTo>
                    <a:pt x="100012" y="3384816"/>
                  </a:lnTo>
                  <a:lnTo>
                    <a:pt x="100012" y="3387445"/>
                  </a:lnTo>
                  <a:lnTo>
                    <a:pt x="100482" y="3388563"/>
                  </a:lnTo>
                  <a:lnTo>
                    <a:pt x="102349" y="3390430"/>
                  </a:lnTo>
                  <a:lnTo>
                    <a:pt x="103466" y="3390887"/>
                  </a:lnTo>
                  <a:lnTo>
                    <a:pt x="106095" y="3390887"/>
                  </a:lnTo>
                  <a:lnTo>
                    <a:pt x="107213" y="3390430"/>
                  </a:lnTo>
                  <a:lnTo>
                    <a:pt x="109080" y="3388563"/>
                  </a:lnTo>
                  <a:lnTo>
                    <a:pt x="109537" y="3387445"/>
                  </a:lnTo>
                  <a:lnTo>
                    <a:pt x="109537" y="3384816"/>
                  </a:lnTo>
                  <a:close/>
                </a:path>
                <a:path w="7391400" h="4057650">
                  <a:moveTo>
                    <a:pt x="109537" y="3337191"/>
                  </a:moveTo>
                  <a:lnTo>
                    <a:pt x="109080" y="3336074"/>
                  </a:lnTo>
                  <a:lnTo>
                    <a:pt x="107213" y="3334207"/>
                  </a:lnTo>
                  <a:lnTo>
                    <a:pt x="106095" y="3333737"/>
                  </a:lnTo>
                  <a:lnTo>
                    <a:pt x="103466" y="3333737"/>
                  </a:lnTo>
                  <a:lnTo>
                    <a:pt x="102349" y="3334207"/>
                  </a:lnTo>
                  <a:lnTo>
                    <a:pt x="100482" y="3336074"/>
                  </a:lnTo>
                  <a:lnTo>
                    <a:pt x="100012" y="3337191"/>
                  </a:lnTo>
                  <a:lnTo>
                    <a:pt x="100012" y="3339820"/>
                  </a:lnTo>
                  <a:lnTo>
                    <a:pt x="100482" y="3340938"/>
                  </a:lnTo>
                  <a:lnTo>
                    <a:pt x="102349" y="3342805"/>
                  </a:lnTo>
                  <a:lnTo>
                    <a:pt x="103466" y="3343262"/>
                  </a:lnTo>
                  <a:lnTo>
                    <a:pt x="106095" y="3343262"/>
                  </a:lnTo>
                  <a:lnTo>
                    <a:pt x="107213" y="3342805"/>
                  </a:lnTo>
                  <a:lnTo>
                    <a:pt x="109080" y="3340938"/>
                  </a:lnTo>
                  <a:lnTo>
                    <a:pt x="109537" y="3339820"/>
                  </a:lnTo>
                  <a:lnTo>
                    <a:pt x="109537" y="3337191"/>
                  </a:lnTo>
                  <a:close/>
                </a:path>
                <a:path w="7391400" h="4057650">
                  <a:moveTo>
                    <a:pt x="109537" y="3289566"/>
                  </a:moveTo>
                  <a:lnTo>
                    <a:pt x="109080" y="3288449"/>
                  </a:lnTo>
                  <a:lnTo>
                    <a:pt x="107213" y="3286582"/>
                  </a:lnTo>
                  <a:lnTo>
                    <a:pt x="106095" y="3286112"/>
                  </a:lnTo>
                  <a:lnTo>
                    <a:pt x="103466" y="3286112"/>
                  </a:lnTo>
                  <a:lnTo>
                    <a:pt x="102349" y="3286582"/>
                  </a:lnTo>
                  <a:lnTo>
                    <a:pt x="100482" y="3288449"/>
                  </a:lnTo>
                  <a:lnTo>
                    <a:pt x="100012" y="3289566"/>
                  </a:lnTo>
                  <a:lnTo>
                    <a:pt x="100012" y="3292195"/>
                  </a:lnTo>
                  <a:lnTo>
                    <a:pt x="100482" y="3293313"/>
                  </a:lnTo>
                  <a:lnTo>
                    <a:pt x="102349" y="3295180"/>
                  </a:lnTo>
                  <a:lnTo>
                    <a:pt x="103466" y="3295637"/>
                  </a:lnTo>
                  <a:lnTo>
                    <a:pt x="106095" y="3295637"/>
                  </a:lnTo>
                  <a:lnTo>
                    <a:pt x="107213" y="3295180"/>
                  </a:lnTo>
                  <a:lnTo>
                    <a:pt x="109080" y="3293313"/>
                  </a:lnTo>
                  <a:lnTo>
                    <a:pt x="109537" y="3292195"/>
                  </a:lnTo>
                  <a:lnTo>
                    <a:pt x="109537" y="3289566"/>
                  </a:lnTo>
                  <a:close/>
                </a:path>
                <a:path w="7391400" h="4057650">
                  <a:moveTo>
                    <a:pt x="109537" y="3241941"/>
                  </a:moveTo>
                  <a:lnTo>
                    <a:pt x="109080" y="3240824"/>
                  </a:lnTo>
                  <a:lnTo>
                    <a:pt x="107213" y="3238957"/>
                  </a:lnTo>
                  <a:lnTo>
                    <a:pt x="106095" y="3238487"/>
                  </a:lnTo>
                  <a:lnTo>
                    <a:pt x="103466" y="3238487"/>
                  </a:lnTo>
                  <a:lnTo>
                    <a:pt x="102349" y="3238957"/>
                  </a:lnTo>
                  <a:lnTo>
                    <a:pt x="100482" y="3240824"/>
                  </a:lnTo>
                  <a:lnTo>
                    <a:pt x="100012" y="3241941"/>
                  </a:lnTo>
                  <a:lnTo>
                    <a:pt x="100012" y="3244570"/>
                  </a:lnTo>
                  <a:lnTo>
                    <a:pt x="100482" y="3245688"/>
                  </a:lnTo>
                  <a:lnTo>
                    <a:pt x="102349" y="3247555"/>
                  </a:lnTo>
                  <a:lnTo>
                    <a:pt x="103466" y="3248012"/>
                  </a:lnTo>
                  <a:lnTo>
                    <a:pt x="106095" y="3248012"/>
                  </a:lnTo>
                  <a:lnTo>
                    <a:pt x="107213" y="3247555"/>
                  </a:lnTo>
                  <a:lnTo>
                    <a:pt x="109080" y="3245688"/>
                  </a:lnTo>
                  <a:lnTo>
                    <a:pt x="109537" y="3244570"/>
                  </a:lnTo>
                  <a:lnTo>
                    <a:pt x="109537" y="3241941"/>
                  </a:lnTo>
                  <a:close/>
                </a:path>
                <a:path w="7391400" h="4057650">
                  <a:moveTo>
                    <a:pt x="109537" y="3194316"/>
                  </a:moveTo>
                  <a:lnTo>
                    <a:pt x="109080" y="3193199"/>
                  </a:lnTo>
                  <a:lnTo>
                    <a:pt x="107213" y="3191332"/>
                  </a:lnTo>
                  <a:lnTo>
                    <a:pt x="106095" y="3190862"/>
                  </a:lnTo>
                  <a:lnTo>
                    <a:pt x="103466" y="3190862"/>
                  </a:lnTo>
                  <a:lnTo>
                    <a:pt x="102349" y="3191332"/>
                  </a:lnTo>
                  <a:lnTo>
                    <a:pt x="100482" y="3193199"/>
                  </a:lnTo>
                  <a:lnTo>
                    <a:pt x="100012" y="3194316"/>
                  </a:lnTo>
                  <a:lnTo>
                    <a:pt x="100012" y="3196945"/>
                  </a:lnTo>
                  <a:lnTo>
                    <a:pt x="100482" y="3198063"/>
                  </a:lnTo>
                  <a:lnTo>
                    <a:pt x="102349" y="3199930"/>
                  </a:lnTo>
                  <a:lnTo>
                    <a:pt x="103466" y="3200387"/>
                  </a:lnTo>
                  <a:lnTo>
                    <a:pt x="106095" y="3200387"/>
                  </a:lnTo>
                  <a:lnTo>
                    <a:pt x="107213" y="3199930"/>
                  </a:lnTo>
                  <a:lnTo>
                    <a:pt x="109080" y="3198063"/>
                  </a:lnTo>
                  <a:lnTo>
                    <a:pt x="109537" y="3196945"/>
                  </a:lnTo>
                  <a:lnTo>
                    <a:pt x="109537" y="3194316"/>
                  </a:lnTo>
                  <a:close/>
                </a:path>
                <a:path w="7391400" h="4057650">
                  <a:moveTo>
                    <a:pt x="109537" y="3146691"/>
                  </a:moveTo>
                  <a:lnTo>
                    <a:pt x="109080" y="3145574"/>
                  </a:lnTo>
                  <a:lnTo>
                    <a:pt x="107213" y="3143707"/>
                  </a:lnTo>
                  <a:lnTo>
                    <a:pt x="106095" y="3143237"/>
                  </a:lnTo>
                  <a:lnTo>
                    <a:pt x="103466" y="3143237"/>
                  </a:lnTo>
                  <a:lnTo>
                    <a:pt x="102349" y="3143707"/>
                  </a:lnTo>
                  <a:lnTo>
                    <a:pt x="100482" y="3145574"/>
                  </a:lnTo>
                  <a:lnTo>
                    <a:pt x="100012" y="3146691"/>
                  </a:lnTo>
                  <a:lnTo>
                    <a:pt x="100012" y="3149320"/>
                  </a:lnTo>
                  <a:lnTo>
                    <a:pt x="100482" y="3150438"/>
                  </a:lnTo>
                  <a:lnTo>
                    <a:pt x="102349" y="3152305"/>
                  </a:lnTo>
                  <a:lnTo>
                    <a:pt x="103466" y="3152762"/>
                  </a:lnTo>
                  <a:lnTo>
                    <a:pt x="106095" y="3152762"/>
                  </a:lnTo>
                  <a:lnTo>
                    <a:pt x="107213" y="3152305"/>
                  </a:lnTo>
                  <a:lnTo>
                    <a:pt x="109080" y="3150438"/>
                  </a:lnTo>
                  <a:lnTo>
                    <a:pt x="109537" y="3149320"/>
                  </a:lnTo>
                  <a:lnTo>
                    <a:pt x="109537" y="3146691"/>
                  </a:lnTo>
                  <a:close/>
                </a:path>
                <a:path w="7391400" h="4057650">
                  <a:moveTo>
                    <a:pt x="109537" y="3099066"/>
                  </a:moveTo>
                  <a:lnTo>
                    <a:pt x="109080" y="3097949"/>
                  </a:lnTo>
                  <a:lnTo>
                    <a:pt x="107213" y="3096082"/>
                  </a:lnTo>
                  <a:lnTo>
                    <a:pt x="106095" y="3095612"/>
                  </a:lnTo>
                  <a:lnTo>
                    <a:pt x="103466" y="3095612"/>
                  </a:lnTo>
                  <a:lnTo>
                    <a:pt x="102349" y="3096082"/>
                  </a:lnTo>
                  <a:lnTo>
                    <a:pt x="100482" y="3097949"/>
                  </a:lnTo>
                  <a:lnTo>
                    <a:pt x="100012" y="3099066"/>
                  </a:lnTo>
                  <a:lnTo>
                    <a:pt x="100012" y="3101695"/>
                  </a:lnTo>
                  <a:lnTo>
                    <a:pt x="100482" y="3102813"/>
                  </a:lnTo>
                  <a:lnTo>
                    <a:pt x="102349" y="3104680"/>
                  </a:lnTo>
                  <a:lnTo>
                    <a:pt x="103466" y="3105137"/>
                  </a:lnTo>
                  <a:lnTo>
                    <a:pt x="106095" y="3105137"/>
                  </a:lnTo>
                  <a:lnTo>
                    <a:pt x="107213" y="3104680"/>
                  </a:lnTo>
                  <a:lnTo>
                    <a:pt x="109080" y="3102813"/>
                  </a:lnTo>
                  <a:lnTo>
                    <a:pt x="109537" y="3101695"/>
                  </a:lnTo>
                  <a:lnTo>
                    <a:pt x="109537" y="3099066"/>
                  </a:lnTo>
                  <a:close/>
                </a:path>
                <a:path w="7391400" h="4057650">
                  <a:moveTo>
                    <a:pt x="109537" y="3051441"/>
                  </a:moveTo>
                  <a:lnTo>
                    <a:pt x="109080" y="3050324"/>
                  </a:lnTo>
                  <a:lnTo>
                    <a:pt x="107213" y="3048457"/>
                  </a:lnTo>
                  <a:lnTo>
                    <a:pt x="106095" y="3047987"/>
                  </a:lnTo>
                  <a:lnTo>
                    <a:pt x="103466" y="3047987"/>
                  </a:lnTo>
                  <a:lnTo>
                    <a:pt x="102349" y="3048457"/>
                  </a:lnTo>
                  <a:lnTo>
                    <a:pt x="100482" y="3050324"/>
                  </a:lnTo>
                  <a:lnTo>
                    <a:pt x="100012" y="3051441"/>
                  </a:lnTo>
                  <a:lnTo>
                    <a:pt x="100012" y="3054070"/>
                  </a:lnTo>
                  <a:lnTo>
                    <a:pt x="100482" y="3055188"/>
                  </a:lnTo>
                  <a:lnTo>
                    <a:pt x="102349" y="3057055"/>
                  </a:lnTo>
                  <a:lnTo>
                    <a:pt x="103466" y="3057512"/>
                  </a:lnTo>
                  <a:lnTo>
                    <a:pt x="106095" y="3057512"/>
                  </a:lnTo>
                  <a:lnTo>
                    <a:pt x="107213" y="3057055"/>
                  </a:lnTo>
                  <a:lnTo>
                    <a:pt x="109080" y="3055188"/>
                  </a:lnTo>
                  <a:lnTo>
                    <a:pt x="109537" y="3054070"/>
                  </a:lnTo>
                  <a:lnTo>
                    <a:pt x="109537" y="3051441"/>
                  </a:lnTo>
                  <a:close/>
                </a:path>
                <a:path w="7391400" h="4057650">
                  <a:moveTo>
                    <a:pt x="109537" y="3003816"/>
                  </a:moveTo>
                  <a:lnTo>
                    <a:pt x="109080" y="3002699"/>
                  </a:lnTo>
                  <a:lnTo>
                    <a:pt x="107213" y="3000832"/>
                  </a:lnTo>
                  <a:lnTo>
                    <a:pt x="106095" y="3000362"/>
                  </a:lnTo>
                  <a:lnTo>
                    <a:pt x="103466" y="3000362"/>
                  </a:lnTo>
                  <a:lnTo>
                    <a:pt x="102349" y="3000832"/>
                  </a:lnTo>
                  <a:lnTo>
                    <a:pt x="100482" y="3002699"/>
                  </a:lnTo>
                  <a:lnTo>
                    <a:pt x="100012" y="3003816"/>
                  </a:lnTo>
                  <a:lnTo>
                    <a:pt x="100012" y="3006445"/>
                  </a:lnTo>
                  <a:lnTo>
                    <a:pt x="100482" y="3007563"/>
                  </a:lnTo>
                  <a:lnTo>
                    <a:pt x="102349" y="3009430"/>
                  </a:lnTo>
                  <a:lnTo>
                    <a:pt x="103466" y="3009887"/>
                  </a:lnTo>
                  <a:lnTo>
                    <a:pt x="106095" y="3009887"/>
                  </a:lnTo>
                  <a:lnTo>
                    <a:pt x="107213" y="3009430"/>
                  </a:lnTo>
                  <a:lnTo>
                    <a:pt x="109080" y="3007563"/>
                  </a:lnTo>
                  <a:lnTo>
                    <a:pt x="109537" y="3006445"/>
                  </a:lnTo>
                  <a:lnTo>
                    <a:pt x="109537" y="3003816"/>
                  </a:lnTo>
                  <a:close/>
                </a:path>
                <a:path w="7391400" h="4057650">
                  <a:moveTo>
                    <a:pt x="109537" y="2956191"/>
                  </a:moveTo>
                  <a:lnTo>
                    <a:pt x="109080" y="2955074"/>
                  </a:lnTo>
                  <a:lnTo>
                    <a:pt x="107213" y="2953207"/>
                  </a:lnTo>
                  <a:lnTo>
                    <a:pt x="106095" y="2952737"/>
                  </a:lnTo>
                  <a:lnTo>
                    <a:pt x="103466" y="2952737"/>
                  </a:lnTo>
                  <a:lnTo>
                    <a:pt x="102349" y="2953207"/>
                  </a:lnTo>
                  <a:lnTo>
                    <a:pt x="100482" y="2955074"/>
                  </a:lnTo>
                  <a:lnTo>
                    <a:pt x="100012" y="2956191"/>
                  </a:lnTo>
                  <a:lnTo>
                    <a:pt x="100012" y="2958820"/>
                  </a:lnTo>
                  <a:lnTo>
                    <a:pt x="100482" y="2959938"/>
                  </a:lnTo>
                  <a:lnTo>
                    <a:pt x="102349" y="2961805"/>
                  </a:lnTo>
                  <a:lnTo>
                    <a:pt x="103466" y="2962262"/>
                  </a:lnTo>
                  <a:lnTo>
                    <a:pt x="106095" y="2962262"/>
                  </a:lnTo>
                  <a:lnTo>
                    <a:pt x="107213" y="2961805"/>
                  </a:lnTo>
                  <a:lnTo>
                    <a:pt x="109080" y="2959938"/>
                  </a:lnTo>
                  <a:lnTo>
                    <a:pt x="109537" y="2958820"/>
                  </a:lnTo>
                  <a:lnTo>
                    <a:pt x="109537" y="2956191"/>
                  </a:lnTo>
                  <a:close/>
                </a:path>
                <a:path w="7391400" h="4057650">
                  <a:moveTo>
                    <a:pt x="109537" y="2908566"/>
                  </a:moveTo>
                  <a:lnTo>
                    <a:pt x="109080" y="2907449"/>
                  </a:lnTo>
                  <a:lnTo>
                    <a:pt x="107213" y="2905582"/>
                  </a:lnTo>
                  <a:lnTo>
                    <a:pt x="106095" y="2905112"/>
                  </a:lnTo>
                  <a:lnTo>
                    <a:pt x="103466" y="2905112"/>
                  </a:lnTo>
                  <a:lnTo>
                    <a:pt x="102349" y="2905582"/>
                  </a:lnTo>
                  <a:lnTo>
                    <a:pt x="100482" y="2907449"/>
                  </a:lnTo>
                  <a:lnTo>
                    <a:pt x="100012" y="2908566"/>
                  </a:lnTo>
                  <a:lnTo>
                    <a:pt x="100012" y="2911195"/>
                  </a:lnTo>
                  <a:lnTo>
                    <a:pt x="100482" y="2912313"/>
                  </a:lnTo>
                  <a:lnTo>
                    <a:pt x="102044" y="2913888"/>
                  </a:lnTo>
                  <a:lnTo>
                    <a:pt x="101333" y="2913583"/>
                  </a:lnTo>
                  <a:lnTo>
                    <a:pt x="98704" y="2913583"/>
                  </a:lnTo>
                  <a:lnTo>
                    <a:pt x="97586" y="2914053"/>
                  </a:lnTo>
                  <a:lnTo>
                    <a:pt x="95719" y="2915907"/>
                  </a:lnTo>
                  <a:lnTo>
                    <a:pt x="95250" y="2917037"/>
                  </a:lnTo>
                  <a:lnTo>
                    <a:pt x="95250" y="2919666"/>
                  </a:lnTo>
                  <a:lnTo>
                    <a:pt x="95719" y="2920784"/>
                  </a:lnTo>
                  <a:lnTo>
                    <a:pt x="97586" y="2922651"/>
                  </a:lnTo>
                  <a:lnTo>
                    <a:pt x="98704" y="2923108"/>
                  </a:lnTo>
                  <a:lnTo>
                    <a:pt x="101333" y="2923108"/>
                  </a:lnTo>
                  <a:lnTo>
                    <a:pt x="102450" y="2922651"/>
                  </a:lnTo>
                  <a:lnTo>
                    <a:pt x="104317" y="2920784"/>
                  </a:lnTo>
                  <a:lnTo>
                    <a:pt x="104775" y="2919666"/>
                  </a:lnTo>
                  <a:lnTo>
                    <a:pt x="104775" y="2917037"/>
                  </a:lnTo>
                  <a:lnTo>
                    <a:pt x="104317" y="2915907"/>
                  </a:lnTo>
                  <a:lnTo>
                    <a:pt x="102730" y="2914345"/>
                  </a:lnTo>
                  <a:lnTo>
                    <a:pt x="103466" y="2914637"/>
                  </a:lnTo>
                  <a:lnTo>
                    <a:pt x="106095" y="2914637"/>
                  </a:lnTo>
                  <a:lnTo>
                    <a:pt x="107213" y="2914180"/>
                  </a:lnTo>
                  <a:lnTo>
                    <a:pt x="109080" y="2912313"/>
                  </a:lnTo>
                  <a:lnTo>
                    <a:pt x="109537" y="2911195"/>
                  </a:lnTo>
                  <a:lnTo>
                    <a:pt x="109537" y="2908566"/>
                  </a:lnTo>
                  <a:close/>
                </a:path>
                <a:path w="7391400" h="4057650">
                  <a:moveTo>
                    <a:pt x="109537" y="2860941"/>
                  </a:moveTo>
                  <a:lnTo>
                    <a:pt x="109080" y="2859824"/>
                  </a:lnTo>
                  <a:lnTo>
                    <a:pt x="107213" y="2857957"/>
                  </a:lnTo>
                  <a:lnTo>
                    <a:pt x="106095" y="2857500"/>
                  </a:lnTo>
                  <a:lnTo>
                    <a:pt x="103466" y="2857500"/>
                  </a:lnTo>
                  <a:lnTo>
                    <a:pt x="102349" y="2857957"/>
                  </a:lnTo>
                  <a:lnTo>
                    <a:pt x="100482" y="2859824"/>
                  </a:lnTo>
                  <a:lnTo>
                    <a:pt x="100012" y="2860941"/>
                  </a:lnTo>
                  <a:lnTo>
                    <a:pt x="100012" y="2863570"/>
                  </a:lnTo>
                  <a:lnTo>
                    <a:pt x="100482" y="2864688"/>
                  </a:lnTo>
                  <a:lnTo>
                    <a:pt x="102349" y="2866555"/>
                  </a:lnTo>
                  <a:lnTo>
                    <a:pt x="103466" y="2867012"/>
                  </a:lnTo>
                  <a:lnTo>
                    <a:pt x="106095" y="2867012"/>
                  </a:lnTo>
                  <a:lnTo>
                    <a:pt x="107213" y="2866555"/>
                  </a:lnTo>
                  <a:lnTo>
                    <a:pt x="109080" y="2864688"/>
                  </a:lnTo>
                  <a:lnTo>
                    <a:pt x="109537" y="2863570"/>
                  </a:lnTo>
                  <a:lnTo>
                    <a:pt x="109537" y="2860941"/>
                  </a:lnTo>
                  <a:close/>
                </a:path>
                <a:path w="7391400" h="4057650">
                  <a:moveTo>
                    <a:pt x="109537" y="2813316"/>
                  </a:moveTo>
                  <a:lnTo>
                    <a:pt x="109080" y="2812199"/>
                  </a:lnTo>
                  <a:lnTo>
                    <a:pt x="107213" y="2810332"/>
                  </a:lnTo>
                  <a:lnTo>
                    <a:pt x="106095" y="2809875"/>
                  </a:lnTo>
                  <a:lnTo>
                    <a:pt x="103466" y="2809875"/>
                  </a:lnTo>
                  <a:lnTo>
                    <a:pt x="102349" y="2810332"/>
                  </a:lnTo>
                  <a:lnTo>
                    <a:pt x="100482" y="2812199"/>
                  </a:lnTo>
                  <a:lnTo>
                    <a:pt x="100012" y="2813316"/>
                  </a:lnTo>
                  <a:lnTo>
                    <a:pt x="100012" y="2815945"/>
                  </a:lnTo>
                  <a:lnTo>
                    <a:pt x="100482" y="2817063"/>
                  </a:lnTo>
                  <a:lnTo>
                    <a:pt x="102349" y="2818930"/>
                  </a:lnTo>
                  <a:lnTo>
                    <a:pt x="103466" y="2819387"/>
                  </a:lnTo>
                  <a:lnTo>
                    <a:pt x="106095" y="2819387"/>
                  </a:lnTo>
                  <a:lnTo>
                    <a:pt x="107213" y="2818930"/>
                  </a:lnTo>
                  <a:lnTo>
                    <a:pt x="109080" y="2817063"/>
                  </a:lnTo>
                  <a:lnTo>
                    <a:pt x="109537" y="2815945"/>
                  </a:lnTo>
                  <a:lnTo>
                    <a:pt x="109537" y="2813316"/>
                  </a:lnTo>
                  <a:close/>
                </a:path>
                <a:path w="7391400" h="4057650">
                  <a:moveTo>
                    <a:pt x="109537" y="2765691"/>
                  </a:moveTo>
                  <a:lnTo>
                    <a:pt x="109080" y="2764574"/>
                  </a:lnTo>
                  <a:lnTo>
                    <a:pt x="107213" y="2762707"/>
                  </a:lnTo>
                  <a:lnTo>
                    <a:pt x="106095" y="2762250"/>
                  </a:lnTo>
                  <a:lnTo>
                    <a:pt x="103466" y="2762250"/>
                  </a:lnTo>
                  <a:lnTo>
                    <a:pt x="102349" y="2762707"/>
                  </a:lnTo>
                  <a:lnTo>
                    <a:pt x="100482" y="2764574"/>
                  </a:lnTo>
                  <a:lnTo>
                    <a:pt x="100012" y="2765691"/>
                  </a:lnTo>
                  <a:lnTo>
                    <a:pt x="100012" y="2768320"/>
                  </a:lnTo>
                  <a:lnTo>
                    <a:pt x="100482" y="2769438"/>
                  </a:lnTo>
                  <a:lnTo>
                    <a:pt x="102349" y="2771305"/>
                  </a:lnTo>
                  <a:lnTo>
                    <a:pt x="103466" y="2771762"/>
                  </a:lnTo>
                  <a:lnTo>
                    <a:pt x="106095" y="2771762"/>
                  </a:lnTo>
                  <a:lnTo>
                    <a:pt x="107213" y="2771305"/>
                  </a:lnTo>
                  <a:lnTo>
                    <a:pt x="109080" y="2769438"/>
                  </a:lnTo>
                  <a:lnTo>
                    <a:pt x="109537" y="2768320"/>
                  </a:lnTo>
                  <a:lnTo>
                    <a:pt x="109537" y="2765691"/>
                  </a:lnTo>
                  <a:close/>
                </a:path>
                <a:path w="7391400" h="4057650">
                  <a:moveTo>
                    <a:pt x="109537" y="2718066"/>
                  </a:moveTo>
                  <a:lnTo>
                    <a:pt x="109080" y="2716949"/>
                  </a:lnTo>
                  <a:lnTo>
                    <a:pt x="107213" y="2715082"/>
                  </a:lnTo>
                  <a:lnTo>
                    <a:pt x="106095" y="2714612"/>
                  </a:lnTo>
                  <a:lnTo>
                    <a:pt x="103466" y="2714612"/>
                  </a:lnTo>
                  <a:lnTo>
                    <a:pt x="102349" y="2715082"/>
                  </a:lnTo>
                  <a:lnTo>
                    <a:pt x="100482" y="2716949"/>
                  </a:lnTo>
                  <a:lnTo>
                    <a:pt x="100012" y="2718066"/>
                  </a:lnTo>
                  <a:lnTo>
                    <a:pt x="100012" y="2720695"/>
                  </a:lnTo>
                  <a:lnTo>
                    <a:pt x="100482" y="2721813"/>
                  </a:lnTo>
                  <a:lnTo>
                    <a:pt x="102349" y="2723680"/>
                  </a:lnTo>
                  <a:lnTo>
                    <a:pt x="103466" y="2724137"/>
                  </a:lnTo>
                  <a:lnTo>
                    <a:pt x="106095" y="2724137"/>
                  </a:lnTo>
                  <a:lnTo>
                    <a:pt x="107213" y="2723680"/>
                  </a:lnTo>
                  <a:lnTo>
                    <a:pt x="109080" y="2721813"/>
                  </a:lnTo>
                  <a:lnTo>
                    <a:pt x="109537" y="2720695"/>
                  </a:lnTo>
                  <a:lnTo>
                    <a:pt x="109537" y="2718066"/>
                  </a:lnTo>
                  <a:close/>
                </a:path>
                <a:path w="7391400" h="4057650">
                  <a:moveTo>
                    <a:pt x="109537" y="2670441"/>
                  </a:moveTo>
                  <a:lnTo>
                    <a:pt x="109080" y="2669324"/>
                  </a:lnTo>
                  <a:lnTo>
                    <a:pt x="107213" y="2667457"/>
                  </a:lnTo>
                  <a:lnTo>
                    <a:pt x="106095" y="2667000"/>
                  </a:lnTo>
                  <a:lnTo>
                    <a:pt x="103466" y="2667000"/>
                  </a:lnTo>
                  <a:lnTo>
                    <a:pt x="102349" y="2667457"/>
                  </a:lnTo>
                  <a:lnTo>
                    <a:pt x="100482" y="2669324"/>
                  </a:lnTo>
                  <a:lnTo>
                    <a:pt x="100012" y="2670441"/>
                  </a:lnTo>
                  <a:lnTo>
                    <a:pt x="100012" y="2673070"/>
                  </a:lnTo>
                  <a:lnTo>
                    <a:pt x="100482" y="2674188"/>
                  </a:lnTo>
                  <a:lnTo>
                    <a:pt x="102349" y="2676055"/>
                  </a:lnTo>
                  <a:lnTo>
                    <a:pt x="103466" y="2676512"/>
                  </a:lnTo>
                  <a:lnTo>
                    <a:pt x="106095" y="2676512"/>
                  </a:lnTo>
                  <a:lnTo>
                    <a:pt x="107213" y="2676055"/>
                  </a:lnTo>
                  <a:lnTo>
                    <a:pt x="109080" y="2674188"/>
                  </a:lnTo>
                  <a:lnTo>
                    <a:pt x="109537" y="2673070"/>
                  </a:lnTo>
                  <a:lnTo>
                    <a:pt x="109537" y="2670441"/>
                  </a:lnTo>
                  <a:close/>
                </a:path>
                <a:path w="7391400" h="4057650">
                  <a:moveTo>
                    <a:pt x="109537" y="2622816"/>
                  </a:moveTo>
                  <a:lnTo>
                    <a:pt x="109080" y="2621699"/>
                  </a:lnTo>
                  <a:lnTo>
                    <a:pt x="107213" y="2619832"/>
                  </a:lnTo>
                  <a:lnTo>
                    <a:pt x="106095" y="2619375"/>
                  </a:lnTo>
                  <a:lnTo>
                    <a:pt x="103466" y="2619375"/>
                  </a:lnTo>
                  <a:lnTo>
                    <a:pt x="102349" y="2619832"/>
                  </a:lnTo>
                  <a:lnTo>
                    <a:pt x="100482" y="2621699"/>
                  </a:lnTo>
                  <a:lnTo>
                    <a:pt x="100012" y="2622816"/>
                  </a:lnTo>
                  <a:lnTo>
                    <a:pt x="100012" y="2625445"/>
                  </a:lnTo>
                  <a:lnTo>
                    <a:pt x="100482" y="2626563"/>
                  </a:lnTo>
                  <a:lnTo>
                    <a:pt x="102349" y="2628430"/>
                  </a:lnTo>
                  <a:lnTo>
                    <a:pt x="103466" y="2628887"/>
                  </a:lnTo>
                  <a:lnTo>
                    <a:pt x="106095" y="2628887"/>
                  </a:lnTo>
                  <a:lnTo>
                    <a:pt x="107213" y="2628430"/>
                  </a:lnTo>
                  <a:lnTo>
                    <a:pt x="109080" y="2626563"/>
                  </a:lnTo>
                  <a:lnTo>
                    <a:pt x="109537" y="2625445"/>
                  </a:lnTo>
                  <a:lnTo>
                    <a:pt x="109537" y="2622816"/>
                  </a:lnTo>
                  <a:close/>
                </a:path>
                <a:path w="7391400" h="4057650">
                  <a:moveTo>
                    <a:pt x="109537" y="2575191"/>
                  </a:moveTo>
                  <a:lnTo>
                    <a:pt x="109080" y="2574074"/>
                  </a:lnTo>
                  <a:lnTo>
                    <a:pt x="107213" y="2572207"/>
                  </a:lnTo>
                  <a:lnTo>
                    <a:pt x="106095" y="2571737"/>
                  </a:lnTo>
                  <a:lnTo>
                    <a:pt x="103466" y="2571737"/>
                  </a:lnTo>
                  <a:lnTo>
                    <a:pt x="102349" y="2572207"/>
                  </a:lnTo>
                  <a:lnTo>
                    <a:pt x="100482" y="2574074"/>
                  </a:lnTo>
                  <a:lnTo>
                    <a:pt x="100012" y="2575191"/>
                  </a:lnTo>
                  <a:lnTo>
                    <a:pt x="100012" y="2577820"/>
                  </a:lnTo>
                  <a:lnTo>
                    <a:pt x="100482" y="2578938"/>
                  </a:lnTo>
                  <a:lnTo>
                    <a:pt x="102349" y="2580805"/>
                  </a:lnTo>
                  <a:lnTo>
                    <a:pt x="103466" y="2581262"/>
                  </a:lnTo>
                  <a:lnTo>
                    <a:pt x="106095" y="2581262"/>
                  </a:lnTo>
                  <a:lnTo>
                    <a:pt x="107213" y="2580805"/>
                  </a:lnTo>
                  <a:lnTo>
                    <a:pt x="109080" y="2578938"/>
                  </a:lnTo>
                  <a:lnTo>
                    <a:pt x="109537" y="2577820"/>
                  </a:lnTo>
                  <a:lnTo>
                    <a:pt x="109537" y="2575191"/>
                  </a:lnTo>
                  <a:close/>
                </a:path>
                <a:path w="7391400" h="4057650">
                  <a:moveTo>
                    <a:pt x="109537" y="2527566"/>
                  </a:moveTo>
                  <a:lnTo>
                    <a:pt x="109080" y="2526449"/>
                  </a:lnTo>
                  <a:lnTo>
                    <a:pt x="107213" y="2524582"/>
                  </a:lnTo>
                  <a:lnTo>
                    <a:pt x="106095" y="2524125"/>
                  </a:lnTo>
                  <a:lnTo>
                    <a:pt x="103466" y="2524125"/>
                  </a:lnTo>
                  <a:lnTo>
                    <a:pt x="102349" y="2524582"/>
                  </a:lnTo>
                  <a:lnTo>
                    <a:pt x="100482" y="2526449"/>
                  </a:lnTo>
                  <a:lnTo>
                    <a:pt x="100012" y="2527566"/>
                  </a:lnTo>
                  <a:lnTo>
                    <a:pt x="100012" y="2530195"/>
                  </a:lnTo>
                  <a:lnTo>
                    <a:pt x="100482" y="2531313"/>
                  </a:lnTo>
                  <a:lnTo>
                    <a:pt x="102349" y="2533180"/>
                  </a:lnTo>
                  <a:lnTo>
                    <a:pt x="103466" y="2533637"/>
                  </a:lnTo>
                  <a:lnTo>
                    <a:pt x="106095" y="2533637"/>
                  </a:lnTo>
                  <a:lnTo>
                    <a:pt x="107213" y="2533180"/>
                  </a:lnTo>
                  <a:lnTo>
                    <a:pt x="109080" y="2531313"/>
                  </a:lnTo>
                  <a:lnTo>
                    <a:pt x="109537" y="2530195"/>
                  </a:lnTo>
                  <a:lnTo>
                    <a:pt x="109537" y="2527566"/>
                  </a:lnTo>
                  <a:close/>
                </a:path>
                <a:path w="7391400" h="4057650">
                  <a:moveTo>
                    <a:pt x="109537" y="2479941"/>
                  </a:moveTo>
                  <a:lnTo>
                    <a:pt x="109080" y="2478824"/>
                  </a:lnTo>
                  <a:lnTo>
                    <a:pt x="107213" y="2476957"/>
                  </a:lnTo>
                  <a:lnTo>
                    <a:pt x="106095" y="2476487"/>
                  </a:lnTo>
                  <a:lnTo>
                    <a:pt x="103466" y="2476487"/>
                  </a:lnTo>
                  <a:lnTo>
                    <a:pt x="102349" y="2476957"/>
                  </a:lnTo>
                  <a:lnTo>
                    <a:pt x="100482" y="2478824"/>
                  </a:lnTo>
                  <a:lnTo>
                    <a:pt x="100012" y="2479941"/>
                  </a:lnTo>
                  <a:lnTo>
                    <a:pt x="100012" y="2482570"/>
                  </a:lnTo>
                  <a:lnTo>
                    <a:pt x="100482" y="2483688"/>
                  </a:lnTo>
                  <a:lnTo>
                    <a:pt x="102349" y="2485555"/>
                  </a:lnTo>
                  <a:lnTo>
                    <a:pt x="103466" y="2486012"/>
                  </a:lnTo>
                  <a:lnTo>
                    <a:pt x="106095" y="2486012"/>
                  </a:lnTo>
                  <a:lnTo>
                    <a:pt x="107213" y="2485555"/>
                  </a:lnTo>
                  <a:lnTo>
                    <a:pt x="109080" y="2483688"/>
                  </a:lnTo>
                  <a:lnTo>
                    <a:pt x="109537" y="2482570"/>
                  </a:lnTo>
                  <a:lnTo>
                    <a:pt x="109537" y="2479941"/>
                  </a:lnTo>
                  <a:close/>
                </a:path>
                <a:path w="7391400" h="4057650">
                  <a:moveTo>
                    <a:pt x="109537" y="2432316"/>
                  </a:moveTo>
                  <a:lnTo>
                    <a:pt x="109080" y="2431199"/>
                  </a:lnTo>
                  <a:lnTo>
                    <a:pt x="107213" y="2429332"/>
                  </a:lnTo>
                  <a:lnTo>
                    <a:pt x="106095" y="2428875"/>
                  </a:lnTo>
                  <a:lnTo>
                    <a:pt x="103466" y="2428875"/>
                  </a:lnTo>
                  <a:lnTo>
                    <a:pt x="102349" y="2429332"/>
                  </a:lnTo>
                  <a:lnTo>
                    <a:pt x="100482" y="2431199"/>
                  </a:lnTo>
                  <a:lnTo>
                    <a:pt x="100012" y="2432316"/>
                  </a:lnTo>
                  <a:lnTo>
                    <a:pt x="100012" y="2434945"/>
                  </a:lnTo>
                  <a:lnTo>
                    <a:pt x="100482" y="2436063"/>
                  </a:lnTo>
                  <a:lnTo>
                    <a:pt x="102349" y="2437930"/>
                  </a:lnTo>
                  <a:lnTo>
                    <a:pt x="103466" y="2438387"/>
                  </a:lnTo>
                  <a:lnTo>
                    <a:pt x="106095" y="2438387"/>
                  </a:lnTo>
                  <a:lnTo>
                    <a:pt x="107213" y="2437930"/>
                  </a:lnTo>
                  <a:lnTo>
                    <a:pt x="109080" y="2436063"/>
                  </a:lnTo>
                  <a:lnTo>
                    <a:pt x="109537" y="2434945"/>
                  </a:lnTo>
                  <a:lnTo>
                    <a:pt x="109537" y="2432316"/>
                  </a:lnTo>
                  <a:close/>
                </a:path>
                <a:path w="7391400" h="4057650">
                  <a:moveTo>
                    <a:pt x="109537" y="2384691"/>
                  </a:moveTo>
                  <a:lnTo>
                    <a:pt x="109080" y="2383574"/>
                  </a:lnTo>
                  <a:lnTo>
                    <a:pt x="107213" y="2381707"/>
                  </a:lnTo>
                  <a:lnTo>
                    <a:pt x="106095" y="2381250"/>
                  </a:lnTo>
                  <a:lnTo>
                    <a:pt x="103466" y="2381250"/>
                  </a:lnTo>
                  <a:lnTo>
                    <a:pt x="102349" y="2381707"/>
                  </a:lnTo>
                  <a:lnTo>
                    <a:pt x="100482" y="2383574"/>
                  </a:lnTo>
                  <a:lnTo>
                    <a:pt x="100012" y="2384691"/>
                  </a:lnTo>
                  <a:lnTo>
                    <a:pt x="100012" y="2387320"/>
                  </a:lnTo>
                  <a:lnTo>
                    <a:pt x="100482" y="2388438"/>
                  </a:lnTo>
                  <a:lnTo>
                    <a:pt x="102349" y="2390305"/>
                  </a:lnTo>
                  <a:lnTo>
                    <a:pt x="103466" y="2390762"/>
                  </a:lnTo>
                  <a:lnTo>
                    <a:pt x="106095" y="2390762"/>
                  </a:lnTo>
                  <a:lnTo>
                    <a:pt x="107213" y="2390305"/>
                  </a:lnTo>
                  <a:lnTo>
                    <a:pt x="109080" y="2388438"/>
                  </a:lnTo>
                  <a:lnTo>
                    <a:pt x="109537" y="2387320"/>
                  </a:lnTo>
                  <a:lnTo>
                    <a:pt x="109537" y="2384691"/>
                  </a:lnTo>
                  <a:close/>
                </a:path>
                <a:path w="7391400" h="4057650">
                  <a:moveTo>
                    <a:pt x="109537" y="2337066"/>
                  </a:moveTo>
                  <a:lnTo>
                    <a:pt x="109080" y="2335949"/>
                  </a:lnTo>
                  <a:lnTo>
                    <a:pt x="107213" y="2334082"/>
                  </a:lnTo>
                  <a:lnTo>
                    <a:pt x="106095" y="2333612"/>
                  </a:lnTo>
                  <a:lnTo>
                    <a:pt x="103466" y="2333612"/>
                  </a:lnTo>
                  <a:lnTo>
                    <a:pt x="102349" y="2334082"/>
                  </a:lnTo>
                  <a:lnTo>
                    <a:pt x="100482" y="2335949"/>
                  </a:lnTo>
                  <a:lnTo>
                    <a:pt x="100012" y="2337066"/>
                  </a:lnTo>
                  <a:lnTo>
                    <a:pt x="100012" y="2339695"/>
                  </a:lnTo>
                  <a:lnTo>
                    <a:pt x="100482" y="2340813"/>
                  </a:lnTo>
                  <a:lnTo>
                    <a:pt x="102349" y="2342680"/>
                  </a:lnTo>
                  <a:lnTo>
                    <a:pt x="103466" y="2343137"/>
                  </a:lnTo>
                  <a:lnTo>
                    <a:pt x="106095" y="2343137"/>
                  </a:lnTo>
                  <a:lnTo>
                    <a:pt x="107213" y="2342680"/>
                  </a:lnTo>
                  <a:lnTo>
                    <a:pt x="109080" y="2340813"/>
                  </a:lnTo>
                  <a:lnTo>
                    <a:pt x="109537" y="2339695"/>
                  </a:lnTo>
                  <a:lnTo>
                    <a:pt x="109537" y="2337066"/>
                  </a:lnTo>
                  <a:close/>
                </a:path>
                <a:path w="7391400" h="4057650">
                  <a:moveTo>
                    <a:pt x="109537" y="2289441"/>
                  </a:moveTo>
                  <a:lnTo>
                    <a:pt x="109080" y="2288324"/>
                  </a:lnTo>
                  <a:lnTo>
                    <a:pt x="107213" y="2286457"/>
                  </a:lnTo>
                  <a:lnTo>
                    <a:pt x="106095" y="2286000"/>
                  </a:lnTo>
                  <a:lnTo>
                    <a:pt x="103466" y="2286000"/>
                  </a:lnTo>
                  <a:lnTo>
                    <a:pt x="102349" y="2286457"/>
                  </a:lnTo>
                  <a:lnTo>
                    <a:pt x="100482" y="2288324"/>
                  </a:lnTo>
                  <a:lnTo>
                    <a:pt x="100012" y="2289441"/>
                  </a:lnTo>
                  <a:lnTo>
                    <a:pt x="100012" y="2292070"/>
                  </a:lnTo>
                  <a:lnTo>
                    <a:pt x="100482" y="2293188"/>
                  </a:lnTo>
                  <a:lnTo>
                    <a:pt x="102349" y="2295055"/>
                  </a:lnTo>
                  <a:lnTo>
                    <a:pt x="103466" y="2295512"/>
                  </a:lnTo>
                  <a:lnTo>
                    <a:pt x="106095" y="2295512"/>
                  </a:lnTo>
                  <a:lnTo>
                    <a:pt x="107213" y="2295055"/>
                  </a:lnTo>
                  <a:lnTo>
                    <a:pt x="109080" y="2293188"/>
                  </a:lnTo>
                  <a:lnTo>
                    <a:pt x="109537" y="2292070"/>
                  </a:lnTo>
                  <a:lnTo>
                    <a:pt x="109537" y="2289441"/>
                  </a:lnTo>
                  <a:close/>
                </a:path>
                <a:path w="7391400" h="4057650">
                  <a:moveTo>
                    <a:pt x="109537" y="2241816"/>
                  </a:moveTo>
                  <a:lnTo>
                    <a:pt x="109080" y="2240699"/>
                  </a:lnTo>
                  <a:lnTo>
                    <a:pt x="107213" y="2238832"/>
                  </a:lnTo>
                  <a:lnTo>
                    <a:pt x="106095" y="2238362"/>
                  </a:lnTo>
                  <a:lnTo>
                    <a:pt x="103466" y="2238362"/>
                  </a:lnTo>
                  <a:lnTo>
                    <a:pt x="102349" y="2238832"/>
                  </a:lnTo>
                  <a:lnTo>
                    <a:pt x="100482" y="2240699"/>
                  </a:lnTo>
                  <a:lnTo>
                    <a:pt x="100012" y="2241816"/>
                  </a:lnTo>
                  <a:lnTo>
                    <a:pt x="100012" y="2244445"/>
                  </a:lnTo>
                  <a:lnTo>
                    <a:pt x="100482" y="2245563"/>
                  </a:lnTo>
                  <a:lnTo>
                    <a:pt x="102349" y="2247430"/>
                  </a:lnTo>
                  <a:lnTo>
                    <a:pt x="103466" y="2247887"/>
                  </a:lnTo>
                  <a:lnTo>
                    <a:pt x="106095" y="2247887"/>
                  </a:lnTo>
                  <a:lnTo>
                    <a:pt x="107213" y="2247430"/>
                  </a:lnTo>
                  <a:lnTo>
                    <a:pt x="109080" y="2245563"/>
                  </a:lnTo>
                  <a:lnTo>
                    <a:pt x="109537" y="2244445"/>
                  </a:lnTo>
                  <a:lnTo>
                    <a:pt x="109537" y="2241816"/>
                  </a:lnTo>
                  <a:close/>
                </a:path>
                <a:path w="7391400" h="4057650">
                  <a:moveTo>
                    <a:pt x="109537" y="2194191"/>
                  </a:moveTo>
                  <a:lnTo>
                    <a:pt x="109080" y="2193074"/>
                  </a:lnTo>
                  <a:lnTo>
                    <a:pt x="107213" y="2191207"/>
                  </a:lnTo>
                  <a:lnTo>
                    <a:pt x="106095" y="2190750"/>
                  </a:lnTo>
                  <a:lnTo>
                    <a:pt x="103466" y="2190750"/>
                  </a:lnTo>
                  <a:lnTo>
                    <a:pt x="102349" y="2191207"/>
                  </a:lnTo>
                  <a:lnTo>
                    <a:pt x="100482" y="2193074"/>
                  </a:lnTo>
                  <a:lnTo>
                    <a:pt x="100012" y="2194191"/>
                  </a:lnTo>
                  <a:lnTo>
                    <a:pt x="100012" y="2196820"/>
                  </a:lnTo>
                  <a:lnTo>
                    <a:pt x="100482" y="2197938"/>
                  </a:lnTo>
                  <a:lnTo>
                    <a:pt x="102349" y="2199805"/>
                  </a:lnTo>
                  <a:lnTo>
                    <a:pt x="103466" y="2200262"/>
                  </a:lnTo>
                  <a:lnTo>
                    <a:pt x="106095" y="2200262"/>
                  </a:lnTo>
                  <a:lnTo>
                    <a:pt x="107213" y="2199805"/>
                  </a:lnTo>
                  <a:lnTo>
                    <a:pt x="109080" y="2197938"/>
                  </a:lnTo>
                  <a:lnTo>
                    <a:pt x="109537" y="2196820"/>
                  </a:lnTo>
                  <a:lnTo>
                    <a:pt x="109537" y="2194191"/>
                  </a:lnTo>
                  <a:close/>
                </a:path>
                <a:path w="7391400" h="4057650">
                  <a:moveTo>
                    <a:pt x="109537" y="2146566"/>
                  </a:moveTo>
                  <a:lnTo>
                    <a:pt x="109080" y="2145449"/>
                  </a:lnTo>
                  <a:lnTo>
                    <a:pt x="107213" y="2143582"/>
                  </a:lnTo>
                  <a:lnTo>
                    <a:pt x="106095" y="2143125"/>
                  </a:lnTo>
                  <a:lnTo>
                    <a:pt x="103466" y="2143125"/>
                  </a:lnTo>
                  <a:lnTo>
                    <a:pt x="102349" y="2143582"/>
                  </a:lnTo>
                  <a:lnTo>
                    <a:pt x="100482" y="2145449"/>
                  </a:lnTo>
                  <a:lnTo>
                    <a:pt x="100012" y="2146566"/>
                  </a:lnTo>
                  <a:lnTo>
                    <a:pt x="100012" y="2149195"/>
                  </a:lnTo>
                  <a:lnTo>
                    <a:pt x="100482" y="2150313"/>
                  </a:lnTo>
                  <a:lnTo>
                    <a:pt x="102349" y="2152180"/>
                  </a:lnTo>
                  <a:lnTo>
                    <a:pt x="103466" y="2152637"/>
                  </a:lnTo>
                  <a:lnTo>
                    <a:pt x="106095" y="2152637"/>
                  </a:lnTo>
                  <a:lnTo>
                    <a:pt x="107213" y="2152180"/>
                  </a:lnTo>
                  <a:lnTo>
                    <a:pt x="109080" y="2150313"/>
                  </a:lnTo>
                  <a:lnTo>
                    <a:pt x="109537" y="2149195"/>
                  </a:lnTo>
                  <a:lnTo>
                    <a:pt x="109537" y="2146566"/>
                  </a:lnTo>
                  <a:close/>
                </a:path>
                <a:path w="7391400" h="4057650">
                  <a:moveTo>
                    <a:pt x="109537" y="2098941"/>
                  </a:moveTo>
                  <a:lnTo>
                    <a:pt x="109080" y="2097824"/>
                  </a:lnTo>
                  <a:lnTo>
                    <a:pt x="107213" y="2095957"/>
                  </a:lnTo>
                  <a:lnTo>
                    <a:pt x="106095" y="2095500"/>
                  </a:lnTo>
                  <a:lnTo>
                    <a:pt x="103466" y="2095500"/>
                  </a:lnTo>
                  <a:lnTo>
                    <a:pt x="102349" y="2095957"/>
                  </a:lnTo>
                  <a:lnTo>
                    <a:pt x="100482" y="2097824"/>
                  </a:lnTo>
                  <a:lnTo>
                    <a:pt x="100012" y="2098941"/>
                  </a:lnTo>
                  <a:lnTo>
                    <a:pt x="100012" y="2101570"/>
                  </a:lnTo>
                  <a:lnTo>
                    <a:pt x="100482" y="2102688"/>
                  </a:lnTo>
                  <a:lnTo>
                    <a:pt x="102349" y="2104555"/>
                  </a:lnTo>
                  <a:lnTo>
                    <a:pt x="103466" y="2105012"/>
                  </a:lnTo>
                  <a:lnTo>
                    <a:pt x="106095" y="2105012"/>
                  </a:lnTo>
                  <a:lnTo>
                    <a:pt x="107213" y="2104555"/>
                  </a:lnTo>
                  <a:lnTo>
                    <a:pt x="109080" y="2102688"/>
                  </a:lnTo>
                  <a:lnTo>
                    <a:pt x="109537" y="2101570"/>
                  </a:lnTo>
                  <a:lnTo>
                    <a:pt x="109537" y="2098941"/>
                  </a:lnTo>
                  <a:close/>
                </a:path>
                <a:path w="7391400" h="4057650">
                  <a:moveTo>
                    <a:pt x="109537" y="2051316"/>
                  </a:moveTo>
                  <a:lnTo>
                    <a:pt x="109080" y="2050199"/>
                  </a:lnTo>
                  <a:lnTo>
                    <a:pt x="107213" y="2048332"/>
                  </a:lnTo>
                  <a:lnTo>
                    <a:pt x="106095" y="2047875"/>
                  </a:lnTo>
                  <a:lnTo>
                    <a:pt x="103466" y="2047875"/>
                  </a:lnTo>
                  <a:lnTo>
                    <a:pt x="102349" y="2048332"/>
                  </a:lnTo>
                  <a:lnTo>
                    <a:pt x="100482" y="2050199"/>
                  </a:lnTo>
                  <a:lnTo>
                    <a:pt x="100012" y="2051316"/>
                  </a:lnTo>
                  <a:lnTo>
                    <a:pt x="100012" y="2053945"/>
                  </a:lnTo>
                  <a:lnTo>
                    <a:pt x="100482" y="2055063"/>
                  </a:lnTo>
                  <a:lnTo>
                    <a:pt x="102349" y="2056930"/>
                  </a:lnTo>
                  <a:lnTo>
                    <a:pt x="103466" y="2057387"/>
                  </a:lnTo>
                  <a:lnTo>
                    <a:pt x="106095" y="2057387"/>
                  </a:lnTo>
                  <a:lnTo>
                    <a:pt x="107213" y="2056930"/>
                  </a:lnTo>
                  <a:lnTo>
                    <a:pt x="109080" y="2055063"/>
                  </a:lnTo>
                  <a:lnTo>
                    <a:pt x="109537" y="2053945"/>
                  </a:lnTo>
                  <a:lnTo>
                    <a:pt x="109537" y="2051316"/>
                  </a:lnTo>
                  <a:close/>
                </a:path>
                <a:path w="7391400" h="4057650">
                  <a:moveTo>
                    <a:pt x="109537" y="2003691"/>
                  </a:moveTo>
                  <a:lnTo>
                    <a:pt x="109080" y="2002574"/>
                  </a:lnTo>
                  <a:lnTo>
                    <a:pt x="107213" y="2000707"/>
                  </a:lnTo>
                  <a:lnTo>
                    <a:pt x="106095" y="2000237"/>
                  </a:lnTo>
                  <a:lnTo>
                    <a:pt x="103466" y="2000237"/>
                  </a:lnTo>
                  <a:lnTo>
                    <a:pt x="102349" y="2000707"/>
                  </a:lnTo>
                  <a:lnTo>
                    <a:pt x="100482" y="2002574"/>
                  </a:lnTo>
                  <a:lnTo>
                    <a:pt x="100012" y="2003691"/>
                  </a:lnTo>
                  <a:lnTo>
                    <a:pt x="100012" y="2006320"/>
                  </a:lnTo>
                  <a:lnTo>
                    <a:pt x="100482" y="2007438"/>
                  </a:lnTo>
                  <a:lnTo>
                    <a:pt x="102349" y="2009305"/>
                  </a:lnTo>
                  <a:lnTo>
                    <a:pt x="103466" y="2009762"/>
                  </a:lnTo>
                  <a:lnTo>
                    <a:pt x="106095" y="2009762"/>
                  </a:lnTo>
                  <a:lnTo>
                    <a:pt x="107213" y="2009305"/>
                  </a:lnTo>
                  <a:lnTo>
                    <a:pt x="109080" y="2007438"/>
                  </a:lnTo>
                  <a:lnTo>
                    <a:pt x="109537" y="2006320"/>
                  </a:lnTo>
                  <a:lnTo>
                    <a:pt x="109537" y="2003691"/>
                  </a:lnTo>
                  <a:close/>
                </a:path>
                <a:path w="7391400" h="4057650">
                  <a:moveTo>
                    <a:pt x="109537" y="1956066"/>
                  </a:moveTo>
                  <a:lnTo>
                    <a:pt x="109080" y="1954949"/>
                  </a:lnTo>
                  <a:lnTo>
                    <a:pt x="107213" y="1953082"/>
                  </a:lnTo>
                  <a:lnTo>
                    <a:pt x="106095" y="1952612"/>
                  </a:lnTo>
                  <a:lnTo>
                    <a:pt x="103466" y="1952612"/>
                  </a:lnTo>
                  <a:lnTo>
                    <a:pt x="102349" y="1953082"/>
                  </a:lnTo>
                  <a:lnTo>
                    <a:pt x="100482" y="1954949"/>
                  </a:lnTo>
                  <a:lnTo>
                    <a:pt x="100012" y="1956066"/>
                  </a:lnTo>
                  <a:lnTo>
                    <a:pt x="100012" y="1958695"/>
                  </a:lnTo>
                  <a:lnTo>
                    <a:pt x="100482" y="1959813"/>
                  </a:lnTo>
                  <a:lnTo>
                    <a:pt x="102349" y="1961680"/>
                  </a:lnTo>
                  <a:lnTo>
                    <a:pt x="103466" y="1962137"/>
                  </a:lnTo>
                  <a:lnTo>
                    <a:pt x="106095" y="1962137"/>
                  </a:lnTo>
                  <a:lnTo>
                    <a:pt x="107213" y="1961680"/>
                  </a:lnTo>
                  <a:lnTo>
                    <a:pt x="109080" y="1959813"/>
                  </a:lnTo>
                  <a:lnTo>
                    <a:pt x="109537" y="1958695"/>
                  </a:lnTo>
                  <a:lnTo>
                    <a:pt x="109537" y="1956066"/>
                  </a:lnTo>
                  <a:close/>
                </a:path>
                <a:path w="7391400" h="4057650">
                  <a:moveTo>
                    <a:pt x="109537" y="1908441"/>
                  </a:moveTo>
                  <a:lnTo>
                    <a:pt x="109080" y="1907324"/>
                  </a:lnTo>
                  <a:lnTo>
                    <a:pt x="107213" y="1905457"/>
                  </a:lnTo>
                  <a:lnTo>
                    <a:pt x="106095" y="1905000"/>
                  </a:lnTo>
                  <a:lnTo>
                    <a:pt x="103466" y="1905000"/>
                  </a:lnTo>
                  <a:lnTo>
                    <a:pt x="102349" y="1905457"/>
                  </a:lnTo>
                  <a:lnTo>
                    <a:pt x="100482" y="1907324"/>
                  </a:lnTo>
                  <a:lnTo>
                    <a:pt x="100012" y="1908441"/>
                  </a:lnTo>
                  <a:lnTo>
                    <a:pt x="100012" y="1911070"/>
                  </a:lnTo>
                  <a:lnTo>
                    <a:pt x="100482" y="1912188"/>
                  </a:lnTo>
                  <a:lnTo>
                    <a:pt x="102349" y="1914055"/>
                  </a:lnTo>
                  <a:lnTo>
                    <a:pt x="103466" y="1914512"/>
                  </a:lnTo>
                  <a:lnTo>
                    <a:pt x="106095" y="1914512"/>
                  </a:lnTo>
                  <a:lnTo>
                    <a:pt x="107213" y="1914055"/>
                  </a:lnTo>
                  <a:lnTo>
                    <a:pt x="109080" y="1912188"/>
                  </a:lnTo>
                  <a:lnTo>
                    <a:pt x="109537" y="1911070"/>
                  </a:lnTo>
                  <a:lnTo>
                    <a:pt x="109537" y="1908441"/>
                  </a:lnTo>
                  <a:close/>
                </a:path>
                <a:path w="7391400" h="4057650">
                  <a:moveTo>
                    <a:pt x="109537" y="1860816"/>
                  </a:moveTo>
                  <a:lnTo>
                    <a:pt x="109080" y="1859699"/>
                  </a:lnTo>
                  <a:lnTo>
                    <a:pt x="107213" y="1857832"/>
                  </a:lnTo>
                  <a:lnTo>
                    <a:pt x="106095" y="1857375"/>
                  </a:lnTo>
                  <a:lnTo>
                    <a:pt x="103466" y="1857375"/>
                  </a:lnTo>
                  <a:lnTo>
                    <a:pt x="102349" y="1857832"/>
                  </a:lnTo>
                  <a:lnTo>
                    <a:pt x="100482" y="1859699"/>
                  </a:lnTo>
                  <a:lnTo>
                    <a:pt x="100012" y="1860816"/>
                  </a:lnTo>
                  <a:lnTo>
                    <a:pt x="100012" y="1863445"/>
                  </a:lnTo>
                  <a:lnTo>
                    <a:pt x="100482" y="1864563"/>
                  </a:lnTo>
                  <a:lnTo>
                    <a:pt x="102349" y="1866430"/>
                  </a:lnTo>
                  <a:lnTo>
                    <a:pt x="103466" y="1866887"/>
                  </a:lnTo>
                  <a:lnTo>
                    <a:pt x="106095" y="1866887"/>
                  </a:lnTo>
                  <a:lnTo>
                    <a:pt x="107213" y="1866430"/>
                  </a:lnTo>
                  <a:lnTo>
                    <a:pt x="109080" y="1864563"/>
                  </a:lnTo>
                  <a:lnTo>
                    <a:pt x="109537" y="1863445"/>
                  </a:lnTo>
                  <a:lnTo>
                    <a:pt x="109537" y="1860816"/>
                  </a:lnTo>
                  <a:close/>
                </a:path>
                <a:path w="7391400" h="4057650">
                  <a:moveTo>
                    <a:pt x="109537" y="1813191"/>
                  </a:moveTo>
                  <a:lnTo>
                    <a:pt x="109080" y="1812074"/>
                  </a:lnTo>
                  <a:lnTo>
                    <a:pt x="107213" y="1810207"/>
                  </a:lnTo>
                  <a:lnTo>
                    <a:pt x="106095" y="1809750"/>
                  </a:lnTo>
                  <a:lnTo>
                    <a:pt x="103466" y="1809750"/>
                  </a:lnTo>
                  <a:lnTo>
                    <a:pt x="102349" y="1810207"/>
                  </a:lnTo>
                  <a:lnTo>
                    <a:pt x="100482" y="1812074"/>
                  </a:lnTo>
                  <a:lnTo>
                    <a:pt x="100012" y="1813191"/>
                  </a:lnTo>
                  <a:lnTo>
                    <a:pt x="100012" y="1815820"/>
                  </a:lnTo>
                  <a:lnTo>
                    <a:pt x="100482" y="1816938"/>
                  </a:lnTo>
                  <a:lnTo>
                    <a:pt x="102349" y="1818805"/>
                  </a:lnTo>
                  <a:lnTo>
                    <a:pt x="103466" y="1819275"/>
                  </a:lnTo>
                  <a:lnTo>
                    <a:pt x="106095" y="1819275"/>
                  </a:lnTo>
                  <a:lnTo>
                    <a:pt x="107213" y="1818805"/>
                  </a:lnTo>
                  <a:lnTo>
                    <a:pt x="109080" y="1816938"/>
                  </a:lnTo>
                  <a:lnTo>
                    <a:pt x="109537" y="1815820"/>
                  </a:lnTo>
                  <a:lnTo>
                    <a:pt x="109537" y="1813191"/>
                  </a:lnTo>
                  <a:close/>
                </a:path>
                <a:path w="7391400" h="4057650">
                  <a:moveTo>
                    <a:pt x="109537" y="1765566"/>
                  </a:moveTo>
                  <a:lnTo>
                    <a:pt x="109080" y="1764449"/>
                  </a:lnTo>
                  <a:lnTo>
                    <a:pt x="107213" y="1762582"/>
                  </a:lnTo>
                  <a:lnTo>
                    <a:pt x="106095" y="1762125"/>
                  </a:lnTo>
                  <a:lnTo>
                    <a:pt x="103466" y="1762125"/>
                  </a:lnTo>
                  <a:lnTo>
                    <a:pt x="102349" y="1762582"/>
                  </a:lnTo>
                  <a:lnTo>
                    <a:pt x="100482" y="1764449"/>
                  </a:lnTo>
                  <a:lnTo>
                    <a:pt x="100012" y="1765566"/>
                  </a:lnTo>
                  <a:lnTo>
                    <a:pt x="100012" y="1768195"/>
                  </a:lnTo>
                  <a:lnTo>
                    <a:pt x="100482" y="1769313"/>
                  </a:lnTo>
                  <a:lnTo>
                    <a:pt x="102349" y="1771180"/>
                  </a:lnTo>
                  <a:lnTo>
                    <a:pt x="103466" y="1771637"/>
                  </a:lnTo>
                  <a:lnTo>
                    <a:pt x="106095" y="1771637"/>
                  </a:lnTo>
                  <a:lnTo>
                    <a:pt x="107213" y="1771180"/>
                  </a:lnTo>
                  <a:lnTo>
                    <a:pt x="109080" y="1769313"/>
                  </a:lnTo>
                  <a:lnTo>
                    <a:pt x="109537" y="1768195"/>
                  </a:lnTo>
                  <a:lnTo>
                    <a:pt x="109537" y="1765566"/>
                  </a:lnTo>
                  <a:close/>
                </a:path>
                <a:path w="7391400" h="4057650">
                  <a:moveTo>
                    <a:pt x="109537" y="1717941"/>
                  </a:moveTo>
                  <a:lnTo>
                    <a:pt x="109080" y="1716824"/>
                  </a:lnTo>
                  <a:lnTo>
                    <a:pt x="107213" y="1714957"/>
                  </a:lnTo>
                  <a:lnTo>
                    <a:pt x="106095" y="1714500"/>
                  </a:lnTo>
                  <a:lnTo>
                    <a:pt x="103466" y="1714500"/>
                  </a:lnTo>
                  <a:lnTo>
                    <a:pt x="102349" y="1714957"/>
                  </a:lnTo>
                  <a:lnTo>
                    <a:pt x="100482" y="1716824"/>
                  </a:lnTo>
                  <a:lnTo>
                    <a:pt x="100012" y="1717941"/>
                  </a:lnTo>
                  <a:lnTo>
                    <a:pt x="100012" y="1720570"/>
                  </a:lnTo>
                  <a:lnTo>
                    <a:pt x="100482" y="1721688"/>
                  </a:lnTo>
                  <a:lnTo>
                    <a:pt x="102349" y="1723555"/>
                  </a:lnTo>
                  <a:lnTo>
                    <a:pt x="103466" y="1724012"/>
                  </a:lnTo>
                  <a:lnTo>
                    <a:pt x="106095" y="1724012"/>
                  </a:lnTo>
                  <a:lnTo>
                    <a:pt x="107213" y="1723555"/>
                  </a:lnTo>
                  <a:lnTo>
                    <a:pt x="109080" y="1721688"/>
                  </a:lnTo>
                  <a:lnTo>
                    <a:pt x="109537" y="1720570"/>
                  </a:lnTo>
                  <a:lnTo>
                    <a:pt x="109537" y="1717941"/>
                  </a:lnTo>
                  <a:close/>
                </a:path>
                <a:path w="7391400" h="4057650">
                  <a:moveTo>
                    <a:pt x="109537" y="1670316"/>
                  </a:moveTo>
                  <a:lnTo>
                    <a:pt x="109080" y="1669199"/>
                  </a:lnTo>
                  <a:lnTo>
                    <a:pt x="107213" y="1667332"/>
                  </a:lnTo>
                  <a:lnTo>
                    <a:pt x="106095" y="1666875"/>
                  </a:lnTo>
                  <a:lnTo>
                    <a:pt x="103466" y="1666875"/>
                  </a:lnTo>
                  <a:lnTo>
                    <a:pt x="102349" y="1667332"/>
                  </a:lnTo>
                  <a:lnTo>
                    <a:pt x="100482" y="1669199"/>
                  </a:lnTo>
                  <a:lnTo>
                    <a:pt x="100012" y="1670316"/>
                  </a:lnTo>
                  <a:lnTo>
                    <a:pt x="100012" y="1672945"/>
                  </a:lnTo>
                  <a:lnTo>
                    <a:pt x="100482" y="1674063"/>
                  </a:lnTo>
                  <a:lnTo>
                    <a:pt x="102349" y="1675930"/>
                  </a:lnTo>
                  <a:lnTo>
                    <a:pt x="103466" y="1676400"/>
                  </a:lnTo>
                  <a:lnTo>
                    <a:pt x="106095" y="1676400"/>
                  </a:lnTo>
                  <a:lnTo>
                    <a:pt x="107213" y="1675930"/>
                  </a:lnTo>
                  <a:lnTo>
                    <a:pt x="109080" y="1674063"/>
                  </a:lnTo>
                  <a:lnTo>
                    <a:pt x="109537" y="1672945"/>
                  </a:lnTo>
                  <a:lnTo>
                    <a:pt x="109537" y="1670316"/>
                  </a:lnTo>
                  <a:close/>
                </a:path>
                <a:path w="7391400" h="4057650">
                  <a:moveTo>
                    <a:pt x="109537" y="1622691"/>
                  </a:moveTo>
                  <a:lnTo>
                    <a:pt x="109080" y="1621574"/>
                  </a:lnTo>
                  <a:lnTo>
                    <a:pt x="107213" y="1619707"/>
                  </a:lnTo>
                  <a:lnTo>
                    <a:pt x="106095" y="1619250"/>
                  </a:lnTo>
                  <a:lnTo>
                    <a:pt x="103466" y="1619250"/>
                  </a:lnTo>
                  <a:lnTo>
                    <a:pt x="102349" y="1619707"/>
                  </a:lnTo>
                  <a:lnTo>
                    <a:pt x="100482" y="1621574"/>
                  </a:lnTo>
                  <a:lnTo>
                    <a:pt x="100012" y="1622691"/>
                  </a:lnTo>
                  <a:lnTo>
                    <a:pt x="100012" y="1625320"/>
                  </a:lnTo>
                  <a:lnTo>
                    <a:pt x="100482" y="1626438"/>
                  </a:lnTo>
                  <a:lnTo>
                    <a:pt x="102349" y="1628305"/>
                  </a:lnTo>
                  <a:lnTo>
                    <a:pt x="103466" y="1628762"/>
                  </a:lnTo>
                  <a:lnTo>
                    <a:pt x="106095" y="1628762"/>
                  </a:lnTo>
                  <a:lnTo>
                    <a:pt x="107213" y="1628305"/>
                  </a:lnTo>
                  <a:lnTo>
                    <a:pt x="109080" y="1626438"/>
                  </a:lnTo>
                  <a:lnTo>
                    <a:pt x="109537" y="1625320"/>
                  </a:lnTo>
                  <a:lnTo>
                    <a:pt x="109537" y="1622691"/>
                  </a:lnTo>
                  <a:close/>
                </a:path>
                <a:path w="7391400" h="4057650">
                  <a:moveTo>
                    <a:pt x="109537" y="1575066"/>
                  </a:moveTo>
                  <a:lnTo>
                    <a:pt x="109080" y="1573949"/>
                  </a:lnTo>
                  <a:lnTo>
                    <a:pt x="107213" y="1572082"/>
                  </a:lnTo>
                  <a:lnTo>
                    <a:pt x="106095" y="1571625"/>
                  </a:lnTo>
                  <a:lnTo>
                    <a:pt x="103466" y="1571625"/>
                  </a:lnTo>
                  <a:lnTo>
                    <a:pt x="102349" y="1572082"/>
                  </a:lnTo>
                  <a:lnTo>
                    <a:pt x="100482" y="1573949"/>
                  </a:lnTo>
                  <a:lnTo>
                    <a:pt x="100012" y="1575066"/>
                  </a:lnTo>
                  <a:lnTo>
                    <a:pt x="100012" y="1577695"/>
                  </a:lnTo>
                  <a:lnTo>
                    <a:pt x="100482" y="1578813"/>
                  </a:lnTo>
                  <a:lnTo>
                    <a:pt x="102349" y="1580680"/>
                  </a:lnTo>
                  <a:lnTo>
                    <a:pt x="103466" y="1581137"/>
                  </a:lnTo>
                  <a:lnTo>
                    <a:pt x="106095" y="1581137"/>
                  </a:lnTo>
                  <a:lnTo>
                    <a:pt x="107213" y="1580680"/>
                  </a:lnTo>
                  <a:lnTo>
                    <a:pt x="109080" y="1578813"/>
                  </a:lnTo>
                  <a:lnTo>
                    <a:pt x="109537" y="1577695"/>
                  </a:lnTo>
                  <a:lnTo>
                    <a:pt x="109537" y="1575066"/>
                  </a:lnTo>
                  <a:close/>
                </a:path>
                <a:path w="7391400" h="4057650">
                  <a:moveTo>
                    <a:pt x="109537" y="1527441"/>
                  </a:moveTo>
                  <a:lnTo>
                    <a:pt x="109080" y="1526324"/>
                  </a:lnTo>
                  <a:lnTo>
                    <a:pt x="107213" y="1524457"/>
                  </a:lnTo>
                  <a:lnTo>
                    <a:pt x="106095" y="1524000"/>
                  </a:lnTo>
                  <a:lnTo>
                    <a:pt x="103466" y="1524000"/>
                  </a:lnTo>
                  <a:lnTo>
                    <a:pt x="102349" y="1524457"/>
                  </a:lnTo>
                  <a:lnTo>
                    <a:pt x="100482" y="1526324"/>
                  </a:lnTo>
                  <a:lnTo>
                    <a:pt x="100012" y="1527441"/>
                  </a:lnTo>
                  <a:lnTo>
                    <a:pt x="100012" y="1530070"/>
                  </a:lnTo>
                  <a:lnTo>
                    <a:pt x="100482" y="1531188"/>
                  </a:lnTo>
                  <a:lnTo>
                    <a:pt x="102349" y="1533055"/>
                  </a:lnTo>
                  <a:lnTo>
                    <a:pt x="103466" y="1533512"/>
                  </a:lnTo>
                  <a:lnTo>
                    <a:pt x="106095" y="1533512"/>
                  </a:lnTo>
                  <a:lnTo>
                    <a:pt x="107213" y="1533055"/>
                  </a:lnTo>
                  <a:lnTo>
                    <a:pt x="109080" y="1531188"/>
                  </a:lnTo>
                  <a:lnTo>
                    <a:pt x="109537" y="1530070"/>
                  </a:lnTo>
                  <a:lnTo>
                    <a:pt x="109537" y="1527441"/>
                  </a:lnTo>
                  <a:close/>
                </a:path>
                <a:path w="7391400" h="4057650">
                  <a:moveTo>
                    <a:pt x="109537" y="1479816"/>
                  </a:moveTo>
                  <a:lnTo>
                    <a:pt x="109080" y="1478699"/>
                  </a:lnTo>
                  <a:lnTo>
                    <a:pt x="107213" y="1476832"/>
                  </a:lnTo>
                  <a:lnTo>
                    <a:pt x="106095" y="1476362"/>
                  </a:lnTo>
                  <a:lnTo>
                    <a:pt x="103466" y="1476362"/>
                  </a:lnTo>
                  <a:lnTo>
                    <a:pt x="102349" y="1476832"/>
                  </a:lnTo>
                  <a:lnTo>
                    <a:pt x="100482" y="1478699"/>
                  </a:lnTo>
                  <a:lnTo>
                    <a:pt x="100012" y="1479816"/>
                  </a:lnTo>
                  <a:lnTo>
                    <a:pt x="100012" y="1482445"/>
                  </a:lnTo>
                  <a:lnTo>
                    <a:pt x="100482" y="1483563"/>
                  </a:lnTo>
                  <a:lnTo>
                    <a:pt x="102349" y="1485430"/>
                  </a:lnTo>
                  <a:lnTo>
                    <a:pt x="103466" y="1485887"/>
                  </a:lnTo>
                  <a:lnTo>
                    <a:pt x="106095" y="1485887"/>
                  </a:lnTo>
                  <a:lnTo>
                    <a:pt x="107213" y="1485430"/>
                  </a:lnTo>
                  <a:lnTo>
                    <a:pt x="109080" y="1483563"/>
                  </a:lnTo>
                  <a:lnTo>
                    <a:pt x="109537" y="1482445"/>
                  </a:lnTo>
                  <a:lnTo>
                    <a:pt x="109537" y="1479816"/>
                  </a:lnTo>
                  <a:close/>
                </a:path>
                <a:path w="7391400" h="4057650">
                  <a:moveTo>
                    <a:pt x="109537" y="1432191"/>
                  </a:moveTo>
                  <a:lnTo>
                    <a:pt x="109080" y="1431074"/>
                  </a:lnTo>
                  <a:lnTo>
                    <a:pt x="107213" y="1429207"/>
                  </a:lnTo>
                  <a:lnTo>
                    <a:pt x="106095" y="1428737"/>
                  </a:lnTo>
                  <a:lnTo>
                    <a:pt x="103466" y="1428737"/>
                  </a:lnTo>
                  <a:lnTo>
                    <a:pt x="102349" y="1429207"/>
                  </a:lnTo>
                  <a:lnTo>
                    <a:pt x="100482" y="1431074"/>
                  </a:lnTo>
                  <a:lnTo>
                    <a:pt x="100012" y="1432191"/>
                  </a:lnTo>
                  <a:lnTo>
                    <a:pt x="100012" y="1434820"/>
                  </a:lnTo>
                  <a:lnTo>
                    <a:pt x="100482" y="1435938"/>
                  </a:lnTo>
                  <a:lnTo>
                    <a:pt x="102349" y="1437805"/>
                  </a:lnTo>
                  <a:lnTo>
                    <a:pt x="103466" y="1438262"/>
                  </a:lnTo>
                  <a:lnTo>
                    <a:pt x="106095" y="1438262"/>
                  </a:lnTo>
                  <a:lnTo>
                    <a:pt x="107213" y="1437805"/>
                  </a:lnTo>
                  <a:lnTo>
                    <a:pt x="109080" y="1435938"/>
                  </a:lnTo>
                  <a:lnTo>
                    <a:pt x="109537" y="1434820"/>
                  </a:lnTo>
                  <a:lnTo>
                    <a:pt x="109537" y="1432191"/>
                  </a:lnTo>
                  <a:close/>
                </a:path>
                <a:path w="7391400" h="4057650">
                  <a:moveTo>
                    <a:pt x="109537" y="1384566"/>
                  </a:moveTo>
                  <a:lnTo>
                    <a:pt x="109080" y="1383449"/>
                  </a:lnTo>
                  <a:lnTo>
                    <a:pt x="107213" y="1381582"/>
                  </a:lnTo>
                  <a:lnTo>
                    <a:pt x="106095" y="1381125"/>
                  </a:lnTo>
                  <a:lnTo>
                    <a:pt x="103466" y="1381125"/>
                  </a:lnTo>
                  <a:lnTo>
                    <a:pt x="102349" y="1381582"/>
                  </a:lnTo>
                  <a:lnTo>
                    <a:pt x="100482" y="1383449"/>
                  </a:lnTo>
                  <a:lnTo>
                    <a:pt x="100012" y="1384566"/>
                  </a:lnTo>
                  <a:lnTo>
                    <a:pt x="100012" y="1387195"/>
                  </a:lnTo>
                  <a:lnTo>
                    <a:pt x="100482" y="1388313"/>
                  </a:lnTo>
                  <a:lnTo>
                    <a:pt x="102349" y="1390180"/>
                  </a:lnTo>
                  <a:lnTo>
                    <a:pt x="103466" y="1390637"/>
                  </a:lnTo>
                  <a:lnTo>
                    <a:pt x="106095" y="1390637"/>
                  </a:lnTo>
                  <a:lnTo>
                    <a:pt x="107213" y="1390180"/>
                  </a:lnTo>
                  <a:lnTo>
                    <a:pt x="109080" y="1388313"/>
                  </a:lnTo>
                  <a:lnTo>
                    <a:pt x="109537" y="1387195"/>
                  </a:lnTo>
                  <a:lnTo>
                    <a:pt x="109537" y="1384566"/>
                  </a:lnTo>
                  <a:close/>
                </a:path>
                <a:path w="7391400" h="4057650">
                  <a:moveTo>
                    <a:pt x="109537" y="1336941"/>
                  </a:moveTo>
                  <a:lnTo>
                    <a:pt x="109080" y="1335824"/>
                  </a:lnTo>
                  <a:lnTo>
                    <a:pt x="107213" y="1333957"/>
                  </a:lnTo>
                  <a:lnTo>
                    <a:pt x="106095" y="1333500"/>
                  </a:lnTo>
                  <a:lnTo>
                    <a:pt x="103466" y="1333500"/>
                  </a:lnTo>
                  <a:lnTo>
                    <a:pt x="102349" y="1333957"/>
                  </a:lnTo>
                  <a:lnTo>
                    <a:pt x="100482" y="1335824"/>
                  </a:lnTo>
                  <a:lnTo>
                    <a:pt x="100012" y="1336941"/>
                  </a:lnTo>
                  <a:lnTo>
                    <a:pt x="100012" y="1339570"/>
                  </a:lnTo>
                  <a:lnTo>
                    <a:pt x="100482" y="1340688"/>
                  </a:lnTo>
                  <a:lnTo>
                    <a:pt x="102349" y="1342555"/>
                  </a:lnTo>
                  <a:lnTo>
                    <a:pt x="103466" y="1343012"/>
                  </a:lnTo>
                  <a:lnTo>
                    <a:pt x="106095" y="1343012"/>
                  </a:lnTo>
                  <a:lnTo>
                    <a:pt x="107213" y="1342555"/>
                  </a:lnTo>
                  <a:lnTo>
                    <a:pt x="109080" y="1340688"/>
                  </a:lnTo>
                  <a:lnTo>
                    <a:pt x="109537" y="1339570"/>
                  </a:lnTo>
                  <a:lnTo>
                    <a:pt x="109537" y="1336941"/>
                  </a:lnTo>
                  <a:close/>
                </a:path>
                <a:path w="7391400" h="4057650">
                  <a:moveTo>
                    <a:pt x="109537" y="1289316"/>
                  </a:moveTo>
                  <a:lnTo>
                    <a:pt x="109080" y="1288199"/>
                  </a:lnTo>
                  <a:lnTo>
                    <a:pt x="107213" y="1286332"/>
                  </a:lnTo>
                  <a:lnTo>
                    <a:pt x="106095" y="1285875"/>
                  </a:lnTo>
                  <a:lnTo>
                    <a:pt x="103466" y="1285875"/>
                  </a:lnTo>
                  <a:lnTo>
                    <a:pt x="102349" y="1286332"/>
                  </a:lnTo>
                  <a:lnTo>
                    <a:pt x="100482" y="1288199"/>
                  </a:lnTo>
                  <a:lnTo>
                    <a:pt x="100012" y="1289316"/>
                  </a:lnTo>
                  <a:lnTo>
                    <a:pt x="100012" y="1291945"/>
                  </a:lnTo>
                  <a:lnTo>
                    <a:pt x="100482" y="1293063"/>
                  </a:lnTo>
                  <a:lnTo>
                    <a:pt x="102349" y="1294930"/>
                  </a:lnTo>
                  <a:lnTo>
                    <a:pt x="103466" y="1295387"/>
                  </a:lnTo>
                  <a:lnTo>
                    <a:pt x="106095" y="1295387"/>
                  </a:lnTo>
                  <a:lnTo>
                    <a:pt x="107213" y="1294930"/>
                  </a:lnTo>
                  <a:lnTo>
                    <a:pt x="109080" y="1293063"/>
                  </a:lnTo>
                  <a:lnTo>
                    <a:pt x="109537" y="1291945"/>
                  </a:lnTo>
                  <a:lnTo>
                    <a:pt x="109537" y="1289316"/>
                  </a:lnTo>
                  <a:close/>
                </a:path>
                <a:path w="7391400" h="4057650">
                  <a:moveTo>
                    <a:pt x="109537" y="1241691"/>
                  </a:moveTo>
                  <a:lnTo>
                    <a:pt x="109080" y="1240574"/>
                  </a:lnTo>
                  <a:lnTo>
                    <a:pt x="107213" y="1238707"/>
                  </a:lnTo>
                  <a:lnTo>
                    <a:pt x="106095" y="1238250"/>
                  </a:lnTo>
                  <a:lnTo>
                    <a:pt x="103466" y="1238250"/>
                  </a:lnTo>
                  <a:lnTo>
                    <a:pt x="102349" y="1238707"/>
                  </a:lnTo>
                  <a:lnTo>
                    <a:pt x="100482" y="1240574"/>
                  </a:lnTo>
                  <a:lnTo>
                    <a:pt x="100012" y="1241691"/>
                  </a:lnTo>
                  <a:lnTo>
                    <a:pt x="100012" y="1244320"/>
                  </a:lnTo>
                  <a:lnTo>
                    <a:pt x="100482" y="1245438"/>
                  </a:lnTo>
                  <a:lnTo>
                    <a:pt x="102349" y="1247305"/>
                  </a:lnTo>
                  <a:lnTo>
                    <a:pt x="103466" y="1247762"/>
                  </a:lnTo>
                  <a:lnTo>
                    <a:pt x="106095" y="1247762"/>
                  </a:lnTo>
                  <a:lnTo>
                    <a:pt x="107213" y="1247305"/>
                  </a:lnTo>
                  <a:lnTo>
                    <a:pt x="109080" y="1245438"/>
                  </a:lnTo>
                  <a:lnTo>
                    <a:pt x="109537" y="1244320"/>
                  </a:lnTo>
                  <a:lnTo>
                    <a:pt x="109537" y="1241691"/>
                  </a:lnTo>
                  <a:close/>
                </a:path>
                <a:path w="7391400" h="4057650">
                  <a:moveTo>
                    <a:pt x="109537" y="1194066"/>
                  </a:moveTo>
                  <a:lnTo>
                    <a:pt x="109080" y="1192949"/>
                  </a:lnTo>
                  <a:lnTo>
                    <a:pt x="107213" y="1191082"/>
                  </a:lnTo>
                  <a:lnTo>
                    <a:pt x="106095" y="1190612"/>
                  </a:lnTo>
                  <a:lnTo>
                    <a:pt x="103466" y="1190612"/>
                  </a:lnTo>
                  <a:lnTo>
                    <a:pt x="102349" y="1191082"/>
                  </a:lnTo>
                  <a:lnTo>
                    <a:pt x="100482" y="1192949"/>
                  </a:lnTo>
                  <a:lnTo>
                    <a:pt x="100012" y="1194066"/>
                  </a:lnTo>
                  <a:lnTo>
                    <a:pt x="100012" y="1196695"/>
                  </a:lnTo>
                  <a:lnTo>
                    <a:pt x="100482" y="1197813"/>
                  </a:lnTo>
                  <a:lnTo>
                    <a:pt x="102349" y="1199680"/>
                  </a:lnTo>
                  <a:lnTo>
                    <a:pt x="103466" y="1200137"/>
                  </a:lnTo>
                  <a:lnTo>
                    <a:pt x="106095" y="1200137"/>
                  </a:lnTo>
                  <a:lnTo>
                    <a:pt x="107213" y="1199680"/>
                  </a:lnTo>
                  <a:lnTo>
                    <a:pt x="109080" y="1197813"/>
                  </a:lnTo>
                  <a:lnTo>
                    <a:pt x="109537" y="1196695"/>
                  </a:lnTo>
                  <a:lnTo>
                    <a:pt x="109537" y="1194066"/>
                  </a:lnTo>
                  <a:close/>
                </a:path>
                <a:path w="7391400" h="4057650">
                  <a:moveTo>
                    <a:pt x="109537" y="1146441"/>
                  </a:moveTo>
                  <a:lnTo>
                    <a:pt x="109080" y="1145324"/>
                  </a:lnTo>
                  <a:lnTo>
                    <a:pt x="107213" y="1143457"/>
                  </a:lnTo>
                  <a:lnTo>
                    <a:pt x="106095" y="1143000"/>
                  </a:lnTo>
                  <a:lnTo>
                    <a:pt x="103466" y="1143000"/>
                  </a:lnTo>
                  <a:lnTo>
                    <a:pt x="102349" y="1143457"/>
                  </a:lnTo>
                  <a:lnTo>
                    <a:pt x="100482" y="1145324"/>
                  </a:lnTo>
                  <a:lnTo>
                    <a:pt x="100012" y="1146441"/>
                  </a:lnTo>
                  <a:lnTo>
                    <a:pt x="100012" y="1149070"/>
                  </a:lnTo>
                  <a:lnTo>
                    <a:pt x="100482" y="1150188"/>
                  </a:lnTo>
                  <a:lnTo>
                    <a:pt x="102349" y="1152055"/>
                  </a:lnTo>
                  <a:lnTo>
                    <a:pt x="103466" y="1152512"/>
                  </a:lnTo>
                  <a:lnTo>
                    <a:pt x="106095" y="1152512"/>
                  </a:lnTo>
                  <a:lnTo>
                    <a:pt x="107213" y="1152055"/>
                  </a:lnTo>
                  <a:lnTo>
                    <a:pt x="109080" y="1150188"/>
                  </a:lnTo>
                  <a:lnTo>
                    <a:pt x="109537" y="1149070"/>
                  </a:lnTo>
                  <a:lnTo>
                    <a:pt x="109537" y="1146441"/>
                  </a:lnTo>
                  <a:close/>
                </a:path>
                <a:path w="7391400" h="4057650">
                  <a:moveTo>
                    <a:pt x="109537" y="1098816"/>
                  </a:moveTo>
                  <a:lnTo>
                    <a:pt x="109080" y="1097699"/>
                  </a:lnTo>
                  <a:lnTo>
                    <a:pt x="107213" y="1095832"/>
                  </a:lnTo>
                  <a:lnTo>
                    <a:pt x="106095" y="1095375"/>
                  </a:lnTo>
                  <a:lnTo>
                    <a:pt x="103466" y="1095375"/>
                  </a:lnTo>
                  <a:lnTo>
                    <a:pt x="102349" y="1095832"/>
                  </a:lnTo>
                  <a:lnTo>
                    <a:pt x="100482" y="1097699"/>
                  </a:lnTo>
                  <a:lnTo>
                    <a:pt x="100012" y="1098816"/>
                  </a:lnTo>
                  <a:lnTo>
                    <a:pt x="100012" y="1101445"/>
                  </a:lnTo>
                  <a:lnTo>
                    <a:pt x="100482" y="1102563"/>
                  </a:lnTo>
                  <a:lnTo>
                    <a:pt x="102349" y="1104430"/>
                  </a:lnTo>
                  <a:lnTo>
                    <a:pt x="103466" y="1104887"/>
                  </a:lnTo>
                  <a:lnTo>
                    <a:pt x="106095" y="1104887"/>
                  </a:lnTo>
                  <a:lnTo>
                    <a:pt x="107213" y="1104430"/>
                  </a:lnTo>
                  <a:lnTo>
                    <a:pt x="109080" y="1102563"/>
                  </a:lnTo>
                  <a:lnTo>
                    <a:pt x="109537" y="1101445"/>
                  </a:lnTo>
                  <a:lnTo>
                    <a:pt x="109537" y="1098816"/>
                  </a:lnTo>
                  <a:close/>
                </a:path>
                <a:path w="7391400" h="4057650">
                  <a:moveTo>
                    <a:pt x="109537" y="1051191"/>
                  </a:moveTo>
                  <a:lnTo>
                    <a:pt x="109080" y="1050074"/>
                  </a:lnTo>
                  <a:lnTo>
                    <a:pt x="107213" y="1048207"/>
                  </a:lnTo>
                  <a:lnTo>
                    <a:pt x="106095" y="1047750"/>
                  </a:lnTo>
                  <a:lnTo>
                    <a:pt x="103466" y="1047750"/>
                  </a:lnTo>
                  <a:lnTo>
                    <a:pt x="102349" y="1048207"/>
                  </a:lnTo>
                  <a:lnTo>
                    <a:pt x="100482" y="1050074"/>
                  </a:lnTo>
                  <a:lnTo>
                    <a:pt x="100012" y="1051191"/>
                  </a:lnTo>
                  <a:lnTo>
                    <a:pt x="100012" y="1053820"/>
                  </a:lnTo>
                  <a:lnTo>
                    <a:pt x="100482" y="1054938"/>
                  </a:lnTo>
                  <a:lnTo>
                    <a:pt x="102349" y="1056805"/>
                  </a:lnTo>
                  <a:lnTo>
                    <a:pt x="103466" y="1057262"/>
                  </a:lnTo>
                  <a:lnTo>
                    <a:pt x="106095" y="1057262"/>
                  </a:lnTo>
                  <a:lnTo>
                    <a:pt x="107213" y="1056805"/>
                  </a:lnTo>
                  <a:lnTo>
                    <a:pt x="109080" y="1054938"/>
                  </a:lnTo>
                  <a:lnTo>
                    <a:pt x="109537" y="1053820"/>
                  </a:lnTo>
                  <a:lnTo>
                    <a:pt x="109537" y="1051191"/>
                  </a:lnTo>
                  <a:close/>
                </a:path>
                <a:path w="7391400" h="4057650">
                  <a:moveTo>
                    <a:pt x="109537" y="1003566"/>
                  </a:moveTo>
                  <a:lnTo>
                    <a:pt x="109080" y="1002449"/>
                  </a:lnTo>
                  <a:lnTo>
                    <a:pt x="107213" y="1000582"/>
                  </a:lnTo>
                  <a:lnTo>
                    <a:pt x="106095" y="1000125"/>
                  </a:lnTo>
                  <a:lnTo>
                    <a:pt x="103466" y="1000125"/>
                  </a:lnTo>
                  <a:lnTo>
                    <a:pt x="102349" y="1000582"/>
                  </a:lnTo>
                  <a:lnTo>
                    <a:pt x="100482" y="1002449"/>
                  </a:lnTo>
                  <a:lnTo>
                    <a:pt x="100012" y="1003566"/>
                  </a:lnTo>
                  <a:lnTo>
                    <a:pt x="100012" y="1006195"/>
                  </a:lnTo>
                  <a:lnTo>
                    <a:pt x="100482" y="1007313"/>
                  </a:lnTo>
                  <a:lnTo>
                    <a:pt x="102349" y="1009180"/>
                  </a:lnTo>
                  <a:lnTo>
                    <a:pt x="103466" y="1009637"/>
                  </a:lnTo>
                  <a:lnTo>
                    <a:pt x="106095" y="1009637"/>
                  </a:lnTo>
                  <a:lnTo>
                    <a:pt x="107213" y="1009180"/>
                  </a:lnTo>
                  <a:lnTo>
                    <a:pt x="109080" y="1007313"/>
                  </a:lnTo>
                  <a:lnTo>
                    <a:pt x="109537" y="1006195"/>
                  </a:lnTo>
                  <a:lnTo>
                    <a:pt x="109537" y="1003566"/>
                  </a:lnTo>
                  <a:close/>
                </a:path>
                <a:path w="7391400" h="4057650">
                  <a:moveTo>
                    <a:pt x="109537" y="955941"/>
                  </a:moveTo>
                  <a:lnTo>
                    <a:pt x="109080" y="954824"/>
                  </a:lnTo>
                  <a:lnTo>
                    <a:pt x="107213" y="952957"/>
                  </a:lnTo>
                  <a:lnTo>
                    <a:pt x="106095" y="952487"/>
                  </a:lnTo>
                  <a:lnTo>
                    <a:pt x="103466" y="952487"/>
                  </a:lnTo>
                  <a:lnTo>
                    <a:pt x="102349" y="952957"/>
                  </a:lnTo>
                  <a:lnTo>
                    <a:pt x="100482" y="954824"/>
                  </a:lnTo>
                  <a:lnTo>
                    <a:pt x="100012" y="955941"/>
                  </a:lnTo>
                  <a:lnTo>
                    <a:pt x="100012" y="958570"/>
                  </a:lnTo>
                  <a:lnTo>
                    <a:pt x="100482" y="959688"/>
                  </a:lnTo>
                  <a:lnTo>
                    <a:pt x="102349" y="961555"/>
                  </a:lnTo>
                  <a:lnTo>
                    <a:pt x="103466" y="962012"/>
                  </a:lnTo>
                  <a:lnTo>
                    <a:pt x="106095" y="962012"/>
                  </a:lnTo>
                  <a:lnTo>
                    <a:pt x="107213" y="961555"/>
                  </a:lnTo>
                  <a:lnTo>
                    <a:pt x="109080" y="959688"/>
                  </a:lnTo>
                  <a:lnTo>
                    <a:pt x="109537" y="958570"/>
                  </a:lnTo>
                  <a:lnTo>
                    <a:pt x="109537" y="955941"/>
                  </a:lnTo>
                  <a:close/>
                </a:path>
                <a:path w="7391400" h="4057650">
                  <a:moveTo>
                    <a:pt x="109537" y="908316"/>
                  </a:moveTo>
                  <a:lnTo>
                    <a:pt x="109080" y="907199"/>
                  </a:lnTo>
                  <a:lnTo>
                    <a:pt x="107213" y="905332"/>
                  </a:lnTo>
                  <a:lnTo>
                    <a:pt x="106095" y="904875"/>
                  </a:lnTo>
                  <a:lnTo>
                    <a:pt x="103466" y="904875"/>
                  </a:lnTo>
                  <a:lnTo>
                    <a:pt x="102349" y="905332"/>
                  </a:lnTo>
                  <a:lnTo>
                    <a:pt x="100482" y="907199"/>
                  </a:lnTo>
                  <a:lnTo>
                    <a:pt x="100012" y="908316"/>
                  </a:lnTo>
                  <a:lnTo>
                    <a:pt x="100012" y="910945"/>
                  </a:lnTo>
                  <a:lnTo>
                    <a:pt x="100482" y="912063"/>
                  </a:lnTo>
                  <a:lnTo>
                    <a:pt x="102349" y="913930"/>
                  </a:lnTo>
                  <a:lnTo>
                    <a:pt x="103466" y="914387"/>
                  </a:lnTo>
                  <a:lnTo>
                    <a:pt x="106095" y="914387"/>
                  </a:lnTo>
                  <a:lnTo>
                    <a:pt x="107213" y="913930"/>
                  </a:lnTo>
                  <a:lnTo>
                    <a:pt x="109080" y="912063"/>
                  </a:lnTo>
                  <a:lnTo>
                    <a:pt x="109537" y="910945"/>
                  </a:lnTo>
                  <a:lnTo>
                    <a:pt x="109537" y="908316"/>
                  </a:lnTo>
                  <a:close/>
                </a:path>
                <a:path w="7391400" h="4057650">
                  <a:moveTo>
                    <a:pt x="109537" y="860691"/>
                  </a:moveTo>
                  <a:lnTo>
                    <a:pt x="109080" y="859574"/>
                  </a:lnTo>
                  <a:lnTo>
                    <a:pt x="107213" y="857707"/>
                  </a:lnTo>
                  <a:lnTo>
                    <a:pt x="106095" y="857250"/>
                  </a:lnTo>
                  <a:lnTo>
                    <a:pt x="103466" y="857250"/>
                  </a:lnTo>
                  <a:lnTo>
                    <a:pt x="102349" y="857707"/>
                  </a:lnTo>
                  <a:lnTo>
                    <a:pt x="100482" y="859574"/>
                  </a:lnTo>
                  <a:lnTo>
                    <a:pt x="100012" y="860691"/>
                  </a:lnTo>
                  <a:lnTo>
                    <a:pt x="100012" y="863320"/>
                  </a:lnTo>
                  <a:lnTo>
                    <a:pt x="100482" y="864438"/>
                  </a:lnTo>
                  <a:lnTo>
                    <a:pt x="102349" y="866305"/>
                  </a:lnTo>
                  <a:lnTo>
                    <a:pt x="103466" y="866762"/>
                  </a:lnTo>
                  <a:lnTo>
                    <a:pt x="106095" y="866762"/>
                  </a:lnTo>
                  <a:lnTo>
                    <a:pt x="107213" y="866305"/>
                  </a:lnTo>
                  <a:lnTo>
                    <a:pt x="109080" y="864438"/>
                  </a:lnTo>
                  <a:lnTo>
                    <a:pt x="109537" y="863320"/>
                  </a:lnTo>
                  <a:lnTo>
                    <a:pt x="109537" y="860691"/>
                  </a:lnTo>
                  <a:close/>
                </a:path>
                <a:path w="7391400" h="4057650">
                  <a:moveTo>
                    <a:pt x="109537" y="813066"/>
                  </a:moveTo>
                  <a:lnTo>
                    <a:pt x="109080" y="811949"/>
                  </a:lnTo>
                  <a:lnTo>
                    <a:pt x="107213" y="810082"/>
                  </a:lnTo>
                  <a:lnTo>
                    <a:pt x="106095" y="809625"/>
                  </a:lnTo>
                  <a:lnTo>
                    <a:pt x="103466" y="809625"/>
                  </a:lnTo>
                  <a:lnTo>
                    <a:pt x="102349" y="810082"/>
                  </a:lnTo>
                  <a:lnTo>
                    <a:pt x="100482" y="811949"/>
                  </a:lnTo>
                  <a:lnTo>
                    <a:pt x="100012" y="813066"/>
                  </a:lnTo>
                  <a:lnTo>
                    <a:pt x="100012" y="815695"/>
                  </a:lnTo>
                  <a:lnTo>
                    <a:pt x="100482" y="816813"/>
                  </a:lnTo>
                  <a:lnTo>
                    <a:pt x="102349" y="818680"/>
                  </a:lnTo>
                  <a:lnTo>
                    <a:pt x="103466" y="819137"/>
                  </a:lnTo>
                  <a:lnTo>
                    <a:pt x="106095" y="819137"/>
                  </a:lnTo>
                  <a:lnTo>
                    <a:pt x="107213" y="818680"/>
                  </a:lnTo>
                  <a:lnTo>
                    <a:pt x="109080" y="816813"/>
                  </a:lnTo>
                  <a:lnTo>
                    <a:pt x="109537" y="815695"/>
                  </a:lnTo>
                  <a:lnTo>
                    <a:pt x="109537" y="813066"/>
                  </a:lnTo>
                  <a:close/>
                </a:path>
                <a:path w="7391400" h="4057650">
                  <a:moveTo>
                    <a:pt x="109537" y="765441"/>
                  </a:moveTo>
                  <a:lnTo>
                    <a:pt x="109080" y="764324"/>
                  </a:lnTo>
                  <a:lnTo>
                    <a:pt x="107213" y="762457"/>
                  </a:lnTo>
                  <a:lnTo>
                    <a:pt x="106095" y="761987"/>
                  </a:lnTo>
                  <a:lnTo>
                    <a:pt x="103466" y="761987"/>
                  </a:lnTo>
                  <a:lnTo>
                    <a:pt x="102349" y="762457"/>
                  </a:lnTo>
                  <a:lnTo>
                    <a:pt x="100482" y="764324"/>
                  </a:lnTo>
                  <a:lnTo>
                    <a:pt x="100012" y="765441"/>
                  </a:lnTo>
                  <a:lnTo>
                    <a:pt x="100012" y="768070"/>
                  </a:lnTo>
                  <a:lnTo>
                    <a:pt x="100482" y="769188"/>
                  </a:lnTo>
                  <a:lnTo>
                    <a:pt x="102349" y="771055"/>
                  </a:lnTo>
                  <a:lnTo>
                    <a:pt x="103466" y="771512"/>
                  </a:lnTo>
                  <a:lnTo>
                    <a:pt x="106095" y="771512"/>
                  </a:lnTo>
                  <a:lnTo>
                    <a:pt x="107213" y="771055"/>
                  </a:lnTo>
                  <a:lnTo>
                    <a:pt x="109080" y="769188"/>
                  </a:lnTo>
                  <a:lnTo>
                    <a:pt x="109537" y="768070"/>
                  </a:lnTo>
                  <a:lnTo>
                    <a:pt x="109537" y="765441"/>
                  </a:lnTo>
                  <a:close/>
                </a:path>
                <a:path w="7391400" h="4057650">
                  <a:moveTo>
                    <a:pt x="109537" y="717816"/>
                  </a:moveTo>
                  <a:lnTo>
                    <a:pt x="109080" y="716699"/>
                  </a:lnTo>
                  <a:lnTo>
                    <a:pt x="107213" y="714832"/>
                  </a:lnTo>
                  <a:lnTo>
                    <a:pt x="106095" y="714362"/>
                  </a:lnTo>
                  <a:lnTo>
                    <a:pt x="103466" y="714362"/>
                  </a:lnTo>
                  <a:lnTo>
                    <a:pt x="102349" y="714832"/>
                  </a:lnTo>
                  <a:lnTo>
                    <a:pt x="100482" y="716699"/>
                  </a:lnTo>
                  <a:lnTo>
                    <a:pt x="100012" y="717816"/>
                  </a:lnTo>
                  <a:lnTo>
                    <a:pt x="100012" y="720445"/>
                  </a:lnTo>
                  <a:lnTo>
                    <a:pt x="100482" y="721563"/>
                  </a:lnTo>
                  <a:lnTo>
                    <a:pt x="102349" y="723430"/>
                  </a:lnTo>
                  <a:lnTo>
                    <a:pt x="103466" y="723887"/>
                  </a:lnTo>
                  <a:lnTo>
                    <a:pt x="106095" y="723887"/>
                  </a:lnTo>
                  <a:lnTo>
                    <a:pt x="107213" y="723430"/>
                  </a:lnTo>
                  <a:lnTo>
                    <a:pt x="109080" y="721563"/>
                  </a:lnTo>
                  <a:lnTo>
                    <a:pt x="109537" y="720445"/>
                  </a:lnTo>
                  <a:lnTo>
                    <a:pt x="109537" y="717816"/>
                  </a:lnTo>
                  <a:close/>
                </a:path>
                <a:path w="7391400" h="4057650">
                  <a:moveTo>
                    <a:pt x="109537" y="670191"/>
                  </a:moveTo>
                  <a:lnTo>
                    <a:pt x="109080" y="669074"/>
                  </a:lnTo>
                  <a:lnTo>
                    <a:pt x="107213" y="667207"/>
                  </a:lnTo>
                  <a:lnTo>
                    <a:pt x="106095" y="666750"/>
                  </a:lnTo>
                  <a:lnTo>
                    <a:pt x="103466" y="666750"/>
                  </a:lnTo>
                  <a:lnTo>
                    <a:pt x="102349" y="667207"/>
                  </a:lnTo>
                  <a:lnTo>
                    <a:pt x="100482" y="669074"/>
                  </a:lnTo>
                  <a:lnTo>
                    <a:pt x="100012" y="670191"/>
                  </a:lnTo>
                  <a:lnTo>
                    <a:pt x="100012" y="672820"/>
                  </a:lnTo>
                  <a:lnTo>
                    <a:pt x="100482" y="673938"/>
                  </a:lnTo>
                  <a:lnTo>
                    <a:pt x="102349" y="675805"/>
                  </a:lnTo>
                  <a:lnTo>
                    <a:pt x="103466" y="676262"/>
                  </a:lnTo>
                  <a:lnTo>
                    <a:pt x="106095" y="676262"/>
                  </a:lnTo>
                  <a:lnTo>
                    <a:pt x="107213" y="675805"/>
                  </a:lnTo>
                  <a:lnTo>
                    <a:pt x="109080" y="673938"/>
                  </a:lnTo>
                  <a:lnTo>
                    <a:pt x="109537" y="672820"/>
                  </a:lnTo>
                  <a:lnTo>
                    <a:pt x="109537" y="670191"/>
                  </a:lnTo>
                  <a:close/>
                </a:path>
                <a:path w="7391400" h="4057650">
                  <a:moveTo>
                    <a:pt x="109537" y="622566"/>
                  </a:moveTo>
                  <a:lnTo>
                    <a:pt x="109080" y="621449"/>
                  </a:lnTo>
                  <a:lnTo>
                    <a:pt x="107213" y="619582"/>
                  </a:lnTo>
                  <a:lnTo>
                    <a:pt x="106095" y="619125"/>
                  </a:lnTo>
                  <a:lnTo>
                    <a:pt x="103466" y="619125"/>
                  </a:lnTo>
                  <a:lnTo>
                    <a:pt x="102349" y="619582"/>
                  </a:lnTo>
                  <a:lnTo>
                    <a:pt x="100482" y="621449"/>
                  </a:lnTo>
                  <a:lnTo>
                    <a:pt x="100012" y="622566"/>
                  </a:lnTo>
                  <a:lnTo>
                    <a:pt x="100012" y="625195"/>
                  </a:lnTo>
                  <a:lnTo>
                    <a:pt x="100482" y="626313"/>
                  </a:lnTo>
                  <a:lnTo>
                    <a:pt x="102349" y="628180"/>
                  </a:lnTo>
                  <a:lnTo>
                    <a:pt x="103466" y="628637"/>
                  </a:lnTo>
                  <a:lnTo>
                    <a:pt x="106095" y="628637"/>
                  </a:lnTo>
                  <a:lnTo>
                    <a:pt x="107213" y="628180"/>
                  </a:lnTo>
                  <a:lnTo>
                    <a:pt x="109080" y="626313"/>
                  </a:lnTo>
                  <a:lnTo>
                    <a:pt x="109537" y="625195"/>
                  </a:lnTo>
                  <a:lnTo>
                    <a:pt x="109537" y="622566"/>
                  </a:lnTo>
                  <a:close/>
                </a:path>
                <a:path w="7391400" h="4057650">
                  <a:moveTo>
                    <a:pt x="109537" y="574941"/>
                  </a:moveTo>
                  <a:lnTo>
                    <a:pt x="109080" y="573824"/>
                  </a:lnTo>
                  <a:lnTo>
                    <a:pt x="107213" y="571957"/>
                  </a:lnTo>
                  <a:lnTo>
                    <a:pt x="106095" y="571500"/>
                  </a:lnTo>
                  <a:lnTo>
                    <a:pt x="103466" y="571500"/>
                  </a:lnTo>
                  <a:lnTo>
                    <a:pt x="102349" y="571957"/>
                  </a:lnTo>
                  <a:lnTo>
                    <a:pt x="100482" y="573824"/>
                  </a:lnTo>
                  <a:lnTo>
                    <a:pt x="100012" y="574941"/>
                  </a:lnTo>
                  <a:lnTo>
                    <a:pt x="100012" y="577570"/>
                  </a:lnTo>
                  <a:lnTo>
                    <a:pt x="100482" y="578688"/>
                  </a:lnTo>
                  <a:lnTo>
                    <a:pt x="102349" y="580555"/>
                  </a:lnTo>
                  <a:lnTo>
                    <a:pt x="103466" y="581012"/>
                  </a:lnTo>
                  <a:lnTo>
                    <a:pt x="106095" y="581012"/>
                  </a:lnTo>
                  <a:lnTo>
                    <a:pt x="107213" y="580555"/>
                  </a:lnTo>
                  <a:lnTo>
                    <a:pt x="109080" y="578688"/>
                  </a:lnTo>
                  <a:lnTo>
                    <a:pt x="109537" y="577570"/>
                  </a:lnTo>
                  <a:lnTo>
                    <a:pt x="109537" y="574941"/>
                  </a:lnTo>
                  <a:close/>
                </a:path>
                <a:path w="7391400" h="4057650">
                  <a:moveTo>
                    <a:pt x="109537" y="527316"/>
                  </a:moveTo>
                  <a:lnTo>
                    <a:pt x="109080" y="526199"/>
                  </a:lnTo>
                  <a:lnTo>
                    <a:pt x="107213" y="524332"/>
                  </a:lnTo>
                  <a:lnTo>
                    <a:pt x="106095" y="523875"/>
                  </a:lnTo>
                  <a:lnTo>
                    <a:pt x="103466" y="523875"/>
                  </a:lnTo>
                  <a:lnTo>
                    <a:pt x="102349" y="524332"/>
                  </a:lnTo>
                  <a:lnTo>
                    <a:pt x="100482" y="526199"/>
                  </a:lnTo>
                  <a:lnTo>
                    <a:pt x="100012" y="527316"/>
                  </a:lnTo>
                  <a:lnTo>
                    <a:pt x="100012" y="529945"/>
                  </a:lnTo>
                  <a:lnTo>
                    <a:pt x="100482" y="531063"/>
                  </a:lnTo>
                  <a:lnTo>
                    <a:pt x="102349" y="532930"/>
                  </a:lnTo>
                  <a:lnTo>
                    <a:pt x="103466" y="533387"/>
                  </a:lnTo>
                  <a:lnTo>
                    <a:pt x="106095" y="533387"/>
                  </a:lnTo>
                  <a:lnTo>
                    <a:pt x="107213" y="532930"/>
                  </a:lnTo>
                  <a:lnTo>
                    <a:pt x="109080" y="531063"/>
                  </a:lnTo>
                  <a:lnTo>
                    <a:pt x="109537" y="529945"/>
                  </a:lnTo>
                  <a:lnTo>
                    <a:pt x="109537" y="527316"/>
                  </a:lnTo>
                  <a:close/>
                </a:path>
                <a:path w="7391400" h="4057650">
                  <a:moveTo>
                    <a:pt x="109537" y="479691"/>
                  </a:moveTo>
                  <a:lnTo>
                    <a:pt x="109080" y="478574"/>
                  </a:lnTo>
                  <a:lnTo>
                    <a:pt x="107213" y="476707"/>
                  </a:lnTo>
                  <a:lnTo>
                    <a:pt x="106095" y="476250"/>
                  </a:lnTo>
                  <a:lnTo>
                    <a:pt x="103466" y="476250"/>
                  </a:lnTo>
                  <a:lnTo>
                    <a:pt x="102349" y="476707"/>
                  </a:lnTo>
                  <a:lnTo>
                    <a:pt x="100482" y="478574"/>
                  </a:lnTo>
                  <a:lnTo>
                    <a:pt x="100012" y="479691"/>
                  </a:lnTo>
                  <a:lnTo>
                    <a:pt x="100012" y="482320"/>
                  </a:lnTo>
                  <a:lnTo>
                    <a:pt x="100482" y="483438"/>
                  </a:lnTo>
                  <a:lnTo>
                    <a:pt x="102349" y="485305"/>
                  </a:lnTo>
                  <a:lnTo>
                    <a:pt x="103466" y="485762"/>
                  </a:lnTo>
                  <a:lnTo>
                    <a:pt x="106095" y="485762"/>
                  </a:lnTo>
                  <a:lnTo>
                    <a:pt x="107213" y="485305"/>
                  </a:lnTo>
                  <a:lnTo>
                    <a:pt x="109080" y="483438"/>
                  </a:lnTo>
                  <a:lnTo>
                    <a:pt x="109537" y="482320"/>
                  </a:lnTo>
                  <a:lnTo>
                    <a:pt x="109537" y="479691"/>
                  </a:lnTo>
                  <a:close/>
                </a:path>
                <a:path w="7391400" h="4057650">
                  <a:moveTo>
                    <a:pt x="109537" y="432066"/>
                  </a:moveTo>
                  <a:lnTo>
                    <a:pt x="109080" y="430949"/>
                  </a:lnTo>
                  <a:lnTo>
                    <a:pt x="107213" y="429082"/>
                  </a:lnTo>
                  <a:lnTo>
                    <a:pt x="106095" y="428625"/>
                  </a:lnTo>
                  <a:lnTo>
                    <a:pt x="103466" y="428625"/>
                  </a:lnTo>
                  <a:lnTo>
                    <a:pt x="102349" y="429082"/>
                  </a:lnTo>
                  <a:lnTo>
                    <a:pt x="100482" y="430949"/>
                  </a:lnTo>
                  <a:lnTo>
                    <a:pt x="100012" y="432066"/>
                  </a:lnTo>
                  <a:lnTo>
                    <a:pt x="100012" y="434695"/>
                  </a:lnTo>
                  <a:lnTo>
                    <a:pt x="100482" y="435813"/>
                  </a:lnTo>
                  <a:lnTo>
                    <a:pt x="102349" y="437680"/>
                  </a:lnTo>
                  <a:lnTo>
                    <a:pt x="103466" y="438137"/>
                  </a:lnTo>
                  <a:lnTo>
                    <a:pt x="106095" y="438137"/>
                  </a:lnTo>
                  <a:lnTo>
                    <a:pt x="107213" y="437680"/>
                  </a:lnTo>
                  <a:lnTo>
                    <a:pt x="109080" y="435813"/>
                  </a:lnTo>
                  <a:lnTo>
                    <a:pt x="109537" y="434695"/>
                  </a:lnTo>
                  <a:lnTo>
                    <a:pt x="109537" y="432066"/>
                  </a:lnTo>
                  <a:close/>
                </a:path>
                <a:path w="7391400" h="4057650">
                  <a:moveTo>
                    <a:pt x="109537" y="384441"/>
                  </a:moveTo>
                  <a:lnTo>
                    <a:pt x="109080" y="383324"/>
                  </a:lnTo>
                  <a:lnTo>
                    <a:pt x="107213" y="381457"/>
                  </a:lnTo>
                  <a:lnTo>
                    <a:pt x="106095" y="381000"/>
                  </a:lnTo>
                  <a:lnTo>
                    <a:pt x="103466" y="381000"/>
                  </a:lnTo>
                  <a:lnTo>
                    <a:pt x="102349" y="381457"/>
                  </a:lnTo>
                  <a:lnTo>
                    <a:pt x="100482" y="383324"/>
                  </a:lnTo>
                  <a:lnTo>
                    <a:pt x="100012" y="384441"/>
                  </a:lnTo>
                  <a:lnTo>
                    <a:pt x="100012" y="387070"/>
                  </a:lnTo>
                  <a:lnTo>
                    <a:pt x="100482" y="388188"/>
                  </a:lnTo>
                  <a:lnTo>
                    <a:pt x="102349" y="390055"/>
                  </a:lnTo>
                  <a:lnTo>
                    <a:pt x="103466" y="390512"/>
                  </a:lnTo>
                  <a:lnTo>
                    <a:pt x="106095" y="390512"/>
                  </a:lnTo>
                  <a:lnTo>
                    <a:pt x="107213" y="390055"/>
                  </a:lnTo>
                  <a:lnTo>
                    <a:pt x="109080" y="388188"/>
                  </a:lnTo>
                  <a:lnTo>
                    <a:pt x="109537" y="387070"/>
                  </a:lnTo>
                  <a:lnTo>
                    <a:pt x="109537" y="384441"/>
                  </a:lnTo>
                  <a:close/>
                </a:path>
                <a:path w="7391400" h="4057650">
                  <a:moveTo>
                    <a:pt x="109537" y="336816"/>
                  </a:moveTo>
                  <a:lnTo>
                    <a:pt x="109080" y="335699"/>
                  </a:lnTo>
                  <a:lnTo>
                    <a:pt x="107213" y="333832"/>
                  </a:lnTo>
                  <a:lnTo>
                    <a:pt x="106095" y="333375"/>
                  </a:lnTo>
                  <a:lnTo>
                    <a:pt x="103466" y="333375"/>
                  </a:lnTo>
                  <a:lnTo>
                    <a:pt x="102349" y="333832"/>
                  </a:lnTo>
                  <a:lnTo>
                    <a:pt x="100482" y="335699"/>
                  </a:lnTo>
                  <a:lnTo>
                    <a:pt x="100012" y="336816"/>
                  </a:lnTo>
                  <a:lnTo>
                    <a:pt x="100012" y="339445"/>
                  </a:lnTo>
                  <a:lnTo>
                    <a:pt x="100482" y="340563"/>
                  </a:lnTo>
                  <a:lnTo>
                    <a:pt x="102349" y="342430"/>
                  </a:lnTo>
                  <a:lnTo>
                    <a:pt x="103466" y="342887"/>
                  </a:lnTo>
                  <a:lnTo>
                    <a:pt x="106095" y="342887"/>
                  </a:lnTo>
                  <a:lnTo>
                    <a:pt x="107213" y="342430"/>
                  </a:lnTo>
                  <a:lnTo>
                    <a:pt x="109080" y="340563"/>
                  </a:lnTo>
                  <a:lnTo>
                    <a:pt x="109537" y="339445"/>
                  </a:lnTo>
                  <a:lnTo>
                    <a:pt x="109537" y="336816"/>
                  </a:lnTo>
                  <a:close/>
                </a:path>
                <a:path w="7391400" h="4057650">
                  <a:moveTo>
                    <a:pt x="109537" y="289191"/>
                  </a:moveTo>
                  <a:lnTo>
                    <a:pt x="109080" y="288074"/>
                  </a:lnTo>
                  <a:lnTo>
                    <a:pt x="107213" y="286207"/>
                  </a:lnTo>
                  <a:lnTo>
                    <a:pt x="106095" y="285737"/>
                  </a:lnTo>
                  <a:lnTo>
                    <a:pt x="103466" y="285737"/>
                  </a:lnTo>
                  <a:lnTo>
                    <a:pt x="102349" y="286207"/>
                  </a:lnTo>
                  <a:lnTo>
                    <a:pt x="100482" y="288074"/>
                  </a:lnTo>
                  <a:lnTo>
                    <a:pt x="100012" y="289191"/>
                  </a:lnTo>
                  <a:lnTo>
                    <a:pt x="100012" y="291820"/>
                  </a:lnTo>
                  <a:lnTo>
                    <a:pt x="100482" y="292938"/>
                  </a:lnTo>
                  <a:lnTo>
                    <a:pt x="102349" y="294805"/>
                  </a:lnTo>
                  <a:lnTo>
                    <a:pt x="103466" y="295262"/>
                  </a:lnTo>
                  <a:lnTo>
                    <a:pt x="106095" y="295262"/>
                  </a:lnTo>
                  <a:lnTo>
                    <a:pt x="107213" y="294805"/>
                  </a:lnTo>
                  <a:lnTo>
                    <a:pt x="109080" y="292938"/>
                  </a:lnTo>
                  <a:lnTo>
                    <a:pt x="109537" y="291820"/>
                  </a:lnTo>
                  <a:lnTo>
                    <a:pt x="109537" y="289191"/>
                  </a:lnTo>
                  <a:close/>
                </a:path>
                <a:path w="7391400" h="4057650">
                  <a:moveTo>
                    <a:pt x="109537" y="241566"/>
                  </a:moveTo>
                  <a:lnTo>
                    <a:pt x="109080" y="240449"/>
                  </a:lnTo>
                  <a:lnTo>
                    <a:pt x="107213" y="238582"/>
                  </a:lnTo>
                  <a:lnTo>
                    <a:pt x="106095" y="238112"/>
                  </a:lnTo>
                  <a:lnTo>
                    <a:pt x="103466" y="238112"/>
                  </a:lnTo>
                  <a:lnTo>
                    <a:pt x="102349" y="238582"/>
                  </a:lnTo>
                  <a:lnTo>
                    <a:pt x="100482" y="240449"/>
                  </a:lnTo>
                  <a:lnTo>
                    <a:pt x="100012" y="241566"/>
                  </a:lnTo>
                  <a:lnTo>
                    <a:pt x="100012" y="244195"/>
                  </a:lnTo>
                  <a:lnTo>
                    <a:pt x="100482" y="245313"/>
                  </a:lnTo>
                  <a:lnTo>
                    <a:pt x="102349" y="247180"/>
                  </a:lnTo>
                  <a:lnTo>
                    <a:pt x="103466" y="247637"/>
                  </a:lnTo>
                  <a:lnTo>
                    <a:pt x="106095" y="247637"/>
                  </a:lnTo>
                  <a:lnTo>
                    <a:pt x="107213" y="247180"/>
                  </a:lnTo>
                  <a:lnTo>
                    <a:pt x="109080" y="245313"/>
                  </a:lnTo>
                  <a:lnTo>
                    <a:pt x="109537" y="244195"/>
                  </a:lnTo>
                  <a:lnTo>
                    <a:pt x="109537" y="241566"/>
                  </a:lnTo>
                  <a:close/>
                </a:path>
                <a:path w="7391400" h="4057650">
                  <a:moveTo>
                    <a:pt x="109537" y="193941"/>
                  </a:moveTo>
                  <a:lnTo>
                    <a:pt x="109080" y="192824"/>
                  </a:lnTo>
                  <a:lnTo>
                    <a:pt x="107213" y="190957"/>
                  </a:lnTo>
                  <a:lnTo>
                    <a:pt x="106095" y="190500"/>
                  </a:lnTo>
                  <a:lnTo>
                    <a:pt x="103466" y="190500"/>
                  </a:lnTo>
                  <a:lnTo>
                    <a:pt x="102349" y="190957"/>
                  </a:lnTo>
                  <a:lnTo>
                    <a:pt x="100482" y="192824"/>
                  </a:lnTo>
                  <a:lnTo>
                    <a:pt x="100012" y="193941"/>
                  </a:lnTo>
                  <a:lnTo>
                    <a:pt x="100012" y="196570"/>
                  </a:lnTo>
                  <a:lnTo>
                    <a:pt x="100482" y="197688"/>
                  </a:lnTo>
                  <a:lnTo>
                    <a:pt x="102349" y="199555"/>
                  </a:lnTo>
                  <a:lnTo>
                    <a:pt x="103466" y="200012"/>
                  </a:lnTo>
                  <a:lnTo>
                    <a:pt x="106095" y="200012"/>
                  </a:lnTo>
                  <a:lnTo>
                    <a:pt x="107213" y="199555"/>
                  </a:lnTo>
                  <a:lnTo>
                    <a:pt x="109080" y="197688"/>
                  </a:lnTo>
                  <a:lnTo>
                    <a:pt x="109537" y="196570"/>
                  </a:lnTo>
                  <a:lnTo>
                    <a:pt x="109537" y="193941"/>
                  </a:lnTo>
                  <a:close/>
                </a:path>
                <a:path w="7391400" h="4057650">
                  <a:moveTo>
                    <a:pt x="109537" y="146316"/>
                  </a:moveTo>
                  <a:lnTo>
                    <a:pt x="109080" y="145199"/>
                  </a:lnTo>
                  <a:lnTo>
                    <a:pt x="107213" y="143332"/>
                  </a:lnTo>
                  <a:lnTo>
                    <a:pt x="106095" y="142875"/>
                  </a:lnTo>
                  <a:lnTo>
                    <a:pt x="103466" y="142875"/>
                  </a:lnTo>
                  <a:lnTo>
                    <a:pt x="102349" y="143332"/>
                  </a:lnTo>
                  <a:lnTo>
                    <a:pt x="100482" y="145199"/>
                  </a:lnTo>
                  <a:lnTo>
                    <a:pt x="100012" y="146316"/>
                  </a:lnTo>
                  <a:lnTo>
                    <a:pt x="100012" y="148945"/>
                  </a:lnTo>
                  <a:lnTo>
                    <a:pt x="100482" y="150063"/>
                  </a:lnTo>
                  <a:lnTo>
                    <a:pt x="102349" y="151930"/>
                  </a:lnTo>
                  <a:lnTo>
                    <a:pt x="103466" y="152387"/>
                  </a:lnTo>
                  <a:lnTo>
                    <a:pt x="106095" y="152387"/>
                  </a:lnTo>
                  <a:lnTo>
                    <a:pt x="107213" y="151930"/>
                  </a:lnTo>
                  <a:lnTo>
                    <a:pt x="109080" y="150063"/>
                  </a:lnTo>
                  <a:lnTo>
                    <a:pt x="109537" y="148945"/>
                  </a:lnTo>
                  <a:lnTo>
                    <a:pt x="109537" y="146316"/>
                  </a:lnTo>
                  <a:close/>
                </a:path>
                <a:path w="7391400" h="4057650">
                  <a:moveTo>
                    <a:pt x="109537" y="98691"/>
                  </a:moveTo>
                  <a:lnTo>
                    <a:pt x="109080" y="97574"/>
                  </a:lnTo>
                  <a:lnTo>
                    <a:pt x="107213" y="95707"/>
                  </a:lnTo>
                  <a:lnTo>
                    <a:pt x="106095" y="95250"/>
                  </a:lnTo>
                  <a:lnTo>
                    <a:pt x="103466" y="95250"/>
                  </a:lnTo>
                  <a:lnTo>
                    <a:pt x="102349" y="95707"/>
                  </a:lnTo>
                  <a:lnTo>
                    <a:pt x="100482" y="97574"/>
                  </a:lnTo>
                  <a:lnTo>
                    <a:pt x="100012" y="98691"/>
                  </a:lnTo>
                  <a:lnTo>
                    <a:pt x="100012" y="101320"/>
                  </a:lnTo>
                  <a:lnTo>
                    <a:pt x="100482" y="102438"/>
                  </a:lnTo>
                  <a:lnTo>
                    <a:pt x="102349" y="104305"/>
                  </a:lnTo>
                  <a:lnTo>
                    <a:pt x="103466" y="104762"/>
                  </a:lnTo>
                  <a:lnTo>
                    <a:pt x="106095" y="104762"/>
                  </a:lnTo>
                  <a:lnTo>
                    <a:pt x="107213" y="104305"/>
                  </a:lnTo>
                  <a:lnTo>
                    <a:pt x="109080" y="102438"/>
                  </a:lnTo>
                  <a:lnTo>
                    <a:pt x="109537" y="101320"/>
                  </a:lnTo>
                  <a:lnTo>
                    <a:pt x="109537" y="98691"/>
                  </a:lnTo>
                  <a:close/>
                </a:path>
                <a:path w="7391400" h="4057650">
                  <a:moveTo>
                    <a:pt x="109537" y="51066"/>
                  </a:moveTo>
                  <a:lnTo>
                    <a:pt x="109080" y="49949"/>
                  </a:lnTo>
                  <a:lnTo>
                    <a:pt x="107213" y="48082"/>
                  </a:lnTo>
                  <a:lnTo>
                    <a:pt x="106095" y="47625"/>
                  </a:lnTo>
                  <a:lnTo>
                    <a:pt x="103466" y="47625"/>
                  </a:lnTo>
                  <a:lnTo>
                    <a:pt x="102349" y="48082"/>
                  </a:lnTo>
                  <a:lnTo>
                    <a:pt x="100482" y="49949"/>
                  </a:lnTo>
                  <a:lnTo>
                    <a:pt x="100012" y="51066"/>
                  </a:lnTo>
                  <a:lnTo>
                    <a:pt x="100012" y="53695"/>
                  </a:lnTo>
                  <a:lnTo>
                    <a:pt x="100482" y="54813"/>
                  </a:lnTo>
                  <a:lnTo>
                    <a:pt x="102349" y="56680"/>
                  </a:lnTo>
                  <a:lnTo>
                    <a:pt x="103466" y="57137"/>
                  </a:lnTo>
                  <a:lnTo>
                    <a:pt x="106095" y="57137"/>
                  </a:lnTo>
                  <a:lnTo>
                    <a:pt x="107213" y="56680"/>
                  </a:lnTo>
                  <a:lnTo>
                    <a:pt x="109080" y="54813"/>
                  </a:lnTo>
                  <a:lnTo>
                    <a:pt x="109537" y="53695"/>
                  </a:lnTo>
                  <a:lnTo>
                    <a:pt x="109537" y="51066"/>
                  </a:lnTo>
                  <a:close/>
                </a:path>
                <a:path w="7391400" h="4057650">
                  <a:moveTo>
                    <a:pt x="109537" y="3441"/>
                  </a:moveTo>
                  <a:lnTo>
                    <a:pt x="109080" y="2324"/>
                  </a:lnTo>
                  <a:lnTo>
                    <a:pt x="107213" y="457"/>
                  </a:lnTo>
                  <a:lnTo>
                    <a:pt x="106095" y="0"/>
                  </a:lnTo>
                  <a:lnTo>
                    <a:pt x="103466" y="0"/>
                  </a:lnTo>
                  <a:lnTo>
                    <a:pt x="102349" y="457"/>
                  </a:lnTo>
                  <a:lnTo>
                    <a:pt x="100482" y="2324"/>
                  </a:lnTo>
                  <a:lnTo>
                    <a:pt x="100012" y="3441"/>
                  </a:lnTo>
                  <a:lnTo>
                    <a:pt x="100012" y="6070"/>
                  </a:lnTo>
                  <a:lnTo>
                    <a:pt x="100482" y="7188"/>
                  </a:lnTo>
                  <a:lnTo>
                    <a:pt x="102349" y="9055"/>
                  </a:lnTo>
                  <a:lnTo>
                    <a:pt x="103466" y="9512"/>
                  </a:lnTo>
                  <a:lnTo>
                    <a:pt x="106095" y="9512"/>
                  </a:lnTo>
                  <a:lnTo>
                    <a:pt x="107213" y="9055"/>
                  </a:lnTo>
                  <a:lnTo>
                    <a:pt x="109080" y="7188"/>
                  </a:lnTo>
                  <a:lnTo>
                    <a:pt x="109537" y="6070"/>
                  </a:lnTo>
                  <a:lnTo>
                    <a:pt x="109537" y="3441"/>
                  </a:lnTo>
                  <a:close/>
                </a:path>
                <a:path w="7391400" h="4057650">
                  <a:moveTo>
                    <a:pt x="152400" y="4046804"/>
                  </a:moveTo>
                  <a:lnTo>
                    <a:pt x="151942" y="4045686"/>
                  </a:lnTo>
                  <a:lnTo>
                    <a:pt x="150075" y="4043819"/>
                  </a:lnTo>
                  <a:lnTo>
                    <a:pt x="148958" y="4043349"/>
                  </a:lnTo>
                  <a:lnTo>
                    <a:pt x="146329" y="4043349"/>
                  </a:lnTo>
                  <a:lnTo>
                    <a:pt x="145211" y="4043819"/>
                  </a:lnTo>
                  <a:lnTo>
                    <a:pt x="143344" y="4045686"/>
                  </a:lnTo>
                  <a:lnTo>
                    <a:pt x="142875" y="4046804"/>
                  </a:lnTo>
                  <a:lnTo>
                    <a:pt x="142875" y="4049433"/>
                  </a:lnTo>
                  <a:lnTo>
                    <a:pt x="143344" y="4050550"/>
                  </a:lnTo>
                  <a:lnTo>
                    <a:pt x="145211" y="4052417"/>
                  </a:lnTo>
                  <a:lnTo>
                    <a:pt x="146329" y="4052874"/>
                  </a:lnTo>
                  <a:lnTo>
                    <a:pt x="148958" y="4052874"/>
                  </a:lnTo>
                  <a:lnTo>
                    <a:pt x="150075" y="4052417"/>
                  </a:lnTo>
                  <a:lnTo>
                    <a:pt x="151942" y="4050550"/>
                  </a:lnTo>
                  <a:lnTo>
                    <a:pt x="152400" y="4049433"/>
                  </a:lnTo>
                  <a:lnTo>
                    <a:pt x="152400" y="4046804"/>
                  </a:lnTo>
                  <a:close/>
                </a:path>
                <a:path w="7391400" h="4057650">
                  <a:moveTo>
                    <a:pt x="152400" y="2917037"/>
                  </a:moveTo>
                  <a:lnTo>
                    <a:pt x="151942" y="2915907"/>
                  </a:lnTo>
                  <a:lnTo>
                    <a:pt x="150075" y="2914053"/>
                  </a:lnTo>
                  <a:lnTo>
                    <a:pt x="148958" y="2913583"/>
                  </a:lnTo>
                  <a:lnTo>
                    <a:pt x="146329" y="2913583"/>
                  </a:lnTo>
                  <a:lnTo>
                    <a:pt x="145211" y="2914053"/>
                  </a:lnTo>
                  <a:lnTo>
                    <a:pt x="143344" y="2915907"/>
                  </a:lnTo>
                  <a:lnTo>
                    <a:pt x="142875" y="2917037"/>
                  </a:lnTo>
                  <a:lnTo>
                    <a:pt x="142875" y="2919666"/>
                  </a:lnTo>
                  <a:lnTo>
                    <a:pt x="143344" y="2920784"/>
                  </a:lnTo>
                  <a:lnTo>
                    <a:pt x="145211" y="2922651"/>
                  </a:lnTo>
                  <a:lnTo>
                    <a:pt x="146329" y="2923108"/>
                  </a:lnTo>
                  <a:lnTo>
                    <a:pt x="148958" y="2923108"/>
                  </a:lnTo>
                  <a:lnTo>
                    <a:pt x="150075" y="2922651"/>
                  </a:lnTo>
                  <a:lnTo>
                    <a:pt x="151942" y="2920784"/>
                  </a:lnTo>
                  <a:lnTo>
                    <a:pt x="152400" y="2919666"/>
                  </a:lnTo>
                  <a:lnTo>
                    <a:pt x="152400" y="2917037"/>
                  </a:lnTo>
                  <a:close/>
                </a:path>
                <a:path w="7391400" h="4057650">
                  <a:moveTo>
                    <a:pt x="152400" y="1787258"/>
                  </a:moveTo>
                  <a:lnTo>
                    <a:pt x="151942" y="1786140"/>
                  </a:lnTo>
                  <a:lnTo>
                    <a:pt x="150075" y="1784273"/>
                  </a:lnTo>
                  <a:lnTo>
                    <a:pt x="148958" y="1783816"/>
                  </a:lnTo>
                  <a:lnTo>
                    <a:pt x="146329" y="1783816"/>
                  </a:lnTo>
                  <a:lnTo>
                    <a:pt x="145211" y="1784273"/>
                  </a:lnTo>
                  <a:lnTo>
                    <a:pt x="143344" y="1786140"/>
                  </a:lnTo>
                  <a:lnTo>
                    <a:pt x="142875" y="1787258"/>
                  </a:lnTo>
                  <a:lnTo>
                    <a:pt x="142875" y="1789887"/>
                  </a:lnTo>
                  <a:lnTo>
                    <a:pt x="143344" y="1791017"/>
                  </a:lnTo>
                  <a:lnTo>
                    <a:pt x="145211" y="1792871"/>
                  </a:lnTo>
                  <a:lnTo>
                    <a:pt x="146329" y="1793341"/>
                  </a:lnTo>
                  <a:lnTo>
                    <a:pt x="148958" y="1793341"/>
                  </a:lnTo>
                  <a:lnTo>
                    <a:pt x="150075" y="1792871"/>
                  </a:lnTo>
                  <a:lnTo>
                    <a:pt x="151942" y="1791017"/>
                  </a:lnTo>
                  <a:lnTo>
                    <a:pt x="152400" y="1789887"/>
                  </a:lnTo>
                  <a:lnTo>
                    <a:pt x="152400" y="1787258"/>
                  </a:lnTo>
                  <a:close/>
                </a:path>
                <a:path w="7391400" h="4057650">
                  <a:moveTo>
                    <a:pt x="152400" y="657491"/>
                  </a:moveTo>
                  <a:lnTo>
                    <a:pt x="151942" y="656374"/>
                  </a:lnTo>
                  <a:lnTo>
                    <a:pt x="150075" y="654507"/>
                  </a:lnTo>
                  <a:lnTo>
                    <a:pt x="148958" y="654037"/>
                  </a:lnTo>
                  <a:lnTo>
                    <a:pt x="146329" y="654037"/>
                  </a:lnTo>
                  <a:lnTo>
                    <a:pt x="145211" y="654507"/>
                  </a:lnTo>
                  <a:lnTo>
                    <a:pt x="143344" y="656374"/>
                  </a:lnTo>
                  <a:lnTo>
                    <a:pt x="142875" y="657491"/>
                  </a:lnTo>
                  <a:lnTo>
                    <a:pt x="142875" y="660120"/>
                  </a:lnTo>
                  <a:lnTo>
                    <a:pt x="143344" y="661238"/>
                  </a:lnTo>
                  <a:lnTo>
                    <a:pt x="145211" y="663105"/>
                  </a:lnTo>
                  <a:lnTo>
                    <a:pt x="146329" y="663562"/>
                  </a:lnTo>
                  <a:lnTo>
                    <a:pt x="148958" y="663562"/>
                  </a:lnTo>
                  <a:lnTo>
                    <a:pt x="150075" y="663105"/>
                  </a:lnTo>
                  <a:lnTo>
                    <a:pt x="151942" y="661238"/>
                  </a:lnTo>
                  <a:lnTo>
                    <a:pt x="152400" y="660120"/>
                  </a:lnTo>
                  <a:lnTo>
                    <a:pt x="152400" y="657491"/>
                  </a:lnTo>
                  <a:close/>
                </a:path>
                <a:path w="7391400" h="4057650">
                  <a:moveTo>
                    <a:pt x="200025" y="4046804"/>
                  </a:moveTo>
                  <a:lnTo>
                    <a:pt x="199567" y="4045686"/>
                  </a:lnTo>
                  <a:lnTo>
                    <a:pt x="197700" y="4043819"/>
                  </a:lnTo>
                  <a:lnTo>
                    <a:pt x="196583" y="4043349"/>
                  </a:lnTo>
                  <a:lnTo>
                    <a:pt x="193954" y="4043349"/>
                  </a:lnTo>
                  <a:lnTo>
                    <a:pt x="192836" y="4043819"/>
                  </a:lnTo>
                  <a:lnTo>
                    <a:pt x="190969" y="4045686"/>
                  </a:lnTo>
                  <a:lnTo>
                    <a:pt x="190500" y="4046804"/>
                  </a:lnTo>
                  <a:lnTo>
                    <a:pt x="190500" y="4049433"/>
                  </a:lnTo>
                  <a:lnTo>
                    <a:pt x="190969" y="4050550"/>
                  </a:lnTo>
                  <a:lnTo>
                    <a:pt x="192836" y="4052417"/>
                  </a:lnTo>
                  <a:lnTo>
                    <a:pt x="193954" y="4052874"/>
                  </a:lnTo>
                  <a:lnTo>
                    <a:pt x="196583" y="4052874"/>
                  </a:lnTo>
                  <a:lnTo>
                    <a:pt x="197700" y="4052417"/>
                  </a:lnTo>
                  <a:lnTo>
                    <a:pt x="199567" y="4050550"/>
                  </a:lnTo>
                  <a:lnTo>
                    <a:pt x="200025" y="4049433"/>
                  </a:lnTo>
                  <a:lnTo>
                    <a:pt x="200025" y="4046804"/>
                  </a:lnTo>
                  <a:close/>
                </a:path>
                <a:path w="7391400" h="4057650">
                  <a:moveTo>
                    <a:pt x="200025" y="2917037"/>
                  </a:moveTo>
                  <a:lnTo>
                    <a:pt x="199567" y="2915907"/>
                  </a:lnTo>
                  <a:lnTo>
                    <a:pt x="197700" y="2914053"/>
                  </a:lnTo>
                  <a:lnTo>
                    <a:pt x="196583" y="2913583"/>
                  </a:lnTo>
                  <a:lnTo>
                    <a:pt x="193954" y="2913583"/>
                  </a:lnTo>
                  <a:lnTo>
                    <a:pt x="192836" y="2914053"/>
                  </a:lnTo>
                  <a:lnTo>
                    <a:pt x="190969" y="2915907"/>
                  </a:lnTo>
                  <a:lnTo>
                    <a:pt x="190500" y="2917037"/>
                  </a:lnTo>
                  <a:lnTo>
                    <a:pt x="190500" y="2919666"/>
                  </a:lnTo>
                  <a:lnTo>
                    <a:pt x="190969" y="2920784"/>
                  </a:lnTo>
                  <a:lnTo>
                    <a:pt x="192836" y="2922651"/>
                  </a:lnTo>
                  <a:lnTo>
                    <a:pt x="193954" y="2923108"/>
                  </a:lnTo>
                  <a:lnTo>
                    <a:pt x="196583" y="2923108"/>
                  </a:lnTo>
                  <a:lnTo>
                    <a:pt x="197700" y="2922651"/>
                  </a:lnTo>
                  <a:lnTo>
                    <a:pt x="199567" y="2920784"/>
                  </a:lnTo>
                  <a:lnTo>
                    <a:pt x="200025" y="2919666"/>
                  </a:lnTo>
                  <a:lnTo>
                    <a:pt x="200025" y="2917037"/>
                  </a:lnTo>
                  <a:close/>
                </a:path>
                <a:path w="7391400" h="4057650">
                  <a:moveTo>
                    <a:pt x="200025" y="1787258"/>
                  </a:moveTo>
                  <a:lnTo>
                    <a:pt x="199567" y="1786140"/>
                  </a:lnTo>
                  <a:lnTo>
                    <a:pt x="197700" y="1784273"/>
                  </a:lnTo>
                  <a:lnTo>
                    <a:pt x="196583" y="1783816"/>
                  </a:lnTo>
                  <a:lnTo>
                    <a:pt x="193954" y="1783816"/>
                  </a:lnTo>
                  <a:lnTo>
                    <a:pt x="192836" y="1784273"/>
                  </a:lnTo>
                  <a:lnTo>
                    <a:pt x="190969" y="1786140"/>
                  </a:lnTo>
                  <a:lnTo>
                    <a:pt x="190500" y="1787258"/>
                  </a:lnTo>
                  <a:lnTo>
                    <a:pt x="190500" y="1789887"/>
                  </a:lnTo>
                  <a:lnTo>
                    <a:pt x="190969" y="1791017"/>
                  </a:lnTo>
                  <a:lnTo>
                    <a:pt x="192836" y="1792871"/>
                  </a:lnTo>
                  <a:lnTo>
                    <a:pt x="193954" y="1793341"/>
                  </a:lnTo>
                  <a:lnTo>
                    <a:pt x="196583" y="1793341"/>
                  </a:lnTo>
                  <a:lnTo>
                    <a:pt x="197700" y="1792871"/>
                  </a:lnTo>
                  <a:lnTo>
                    <a:pt x="199567" y="1791017"/>
                  </a:lnTo>
                  <a:lnTo>
                    <a:pt x="200025" y="1789887"/>
                  </a:lnTo>
                  <a:lnTo>
                    <a:pt x="200025" y="1787258"/>
                  </a:lnTo>
                  <a:close/>
                </a:path>
                <a:path w="7391400" h="4057650">
                  <a:moveTo>
                    <a:pt x="200025" y="657491"/>
                  </a:moveTo>
                  <a:lnTo>
                    <a:pt x="199567" y="656374"/>
                  </a:lnTo>
                  <a:lnTo>
                    <a:pt x="197700" y="654507"/>
                  </a:lnTo>
                  <a:lnTo>
                    <a:pt x="196583" y="654037"/>
                  </a:lnTo>
                  <a:lnTo>
                    <a:pt x="193954" y="654037"/>
                  </a:lnTo>
                  <a:lnTo>
                    <a:pt x="192836" y="654507"/>
                  </a:lnTo>
                  <a:lnTo>
                    <a:pt x="190969" y="656374"/>
                  </a:lnTo>
                  <a:lnTo>
                    <a:pt x="190500" y="657491"/>
                  </a:lnTo>
                  <a:lnTo>
                    <a:pt x="190500" y="660120"/>
                  </a:lnTo>
                  <a:lnTo>
                    <a:pt x="190969" y="661238"/>
                  </a:lnTo>
                  <a:lnTo>
                    <a:pt x="192836" y="663105"/>
                  </a:lnTo>
                  <a:lnTo>
                    <a:pt x="193954" y="663562"/>
                  </a:lnTo>
                  <a:lnTo>
                    <a:pt x="196583" y="663562"/>
                  </a:lnTo>
                  <a:lnTo>
                    <a:pt x="197700" y="663105"/>
                  </a:lnTo>
                  <a:lnTo>
                    <a:pt x="199567" y="661238"/>
                  </a:lnTo>
                  <a:lnTo>
                    <a:pt x="200025" y="660120"/>
                  </a:lnTo>
                  <a:lnTo>
                    <a:pt x="200025" y="657491"/>
                  </a:lnTo>
                  <a:close/>
                </a:path>
                <a:path w="7391400" h="4057650">
                  <a:moveTo>
                    <a:pt x="247650" y="4046804"/>
                  </a:moveTo>
                  <a:lnTo>
                    <a:pt x="247192" y="4045686"/>
                  </a:lnTo>
                  <a:lnTo>
                    <a:pt x="245325" y="4043819"/>
                  </a:lnTo>
                  <a:lnTo>
                    <a:pt x="244208" y="4043349"/>
                  </a:lnTo>
                  <a:lnTo>
                    <a:pt x="241579" y="4043349"/>
                  </a:lnTo>
                  <a:lnTo>
                    <a:pt x="240461" y="4043819"/>
                  </a:lnTo>
                  <a:lnTo>
                    <a:pt x="238594" y="4045686"/>
                  </a:lnTo>
                  <a:lnTo>
                    <a:pt x="238125" y="4046804"/>
                  </a:lnTo>
                  <a:lnTo>
                    <a:pt x="238125" y="4049433"/>
                  </a:lnTo>
                  <a:lnTo>
                    <a:pt x="238594" y="4050550"/>
                  </a:lnTo>
                  <a:lnTo>
                    <a:pt x="240461" y="4052417"/>
                  </a:lnTo>
                  <a:lnTo>
                    <a:pt x="241579" y="4052874"/>
                  </a:lnTo>
                  <a:lnTo>
                    <a:pt x="244208" y="4052874"/>
                  </a:lnTo>
                  <a:lnTo>
                    <a:pt x="245325" y="4052417"/>
                  </a:lnTo>
                  <a:lnTo>
                    <a:pt x="247192" y="4050550"/>
                  </a:lnTo>
                  <a:lnTo>
                    <a:pt x="247650" y="4049433"/>
                  </a:lnTo>
                  <a:lnTo>
                    <a:pt x="247650" y="4046804"/>
                  </a:lnTo>
                  <a:close/>
                </a:path>
                <a:path w="7391400" h="4057650">
                  <a:moveTo>
                    <a:pt x="247650" y="2917037"/>
                  </a:moveTo>
                  <a:lnTo>
                    <a:pt x="247192" y="2915907"/>
                  </a:lnTo>
                  <a:lnTo>
                    <a:pt x="245325" y="2914053"/>
                  </a:lnTo>
                  <a:lnTo>
                    <a:pt x="244208" y="2913583"/>
                  </a:lnTo>
                  <a:lnTo>
                    <a:pt x="241579" y="2913583"/>
                  </a:lnTo>
                  <a:lnTo>
                    <a:pt x="240461" y="2914053"/>
                  </a:lnTo>
                  <a:lnTo>
                    <a:pt x="238594" y="2915907"/>
                  </a:lnTo>
                  <a:lnTo>
                    <a:pt x="238125" y="2917037"/>
                  </a:lnTo>
                  <a:lnTo>
                    <a:pt x="238125" y="2919666"/>
                  </a:lnTo>
                  <a:lnTo>
                    <a:pt x="238594" y="2920784"/>
                  </a:lnTo>
                  <a:lnTo>
                    <a:pt x="240461" y="2922651"/>
                  </a:lnTo>
                  <a:lnTo>
                    <a:pt x="241579" y="2923108"/>
                  </a:lnTo>
                  <a:lnTo>
                    <a:pt x="244208" y="2923108"/>
                  </a:lnTo>
                  <a:lnTo>
                    <a:pt x="245325" y="2922651"/>
                  </a:lnTo>
                  <a:lnTo>
                    <a:pt x="247192" y="2920784"/>
                  </a:lnTo>
                  <a:lnTo>
                    <a:pt x="247650" y="2919666"/>
                  </a:lnTo>
                  <a:lnTo>
                    <a:pt x="247650" y="2917037"/>
                  </a:lnTo>
                  <a:close/>
                </a:path>
                <a:path w="7391400" h="4057650">
                  <a:moveTo>
                    <a:pt x="247650" y="1787258"/>
                  </a:moveTo>
                  <a:lnTo>
                    <a:pt x="247192" y="1786140"/>
                  </a:lnTo>
                  <a:lnTo>
                    <a:pt x="245325" y="1784273"/>
                  </a:lnTo>
                  <a:lnTo>
                    <a:pt x="244208" y="1783816"/>
                  </a:lnTo>
                  <a:lnTo>
                    <a:pt x="241579" y="1783816"/>
                  </a:lnTo>
                  <a:lnTo>
                    <a:pt x="240461" y="1784273"/>
                  </a:lnTo>
                  <a:lnTo>
                    <a:pt x="238594" y="1786140"/>
                  </a:lnTo>
                  <a:lnTo>
                    <a:pt x="238125" y="1787258"/>
                  </a:lnTo>
                  <a:lnTo>
                    <a:pt x="238125" y="1789887"/>
                  </a:lnTo>
                  <a:lnTo>
                    <a:pt x="238594" y="1791017"/>
                  </a:lnTo>
                  <a:lnTo>
                    <a:pt x="240461" y="1792871"/>
                  </a:lnTo>
                  <a:lnTo>
                    <a:pt x="241579" y="1793341"/>
                  </a:lnTo>
                  <a:lnTo>
                    <a:pt x="244208" y="1793341"/>
                  </a:lnTo>
                  <a:lnTo>
                    <a:pt x="245325" y="1792871"/>
                  </a:lnTo>
                  <a:lnTo>
                    <a:pt x="247192" y="1791017"/>
                  </a:lnTo>
                  <a:lnTo>
                    <a:pt x="247650" y="1789887"/>
                  </a:lnTo>
                  <a:lnTo>
                    <a:pt x="247650" y="1787258"/>
                  </a:lnTo>
                  <a:close/>
                </a:path>
                <a:path w="7391400" h="4057650">
                  <a:moveTo>
                    <a:pt x="247650" y="657491"/>
                  </a:moveTo>
                  <a:lnTo>
                    <a:pt x="247192" y="656374"/>
                  </a:lnTo>
                  <a:lnTo>
                    <a:pt x="245325" y="654507"/>
                  </a:lnTo>
                  <a:lnTo>
                    <a:pt x="244208" y="654037"/>
                  </a:lnTo>
                  <a:lnTo>
                    <a:pt x="241579" y="654037"/>
                  </a:lnTo>
                  <a:lnTo>
                    <a:pt x="240461" y="654507"/>
                  </a:lnTo>
                  <a:lnTo>
                    <a:pt x="238594" y="656374"/>
                  </a:lnTo>
                  <a:lnTo>
                    <a:pt x="238125" y="657491"/>
                  </a:lnTo>
                  <a:lnTo>
                    <a:pt x="238125" y="660120"/>
                  </a:lnTo>
                  <a:lnTo>
                    <a:pt x="238594" y="661238"/>
                  </a:lnTo>
                  <a:lnTo>
                    <a:pt x="240461" y="663105"/>
                  </a:lnTo>
                  <a:lnTo>
                    <a:pt x="241579" y="663562"/>
                  </a:lnTo>
                  <a:lnTo>
                    <a:pt x="244208" y="663562"/>
                  </a:lnTo>
                  <a:lnTo>
                    <a:pt x="245325" y="663105"/>
                  </a:lnTo>
                  <a:lnTo>
                    <a:pt x="247192" y="661238"/>
                  </a:lnTo>
                  <a:lnTo>
                    <a:pt x="247650" y="660120"/>
                  </a:lnTo>
                  <a:lnTo>
                    <a:pt x="247650" y="657491"/>
                  </a:lnTo>
                  <a:close/>
                </a:path>
                <a:path w="7391400" h="4057650">
                  <a:moveTo>
                    <a:pt x="295275" y="4046804"/>
                  </a:moveTo>
                  <a:lnTo>
                    <a:pt x="294817" y="4045686"/>
                  </a:lnTo>
                  <a:lnTo>
                    <a:pt x="292950" y="4043819"/>
                  </a:lnTo>
                  <a:lnTo>
                    <a:pt x="291833" y="4043349"/>
                  </a:lnTo>
                  <a:lnTo>
                    <a:pt x="289204" y="4043349"/>
                  </a:lnTo>
                  <a:lnTo>
                    <a:pt x="288086" y="4043819"/>
                  </a:lnTo>
                  <a:lnTo>
                    <a:pt x="286219" y="4045686"/>
                  </a:lnTo>
                  <a:lnTo>
                    <a:pt x="285750" y="4046804"/>
                  </a:lnTo>
                  <a:lnTo>
                    <a:pt x="285750" y="4049433"/>
                  </a:lnTo>
                  <a:lnTo>
                    <a:pt x="286219" y="4050550"/>
                  </a:lnTo>
                  <a:lnTo>
                    <a:pt x="288086" y="4052417"/>
                  </a:lnTo>
                  <a:lnTo>
                    <a:pt x="289204" y="4052874"/>
                  </a:lnTo>
                  <a:lnTo>
                    <a:pt x="291833" y="4052874"/>
                  </a:lnTo>
                  <a:lnTo>
                    <a:pt x="292950" y="4052417"/>
                  </a:lnTo>
                  <a:lnTo>
                    <a:pt x="294817" y="4050550"/>
                  </a:lnTo>
                  <a:lnTo>
                    <a:pt x="295275" y="4049433"/>
                  </a:lnTo>
                  <a:lnTo>
                    <a:pt x="295275" y="4046804"/>
                  </a:lnTo>
                  <a:close/>
                </a:path>
                <a:path w="7391400" h="4057650">
                  <a:moveTo>
                    <a:pt x="295275" y="2917037"/>
                  </a:moveTo>
                  <a:lnTo>
                    <a:pt x="294817" y="2915907"/>
                  </a:lnTo>
                  <a:lnTo>
                    <a:pt x="292950" y="2914053"/>
                  </a:lnTo>
                  <a:lnTo>
                    <a:pt x="291833" y="2913583"/>
                  </a:lnTo>
                  <a:lnTo>
                    <a:pt x="289204" y="2913583"/>
                  </a:lnTo>
                  <a:lnTo>
                    <a:pt x="288086" y="2914053"/>
                  </a:lnTo>
                  <a:lnTo>
                    <a:pt x="286219" y="2915907"/>
                  </a:lnTo>
                  <a:lnTo>
                    <a:pt x="285750" y="2917037"/>
                  </a:lnTo>
                  <a:lnTo>
                    <a:pt x="285750" y="2919666"/>
                  </a:lnTo>
                  <a:lnTo>
                    <a:pt x="286219" y="2920784"/>
                  </a:lnTo>
                  <a:lnTo>
                    <a:pt x="288086" y="2922651"/>
                  </a:lnTo>
                  <a:lnTo>
                    <a:pt x="289204" y="2923108"/>
                  </a:lnTo>
                  <a:lnTo>
                    <a:pt x="291833" y="2923108"/>
                  </a:lnTo>
                  <a:lnTo>
                    <a:pt x="292950" y="2922651"/>
                  </a:lnTo>
                  <a:lnTo>
                    <a:pt x="294817" y="2920784"/>
                  </a:lnTo>
                  <a:lnTo>
                    <a:pt x="295275" y="2919666"/>
                  </a:lnTo>
                  <a:lnTo>
                    <a:pt x="295275" y="2917037"/>
                  </a:lnTo>
                  <a:close/>
                </a:path>
                <a:path w="7391400" h="4057650">
                  <a:moveTo>
                    <a:pt x="295275" y="1787258"/>
                  </a:moveTo>
                  <a:lnTo>
                    <a:pt x="294817" y="1786140"/>
                  </a:lnTo>
                  <a:lnTo>
                    <a:pt x="292950" y="1784273"/>
                  </a:lnTo>
                  <a:lnTo>
                    <a:pt x="291833" y="1783816"/>
                  </a:lnTo>
                  <a:lnTo>
                    <a:pt x="289204" y="1783816"/>
                  </a:lnTo>
                  <a:lnTo>
                    <a:pt x="288086" y="1784273"/>
                  </a:lnTo>
                  <a:lnTo>
                    <a:pt x="286219" y="1786140"/>
                  </a:lnTo>
                  <a:lnTo>
                    <a:pt x="285750" y="1787258"/>
                  </a:lnTo>
                  <a:lnTo>
                    <a:pt x="285750" y="1789887"/>
                  </a:lnTo>
                  <a:lnTo>
                    <a:pt x="286219" y="1791017"/>
                  </a:lnTo>
                  <a:lnTo>
                    <a:pt x="288086" y="1792871"/>
                  </a:lnTo>
                  <a:lnTo>
                    <a:pt x="289204" y="1793341"/>
                  </a:lnTo>
                  <a:lnTo>
                    <a:pt x="291833" y="1793341"/>
                  </a:lnTo>
                  <a:lnTo>
                    <a:pt x="292950" y="1792871"/>
                  </a:lnTo>
                  <a:lnTo>
                    <a:pt x="294817" y="1791017"/>
                  </a:lnTo>
                  <a:lnTo>
                    <a:pt x="295275" y="1789887"/>
                  </a:lnTo>
                  <a:lnTo>
                    <a:pt x="295275" y="1787258"/>
                  </a:lnTo>
                  <a:close/>
                </a:path>
                <a:path w="7391400" h="4057650">
                  <a:moveTo>
                    <a:pt x="295275" y="657491"/>
                  </a:moveTo>
                  <a:lnTo>
                    <a:pt x="294817" y="656374"/>
                  </a:lnTo>
                  <a:lnTo>
                    <a:pt x="292950" y="654507"/>
                  </a:lnTo>
                  <a:lnTo>
                    <a:pt x="291833" y="654037"/>
                  </a:lnTo>
                  <a:lnTo>
                    <a:pt x="289204" y="654037"/>
                  </a:lnTo>
                  <a:lnTo>
                    <a:pt x="288086" y="654507"/>
                  </a:lnTo>
                  <a:lnTo>
                    <a:pt x="286219" y="656374"/>
                  </a:lnTo>
                  <a:lnTo>
                    <a:pt x="285750" y="657491"/>
                  </a:lnTo>
                  <a:lnTo>
                    <a:pt x="285750" y="660120"/>
                  </a:lnTo>
                  <a:lnTo>
                    <a:pt x="286219" y="661238"/>
                  </a:lnTo>
                  <a:lnTo>
                    <a:pt x="288086" y="663105"/>
                  </a:lnTo>
                  <a:lnTo>
                    <a:pt x="289204" y="663562"/>
                  </a:lnTo>
                  <a:lnTo>
                    <a:pt x="291833" y="663562"/>
                  </a:lnTo>
                  <a:lnTo>
                    <a:pt x="292950" y="663105"/>
                  </a:lnTo>
                  <a:lnTo>
                    <a:pt x="294817" y="661238"/>
                  </a:lnTo>
                  <a:lnTo>
                    <a:pt x="295275" y="660120"/>
                  </a:lnTo>
                  <a:lnTo>
                    <a:pt x="295275" y="657491"/>
                  </a:lnTo>
                  <a:close/>
                </a:path>
                <a:path w="7391400" h="4057650">
                  <a:moveTo>
                    <a:pt x="342900" y="4046804"/>
                  </a:moveTo>
                  <a:lnTo>
                    <a:pt x="342442" y="4045686"/>
                  </a:lnTo>
                  <a:lnTo>
                    <a:pt x="340575" y="4043819"/>
                  </a:lnTo>
                  <a:lnTo>
                    <a:pt x="339458" y="4043349"/>
                  </a:lnTo>
                  <a:lnTo>
                    <a:pt x="336829" y="4043349"/>
                  </a:lnTo>
                  <a:lnTo>
                    <a:pt x="335711" y="4043819"/>
                  </a:lnTo>
                  <a:lnTo>
                    <a:pt x="333844" y="4045686"/>
                  </a:lnTo>
                  <a:lnTo>
                    <a:pt x="333375" y="4046804"/>
                  </a:lnTo>
                  <a:lnTo>
                    <a:pt x="333375" y="4049433"/>
                  </a:lnTo>
                  <a:lnTo>
                    <a:pt x="333844" y="4050550"/>
                  </a:lnTo>
                  <a:lnTo>
                    <a:pt x="335711" y="4052417"/>
                  </a:lnTo>
                  <a:lnTo>
                    <a:pt x="336829" y="4052874"/>
                  </a:lnTo>
                  <a:lnTo>
                    <a:pt x="339458" y="4052874"/>
                  </a:lnTo>
                  <a:lnTo>
                    <a:pt x="340575" y="4052417"/>
                  </a:lnTo>
                  <a:lnTo>
                    <a:pt x="342442" y="4050550"/>
                  </a:lnTo>
                  <a:lnTo>
                    <a:pt x="342900" y="4049433"/>
                  </a:lnTo>
                  <a:lnTo>
                    <a:pt x="342900" y="4046804"/>
                  </a:lnTo>
                  <a:close/>
                </a:path>
                <a:path w="7391400" h="4057650">
                  <a:moveTo>
                    <a:pt x="342900" y="2917037"/>
                  </a:moveTo>
                  <a:lnTo>
                    <a:pt x="342442" y="2915907"/>
                  </a:lnTo>
                  <a:lnTo>
                    <a:pt x="340575" y="2914053"/>
                  </a:lnTo>
                  <a:lnTo>
                    <a:pt x="339458" y="2913583"/>
                  </a:lnTo>
                  <a:lnTo>
                    <a:pt x="336829" y="2913583"/>
                  </a:lnTo>
                  <a:lnTo>
                    <a:pt x="335711" y="2914053"/>
                  </a:lnTo>
                  <a:lnTo>
                    <a:pt x="333844" y="2915907"/>
                  </a:lnTo>
                  <a:lnTo>
                    <a:pt x="333375" y="2917037"/>
                  </a:lnTo>
                  <a:lnTo>
                    <a:pt x="333375" y="2919666"/>
                  </a:lnTo>
                  <a:lnTo>
                    <a:pt x="333844" y="2920784"/>
                  </a:lnTo>
                  <a:lnTo>
                    <a:pt x="335711" y="2922651"/>
                  </a:lnTo>
                  <a:lnTo>
                    <a:pt x="336829" y="2923108"/>
                  </a:lnTo>
                  <a:lnTo>
                    <a:pt x="339458" y="2923108"/>
                  </a:lnTo>
                  <a:lnTo>
                    <a:pt x="340575" y="2922651"/>
                  </a:lnTo>
                  <a:lnTo>
                    <a:pt x="342442" y="2920784"/>
                  </a:lnTo>
                  <a:lnTo>
                    <a:pt x="342900" y="2919666"/>
                  </a:lnTo>
                  <a:lnTo>
                    <a:pt x="342900" y="2917037"/>
                  </a:lnTo>
                  <a:close/>
                </a:path>
                <a:path w="7391400" h="4057650">
                  <a:moveTo>
                    <a:pt x="342900" y="1787258"/>
                  </a:moveTo>
                  <a:lnTo>
                    <a:pt x="342442" y="1786140"/>
                  </a:lnTo>
                  <a:lnTo>
                    <a:pt x="340575" y="1784273"/>
                  </a:lnTo>
                  <a:lnTo>
                    <a:pt x="339458" y="1783816"/>
                  </a:lnTo>
                  <a:lnTo>
                    <a:pt x="336829" y="1783816"/>
                  </a:lnTo>
                  <a:lnTo>
                    <a:pt x="335711" y="1784273"/>
                  </a:lnTo>
                  <a:lnTo>
                    <a:pt x="333844" y="1786140"/>
                  </a:lnTo>
                  <a:lnTo>
                    <a:pt x="333375" y="1787258"/>
                  </a:lnTo>
                  <a:lnTo>
                    <a:pt x="333375" y="1789887"/>
                  </a:lnTo>
                  <a:lnTo>
                    <a:pt x="333844" y="1791017"/>
                  </a:lnTo>
                  <a:lnTo>
                    <a:pt x="335711" y="1792871"/>
                  </a:lnTo>
                  <a:lnTo>
                    <a:pt x="336829" y="1793341"/>
                  </a:lnTo>
                  <a:lnTo>
                    <a:pt x="339458" y="1793341"/>
                  </a:lnTo>
                  <a:lnTo>
                    <a:pt x="340575" y="1792871"/>
                  </a:lnTo>
                  <a:lnTo>
                    <a:pt x="342442" y="1791017"/>
                  </a:lnTo>
                  <a:lnTo>
                    <a:pt x="342900" y="1789887"/>
                  </a:lnTo>
                  <a:lnTo>
                    <a:pt x="342900" y="1787258"/>
                  </a:lnTo>
                  <a:close/>
                </a:path>
                <a:path w="7391400" h="4057650">
                  <a:moveTo>
                    <a:pt x="342900" y="657491"/>
                  </a:moveTo>
                  <a:lnTo>
                    <a:pt x="342442" y="656374"/>
                  </a:lnTo>
                  <a:lnTo>
                    <a:pt x="340575" y="654507"/>
                  </a:lnTo>
                  <a:lnTo>
                    <a:pt x="339458" y="654037"/>
                  </a:lnTo>
                  <a:lnTo>
                    <a:pt x="336829" y="654037"/>
                  </a:lnTo>
                  <a:lnTo>
                    <a:pt x="335711" y="654507"/>
                  </a:lnTo>
                  <a:lnTo>
                    <a:pt x="333844" y="656374"/>
                  </a:lnTo>
                  <a:lnTo>
                    <a:pt x="333375" y="657491"/>
                  </a:lnTo>
                  <a:lnTo>
                    <a:pt x="333375" y="660120"/>
                  </a:lnTo>
                  <a:lnTo>
                    <a:pt x="333844" y="661238"/>
                  </a:lnTo>
                  <a:lnTo>
                    <a:pt x="335711" y="663105"/>
                  </a:lnTo>
                  <a:lnTo>
                    <a:pt x="336829" y="663562"/>
                  </a:lnTo>
                  <a:lnTo>
                    <a:pt x="339458" y="663562"/>
                  </a:lnTo>
                  <a:lnTo>
                    <a:pt x="340575" y="663105"/>
                  </a:lnTo>
                  <a:lnTo>
                    <a:pt x="342442" y="661238"/>
                  </a:lnTo>
                  <a:lnTo>
                    <a:pt x="342900" y="660120"/>
                  </a:lnTo>
                  <a:lnTo>
                    <a:pt x="342900" y="657491"/>
                  </a:lnTo>
                  <a:close/>
                </a:path>
                <a:path w="7391400" h="4057650">
                  <a:moveTo>
                    <a:pt x="390525" y="4046804"/>
                  </a:moveTo>
                  <a:lnTo>
                    <a:pt x="390067" y="4045686"/>
                  </a:lnTo>
                  <a:lnTo>
                    <a:pt x="388200" y="4043819"/>
                  </a:lnTo>
                  <a:lnTo>
                    <a:pt x="387083" y="4043349"/>
                  </a:lnTo>
                  <a:lnTo>
                    <a:pt x="384454" y="4043349"/>
                  </a:lnTo>
                  <a:lnTo>
                    <a:pt x="383336" y="4043819"/>
                  </a:lnTo>
                  <a:lnTo>
                    <a:pt x="381469" y="4045686"/>
                  </a:lnTo>
                  <a:lnTo>
                    <a:pt x="381000" y="4046804"/>
                  </a:lnTo>
                  <a:lnTo>
                    <a:pt x="381000" y="4049433"/>
                  </a:lnTo>
                  <a:lnTo>
                    <a:pt x="381469" y="4050550"/>
                  </a:lnTo>
                  <a:lnTo>
                    <a:pt x="383336" y="4052417"/>
                  </a:lnTo>
                  <a:lnTo>
                    <a:pt x="384454" y="4052874"/>
                  </a:lnTo>
                  <a:lnTo>
                    <a:pt x="387083" y="4052874"/>
                  </a:lnTo>
                  <a:lnTo>
                    <a:pt x="388200" y="4052417"/>
                  </a:lnTo>
                  <a:lnTo>
                    <a:pt x="390067" y="4050550"/>
                  </a:lnTo>
                  <a:lnTo>
                    <a:pt x="390525" y="4049433"/>
                  </a:lnTo>
                  <a:lnTo>
                    <a:pt x="390525" y="4046804"/>
                  </a:lnTo>
                  <a:close/>
                </a:path>
                <a:path w="7391400" h="4057650">
                  <a:moveTo>
                    <a:pt x="390525" y="2917037"/>
                  </a:moveTo>
                  <a:lnTo>
                    <a:pt x="390067" y="2915907"/>
                  </a:lnTo>
                  <a:lnTo>
                    <a:pt x="388200" y="2914053"/>
                  </a:lnTo>
                  <a:lnTo>
                    <a:pt x="387083" y="2913583"/>
                  </a:lnTo>
                  <a:lnTo>
                    <a:pt x="384454" y="2913583"/>
                  </a:lnTo>
                  <a:lnTo>
                    <a:pt x="383336" y="2914053"/>
                  </a:lnTo>
                  <a:lnTo>
                    <a:pt x="381469" y="2915907"/>
                  </a:lnTo>
                  <a:lnTo>
                    <a:pt x="381000" y="2917037"/>
                  </a:lnTo>
                  <a:lnTo>
                    <a:pt x="381000" y="2919666"/>
                  </a:lnTo>
                  <a:lnTo>
                    <a:pt x="381469" y="2920784"/>
                  </a:lnTo>
                  <a:lnTo>
                    <a:pt x="383336" y="2922651"/>
                  </a:lnTo>
                  <a:lnTo>
                    <a:pt x="384454" y="2923108"/>
                  </a:lnTo>
                  <a:lnTo>
                    <a:pt x="387083" y="2923108"/>
                  </a:lnTo>
                  <a:lnTo>
                    <a:pt x="388200" y="2922651"/>
                  </a:lnTo>
                  <a:lnTo>
                    <a:pt x="390067" y="2920784"/>
                  </a:lnTo>
                  <a:lnTo>
                    <a:pt x="390525" y="2919666"/>
                  </a:lnTo>
                  <a:lnTo>
                    <a:pt x="390525" y="2917037"/>
                  </a:lnTo>
                  <a:close/>
                </a:path>
                <a:path w="7391400" h="4057650">
                  <a:moveTo>
                    <a:pt x="390525" y="1787258"/>
                  </a:moveTo>
                  <a:lnTo>
                    <a:pt x="390067" y="1786140"/>
                  </a:lnTo>
                  <a:lnTo>
                    <a:pt x="388200" y="1784273"/>
                  </a:lnTo>
                  <a:lnTo>
                    <a:pt x="387083" y="1783816"/>
                  </a:lnTo>
                  <a:lnTo>
                    <a:pt x="384454" y="1783816"/>
                  </a:lnTo>
                  <a:lnTo>
                    <a:pt x="383336" y="1784273"/>
                  </a:lnTo>
                  <a:lnTo>
                    <a:pt x="381469" y="1786140"/>
                  </a:lnTo>
                  <a:lnTo>
                    <a:pt x="381000" y="1787258"/>
                  </a:lnTo>
                  <a:lnTo>
                    <a:pt x="381000" y="1789887"/>
                  </a:lnTo>
                  <a:lnTo>
                    <a:pt x="381469" y="1791017"/>
                  </a:lnTo>
                  <a:lnTo>
                    <a:pt x="383336" y="1792871"/>
                  </a:lnTo>
                  <a:lnTo>
                    <a:pt x="384454" y="1793341"/>
                  </a:lnTo>
                  <a:lnTo>
                    <a:pt x="387083" y="1793341"/>
                  </a:lnTo>
                  <a:lnTo>
                    <a:pt x="388200" y="1792871"/>
                  </a:lnTo>
                  <a:lnTo>
                    <a:pt x="390067" y="1791017"/>
                  </a:lnTo>
                  <a:lnTo>
                    <a:pt x="390525" y="1789887"/>
                  </a:lnTo>
                  <a:lnTo>
                    <a:pt x="390525" y="1787258"/>
                  </a:lnTo>
                  <a:close/>
                </a:path>
                <a:path w="7391400" h="4057650">
                  <a:moveTo>
                    <a:pt x="390525" y="657491"/>
                  </a:moveTo>
                  <a:lnTo>
                    <a:pt x="390067" y="656374"/>
                  </a:lnTo>
                  <a:lnTo>
                    <a:pt x="388200" y="654507"/>
                  </a:lnTo>
                  <a:lnTo>
                    <a:pt x="387083" y="654037"/>
                  </a:lnTo>
                  <a:lnTo>
                    <a:pt x="384454" y="654037"/>
                  </a:lnTo>
                  <a:lnTo>
                    <a:pt x="383336" y="654507"/>
                  </a:lnTo>
                  <a:lnTo>
                    <a:pt x="381469" y="656374"/>
                  </a:lnTo>
                  <a:lnTo>
                    <a:pt x="381000" y="657491"/>
                  </a:lnTo>
                  <a:lnTo>
                    <a:pt x="381000" y="660120"/>
                  </a:lnTo>
                  <a:lnTo>
                    <a:pt x="381469" y="661238"/>
                  </a:lnTo>
                  <a:lnTo>
                    <a:pt x="383336" y="663105"/>
                  </a:lnTo>
                  <a:lnTo>
                    <a:pt x="384454" y="663562"/>
                  </a:lnTo>
                  <a:lnTo>
                    <a:pt x="387083" y="663562"/>
                  </a:lnTo>
                  <a:lnTo>
                    <a:pt x="388200" y="663105"/>
                  </a:lnTo>
                  <a:lnTo>
                    <a:pt x="390067" y="661238"/>
                  </a:lnTo>
                  <a:lnTo>
                    <a:pt x="390525" y="660120"/>
                  </a:lnTo>
                  <a:lnTo>
                    <a:pt x="390525" y="657491"/>
                  </a:lnTo>
                  <a:close/>
                </a:path>
                <a:path w="7391400" h="4057650">
                  <a:moveTo>
                    <a:pt x="438150" y="4046804"/>
                  </a:moveTo>
                  <a:lnTo>
                    <a:pt x="437692" y="4045686"/>
                  </a:lnTo>
                  <a:lnTo>
                    <a:pt x="435825" y="4043819"/>
                  </a:lnTo>
                  <a:lnTo>
                    <a:pt x="434708" y="4043349"/>
                  </a:lnTo>
                  <a:lnTo>
                    <a:pt x="432079" y="4043349"/>
                  </a:lnTo>
                  <a:lnTo>
                    <a:pt x="430961" y="4043819"/>
                  </a:lnTo>
                  <a:lnTo>
                    <a:pt x="429094" y="4045686"/>
                  </a:lnTo>
                  <a:lnTo>
                    <a:pt x="428625" y="4046804"/>
                  </a:lnTo>
                  <a:lnTo>
                    <a:pt x="428625" y="4049433"/>
                  </a:lnTo>
                  <a:lnTo>
                    <a:pt x="429094" y="4050550"/>
                  </a:lnTo>
                  <a:lnTo>
                    <a:pt x="430961" y="4052417"/>
                  </a:lnTo>
                  <a:lnTo>
                    <a:pt x="432079" y="4052874"/>
                  </a:lnTo>
                  <a:lnTo>
                    <a:pt x="434708" y="4052874"/>
                  </a:lnTo>
                  <a:lnTo>
                    <a:pt x="435825" y="4052417"/>
                  </a:lnTo>
                  <a:lnTo>
                    <a:pt x="437692" y="4050550"/>
                  </a:lnTo>
                  <a:lnTo>
                    <a:pt x="438150" y="4049433"/>
                  </a:lnTo>
                  <a:lnTo>
                    <a:pt x="438150" y="4046804"/>
                  </a:lnTo>
                  <a:close/>
                </a:path>
                <a:path w="7391400" h="4057650">
                  <a:moveTo>
                    <a:pt x="438150" y="2917037"/>
                  </a:moveTo>
                  <a:lnTo>
                    <a:pt x="437692" y="2915907"/>
                  </a:lnTo>
                  <a:lnTo>
                    <a:pt x="435825" y="2914053"/>
                  </a:lnTo>
                  <a:lnTo>
                    <a:pt x="434708" y="2913583"/>
                  </a:lnTo>
                  <a:lnTo>
                    <a:pt x="432079" y="2913583"/>
                  </a:lnTo>
                  <a:lnTo>
                    <a:pt x="430961" y="2914053"/>
                  </a:lnTo>
                  <a:lnTo>
                    <a:pt x="429094" y="2915907"/>
                  </a:lnTo>
                  <a:lnTo>
                    <a:pt x="428625" y="2917037"/>
                  </a:lnTo>
                  <a:lnTo>
                    <a:pt x="428625" y="2919666"/>
                  </a:lnTo>
                  <a:lnTo>
                    <a:pt x="429094" y="2920784"/>
                  </a:lnTo>
                  <a:lnTo>
                    <a:pt x="430961" y="2922651"/>
                  </a:lnTo>
                  <a:lnTo>
                    <a:pt x="432079" y="2923108"/>
                  </a:lnTo>
                  <a:lnTo>
                    <a:pt x="434708" y="2923108"/>
                  </a:lnTo>
                  <a:lnTo>
                    <a:pt x="435825" y="2922651"/>
                  </a:lnTo>
                  <a:lnTo>
                    <a:pt x="437692" y="2920784"/>
                  </a:lnTo>
                  <a:lnTo>
                    <a:pt x="438150" y="2919666"/>
                  </a:lnTo>
                  <a:lnTo>
                    <a:pt x="438150" y="2917037"/>
                  </a:lnTo>
                  <a:close/>
                </a:path>
                <a:path w="7391400" h="4057650">
                  <a:moveTo>
                    <a:pt x="438150" y="1787258"/>
                  </a:moveTo>
                  <a:lnTo>
                    <a:pt x="437692" y="1786140"/>
                  </a:lnTo>
                  <a:lnTo>
                    <a:pt x="435825" y="1784273"/>
                  </a:lnTo>
                  <a:lnTo>
                    <a:pt x="434708" y="1783816"/>
                  </a:lnTo>
                  <a:lnTo>
                    <a:pt x="432079" y="1783816"/>
                  </a:lnTo>
                  <a:lnTo>
                    <a:pt x="430961" y="1784273"/>
                  </a:lnTo>
                  <a:lnTo>
                    <a:pt x="429094" y="1786140"/>
                  </a:lnTo>
                  <a:lnTo>
                    <a:pt x="428625" y="1787258"/>
                  </a:lnTo>
                  <a:lnTo>
                    <a:pt x="428625" y="1789887"/>
                  </a:lnTo>
                  <a:lnTo>
                    <a:pt x="429094" y="1791017"/>
                  </a:lnTo>
                  <a:lnTo>
                    <a:pt x="430961" y="1792871"/>
                  </a:lnTo>
                  <a:lnTo>
                    <a:pt x="432079" y="1793341"/>
                  </a:lnTo>
                  <a:lnTo>
                    <a:pt x="434708" y="1793341"/>
                  </a:lnTo>
                  <a:lnTo>
                    <a:pt x="435825" y="1792871"/>
                  </a:lnTo>
                  <a:lnTo>
                    <a:pt x="437692" y="1791017"/>
                  </a:lnTo>
                  <a:lnTo>
                    <a:pt x="438150" y="1789887"/>
                  </a:lnTo>
                  <a:lnTo>
                    <a:pt x="438150" y="1787258"/>
                  </a:lnTo>
                  <a:close/>
                </a:path>
                <a:path w="7391400" h="4057650">
                  <a:moveTo>
                    <a:pt x="438150" y="657491"/>
                  </a:moveTo>
                  <a:lnTo>
                    <a:pt x="437692" y="656374"/>
                  </a:lnTo>
                  <a:lnTo>
                    <a:pt x="435825" y="654507"/>
                  </a:lnTo>
                  <a:lnTo>
                    <a:pt x="434708" y="654037"/>
                  </a:lnTo>
                  <a:lnTo>
                    <a:pt x="432079" y="654037"/>
                  </a:lnTo>
                  <a:lnTo>
                    <a:pt x="430961" y="654507"/>
                  </a:lnTo>
                  <a:lnTo>
                    <a:pt x="429094" y="656374"/>
                  </a:lnTo>
                  <a:lnTo>
                    <a:pt x="428625" y="657491"/>
                  </a:lnTo>
                  <a:lnTo>
                    <a:pt x="428625" y="660120"/>
                  </a:lnTo>
                  <a:lnTo>
                    <a:pt x="429094" y="661238"/>
                  </a:lnTo>
                  <a:lnTo>
                    <a:pt x="430961" y="663105"/>
                  </a:lnTo>
                  <a:lnTo>
                    <a:pt x="432079" y="663562"/>
                  </a:lnTo>
                  <a:lnTo>
                    <a:pt x="434708" y="663562"/>
                  </a:lnTo>
                  <a:lnTo>
                    <a:pt x="435825" y="663105"/>
                  </a:lnTo>
                  <a:lnTo>
                    <a:pt x="437692" y="661238"/>
                  </a:lnTo>
                  <a:lnTo>
                    <a:pt x="438150" y="660120"/>
                  </a:lnTo>
                  <a:lnTo>
                    <a:pt x="438150" y="657491"/>
                  </a:lnTo>
                  <a:close/>
                </a:path>
                <a:path w="7391400" h="4057650">
                  <a:moveTo>
                    <a:pt x="485775" y="4046804"/>
                  </a:moveTo>
                  <a:lnTo>
                    <a:pt x="485317" y="4045686"/>
                  </a:lnTo>
                  <a:lnTo>
                    <a:pt x="483450" y="4043819"/>
                  </a:lnTo>
                  <a:lnTo>
                    <a:pt x="482333" y="4043349"/>
                  </a:lnTo>
                  <a:lnTo>
                    <a:pt x="479704" y="4043349"/>
                  </a:lnTo>
                  <a:lnTo>
                    <a:pt x="478586" y="4043819"/>
                  </a:lnTo>
                  <a:lnTo>
                    <a:pt x="476719" y="4045686"/>
                  </a:lnTo>
                  <a:lnTo>
                    <a:pt x="476250" y="4046804"/>
                  </a:lnTo>
                  <a:lnTo>
                    <a:pt x="476250" y="4049433"/>
                  </a:lnTo>
                  <a:lnTo>
                    <a:pt x="476719" y="4050550"/>
                  </a:lnTo>
                  <a:lnTo>
                    <a:pt x="478586" y="4052417"/>
                  </a:lnTo>
                  <a:lnTo>
                    <a:pt x="479704" y="4052874"/>
                  </a:lnTo>
                  <a:lnTo>
                    <a:pt x="482333" y="4052874"/>
                  </a:lnTo>
                  <a:lnTo>
                    <a:pt x="483450" y="4052417"/>
                  </a:lnTo>
                  <a:lnTo>
                    <a:pt x="485317" y="4050550"/>
                  </a:lnTo>
                  <a:lnTo>
                    <a:pt x="485775" y="4049433"/>
                  </a:lnTo>
                  <a:lnTo>
                    <a:pt x="485775" y="4046804"/>
                  </a:lnTo>
                  <a:close/>
                </a:path>
                <a:path w="7391400" h="4057650">
                  <a:moveTo>
                    <a:pt x="485775" y="2917037"/>
                  </a:moveTo>
                  <a:lnTo>
                    <a:pt x="485317" y="2915907"/>
                  </a:lnTo>
                  <a:lnTo>
                    <a:pt x="483450" y="2914053"/>
                  </a:lnTo>
                  <a:lnTo>
                    <a:pt x="482333" y="2913583"/>
                  </a:lnTo>
                  <a:lnTo>
                    <a:pt x="479704" y="2913583"/>
                  </a:lnTo>
                  <a:lnTo>
                    <a:pt x="478586" y="2914053"/>
                  </a:lnTo>
                  <a:lnTo>
                    <a:pt x="476719" y="2915907"/>
                  </a:lnTo>
                  <a:lnTo>
                    <a:pt x="476250" y="2917037"/>
                  </a:lnTo>
                  <a:lnTo>
                    <a:pt x="476250" y="2919666"/>
                  </a:lnTo>
                  <a:lnTo>
                    <a:pt x="476719" y="2920784"/>
                  </a:lnTo>
                  <a:lnTo>
                    <a:pt x="478586" y="2922651"/>
                  </a:lnTo>
                  <a:lnTo>
                    <a:pt x="479704" y="2923108"/>
                  </a:lnTo>
                  <a:lnTo>
                    <a:pt x="482333" y="2923108"/>
                  </a:lnTo>
                  <a:lnTo>
                    <a:pt x="483450" y="2922651"/>
                  </a:lnTo>
                  <a:lnTo>
                    <a:pt x="485317" y="2920784"/>
                  </a:lnTo>
                  <a:lnTo>
                    <a:pt x="485775" y="2919666"/>
                  </a:lnTo>
                  <a:lnTo>
                    <a:pt x="485775" y="2917037"/>
                  </a:lnTo>
                  <a:close/>
                </a:path>
                <a:path w="7391400" h="4057650">
                  <a:moveTo>
                    <a:pt x="485775" y="1787258"/>
                  </a:moveTo>
                  <a:lnTo>
                    <a:pt x="485317" y="1786140"/>
                  </a:lnTo>
                  <a:lnTo>
                    <a:pt x="483450" y="1784273"/>
                  </a:lnTo>
                  <a:lnTo>
                    <a:pt x="482333" y="1783816"/>
                  </a:lnTo>
                  <a:lnTo>
                    <a:pt x="479704" y="1783816"/>
                  </a:lnTo>
                  <a:lnTo>
                    <a:pt x="478586" y="1784273"/>
                  </a:lnTo>
                  <a:lnTo>
                    <a:pt x="476719" y="1786140"/>
                  </a:lnTo>
                  <a:lnTo>
                    <a:pt x="476250" y="1787258"/>
                  </a:lnTo>
                  <a:lnTo>
                    <a:pt x="476250" y="1789887"/>
                  </a:lnTo>
                  <a:lnTo>
                    <a:pt x="476719" y="1791017"/>
                  </a:lnTo>
                  <a:lnTo>
                    <a:pt x="478586" y="1792871"/>
                  </a:lnTo>
                  <a:lnTo>
                    <a:pt x="479704" y="1793341"/>
                  </a:lnTo>
                  <a:lnTo>
                    <a:pt x="482333" y="1793341"/>
                  </a:lnTo>
                  <a:lnTo>
                    <a:pt x="483450" y="1792871"/>
                  </a:lnTo>
                  <a:lnTo>
                    <a:pt x="485317" y="1791017"/>
                  </a:lnTo>
                  <a:lnTo>
                    <a:pt x="485775" y="1789887"/>
                  </a:lnTo>
                  <a:lnTo>
                    <a:pt x="485775" y="1787258"/>
                  </a:lnTo>
                  <a:close/>
                </a:path>
                <a:path w="7391400" h="4057650">
                  <a:moveTo>
                    <a:pt x="485775" y="657491"/>
                  </a:moveTo>
                  <a:lnTo>
                    <a:pt x="485317" y="656374"/>
                  </a:lnTo>
                  <a:lnTo>
                    <a:pt x="483450" y="654507"/>
                  </a:lnTo>
                  <a:lnTo>
                    <a:pt x="482333" y="654037"/>
                  </a:lnTo>
                  <a:lnTo>
                    <a:pt x="479704" y="654037"/>
                  </a:lnTo>
                  <a:lnTo>
                    <a:pt x="478586" y="654507"/>
                  </a:lnTo>
                  <a:lnTo>
                    <a:pt x="476719" y="656374"/>
                  </a:lnTo>
                  <a:lnTo>
                    <a:pt x="476250" y="657491"/>
                  </a:lnTo>
                  <a:lnTo>
                    <a:pt x="476250" y="660120"/>
                  </a:lnTo>
                  <a:lnTo>
                    <a:pt x="476719" y="661238"/>
                  </a:lnTo>
                  <a:lnTo>
                    <a:pt x="478586" y="663105"/>
                  </a:lnTo>
                  <a:lnTo>
                    <a:pt x="479704" y="663562"/>
                  </a:lnTo>
                  <a:lnTo>
                    <a:pt x="482333" y="663562"/>
                  </a:lnTo>
                  <a:lnTo>
                    <a:pt x="483450" y="663105"/>
                  </a:lnTo>
                  <a:lnTo>
                    <a:pt x="485317" y="661238"/>
                  </a:lnTo>
                  <a:lnTo>
                    <a:pt x="485775" y="660120"/>
                  </a:lnTo>
                  <a:lnTo>
                    <a:pt x="485775" y="657491"/>
                  </a:lnTo>
                  <a:close/>
                </a:path>
                <a:path w="7391400" h="4057650">
                  <a:moveTo>
                    <a:pt x="533400" y="4046804"/>
                  </a:moveTo>
                  <a:lnTo>
                    <a:pt x="532942" y="4045686"/>
                  </a:lnTo>
                  <a:lnTo>
                    <a:pt x="531075" y="4043819"/>
                  </a:lnTo>
                  <a:lnTo>
                    <a:pt x="529958" y="4043349"/>
                  </a:lnTo>
                  <a:lnTo>
                    <a:pt x="527329" y="4043349"/>
                  </a:lnTo>
                  <a:lnTo>
                    <a:pt x="526211" y="4043819"/>
                  </a:lnTo>
                  <a:lnTo>
                    <a:pt x="524344" y="4045686"/>
                  </a:lnTo>
                  <a:lnTo>
                    <a:pt x="523875" y="4046804"/>
                  </a:lnTo>
                  <a:lnTo>
                    <a:pt x="523875" y="4049433"/>
                  </a:lnTo>
                  <a:lnTo>
                    <a:pt x="524344" y="4050550"/>
                  </a:lnTo>
                  <a:lnTo>
                    <a:pt x="526211" y="4052417"/>
                  </a:lnTo>
                  <a:lnTo>
                    <a:pt x="527329" y="4052874"/>
                  </a:lnTo>
                  <a:lnTo>
                    <a:pt x="529958" y="4052874"/>
                  </a:lnTo>
                  <a:lnTo>
                    <a:pt x="531075" y="4052417"/>
                  </a:lnTo>
                  <a:lnTo>
                    <a:pt x="532942" y="4050550"/>
                  </a:lnTo>
                  <a:lnTo>
                    <a:pt x="533400" y="4049433"/>
                  </a:lnTo>
                  <a:lnTo>
                    <a:pt x="533400" y="4046804"/>
                  </a:lnTo>
                  <a:close/>
                </a:path>
                <a:path w="7391400" h="4057650">
                  <a:moveTo>
                    <a:pt x="533400" y="2917037"/>
                  </a:moveTo>
                  <a:lnTo>
                    <a:pt x="532942" y="2915907"/>
                  </a:lnTo>
                  <a:lnTo>
                    <a:pt x="531075" y="2914053"/>
                  </a:lnTo>
                  <a:lnTo>
                    <a:pt x="529958" y="2913583"/>
                  </a:lnTo>
                  <a:lnTo>
                    <a:pt x="527329" y="2913583"/>
                  </a:lnTo>
                  <a:lnTo>
                    <a:pt x="526211" y="2914053"/>
                  </a:lnTo>
                  <a:lnTo>
                    <a:pt x="524344" y="2915907"/>
                  </a:lnTo>
                  <a:lnTo>
                    <a:pt x="523875" y="2917037"/>
                  </a:lnTo>
                  <a:lnTo>
                    <a:pt x="523875" y="2919666"/>
                  </a:lnTo>
                  <a:lnTo>
                    <a:pt x="524344" y="2920784"/>
                  </a:lnTo>
                  <a:lnTo>
                    <a:pt x="526211" y="2922651"/>
                  </a:lnTo>
                  <a:lnTo>
                    <a:pt x="527329" y="2923108"/>
                  </a:lnTo>
                  <a:lnTo>
                    <a:pt x="529958" y="2923108"/>
                  </a:lnTo>
                  <a:lnTo>
                    <a:pt x="531075" y="2922651"/>
                  </a:lnTo>
                  <a:lnTo>
                    <a:pt x="532942" y="2920784"/>
                  </a:lnTo>
                  <a:lnTo>
                    <a:pt x="533400" y="2919666"/>
                  </a:lnTo>
                  <a:lnTo>
                    <a:pt x="533400" y="2917037"/>
                  </a:lnTo>
                  <a:close/>
                </a:path>
                <a:path w="7391400" h="4057650">
                  <a:moveTo>
                    <a:pt x="533400" y="1787258"/>
                  </a:moveTo>
                  <a:lnTo>
                    <a:pt x="532942" y="1786140"/>
                  </a:lnTo>
                  <a:lnTo>
                    <a:pt x="531075" y="1784273"/>
                  </a:lnTo>
                  <a:lnTo>
                    <a:pt x="529958" y="1783816"/>
                  </a:lnTo>
                  <a:lnTo>
                    <a:pt x="527329" y="1783816"/>
                  </a:lnTo>
                  <a:lnTo>
                    <a:pt x="526211" y="1784273"/>
                  </a:lnTo>
                  <a:lnTo>
                    <a:pt x="524344" y="1786140"/>
                  </a:lnTo>
                  <a:lnTo>
                    <a:pt x="523875" y="1787258"/>
                  </a:lnTo>
                  <a:lnTo>
                    <a:pt x="523875" y="1789887"/>
                  </a:lnTo>
                  <a:lnTo>
                    <a:pt x="524344" y="1791017"/>
                  </a:lnTo>
                  <a:lnTo>
                    <a:pt x="526211" y="1792871"/>
                  </a:lnTo>
                  <a:lnTo>
                    <a:pt x="527329" y="1793341"/>
                  </a:lnTo>
                  <a:lnTo>
                    <a:pt x="529958" y="1793341"/>
                  </a:lnTo>
                  <a:lnTo>
                    <a:pt x="531075" y="1792871"/>
                  </a:lnTo>
                  <a:lnTo>
                    <a:pt x="532942" y="1791017"/>
                  </a:lnTo>
                  <a:lnTo>
                    <a:pt x="533400" y="1789887"/>
                  </a:lnTo>
                  <a:lnTo>
                    <a:pt x="533400" y="1787258"/>
                  </a:lnTo>
                  <a:close/>
                </a:path>
                <a:path w="7391400" h="4057650">
                  <a:moveTo>
                    <a:pt x="533400" y="657491"/>
                  </a:moveTo>
                  <a:lnTo>
                    <a:pt x="532942" y="656374"/>
                  </a:lnTo>
                  <a:lnTo>
                    <a:pt x="531075" y="654507"/>
                  </a:lnTo>
                  <a:lnTo>
                    <a:pt x="529958" y="654037"/>
                  </a:lnTo>
                  <a:lnTo>
                    <a:pt x="527329" y="654037"/>
                  </a:lnTo>
                  <a:lnTo>
                    <a:pt x="526211" y="654507"/>
                  </a:lnTo>
                  <a:lnTo>
                    <a:pt x="524344" y="656374"/>
                  </a:lnTo>
                  <a:lnTo>
                    <a:pt x="523875" y="657491"/>
                  </a:lnTo>
                  <a:lnTo>
                    <a:pt x="523875" y="660120"/>
                  </a:lnTo>
                  <a:lnTo>
                    <a:pt x="524344" y="661238"/>
                  </a:lnTo>
                  <a:lnTo>
                    <a:pt x="526211" y="663105"/>
                  </a:lnTo>
                  <a:lnTo>
                    <a:pt x="527329" y="663562"/>
                  </a:lnTo>
                  <a:lnTo>
                    <a:pt x="529958" y="663562"/>
                  </a:lnTo>
                  <a:lnTo>
                    <a:pt x="531075" y="663105"/>
                  </a:lnTo>
                  <a:lnTo>
                    <a:pt x="532942" y="661238"/>
                  </a:lnTo>
                  <a:lnTo>
                    <a:pt x="533400" y="660120"/>
                  </a:lnTo>
                  <a:lnTo>
                    <a:pt x="533400" y="657491"/>
                  </a:lnTo>
                  <a:close/>
                </a:path>
                <a:path w="7391400" h="4057650">
                  <a:moveTo>
                    <a:pt x="581025" y="4046804"/>
                  </a:moveTo>
                  <a:lnTo>
                    <a:pt x="580567" y="4045686"/>
                  </a:lnTo>
                  <a:lnTo>
                    <a:pt x="578700" y="4043819"/>
                  </a:lnTo>
                  <a:lnTo>
                    <a:pt x="577583" y="4043349"/>
                  </a:lnTo>
                  <a:lnTo>
                    <a:pt x="574954" y="4043349"/>
                  </a:lnTo>
                  <a:lnTo>
                    <a:pt x="573836" y="4043819"/>
                  </a:lnTo>
                  <a:lnTo>
                    <a:pt x="571969" y="4045686"/>
                  </a:lnTo>
                  <a:lnTo>
                    <a:pt x="571500" y="4046804"/>
                  </a:lnTo>
                  <a:lnTo>
                    <a:pt x="571500" y="4049433"/>
                  </a:lnTo>
                  <a:lnTo>
                    <a:pt x="571969" y="4050550"/>
                  </a:lnTo>
                  <a:lnTo>
                    <a:pt x="573836" y="4052417"/>
                  </a:lnTo>
                  <a:lnTo>
                    <a:pt x="574954" y="4052874"/>
                  </a:lnTo>
                  <a:lnTo>
                    <a:pt x="577583" y="4052874"/>
                  </a:lnTo>
                  <a:lnTo>
                    <a:pt x="578700" y="4052417"/>
                  </a:lnTo>
                  <a:lnTo>
                    <a:pt x="580567" y="4050550"/>
                  </a:lnTo>
                  <a:lnTo>
                    <a:pt x="581025" y="4049433"/>
                  </a:lnTo>
                  <a:lnTo>
                    <a:pt x="581025" y="4046804"/>
                  </a:lnTo>
                  <a:close/>
                </a:path>
                <a:path w="7391400" h="4057650">
                  <a:moveTo>
                    <a:pt x="581025" y="2917037"/>
                  </a:moveTo>
                  <a:lnTo>
                    <a:pt x="580567" y="2915907"/>
                  </a:lnTo>
                  <a:lnTo>
                    <a:pt x="578700" y="2914053"/>
                  </a:lnTo>
                  <a:lnTo>
                    <a:pt x="577583" y="2913583"/>
                  </a:lnTo>
                  <a:lnTo>
                    <a:pt x="574954" y="2913583"/>
                  </a:lnTo>
                  <a:lnTo>
                    <a:pt x="573836" y="2914053"/>
                  </a:lnTo>
                  <a:lnTo>
                    <a:pt x="571969" y="2915907"/>
                  </a:lnTo>
                  <a:lnTo>
                    <a:pt x="571500" y="2917037"/>
                  </a:lnTo>
                  <a:lnTo>
                    <a:pt x="571500" y="2919666"/>
                  </a:lnTo>
                  <a:lnTo>
                    <a:pt x="571969" y="2920784"/>
                  </a:lnTo>
                  <a:lnTo>
                    <a:pt x="573836" y="2922651"/>
                  </a:lnTo>
                  <a:lnTo>
                    <a:pt x="574954" y="2923108"/>
                  </a:lnTo>
                  <a:lnTo>
                    <a:pt x="577583" y="2923108"/>
                  </a:lnTo>
                  <a:lnTo>
                    <a:pt x="578700" y="2922651"/>
                  </a:lnTo>
                  <a:lnTo>
                    <a:pt x="580567" y="2920784"/>
                  </a:lnTo>
                  <a:lnTo>
                    <a:pt x="581025" y="2919666"/>
                  </a:lnTo>
                  <a:lnTo>
                    <a:pt x="581025" y="2917037"/>
                  </a:lnTo>
                  <a:close/>
                </a:path>
                <a:path w="7391400" h="4057650">
                  <a:moveTo>
                    <a:pt x="581025" y="1787258"/>
                  </a:moveTo>
                  <a:lnTo>
                    <a:pt x="580567" y="1786140"/>
                  </a:lnTo>
                  <a:lnTo>
                    <a:pt x="578700" y="1784273"/>
                  </a:lnTo>
                  <a:lnTo>
                    <a:pt x="577583" y="1783816"/>
                  </a:lnTo>
                  <a:lnTo>
                    <a:pt x="574954" y="1783816"/>
                  </a:lnTo>
                  <a:lnTo>
                    <a:pt x="573836" y="1784273"/>
                  </a:lnTo>
                  <a:lnTo>
                    <a:pt x="571969" y="1786140"/>
                  </a:lnTo>
                  <a:lnTo>
                    <a:pt x="571500" y="1787258"/>
                  </a:lnTo>
                  <a:lnTo>
                    <a:pt x="571500" y="1789887"/>
                  </a:lnTo>
                  <a:lnTo>
                    <a:pt x="571969" y="1791017"/>
                  </a:lnTo>
                  <a:lnTo>
                    <a:pt x="573836" y="1792871"/>
                  </a:lnTo>
                  <a:lnTo>
                    <a:pt x="574954" y="1793341"/>
                  </a:lnTo>
                  <a:lnTo>
                    <a:pt x="577583" y="1793341"/>
                  </a:lnTo>
                  <a:lnTo>
                    <a:pt x="578700" y="1792871"/>
                  </a:lnTo>
                  <a:lnTo>
                    <a:pt x="580567" y="1791017"/>
                  </a:lnTo>
                  <a:lnTo>
                    <a:pt x="581025" y="1789887"/>
                  </a:lnTo>
                  <a:lnTo>
                    <a:pt x="581025" y="1787258"/>
                  </a:lnTo>
                  <a:close/>
                </a:path>
                <a:path w="7391400" h="4057650">
                  <a:moveTo>
                    <a:pt x="581025" y="657491"/>
                  </a:moveTo>
                  <a:lnTo>
                    <a:pt x="580567" y="656374"/>
                  </a:lnTo>
                  <a:lnTo>
                    <a:pt x="578700" y="654507"/>
                  </a:lnTo>
                  <a:lnTo>
                    <a:pt x="577583" y="654037"/>
                  </a:lnTo>
                  <a:lnTo>
                    <a:pt x="574954" y="654037"/>
                  </a:lnTo>
                  <a:lnTo>
                    <a:pt x="573836" y="654507"/>
                  </a:lnTo>
                  <a:lnTo>
                    <a:pt x="571969" y="656374"/>
                  </a:lnTo>
                  <a:lnTo>
                    <a:pt x="571500" y="657491"/>
                  </a:lnTo>
                  <a:lnTo>
                    <a:pt x="571500" y="660120"/>
                  </a:lnTo>
                  <a:lnTo>
                    <a:pt x="571969" y="661238"/>
                  </a:lnTo>
                  <a:lnTo>
                    <a:pt x="573836" y="663105"/>
                  </a:lnTo>
                  <a:lnTo>
                    <a:pt x="574954" y="663562"/>
                  </a:lnTo>
                  <a:lnTo>
                    <a:pt x="577583" y="663562"/>
                  </a:lnTo>
                  <a:lnTo>
                    <a:pt x="578700" y="663105"/>
                  </a:lnTo>
                  <a:lnTo>
                    <a:pt x="580567" y="661238"/>
                  </a:lnTo>
                  <a:lnTo>
                    <a:pt x="581025" y="660120"/>
                  </a:lnTo>
                  <a:lnTo>
                    <a:pt x="581025" y="657491"/>
                  </a:lnTo>
                  <a:close/>
                </a:path>
                <a:path w="7391400" h="4057650">
                  <a:moveTo>
                    <a:pt x="628650" y="4046804"/>
                  </a:moveTo>
                  <a:lnTo>
                    <a:pt x="628192" y="4045686"/>
                  </a:lnTo>
                  <a:lnTo>
                    <a:pt x="626325" y="4043819"/>
                  </a:lnTo>
                  <a:lnTo>
                    <a:pt x="625208" y="4043349"/>
                  </a:lnTo>
                  <a:lnTo>
                    <a:pt x="622579" y="4043349"/>
                  </a:lnTo>
                  <a:lnTo>
                    <a:pt x="621461" y="4043819"/>
                  </a:lnTo>
                  <a:lnTo>
                    <a:pt x="619594" y="4045686"/>
                  </a:lnTo>
                  <a:lnTo>
                    <a:pt x="619125" y="4046804"/>
                  </a:lnTo>
                  <a:lnTo>
                    <a:pt x="619125" y="4049433"/>
                  </a:lnTo>
                  <a:lnTo>
                    <a:pt x="619594" y="4050550"/>
                  </a:lnTo>
                  <a:lnTo>
                    <a:pt x="621461" y="4052417"/>
                  </a:lnTo>
                  <a:lnTo>
                    <a:pt x="622579" y="4052874"/>
                  </a:lnTo>
                  <a:lnTo>
                    <a:pt x="625208" y="4052874"/>
                  </a:lnTo>
                  <a:lnTo>
                    <a:pt x="626325" y="4052417"/>
                  </a:lnTo>
                  <a:lnTo>
                    <a:pt x="628192" y="4050550"/>
                  </a:lnTo>
                  <a:lnTo>
                    <a:pt x="628650" y="4049433"/>
                  </a:lnTo>
                  <a:lnTo>
                    <a:pt x="628650" y="4046804"/>
                  </a:lnTo>
                  <a:close/>
                </a:path>
                <a:path w="7391400" h="4057650">
                  <a:moveTo>
                    <a:pt x="628650" y="2917037"/>
                  </a:moveTo>
                  <a:lnTo>
                    <a:pt x="628192" y="2915907"/>
                  </a:lnTo>
                  <a:lnTo>
                    <a:pt x="626325" y="2914053"/>
                  </a:lnTo>
                  <a:lnTo>
                    <a:pt x="625208" y="2913583"/>
                  </a:lnTo>
                  <a:lnTo>
                    <a:pt x="622579" y="2913583"/>
                  </a:lnTo>
                  <a:lnTo>
                    <a:pt x="621461" y="2914053"/>
                  </a:lnTo>
                  <a:lnTo>
                    <a:pt x="619594" y="2915907"/>
                  </a:lnTo>
                  <a:lnTo>
                    <a:pt x="619125" y="2917037"/>
                  </a:lnTo>
                  <a:lnTo>
                    <a:pt x="619125" y="2919666"/>
                  </a:lnTo>
                  <a:lnTo>
                    <a:pt x="619594" y="2920784"/>
                  </a:lnTo>
                  <a:lnTo>
                    <a:pt x="621461" y="2922651"/>
                  </a:lnTo>
                  <a:lnTo>
                    <a:pt x="622579" y="2923108"/>
                  </a:lnTo>
                  <a:lnTo>
                    <a:pt x="625208" y="2923108"/>
                  </a:lnTo>
                  <a:lnTo>
                    <a:pt x="626325" y="2922651"/>
                  </a:lnTo>
                  <a:lnTo>
                    <a:pt x="628192" y="2920784"/>
                  </a:lnTo>
                  <a:lnTo>
                    <a:pt x="628650" y="2919666"/>
                  </a:lnTo>
                  <a:lnTo>
                    <a:pt x="628650" y="2917037"/>
                  </a:lnTo>
                  <a:close/>
                </a:path>
                <a:path w="7391400" h="4057650">
                  <a:moveTo>
                    <a:pt x="628650" y="1787258"/>
                  </a:moveTo>
                  <a:lnTo>
                    <a:pt x="628192" y="1786140"/>
                  </a:lnTo>
                  <a:lnTo>
                    <a:pt x="626325" y="1784273"/>
                  </a:lnTo>
                  <a:lnTo>
                    <a:pt x="625208" y="1783816"/>
                  </a:lnTo>
                  <a:lnTo>
                    <a:pt x="622579" y="1783816"/>
                  </a:lnTo>
                  <a:lnTo>
                    <a:pt x="621461" y="1784273"/>
                  </a:lnTo>
                  <a:lnTo>
                    <a:pt x="619594" y="1786140"/>
                  </a:lnTo>
                  <a:lnTo>
                    <a:pt x="619125" y="1787258"/>
                  </a:lnTo>
                  <a:lnTo>
                    <a:pt x="619125" y="1789887"/>
                  </a:lnTo>
                  <a:lnTo>
                    <a:pt x="619594" y="1791017"/>
                  </a:lnTo>
                  <a:lnTo>
                    <a:pt x="621461" y="1792871"/>
                  </a:lnTo>
                  <a:lnTo>
                    <a:pt x="622579" y="1793341"/>
                  </a:lnTo>
                  <a:lnTo>
                    <a:pt x="625208" y="1793341"/>
                  </a:lnTo>
                  <a:lnTo>
                    <a:pt x="626325" y="1792871"/>
                  </a:lnTo>
                  <a:lnTo>
                    <a:pt x="628192" y="1791017"/>
                  </a:lnTo>
                  <a:lnTo>
                    <a:pt x="628650" y="1789887"/>
                  </a:lnTo>
                  <a:lnTo>
                    <a:pt x="628650" y="1787258"/>
                  </a:lnTo>
                  <a:close/>
                </a:path>
                <a:path w="7391400" h="4057650">
                  <a:moveTo>
                    <a:pt x="628650" y="657491"/>
                  </a:moveTo>
                  <a:lnTo>
                    <a:pt x="628192" y="656374"/>
                  </a:lnTo>
                  <a:lnTo>
                    <a:pt x="626325" y="654507"/>
                  </a:lnTo>
                  <a:lnTo>
                    <a:pt x="625208" y="654037"/>
                  </a:lnTo>
                  <a:lnTo>
                    <a:pt x="622579" y="654037"/>
                  </a:lnTo>
                  <a:lnTo>
                    <a:pt x="621461" y="654507"/>
                  </a:lnTo>
                  <a:lnTo>
                    <a:pt x="619594" y="656374"/>
                  </a:lnTo>
                  <a:lnTo>
                    <a:pt x="619125" y="657491"/>
                  </a:lnTo>
                  <a:lnTo>
                    <a:pt x="619125" y="660120"/>
                  </a:lnTo>
                  <a:lnTo>
                    <a:pt x="619594" y="661238"/>
                  </a:lnTo>
                  <a:lnTo>
                    <a:pt x="621461" y="663105"/>
                  </a:lnTo>
                  <a:lnTo>
                    <a:pt x="622579" y="663562"/>
                  </a:lnTo>
                  <a:lnTo>
                    <a:pt x="625208" y="663562"/>
                  </a:lnTo>
                  <a:lnTo>
                    <a:pt x="626325" y="663105"/>
                  </a:lnTo>
                  <a:lnTo>
                    <a:pt x="628192" y="661238"/>
                  </a:lnTo>
                  <a:lnTo>
                    <a:pt x="628650" y="660120"/>
                  </a:lnTo>
                  <a:lnTo>
                    <a:pt x="628650" y="657491"/>
                  </a:lnTo>
                  <a:close/>
                </a:path>
                <a:path w="7391400" h="4057650">
                  <a:moveTo>
                    <a:pt x="676275" y="4046804"/>
                  </a:moveTo>
                  <a:lnTo>
                    <a:pt x="675817" y="4045686"/>
                  </a:lnTo>
                  <a:lnTo>
                    <a:pt x="673950" y="4043819"/>
                  </a:lnTo>
                  <a:lnTo>
                    <a:pt x="672833" y="4043349"/>
                  </a:lnTo>
                  <a:lnTo>
                    <a:pt x="670204" y="4043349"/>
                  </a:lnTo>
                  <a:lnTo>
                    <a:pt x="669086" y="4043819"/>
                  </a:lnTo>
                  <a:lnTo>
                    <a:pt x="667219" y="4045686"/>
                  </a:lnTo>
                  <a:lnTo>
                    <a:pt x="666750" y="4046804"/>
                  </a:lnTo>
                  <a:lnTo>
                    <a:pt x="666750" y="4049433"/>
                  </a:lnTo>
                  <a:lnTo>
                    <a:pt x="667219" y="4050550"/>
                  </a:lnTo>
                  <a:lnTo>
                    <a:pt x="669086" y="4052417"/>
                  </a:lnTo>
                  <a:lnTo>
                    <a:pt x="670204" y="4052874"/>
                  </a:lnTo>
                  <a:lnTo>
                    <a:pt x="672833" y="4052874"/>
                  </a:lnTo>
                  <a:lnTo>
                    <a:pt x="673950" y="4052417"/>
                  </a:lnTo>
                  <a:lnTo>
                    <a:pt x="675817" y="4050550"/>
                  </a:lnTo>
                  <a:lnTo>
                    <a:pt x="676275" y="4049433"/>
                  </a:lnTo>
                  <a:lnTo>
                    <a:pt x="676275" y="4046804"/>
                  </a:lnTo>
                  <a:close/>
                </a:path>
                <a:path w="7391400" h="4057650">
                  <a:moveTo>
                    <a:pt x="676275" y="2917037"/>
                  </a:moveTo>
                  <a:lnTo>
                    <a:pt x="675817" y="2915907"/>
                  </a:lnTo>
                  <a:lnTo>
                    <a:pt x="673950" y="2914053"/>
                  </a:lnTo>
                  <a:lnTo>
                    <a:pt x="672833" y="2913583"/>
                  </a:lnTo>
                  <a:lnTo>
                    <a:pt x="670204" y="2913583"/>
                  </a:lnTo>
                  <a:lnTo>
                    <a:pt x="669086" y="2914053"/>
                  </a:lnTo>
                  <a:lnTo>
                    <a:pt x="667219" y="2915907"/>
                  </a:lnTo>
                  <a:lnTo>
                    <a:pt x="666750" y="2917037"/>
                  </a:lnTo>
                  <a:lnTo>
                    <a:pt x="666750" y="2919666"/>
                  </a:lnTo>
                  <a:lnTo>
                    <a:pt x="667219" y="2920784"/>
                  </a:lnTo>
                  <a:lnTo>
                    <a:pt x="669086" y="2922651"/>
                  </a:lnTo>
                  <a:lnTo>
                    <a:pt x="670204" y="2923108"/>
                  </a:lnTo>
                  <a:lnTo>
                    <a:pt x="672833" y="2923108"/>
                  </a:lnTo>
                  <a:lnTo>
                    <a:pt x="673950" y="2922651"/>
                  </a:lnTo>
                  <a:lnTo>
                    <a:pt x="675817" y="2920784"/>
                  </a:lnTo>
                  <a:lnTo>
                    <a:pt x="676275" y="2919666"/>
                  </a:lnTo>
                  <a:lnTo>
                    <a:pt x="676275" y="2917037"/>
                  </a:lnTo>
                  <a:close/>
                </a:path>
                <a:path w="7391400" h="4057650">
                  <a:moveTo>
                    <a:pt x="676275" y="1787258"/>
                  </a:moveTo>
                  <a:lnTo>
                    <a:pt x="675817" y="1786140"/>
                  </a:lnTo>
                  <a:lnTo>
                    <a:pt x="673950" y="1784273"/>
                  </a:lnTo>
                  <a:lnTo>
                    <a:pt x="672833" y="1783816"/>
                  </a:lnTo>
                  <a:lnTo>
                    <a:pt x="670204" y="1783816"/>
                  </a:lnTo>
                  <a:lnTo>
                    <a:pt x="669086" y="1784273"/>
                  </a:lnTo>
                  <a:lnTo>
                    <a:pt x="667219" y="1786140"/>
                  </a:lnTo>
                  <a:lnTo>
                    <a:pt x="666750" y="1787258"/>
                  </a:lnTo>
                  <a:lnTo>
                    <a:pt x="666750" y="1789887"/>
                  </a:lnTo>
                  <a:lnTo>
                    <a:pt x="667219" y="1791017"/>
                  </a:lnTo>
                  <a:lnTo>
                    <a:pt x="669086" y="1792871"/>
                  </a:lnTo>
                  <a:lnTo>
                    <a:pt x="670204" y="1793341"/>
                  </a:lnTo>
                  <a:lnTo>
                    <a:pt x="672833" y="1793341"/>
                  </a:lnTo>
                  <a:lnTo>
                    <a:pt x="673950" y="1792871"/>
                  </a:lnTo>
                  <a:lnTo>
                    <a:pt x="675817" y="1791017"/>
                  </a:lnTo>
                  <a:lnTo>
                    <a:pt x="676275" y="1789887"/>
                  </a:lnTo>
                  <a:lnTo>
                    <a:pt x="676275" y="1787258"/>
                  </a:lnTo>
                  <a:close/>
                </a:path>
                <a:path w="7391400" h="4057650">
                  <a:moveTo>
                    <a:pt x="676275" y="657491"/>
                  </a:moveTo>
                  <a:lnTo>
                    <a:pt x="675817" y="656374"/>
                  </a:lnTo>
                  <a:lnTo>
                    <a:pt x="673950" y="654507"/>
                  </a:lnTo>
                  <a:lnTo>
                    <a:pt x="672833" y="654037"/>
                  </a:lnTo>
                  <a:lnTo>
                    <a:pt x="670204" y="654037"/>
                  </a:lnTo>
                  <a:lnTo>
                    <a:pt x="669086" y="654507"/>
                  </a:lnTo>
                  <a:lnTo>
                    <a:pt x="667219" y="656374"/>
                  </a:lnTo>
                  <a:lnTo>
                    <a:pt x="666750" y="657491"/>
                  </a:lnTo>
                  <a:lnTo>
                    <a:pt x="666750" y="660120"/>
                  </a:lnTo>
                  <a:lnTo>
                    <a:pt x="667219" y="661238"/>
                  </a:lnTo>
                  <a:lnTo>
                    <a:pt x="669086" y="663105"/>
                  </a:lnTo>
                  <a:lnTo>
                    <a:pt x="670204" y="663562"/>
                  </a:lnTo>
                  <a:lnTo>
                    <a:pt x="672833" y="663562"/>
                  </a:lnTo>
                  <a:lnTo>
                    <a:pt x="673950" y="663105"/>
                  </a:lnTo>
                  <a:lnTo>
                    <a:pt x="675817" y="661238"/>
                  </a:lnTo>
                  <a:lnTo>
                    <a:pt x="676275" y="660120"/>
                  </a:lnTo>
                  <a:lnTo>
                    <a:pt x="676275" y="657491"/>
                  </a:lnTo>
                  <a:close/>
                </a:path>
                <a:path w="7391400" h="4057650">
                  <a:moveTo>
                    <a:pt x="723900" y="4046804"/>
                  </a:moveTo>
                  <a:lnTo>
                    <a:pt x="723442" y="4045686"/>
                  </a:lnTo>
                  <a:lnTo>
                    <a:pt x="721575" y="4043819"/>
                  </a:lnTo>
                  <a:lnTo>
                    <a:pt x="720458" y="4043349"/>
                  </a:lnTo>
                  <a:lnTo>
                    <a:pt x="717829" y="4043349"/>
                  </a:lnTo>
                  <a:lnTo>
                    <a:pt x="716711" y="4043819"/>
                  </a:lnTo>
                  <a:lnTo>
                    <a:pt x="714844" y="4045686"/>
                  </a:lnTo>
                  <a:lnTo>
                    <a:pt x="714375" y="4046804"/>
                  </a:lnTo>
                  <a:lnTo>
                    <a:pt x="714375" y="4049433"/>
                  </a:lnTo>
                  <a:lnTo>
                    <a:pt x="714844" y="4050550"/>
                  </a:lnTo>
                  <a:lnTo>
                    <a:pt x="716711" y="4052417"/>
                  </a:lnTo>
                  <a:lnTo>
                    <a:pt x="717829" y="4052874"/>
                  </a:lnTo>
                  <a:lnTo>
                    <a:pt x="720458" y="4052874"/>
                  </a:lnTo>
                  <a:lnTo>
                    <a:pt x="721575" y="4052417"/>
                  </a:lnTo>
                  <a:lnTo>
                    <a:pt x="723442" y="4050550"/>
                  </a:lnTo>
                  <a:lnTo>
                    <a:pt x="723900" y="4049433"/>
                  </a:lnTo>
                  <a:lnTo>
                    <a:pt x="723900" y="4046804"/>
                  </a:lnTo>
                  <a:close/>
                </a:path>
                <a:path w="7391400" h="4057650">
                  <a:moveTo>
                    <a:pt x="723900" y="2917037"/>
                  </a:moveTo>
                  <a:lnTo>
                    <a:pt x="723442" y="2915907"/>
                  </a:lnTo>
                  <a:lnTo>
                    <a:pt x="721575" y="2914053"/>
                  </a:lnTo>
                  <a:lnTo>
                    <a:pt x="720458" y="2913583"/>
                  </a:lnTo>
                  <a:lnTo>
                    <a:pt x="717829" y="2913583"/>
                  </a:lnTo>
                  <a:lnTo>
                    <a:pt x="716711" y="2914053"/>
                  </a:lnTo>
                  <a:lnTo>
                    <a:pt x="714844" y="2915907"/>
                  </a:lnTo>
                  <a:lnTo>
                    <a:pt x="714375" y="2917037"/>
                  </a:lnTo>
                  <a:lnTo>
                    <a:pt x="714375" y="2919666"/>
                  </a:lnTo>
                  <a:lnTo>
                    <a:pt x="714844" y="2920784"/>
                  </a:lnTo>
                  <a:lnTo>
                    <a:pt x="716711" y="2922651"/>
                  </a:lnTo>
                  <a:lnTo>
                    <a:pt x="717829" y="2923108"/>
                  </a:lnTo>
                  <a:lnTo>
                    <a:pt x="720458" y="2923108"/>
                  </a:lnTo>
                  <a:lnTo>
                    <a:pt x="721575" y="2922651"/>
                  </a:lnTo>
                  <a:lnTo>
                    <a:pt x="723442" y="2920784"/>
                  </a:lnTo>
                  <a:lnTo>
                    <a:pt x="723900" y="2919666"/>
                  </a:lnTo>
                  <a:lnTo>
                    <a:pt x="723900" y="2917037"/>
                  </a:lnTo>
                  <a:close/>
                </a:path>
                <a:path w="7391400" h="4057650">
                  <a:moveTo>
                    <a:pt x="723900" y="1787258"/>
                  </a:moveTo>
                  <a:lnTo>
                    <a:pt x="723442" y="1786140"/>
                  </a:lnTo>
                  <a:lnTo>
                    <a:pt x="721575" y="1784273"/>
                  </a:lnTo>
                  <a:lnTo>
                    <a:pt x="720458" y="1783816"/>
                  </a:lnTo>
                  <a:lnTo>
                    <a:pt x="717829" y="1783816"/>
                  </a:lnTo>
                  <a:lnTo>
                    <a:pt x="716711" y="1784273"/>
                  </a:lnTo>
                  <a:lnTo>
                    <a:pt x="714844" y="1786140"/>
                  </a:lnTo>
                  <a:lnTo>
                    <a:pt x="714375" y="1787258"/>
                  </a:lnTo>
                  <a:lnTo>
                    <a:pt x="714375" y="1789887"/>
                  </a:lnTo>
                  <a:lnTo>
                    <a:pt x="714844" y="1791017"/>
                  </a:lnTo>
                  <a:lnTo>
                    <a:pt x="716711" y="1792871"/>
                  </a:lnTo>
                  <a:lnTo>
                    <a:pt x="717829" y="1793341"/>
                  </a:lnTo>
                  <a:lnTo>
                    <a:pt x="720458" y="1793341"/>
                  </a:lnTo>
                  <a:lnTo>
                    <a:pt x="721575" y="1792871"/>
                  </a:lnTo>
                  <a:lnTo>
                    <a:pt x="723442" y="1791017"/>
                  </a:lnTo>
                  <a:lnTo>
                    <a:pt x="723900" y="1789887"/>
                  </a:lnTo>
                  <a:lnTo>
                    <a:pt x="723900" y="1787258"/>
                  </a:lnTo>
                  <a:close/>
                </a:path>
                <a:path w="7391400" h="4057650">
                  <a:moveTo>
                    <a:pt x="723900" y="657491"/>
                  </a:moveTo>
                  <a:lnTo>
                    <a:pt x="723442" y="656374"/>
                  </a:lnTo>
                  <a:lnTo>
                    <a:pt x="721575" y="654507"/>
                  </a:lnTo>
                  <a:lnTo>
                    <a:pt x="720458" y="654037"/>
                  </a:lnTo>
                  <a:lnTo>
                    <a:pt x="717829" y="654037"/>
                  </a:lnTo>
                  <a:lnTo>
                    <a:pt x="716711" y="654507"/>
                  </a:lnTo>
                  <a:lnTo>
                    <a:pt x="714844" y="656374"/>
                  </a:lnTo>
                  <a:lnTo>
                    <a:pt x="714375" y="657491"/>
                  </a:lnTo>
                  <a:lnTo>
                    <a:pt x="714375" y="660120"/>
                  </a:lnTo>
                  <a:lnTo>
                    <a:pt x="714844" y="661238"/>
                  </a:lnTo>
                  <a:lnTo>
                    <a:pt x="716711" y="663105"/>
                  </a:lnTo>
                  <a:lnTo>
                    <a:pt x="717829" y="663562"/>
                  </a:lnTo>
                  <a:lnTo>
                    <a:pt x="720458" y="663562"/>
                  </a:lnTo>
                  <a:lnTo>
                    <a:pt x="721575" y="663105"/>
                  </a:lnTo>
                  <a:lnTo>
                    <a:pt x="723442" y="661238"/>
                  </a:lnTo>
                  <a:lnTo>
                    <a:pt x="723900" y="660120"/>
                  </a:lnTo>
                  <a:lnTo>
                    <a:pt x="723900" y="657491"/>
                  </a:lnTo>
                  <a:close/>
                </a:path>
                <a:path w="7391400" h="4057650">
                  <a:moveTo>
                    <a:pt x="771525" y="4046804"/>
                  </a:moveTo>
                  <a:lnTo>
                    <a:pt x="771067" y="4045686"/>
                  </a:lnTo>
                  <a:lnTo>
                    <a:pt x="769200" y="4043819"/>
                  </a:lnTo>
                  <a:lnTo>
                    <a:pt x="768083" y="4043349"/>
                  </a:lnTo>
                  <a:lnTo>
                    <a:pt x="765454" y="4043349"/>
                  </a:lnTo>
                  <a:lnTo>
                    <a:pt x="764336" y="4043819"/>
                  </a:lnTo>
                  <a:lnTo>
                    <a:pt x="762469" y="4045686"/>
                  </a:lnTo>
                  <a:lnTo>
                    <a:pt x="762000" y="4046804"/>
                  </a:lnTo>
                  <a:lnTo>
                    <a:pt x="762000" y="4049433"/>
                  </a:lnTo>
                  <a:lnTo>
                    <a:pt x="762469" y="4050550"/>
                  </a:lnTo>
                  <a:lnTo>
                    <a:pt x="764336" y="4052417"/>
                  </a:lnTo>
                  <a:lnTo>
                    <a:pt x="765454" y="4052874"/>
                  </a:lnTo>
                  <a:lnTo>
                    <a:pt x="768083" y="4052874"/>
                  </a:lnTo>
                  <a:lnTo>
                    <a:pt x="769200" y="4052417"/>
                  </a:lnTo>
                  <a:lnTo>
                    <a:pt x="771067" y="4050550"/>
                  </a:lnTo>
                  <a:lnTo>
                    <a:pt x="771525" y="4049433"/>
                  </a:lnTo>
                  <a:lnTo>
                    <a:pt x="771525" y="4046804"/>
                  </a:lnTo>
                  <a:close/>
                </a:path>
                <a:path w="7391400" h="4057650">
                  <a:moveTo>
                    <a:pt x="771525" y="2917037"/>
                  </a:moveTo>
                  <a:lnTo>
                    <a:pt x="771067" y="2915907"/>
                  </a:lnTo>
                  <a:lnTo>
                    <a:pt x="769200" y="2914053"/>
                  </a:lnTo>
                  <a:lnTo>
                    <a:pt x="768083" y="2913583"/>
                  </a:lnTo>
                  <a:lnTo>
                    <a:pt x="765454" y="2913583"/>
                  </a:lnTo>
                  <a:lnTo>
                    <a:pt x="764336" y="2914053"/>
                  </a:lnTo>
                  <a:lnTo>
                    <a:pt x="762469" y="2915907"/>
                  </a:lnTo>
                  <a:lnTo>
                    <a:pt x="762000" y="2917037"/>
                  </a:lnTo>
                  <a:lnTo>
                    <a:pt x="762000" y="2919666"/>
                  </a:lnTo>
                  <a:lnTo>
                    <a:pt x="762469" y="2920784"/>
                  </a:lnTo>
                  <a:lnTo>
                    <a:pt x="764336" y="2922651"/>
                  </a:lnTo>
                  <a:lnTo>
                    <a:pt x="765454" y="2923108"/>
                  </a:lnTo>
                  <a:lnTo>
                    <a:pt x="768083" y="2923108"/>
                  </a:lnTo>
                  <a:lnTo>
                    <a:pt x="769200" y="2922651"/>
                  </a:lnTo>
                  <a:lnTo>
                    <a:pt x="771067" y="2920784"/>
                  </a:lnTo>
                  <a:lnTo>
                    <a:pt x="771525" y="2919666"/>
                  </a:lnTo>
                  <a:lnTo>
                    <a:pt x="771525" y="2917037"/>
                  </a:lnTo>
                  <a:close/>
                </a:path>
                <a:path w="7391400" h="4057650">
                  <a:moveTo>
                    <a:pt x="771525" y="1787258"/>
                  </a:moveTo>
                  <a:lnTo>
                    <a:pt x="771067" y="1786140"/>
                  </a:lnTo>
                  <a:lnTo>
                    <a:pt x="769200" y="1784273"/>
                  </a:lnTo>
                  <a:lnTo>
                    <a:pt x="768083" y="1783816"/>
                  </a:lnTo>
                  <a:lnTo>
                    <a:pt x="765454" y="1783816"/>
                  </a:lnTo>
                  <a:lnTo>
                    <a:pt x="764336" y="1784273"/>
                  </a:lnTo>
                  <a:lnTo>
                    <a:pt x="762469" y="1786140"/>
                  </a:lnTo>
                  <a:lnTo>
                    <a:pt x="762000" y="1787258"/>
                  </a:lnTo>
                  <a:lnTo>
                    <a:pt x="762000" y="1789887"/>
                  </a:lnTo>
                  <a:lnTo>
                    <a:pt x="762469" y="1791017"/>
                  </a:lnTo>
                  <a:lnTo>
                    <a:pt x="764336" y="1792871"/>
                  </a:lnTo>
                  <a:lnTo>
                    <a:pt x="765454" y="1793341"/>
                  </a:lnTo>
                  <a:lnTo>
                    <a:pt x="768083" y="1793341"/>
                  </a:lnTo>
                  <a:lnTo>
                    <a:pt x="769200" y="1792871"/>
                  </a:lnTo>
                  <a:lnTo>
                    <a:pt x="771067" y="1791017"/>
                  </a:lnTo>
                  <a:lnTo>
                    <a:pt x="771525" y="1789887"/>
                  </a:lnTo>
                  <a:lnTo>
                    <a:pt x="771525" y="1787258"/>
                  </a:lnTo>
                  <a:close/>
                </a:path>
                <a:path w="7391400" h="4057650">
                  <a:moveTo>
                    <a:pt x="771525" y="657491"/>
                  </a:moveTo>
                  <a:lnTo>
                    <a:pt x="771067" y="656374"/>
                  </a:lnTo>
                  <a:lnTo>
                    <a:pt x="769200" y="654507"/>
                  </a:lnTo>
                  <a:lnTo>
                    <a:pt x="768083" y="654037"/>
                  </a:lnTo>
                  <a:lnTo>
                    <a:pt x="765454" y="654037"/>
                  </a:lnTo>
                  <a:lnTo>
                    <a:pt x="764336" y="654507"/>
                  </a:lnTo>
                  <a:lnTo>
                    <a:pt x="762469" y="656374"/>
                  </a:lnTo>
                  <a:lnTo>
                    <a:pt x="762000" y="657491"/>
                  </a:lnTo>
                  <a:lnTo>
                    <a:pt x="762000" y="660120"/>
                  </a:lnTo>
                  <a:lnTo>
                    <a:pt x="762469" y="661238"/>
                  </a:lnTo>
                  <a:lnTo>
                    <a:pt x="764336" y="663105"/>
                  </a:lnTo>
                  <a:lnTo>
                    <a:pt x="765454" y="663562"/>
                  </a:lnTo>
                  <a:lnTo>
                    <a:pt x="768083" y="663562"/>
                  </a:lnTo>
                  <a:lnTo>
                    <a:pt x="769200" y="663105"/>
                  </a:lnTo>
                  <a:lnTo>
                    <a:pt x="771067" y="661238"/>
                  </a:lnTo>
                  <a:lnTo>
                    <a:pt x="771525" y="660120"/>
                  </a:lnTo>
                  <a:lnTo>
                    <a:pt x="771525" y="657491"/>
                  </a:lnTo>
                  <a:close/>
                </a:path>
                <a:path w="7391400" h="4057650">
                  <a:moveTo>
                    <a:pt x="819150" y="4046804"/>
                  </a:moveTo>
                  <a:lnTo>
                    <a:pt x="818692" y="4045686"/>
                  </a:lnTo>
                  <a:lnTo>
                    <a:pt x="816825" y="4043819"/>
                  </a:lnTo>
                  <a:lnTo>
                    <a:pt x="815708" y="4043349"/>
                  </a:lnTo>
                  <a:lnTo>
                    <a:pt x="813079" y="4043349"/>
                  </a:lnTo>
                  <a:lnTo>
                    <a:pt x="811961" y="4043819"/>
                  </a:lnTo>
                  <a:lnTo>
                    <a:pt x="810094" y="4045686"/>
                  </a:lnTo>
                  <a:lnTo>
                    <a:pt x="809625" y="4046804"/>
                  </a:lnTo>
                  <a:lnTo>
                    <a:pt x="809625" y="4049433"/>
                  </a:lnTo>
                  <a:lnTo>
                    <a:pt x="810094" y="4050550"/>
                  </a:lnTo>
                  <a:lnTo>
                    <a:pt x="811961" y="4052417"/>
                  </a:lnTo>
                  <a:lnTo>
                    <a:pt x="813079" y="4052874"/>
                  </a:lnTo>
                  <a:lnTo>
                    <a:pt x="815708" y="4052874"/>
                  </a:lnTo>
                  <a:lnTo>
                    <a:pt x="816825" y="4052417"/>
                  </a:lnTo>
                  <a:lnTo>
                    <a:pt x="818692" y="4050550"/>
                  </a:lnTo>
                  <a:lnTo>
                    <a:pt x="819150" y="4049433"/>
                  </a:lnTo>
                  <a:lnTo>
                    <a:pt x="819150" y="4046804"/>
                  </a:lnTo>
                  <a:close/>
                </a:path>
                <a:path w="7391400" h="4057650">
                  <a:moveTo>
                    <a:pt x="819150" y="2917037"/>
                  </a:moveTo>
                  <a:lnTo>
                    <a:pt x="818692" y="2915907"/>
                  </a:lnTo>
                  <a:lnTo>
                    <a:pt x="816825" y="2914053"/>
                  </a:lnTo>
                  <a:lnTo>
                    <a:pt x="815708" y="2913583"/>
                  </a:lnTo>
                  <a:lnTo>
                    <a:pt x="813079" y="2913583"/>
                  </a:lnTo>
                  <a:lnTo>
                    <a:pt x="811961" y="2914053"/>
                  </a:lnTo>
                  <a:lnTo>
                    <a:pt x="810094" y="2915907"/>
                  </a:lnTo>
                  <a:lnTo>
                    <a:pt x="809625" y="2917037"/>
                  </a:lnTo>
                  <a:lnTo>
                    <a:pt x="809625" y="2919666"/>
                  </a:lnTo>
                  <a:lnTo>
                    <a:pt x="810094" y="2920784"/>
                  </a:lnTo>
                  <a:lnTo>
                    <a:pt x="811961" y="2922651"/>
                  </a:lnTo>
                  <a:lnTo>
                    <a:pt x="813079" y="2923108"/>
                  </a:lnTo>
                  <a:lnTo>
                    <a:pt x="815708" y="2923108"/>
                  </a:lnTo>
                  <a:lnTo>
                    <a:pt x="816825" y="2922651"/>
                  </a:lnTo>
                  <a:lnTo>
                    <a:pt x="818692" y="2920784"/>
                  </a:lnTo>
                  <a:lnTo>
                    <a:pt x="819150" y="2919666"/>
                  </a:lnTo>
                  <a:lnTo>
                    <a:pt x="819150" y="2917037"/>
                  </a:lnTo>
                  <a:close/>
                </a:path>
                <a:path w="7391400" h="4057650">
                  <a:moveTo>
                    <a:pt x="819150" y="1787258"/>
                  </a:moveTo>
                  <a:lnTo>
                    <a:pt x="818692" y="1786140"/>
                  </a:lnTo>
                  <a:lnTo>
                    <a:pt x="816825" y="1784273"/>
                  </a:lnTo>
                  <a:lnTo>
                    <a:pt x="815708" y="1783816"/>
                  </a:lnTo>
                  <a:lnTo>
                    <a:pt x="813079" y="1783816"/>
                  </a:lnTo>
                  <a:lnTo>
                    <a:pt x="811961" y="1784273"/>
                  </a:lnTo>
                  <a:lnTo>
                    <a:pt x="810094" y="1786140"/>
                  </a:lnTo>
                  <a:lnTo>
                    <a:pt x="809625" y="1787258"/>
                  </a:lnTo>
                  <a:lnTo>
                    <a:pt x="809625" y="1789887"/>
                  </a:lnTo>
                  <a:lnTo>
                    <a:pt x="810094" y="1791017"/>
                  </a:lnTo>
                  <a:lnTo>
                    <a:pt x="811961" y="1792871"/>
                  </a:lnTo>
                  <a:lnTo>
                    <a:pt x="813079" y="1793341"/>
                  </a:lnTo>
                  <a:lnTo>
                    <a:pt x="815708" y="1793341"/>
                  </a:lnTo>
                  <a:lnTo>
                    <a:pt x="816825" y="1792871"/>
                  </a:lnTo>
                  <a:lnTo>
                    <a:pt x="818692" y="1791017"/>
                  </a:lnTo>
                  <a:lnTo>
                    <a:pt x="819150" y="1789887"/>
                  </a:lnTo>
                  <a:lnTo>
                    <a:pt x="819150" y="1787258"/>
                  </a:lnTo>
                  <a:close/>
                </a:path>
                <a:path w="7391400" h="4057650">
                  <a:moveTo>
                    <a:pt x="819150" y="657491"/>
                  </a:moveTo>
                  <a:lnTo>
                    <a:pt x="818692" y="656374"/>
                  </a:lnTo>
                  <a:lnTo>
                    <a:pt x="816825" y="654507"/>
                  </a:lnTo>
                  <a:lnTo>
                    <a:pt x="815708" y="654037"/>
                  </a:lnTo>
                  <a:lnTo>
                    <a:pt x="813079" y="654037"/>
                  </a:lnTo>
                  <a:lnTo>
                    <a:pt x="811961" y="654507"/>
                  </a:lnTo>
                  <a:lnTo>
                    <a:pt x="810094" y="656374"/>
                  </a:lnTo>
                  <a:lnTo>
                    <a:pt x="809625" y="657491"/>
                  </a:lnTo>
                  <a:lnTo>
                    <a:pt x="809625" y="660120"/>
                  </a:lnTo>
                  <a:lnTo>
                    <a:pt x="810094" y="661238"/>
                  </a:lnTo>
                  <a:lnTo>
                    <a:pt x="811961" y="663105"/>
                  </a:lnTo>
                  <a:lnTo>
                    <a:pt x="813079" y="663562"/>
                  </a:lnTo>
                  <a:lnTo>
                    <a:pt x="815708" y="663562"/>
                  </a:lnTo>
                  <a:lnTo>
                    <a:pt x="816825" y="663105"/>
                  </a:lnTo>
                  <a:lnTo>
                    <a:pt x="818692" y="661238"/>
                  </a:lnTo>
                  <a:lnTo>
                    <a:pt x="819150" y="660120"/>
                  </a:lnTo>
                  <a:lnTo>
                    <a:pt x="819150" y="657491"/>
                  </a:lnTo>
                  <a:close/>
                </a:path>
                <a:path w="7391400" h="4057650">
                  <a:moveTo>
                    <a:pt x="866775" y="4046804"/>
                  </a:moveTo>
                  <a:lnTo>
                    <a:pt x="866317" y="4045686"/>
                  </a:lnTo>
                  <a:lnTo>
                    <a:pt x="864450" y="4043819"/>
                  </a:lnTo>
                  <a:lnTo>
                    <a:pt x="863333" y="4043349"/>
                  </a:lnTo>
                  <a:lnTo>
                    <a:pt x="860704" y="4043349"/>
                  </a:lnTo>
                  <a:lnTo>
                    <a:pt x="859586" y="4043819"/>
                  </a:lnTo>
                  <a:lnTo>
                    <a:pt x="857719" y="4045686"/>
                  </a:lnTo>
                  <a:lnTo>
                    <a:pt x="857250" y="4046804"/>
                  </a:lnTo>
                  <a:lnTo>
                    <a:pt x="857250" y="4049433"/>
                  </a:lnTo>
                  <a:lnTo>
                    <a:pt x="857719" y="4050550"/>
                  </a:lnTo>
                  <a:lnTo>
                    <a:pt x="859586" y="4052417"/>
                  </a:lnTo>
                  <a:lnTo>
                    <a:pt x="860704" y="4052874"/>
                  </a:lnTo>
                  <a:lnTo>
                    <a:pt x="863333" y="4052874"/>
                  </a:lnTo>
                  <a:lnTo>
                    <a:pt x="864450" y="4052417"/>
                  </a:lnTo>
                  <a:lnTo>
                    <a:pt x="866317" y="4050550"/>
                  </a:lnTo>
                  <a:lnTo>
                    <a:pt x="866775" y="4049433"/>
                  </a:lnTo>
                  <a:lnTo>
                    <a:pt x="866775" y="4046804"/>
                  </a:lnTo>
                  <a:close/>
                </a:path>
                <a:path w="7391400" h="4057650">
                  <a:moveTo>
                    <a:pt x="866775" y="2917037"/>
                  </a:moveTo>
                  <a:lnTo>
                    <a:pt x="866317" y="2915907"/>
                  </a:lnTo>
                  <a:lnTo>
                    <a:pt x="864450" y="2914053"/>
                  </a:lnTo>
                  <a:lnTo>
                    <a:pt x="863333" y="2913583"/>
                  </a:lnTo>
                  <a:lnTo>
                    <a:pt x="860704" y="2913583"/>
                  </a:lnTo>
                  <a:lnTo>
                    <a:pt x="859586" y="2914053"/>
                  </a:lnTo>
                  <a:lnTo>
                    <a:pt x="857719" y="2915907"/>
                  </a:lnTo>
                  <a:lnTo>
                    <a:pt x="857250" y="2917037"/>
                  </a:lnTo>
                  <a:lnTo>
                    <a:pt x="857250" y="2919666"/>
                  </a:lnTo>
                  <a:lnTo>
                    <a:pt x="857719" y="2920784"/>
                  </a:lnTo>
                  <a:lnTo>
                    <a:pt x="859586" y="2922651"/>
                  </a:lnTo>
                  <a:lnTo>
                    <a:pt x="860704" y="2923108"/>
                  </a:lnTo>
                  <a:lnTo>
                    <a:pt x="863333" y="2923108"/>
                  </a:lnTo>
                  <a:lnTo>
                    <a:pt x="864450" y="2922651"/>
                  </a:lnTo>
                  <a:lnTo>
                    <a:pt x="866317" y="2920784"/>
                  </a:lnTo>
                  <a:lnTo>
                    <a:pt x="866775" y="2919666"/>
                  </a:lnTo>
                  <a:lnTo>
                    <a:pt x="866775" y="2917037"/>
                  </a:lnTo>
                  <a:close/>
                </a:path>
                <a:path w="7391400" h="4057650">
                  <a:moveTo>
                    <a:pt x="866775" y="1787258"/>
                  </a:moveTo>
                  <a:lnTo>
                    <a:pt x="866317" y="1786140"/>
                  </a:lnTo>
                  <a:lnTo>
                    <a:pt x="864450" y="1784273"/>
                  </a:lnTo>
                  <a:lnTo>
                    <a:pt x="863333" y="1783816"/>
                  </a:lnTo>
                  <a:lnTo>
                    <a:pt x="860704" y="1783816"/>
                  </a:lnTo>
                  <a:lnTo>
                    <a:pt x="859586" y="1784273"/>
                  </a:lnTo>
                  <a:lnTo>
                    <a:pt x="857719" y="1786140"/>
                  </a:lnTo>
                  <a:lnTo>
                    <a:pt x="857250" y="1787258"/>
                  </a:lnTo>
                  <a:lnTo>
                    <a:pt x="857250" y="1789887"/>
                  </a:lnTo>
                  <a:lnTo>
                    <a:pt x="857719" y="1791017"/>
                  </a:lnTo>
                  <a:lnTo>
                    <a:pt x="859586" y="1792871"/>
                  </a:lnTo>
                  <a:lnTo>
                    <a:pt x="860704" y="1793341"/>
                  </a:lnTo>
                  <a:lnTo>
                    <a:pt x="863333" y="1793341"/>
                  </a:lnTo>
                  <a:lnTo>
                    <a:pt x="864450" y="1792871"/>
                  </a:lnTo>
                  <a:lnTo>
                    <a:pt x="866317" y="1791017"/>
                  </a:lnTo>
                  <a:lnTo>
                    <a:pt x="866775" y="1789887"/>
                  </a:lnTo>
                  <a:lnTo>
                    <a:pt x="866775" y="1787258"/>
                  </a:lnTo>
                  <a:close/>
                </a:path>
                <a:path w="7391400" h="4057650">
                  <a:moveTo>
                    <a:pt x="866775" y="657491"/>
                  </a:moveTo>
                  <a:lnTo>
                    <a:pt x="866317" y="656374"/>
                  </a:lnTo>
                  <a:lnTo>
                    <a:pt x="864450" y="654507"/>
                  </a:lnTo>
                  <a:lnTo>
                    <a:pt x="863333" y="654037"/>
                  </a:lnTo>
                  <a:lnTo>
                    <a:pt x="860704" y="654037"/>
                  </a:lnTo>
                  <a:lnTo>
                    <a:pt x="859586" y="654507"/>
                  </a:lnTo>
                  <a:lnTo>
                    <a:pt x="857719" y="656374"/>
                  </a:lnTo>
                  <a:lnTo>
                    <a:pt x="857250" y="657491"/>
                  </a:lnTo>
                  <a:lnTo>
                    <a:pt x="857250" y="660120"/>
                  </a:lnTo>
                  <a:lnTo>
                    <a:pt x="857719" y="661238"/>
                  </a:lnTo>
                  <a:lnTo>
                    <a:pt x="859586" y="663105"/>
                  </a:lnTo>
                  <a:lnTo>
                    <a:pt x="860704" y="663562"/>
                  </a:lnTo>
                  <a:lnTo>
                    <a:pt x="863333" y="663562"/>
                  </a:lnTo>
                  <a:lnTo>
                    <a:pt x="864450" y="663105"/>
                  </a:lnTo>
                  <a:lnTo>
                    <a:pt x="866317" y="661238"/>
                  </a:lnTo>
                  <a:lnTo>
                    <a:pt x="866775" y="660120"/>
                  </a:lnTo>
                  <a:lnTo>
                    <a:pt x="866775" y="657491"/>
                  </a:lnTo>
                  <a:close/>
                </a:path>
                <a:path w="7391400" h="4057650">
                  <a:moveTo>
                    <a:pt x="914400" y="4046804"/>
                  </a:moveTo>
                  <a:lnTo>
                    <a:pt x="913942" y="4045686"/>
                  </a:lnTo>
                  <a:lnTo>
                    <a:pt x="912075" y="4043819"/>
                  </a:lnTo>
                  <a:lnTo>
                    <a:pt x="910958" y="4043349"/>
                  </a:lnTo>
                  <a:lnTo>
                    <a:pt x="908329" y="4043349"/>
                  </a:lnTo>
                  <a:lnTo>
                    <a:pt x="907211" y="4043819"/>
                  </a:lnTo>
                  <a:lnTo>
                    <a:pt x="905344" y="4045686"/>
                  </a:lnTo>
                  <a:lnTo>
                    <a:pt x="904875" y="4046804"/>
                  </a:lnTo>
                  <a:lnTo>
                    <a:pt x="904875" y="4049433"/>
                  </a:lnTo>
                  <a:lnTo>
                    <a:pt x="905344" y="4050550"/>
                  </a:lnTo>
                  <a:lnTo>
                    <a:pt x="907211" y="4052417"/>
                  </a:lnTo>
                  <a:lnTo>
                    <a:pt x="908329" y="4052874"/>
                  </a:lnTo>
                  <a:lnTo>
                    <a:pt x="910958" y="4052874"/>
                  </a:lnTo>
                  <a:lnTo>
                    <a:pt x="912075" y="4052417"/>
                  </a:lnTo>
                  <a:lnTo>
                    <a:pt x="913942" y="4050550"/>
                  </a:lnTo>
                  <a:lnTo>
                    <a:pt x="914400" y="4049433"/>
                  </a:lnTo>
                  <a:lnTo>
                    <a:pt x="914400" y="4046804"/>
                  </a:lnTo>
                  <a:close/>
                </a:path>
                <a:path w="7391400" h="4057650">
                  <a:moveTo>
                    <a:pt x="914400" y="2917037"/>
                  </a:moveTo>
                  <a:lnTo>
                    <a:pt x="913942" y="2915907"/>
                  </a:lnTo>
                  <a:lnTo>
                    <a:pt x="912075" y="2914053"/>
                  </a:lnTo>
                  <a:lnTo>
                    <a:pt x="910958" y="2913583"/>
                  </a:lnTo>
                  <a:lnTo>
                    <a:pt x="908329" y="2913583"/>
                  </a:lnTo>
                  <a:lnTo>
                    <a:pt x="907211" y="2914053"/>
                  </a:lnTo>
                  <a:lnTo>
                    <a:pt x="905344" y="2915907"/>
                  </a:lnTo>
                  <a:lnTo>
                    <a:pt x="904875" y="2917037"/>
                  </a:lnTo>
                  <a:lnTo>
                    <a:pt x="904875" y="2919666"/>
                  </a:lnTo>
                  <a:lnTo>
                    <a:pt x="905344" y="2920784"/>
                  </a:lnTo>
                  <a:lnTo>
                    <a:pt x="907211" y="2922651"/>
                  </a:lnTo>
                  <a:lnTo>
                    <a:pt x="908329" y="2923108"/>
                  </a:lnTo>
                  <a:lnTo>
                    <a:pt x="910958" y="2923108"/>
                  </a:lnTo>
                  <a:lnTo>
                    <a:pt x="912075" y="2922651"/>
                  </a:lnTo>
                  <a:lnTo>
                    <a:pt x="913942" y="2920784"/>
                  </a:lnTo>
                  <a:lnTo>
                    <a:pt x="914400" y="2919666"/>
                  </a:lnTo>
                  <a:lnTo>
                    <a:pt x="914400" y="2917037"/>
                  </a:lnTo>
                  <a:close/>
                </a:path>
                <a:path w="7391400" h="4057650">
                  <a:moveTo>
                    <a:pt x="914400" y="1787258"/>
                  </a:moveTo>
                  <a:lnTo>
                    <a:pt x="913942" y="1786140"/>
                  </a:lnTo>
                  <a:lnTo>
                    <a:pt x="912075" y="1784273"/>
                  </a:lnTo>
                  <a:lnTo>
                    <a:pt x="910958" y="1783816"/>
                  </a:lnTo>
                  <a:lnTo>
                    <a:pt x="908329" y="1783816"/>
                  </a:lnTo>
                  <a:lnTo>
                    <a:pt x="907211" y="1784273"/>
                  </a:lnTo>
                  <a:lnTo>
                    <a:pt x="905344" y="1786140"/>
                  </a:lnTo>
                  <a:lnTo>
                    <a:pt x="904875" y="1787258"/>
                  </a:lnTo>
                  <a:lnTo>
                    <a:pt x="904875" y="1789887"/>
                  </a:lnTo>
                  <a:lnTo>
                    <a:pt x="905344" y="1791017"/>
                  </a:lnTo>
                  <a:lnTo>
                    <a:pt x="907211" y="1792871"/>
                  </a:lnTo>
                  <a:lnTo>
                    <a:pt x="908329" y="1793341"/>
                  </a:lnTo>
                  <a:lnTo>
                    <a:pt x="910958" y="1793341"/>
                  </a:lnTo>
                  <a:lnTo>
                    <a:pt x="912075" y="1792871"/>
                  </a:lnTo>
                  <a:lnTo>
                    <a:pt x="913942" y="1791017"/>
                  </a:lnTo>
                  <a:lnTo>
                    <a:pt x="914400" y="1789887"/>
                  </a:lnTo>
                  <a:lnTo>
                    <a:pt x="914400" y="1787258"/>
                  </a:lnTo>
                  <a:close/>
                </a:path>
                <a:path w="7391400" h="4057650">
                  <a:moveTo>
                    <a:pt x="914400" y="657491"/>
                  </a:moveTo>
                  <a:lnTo>
                    <a:pt x="913942" y="656374"/>
                  </a:lnTo>
                  <a:lnTo>
                    <a:pt x="912075" y="654507"/>
                  </a:lnTo>
                  <a:lnTo>
                    <a:pt x="910958" y="654037"/>
                  </a:lnTo>
                  <a:lnTo>
                    <a:pt x="908329" y="654037"/>
                  </a:lnTo>
                  <a:lnTo>
                    <a:pt x="907211" y="654507"/>
                  </a:lnTo>
                  <a:lnTo>
                    <a:pt x="905344" y="656374"/>
                  </a:lnTo>
                  <a:lnTo>
                    <a:pt x="904875" y="657491"/>
                  </a:lnTo>
                  <a:lnTo>
                    <a:pt x="904875" y="660120"/>
                  </a:lnTo>
                  <a:lnTo>
                    <a:pt x="905344" y="661238"/>
                  </a:lnTo>
                  <a:lnTo>
                    <a:pt x="907211" y="663105"/>
                  </a:lnTo>
                  <a:lnTo>
                    <a:pt x="908329" y="663562"/>
                  </a:lnTo>
                  <a:lnTo>
                    <a:pt x="910958" y="663562"/>
                  </a:lnTo>
                  <a:lnTo>
                    <a:pt x="912075" y="663105"/>
                  </a:lnTo>
                  <a:lnTo>
                    <a:pt x="913942" y="661238"/>
                  </a:lnTo>
                  <a:lnTo>
                    <a:pt x="914400" y="660120"/>
                  </a:lnTo>
                  <a:lnTo>
                    <a:pt x="914400" y="657491"/>
                  </a:lnTo>
                  <a:close/>
                </a:path>
                <a:path w="7391400" h="4057650">
                  <a:moveTo>
                    <a:pt x="962025" y="4046804"/>
                  </a:moveTo>
                  <a:lnTo>
                    <a:pt x="961567" y="4045686"/>
                  </a:lnTo>
                  <a:lnTo>
                    <a:pt x="959700" y="4043819"/>
                  </a:lnTo>
                  <a:lnTo>
                    <a:pt x="958583" y="4043349"/>
                  </a:lnTo>
                  <a:lnTo>
                    <a:pt x="955954" y="4043349"/>
                  </a:lnTo>
                  <a:lnTo>
                    <a:pt x="954836" y="4043819"/>
                  </a:lnTo>
                  <a:lnTo>
                    <a:pt x="952969" y="4045686"/>
                  </a:lnTo>
                  <a:lnTo>
                    <a:pt x="952500" y="4046804"/>
                  </a:lnTo>
                  <a:lnTo>
                    <a:pt x="952500" y="4049433"/>
                  </a:lnTo>
                  <a:lnTo>
                    <a:pt x="952969" y="4050550"/>
                  </a:lnTo>
                  <a:lnTo>
                    <a:pt x="954836" y="4052417"/>
                  </a:lnTo>
                  <a:lnTo>
                    <a:pt x="955954" y="4052874"/>
                  </a:lnTo>
                  <a:lnTo>
                    <a:pt x="958583" y="4052874"/>
                  </a:lnTo>
                  <a:lnTo>
                    <a:pt x="959700" y="4052417"/>
                  </a:lnTo>
                  <a:lnTo>
                    <a:pt x="961567" y="4050550"/>
                  </a:lnTo>
                  <a:lnTo>
                    <a:pt x="962025" y="4049433"/>
                  </a:lnTo>
                  <a:lnTo>
                    <a:pt x="962025" y="4046804"/>
                  </a:lnTo>
                  <a:close/>
                </a:path>
                <a:path w="7391400" h="4057650">
                  <a:moveTo>
                    <a:pt x="962025" y="2917037"/>
                  </a:moveTo>
                  <a:lnTo>
                    <a:pt x="961567" y="2915907"/>
                  </a:lnTo>
                  <a:lnTo>
                    <a:pt x="959700" y="2914053"/>
                  </a:lnTo>
                  <a:lnTo>
                    <a:pt x="958583" y="2913583"/>
                  </a:lnTo>
                  <a:lnTo>
                    <a:pt x="955954" y="2913583"/>
                  </a:lnTo>
                  <a:lnTo>
                    <a:pt x="954836" y="2914053"/>
                  </a:lnTo>
                  <a:lnTo>
                    <a:pt x="952969" y="2915907"/>
                  </a:lnTo>
                  <a:lnTo>
                    <a:pt x="952500" y="2917037"/>
                  </a:lnTo>
                  <a:lnTo>
                    <a:pt x="952500" y="2919666"/>
                  </a:lnTo>
                  <a:lnTo>
                    <a:pt x="952969" y="2920784"/>
                  </a:lnTo>
                  <a:lnTo>
                    <a:pt x="954836" y="2922651"/>
                  </a:lnTo>
                  <a:lnTo>
                    <a:pt x="955954" y="2923108"/>
                  </a:lnTo>
                  <a:lnTo>
                    <a:pt x="958583" y="2923108"/>
                  </a:lnTo>
                  <a:lnTo>
                    <a:pt x="959700" y="2922651"/>
                  </a:lnTo>
                  <a:lnTo>
                    <a:pt x="961567" y="2920784"/>
                  </a:lnTo>
                  <a:lnTo>
                    <a:pt x="962025" y="2919666"/>
                  </a:lnTo>
                  <a:lnTo>
                    <a:pt x="962025" y="2917037"/>
                  </a:lnTo>
                  <a:close/>
                </a:path>
                <a:path w="7391400" h="4057650">
                  <a:moveTo>
                    <a:pt x="962025" y="1787258"/>
                  </a:moveTo>
                  <a:lnTo>
                    <a:pt x="961567" y="1786140"/>
                  </a:lnTo>
                  <a:lnTo>
                    <a:pt x="959700" y="1784273"/>
                  </a:lnTo>
                  <a:lnTo>
                    <a:pt x="958583" y="1783816"/>
                  </a:lnTo>
                  <a:lnTo>
                    <a:pt x="955954" y="1783816"/>
                  </a:lnTo>
                  <a:lnTo>
                    <a:pt x="954836" y="1784273"/>
                  </a:lnTo>
                  <a:lnTo>
                    <a:pt x="952969" y="1786140"/>
                  </a:lnTo>
                  <a:lnTo>
                    <a:pt x="952500" y="1787258"/>
                  </a:lnTo>
                  <a:lnTo>
                    <a:pt x="952500" y="1789887"/>
                  </a:lnTo>
                  <a:lnTo>
                    <a:pt x="952969" y="1791017"/>
                  </a:lnTo>
                  <a:lnTo>
                    <a:pt x="954836" y="1792871"/>
                  </a:lnTo>
                  <a:lnTo>
                    <a:pt x="955954" y="1793341"/>
                  </a:lnTo>
                  <a:lnTo>
                    <a:pt x="958583" y="1793341"/>
                  </a:lnTo>
                  <a:lnTo>
                    <a:pt x="959700" y="1792871"/>
                  </a:lnTo>
                  <a:lnTo>
                    <a:pt x="961567" y="1791017"/>
                  </a:lnTo>
                  <a:lnTo>
                    <a:pt x="962025" y="1789887"/>
                  </a:lnTo>
                  <a:lnTo>
                    <a:pt x="962025" y="1787258"/>
                  </a:lnTo>
                  <a:close/>
                </a:path>
                <a:path w="7391400" h="4057650">
                  <a:moveTo>
                    <a:pt x="962025" y="657491"/>
                  </a:moveTo>
                  <a:lnTo>
                    <a:pt x="961567" y="656374"/>
                  </a:lnTo>
                  <a:lnTo>
                    <a:pt x="959700" y="654507"/>
                  </a:lnTo>
                  <a:lnTo>
                    <a:pt x="958583" y="654037"/>
                  </a:lnTo>
                  <a:lnTo>
                    <a:pt x="955954" y="654037"/>
                  </a:lnTo>
                  <a:lnTo>
                    <a:pt x="954836" y="654507"/>
                  </a:lnTo>
                  <a:lnTo>
                    <a:pt x="952969" y="656374"/>
                  </a:lnTo>
                  <a:lnTo>
                    <a:pt x="952500" y="657491"/>
                  </a:lnTo>
                  <a:lnTo>
                    <a:pt x="952500" y="660120"/>
                  </a:lnTo>
                  <a:lnTo>
                    <a:pt x="952969" y="661238"/>
                  </a:lnTo>
                  <a:lnTo>
                    <a:pt x="954836" y="663105"/>
                  </a:lnTo>
                  <a:lnTo>
                    <a:pt x="955954" y="663562"/>
                  </a:lnTo>
                  <a:lnTo>
                    <a:pt x="958583" y="663562"/>
                  </a:lnTo>
                  <a:lnTo>
                    <a:pt x="959700" y="663105"/>
                  </a:lnTo>
                  <a:lnTo>
                    <a:pt x="961567" y="661238"/>
                  </a:lnTo>
                  <a:lnTo>
                    <a:pt x="962025" y="660120"/>
                  </a:lnTo>
                  <a:lnTo>
                    <a:pt x="962025" y="657491"/>
                  </a:lnTo>
                  <a:close/>
                </a:path>
                <a:path w="7391400" h="4057650">
                  <a:moveTo>
                    <a:pt x="1009650" y="4046804"/>
                  </a:moveTo>
                  <a:lnTo>
                    <a:pt x="1009192" y="4045686"/>
                  </a:lnTo>
                  <a:lnTo>
                    <a:pt x="1007325" y="4043819"/>
                  </a:lnTo>
                  <a:lnTo>
                    <a:pt x="1006208" y="4043349"/>
                  </a:lnTo>
                  <a:lnTo>
                    <a:pt x="1003579" y="4043349"/>
                  </a:lnTo>
                  <a:lnTo>
                    <a:pt x="1002461" y="4043819"/>
                  </a:lnTo>
                  <a:lnTo>
                    <a:pt x="1000594" y="4045686"/>
                  </a:lnTo>
                  <a:lnTo>
                    <a:pt x="1000125" y="4046804"/>
                  </a:lnTo>
                  <a:lnTo>
                    <a:pt x="1000125" y="4049433"/>
                  </a:lnTo>
                  <a:lnTo>
                    <a:pt x="1000594" y="4050550"/>
                  </a:lnTo>
                  <a:lnTo>
                    <a:pt x="1002461" y="4052417"/>
                  </a:lnTo>
                  <a:lnTo>
                    <a:pt x="1003579" y="4052874"/>
                  </a:lnTo>
                  <a:lnTo>
                    <a:pt x="1006208" y="4052874"/>
                  </a:lnTo>
                  <a:lnTo>
                    <a:pt x="1007325" y="4052417"/>
                  </a:lnTo>
                  <a:lnTo>
                    <a:pt x="1009192" y="4050550"/>
                  </a:lnTo>
                  <a:lnTo>
                    <a:pt x="1009650" y="4049433"/>
                  </a:lnTo>
                  <a:lnTo>
                    <a:pt x="1009650" y="4046804"/>
                  </a:lnTo>
                  <a:close/>
                </a:path>
                <a:path w="7391400" h="4057650">
                  <a:moveTo>
                    <a:pt x="1009650" y="2917037"/>
                  </a:moveTo>
                  <a:lnTo>
                    <a:pt x="1009192" y="2915907"/>
                  </a:lnTo>
                  <a:lnTo>
                    <a:pt x="1007325" y="2914053"/>
                  </a:lnTo>
                  <a:lnTo>
                    <a:pt x="1006208" y="2913583"/>
                  </a:lnTo>
                  <a:lnTo>
                    <a:pt x="1003579" y="2913583"/>
                  </a:lnTo>
                  <a:lnTo>
                    <a:pt x="1002461" y="2914053"/>
                  </a:lnTo>
                  <a:lnTo>
                    <a:pt x="1000594" y="2915907"/>
                  </a:lnTo>
                  <a:lnTo>
                    <a:pt x="1000125" y="2917037"/>
                  </a:lnTo>
                  <a:lnTo>
                    <a:pt x="1000125" y="2919666"/>
                  </a:lnTo>
                  <a:lnTo>
                    <a:pt x="1000594" y="2920784"/>
                  </a:lnTo>
                  <a:lnTo>
                    <a:pt x="1002461" y="2922651"/>
                  </a:lnTo>
                  <a:lnTo>
                    <a:pt x="1003579" y="2923108"/>
                  </a:lnTo>
                  <a:lnTo>
                    <a:pt x="1006208" y="2923108"/>
                  </a:lnTo>
                  <a:lnTo>
                    <a:pt x="1007325" y="2922651"/>
                  </a:lnTo>
                  <a:lnTo>
                    <a:pt x="1009192" y="2920784"/>
                  </a:lnTo>
                  <a:lnTo>
                    <a:pt x="1009650" y="2919666"/>
                  </a:lnTo>
                  <a:lnTo>
                    <a:pt x="1009650" y="2917037"/>
                  </a:lnTo>
                  <a:close/>
                </a:path>
                <a:path w="7391400" h="4057650">
                  <a:moveTo>
                    <a:pt x="1009650" y="1787258"/>
                  </a:moveTo>
                  <a:lnTo>
                    <a:pt x="1009192" y="1786140"/>
                  </a:lnTo>
                  <a:lnTo>
                    <a:pt x="1007325" y="1784273"/>
                  </a:lnTo>
                  <a:lnTo>
                    <a:pt x="1006208" y="1783816"/>
                  </a:lnTo>
                  <a:lnTo>
                    <a:pt x="1003579" y="1783816"/>
                  </a:lnTo>
                  <a:lnTo>
                    <a:pt x="1002461" y="1784273"/>
                  </a:lnTo>
                  <a:lnTo>
                    <a:pt x="1000594" y="1786140"/>
                  </a:lnTo>
                  <a:lnTo>
                    <a:pt x="1000125" y="1787258"/>
                  </a:lnTo>
                  <a:lnTo>
                    <a:pt x="1000125" y="1789887"/>
                  </a:lnTo>
                  <a:lnTo>
                    <a:pt x="1000594" y="1791017"/>
                  </a:lnTo>
                  <a:lnTo>
                    <a:pt x="1002461" y="1792871"/>
                  </a:lnTo>
                  <a:lnTo>
                    <a:pt x="1003579" y="1793341"/>
                  </a:lnTo>
                  <a:lnTo>
                    <a:pt x="1006208" y="1793341"/>
                  </a:lnTo>
                  <a:lnTo>
                    <a:pt x="1007325" y="1792871"/>
                  </a:lnTo>
                  <a:lnTo>
                    <a:pt x="1009192" y="1791017"/>
                  </a:lnTo>
                  <a:lnTo>
                    <a:pt x="1009650" y="1789887"/>
                  </a:lnTo>
                  <a:lnTo>
                    <a:pt x="1009650" y="1787258"/>
                  </a:lnTo>
                  <a:close/>
                </a:path>
                <a:path w="7391400" h="4057650">
                  <a:moveTo>
                    <a:pt x="1009650" y="657491"/>
                  </a:moveTo>
                  <a:lnTo>
                    <a:pt x="1009192" y="656374"/>
                  </a:lnTo>
                  <a:lnTo>
                    <a:pt x="1007325" y="654507"/>
                  </a:lnTo>
                  <a:lnTo>
                    <a:pt x="1006208" y="654037"/>
                  </a:lnTo>
                  <a:lnTo>
                    <a:pt x="1003579" y="654037"/>
                  </a:lnTo>
                  <a:lnTo>
                    <a:pt x="1002461" y="654507"/>
                  </a:lnTo>
                  <a:lnTo>
                    <a:pt x="1000594" y="656374"/>
                  </a:lnTo>
                  <a:lnTo>
                    <a:pt x="1000125" y="657491"/>
                  </a:lnTo>
                  <a:lnTo>
                    <a:pt x="1000125" y="660120"/>
                  </a:lnTo>
                  <a:lnTo>
                    <a:pt x="1000594" y="661238"/>
                  </a:lnTo>
                  <a:lnTo>
                    <a:pt x="1002461" y="663105"/>
                  </a:lnTo>
                  <a:lnTo>
                    <a:pt x="1003579" y="663562"/>
                  </a:lnTo>
                  <a:lnTo>
                    <a:pt x="1006208" y="663562"/>
                  </a:lnTo>
                  <a:lnTo>
                    <a:pt x="1007325" y="663105"/>
                  </a:lnTo>
                  <a:lnTo>
                    <a:pt x="1009192" y="661238"/>
                  </a:lnTo>
                  <a:lnTo>
                    <a:pt x="1009650" y="660120"/>
                  </a:lnTo>
                  <a:lnTo>
                    <a:pt x="1009650" y="657491"/>
                  </a:lnTo>
                  <a:close/>
                </a:path>
                <a:path w="7391400" h="4057650">
                  <a:moveTo>
                    <a:pt x="1057275" y="4046804"/>
                  </a:moveTo>
                  <a:lnTo>
                    <a:pt x="1056817" y="4045686"/>
                  </a:lnTo>
                  <a:lnTo>
                    <a:pt x="1054950" y="4043819"/>
                  </a:lnTo>
                  <a:lnTo>
                    <a:pt x="1053833" y="4043349"/>
                  </a:lnTo>
                  <a:lnTo>
                    <a:pt x="1051204" y="4043349"/>
                  </a:lnTo>
                  <a:lnTo>
                    <a:pt x="1050086" y="4043819"/>
                  </a:lnTo>
                  <a:lnTo>
                    <a:pt x="1048219" y="4045686"/>
                  </a:lnTo>
                  <a:lnTo>
                    <a:pt x="1047750" y="4046804"/>
                  </a:lnTo>
                  <a:lnTo>
                    <a:pt x="1047750" y="4049433"/>
                  </a:lnTo>
                  <a:lnTo>
                    <a:pt x="1048219" y="4050550"/>
                  </a:lnTo>
                  <a:lnTo>
                    <a:pt x="1050086" y="4052417"/>
                  </a:lnTo>
                  <a:lnTo>
                    <a:pt x="1051204" y="4052874"/>
                  </a:lnTo>
                  <a:lnTo>
                    <a:pt x="1053833" y="4052874"/>
                  </a:lnTo>
                  <a:lnTo>
                    <a:pt x="1054950" y="4052417"/>
                  </a:lnTo>
                  <a:lnTo>
                    <a:pt x="1056817" y="4050550"/>
                  </a:lnTo>
                  <a:lnTo>
                    <a:pt x="1057275" y="4049433"/>
                  </a:lnTo>
                  <a:lnTo>
                    <a:pt x="1057275" y="4046804"/>
                  </a:lnTo>
                  <a:close/>
                </a:path>
                <a:path w="7391400" h="4057650">
                  <a:moveTo>
                    <a:pt x="1057275" y="2917037"/>
                  </a:moveTo>
                  <a:lnTo>
                    <a:pt x="1056817" y="2915907"/>
                  </a:lnTo>
                  <a:lnTo>
                    <a:pt x="1054950" y="2914053"/>
                  </a:lnTo>
                  <a:lnTo>
                    <a:pt x="1053833" y="2913583"/>
                  </a:lnTo>
                  <a:lnTo>
                    <a:pt x="1051204" y="2913583"/>
                  </a:lnTo>
                  <a:lnTo>
                    <a:pt x="1050086" y="2914053"/>
                  </a:lnTo>
                  <a:lnTo>
                    <a:pt x="1048219" y="2915907"/>
                  </a:lnTo>
                  <a:lnTo>
                    <a:pt x="1047750" y="2917037"/>
                  </a:lnTo>
                  <a:lnTo>
                    <a:pt x="1047750" y="2919666"/>
                  </a:lnTo>
                  <a:lnTo>
                    <a:pt x="1048219" y="2920784"/>
                  </a:lnTo>
                  <a:lnTo>
                    <a:pt x="1050086" y="2922651"/>
                  </a:lnTo>
                  <a:lnTo>
                    <a:pt x="1051204" y="2923108"/>
                  </a:lnTo>
                  <a:lnTo>
                    <a:pt x="1053833" y="2923108"/>
                  </a:lnTo>
                  <a:lnTo>
                    <a:pt x="1054950" y="2922651"/>
                  </a:lnTo>
                  <a:lnTo>
                    <a:pt x="1056817" y="2920784"/>
                  </a:lnTo>
                  <a:lnTo>
                    <a:pt x="1057275" y="2919666"/>
                  </a:lnTo>
                  <a:lnTo>
                    <a:pt x="1057275" y="2917037"/>
                  </a:lnTo>
                  <a:close/>
                </a:path>
                <a:path w="7391400" h="4057650">
                  <a:moveTo>
                    <a:pt x="1057275" y="1787258"/>
                  </a:moveTo>
                  <a:lnTo>
                    <a:pt x="1056817" y="1786140"/>
                  </a:lnTo>
                  <a:lnTo>
                    <a:pt x="1054950" y="1784273"/>
                  </a:lnTo>
                  <a:lnTo>
                    <a:pt x="1053833" y="1783816"/>
                  </a:lnTo>
                  <a:lnTo>
                    <a:pt x="1051204" y="1783816"/>
                  </a:lnTo>
                  <a:lnTo>
                    <a:pt x="1050086" y="1784273"/>
                  </a:lnTo>
                  <a:lnTo>
                    <a:pt x="1048219" y="1786140"/>
                  </a:lnTo>
                  <a:lnTo>
                    <a:pt x="1047750" y="1787258"/>
                  </a:lnTo>
                  <a:lnTo>
                    <a:pt x="1047750" y="1789887"/>
                  </a:lnTo>
                  <a:lnTo>
                    <a:pt x="1048219" y="1791017"/>
                  </a:lnTo>
                  <a:lnTo>
                    <a:pt x="1050086" y="1792871"/>
                  </a:lnTo>
                  <a:lnTo>
                    <a:pt x="1051204" y="1793341"/>
                  </a:lnTo>
                  <a:lnTo>
                    <a:pt x="1053833" y="1793341"/>
                  </a:lnTo>
                  <a:lnTo>
                    <a:pt x="1054950" y="1792871"/>
                  </a:lnTo>
                  <a:lnTo>
                    <a:pt x="1056817" y="1791017"/>
                  </a:lnTo>
                  <a:lnTo>
                    <a:pt x="1057275" y="1789887"/>
                  </a:lnTo>
                  <a:lnTo>
                    <a:pt x="1057275" y="1787258"/>
                  </a:lnTo>
                  <a:close/>
                </a:path>
                <a:path w="7391400" h="4057650">
                  <a:moveTo>
                    <a:pt x="1057275" y="657491"/>
                  </a:moveTo>
                  <a:lnTo>
                    <a:pt x="1056817" y="656374"/>
                  </a:lnTo>
                  <a:lnTo>
                    <a:pt x="1054950" y="654507"/>
                  </a:lnTo>
                  <a:lnTo>
                    <a:pt x="1053833" y="654037"/>
                  </a:lnTo>
                  <a:lnTo>
                    <a:pt x="1051204" y="654037"/>
                  </a:lnTo>
                  <a:lnTo>
                    <a:pt x="1050086" y="654507"/>
                  </a:lnTo>
                  <a:lnTo>
                    <a:pt x="1048219" y="656374"/>
                  </a:lnTo>
                  <a:lnTo>
                    <a:pt x="1047750" y="657491"/>
                  </a:lnTo>
                  <a:lnTo>
                    <a:pt x="1047750" y="660120"/>
                  </a:lnTo>
                  <a:lnTo>
                    <a:pt x="1048219" y="661238"/>
                  </a:lnTo>
                  <a:lnTo>
                    <a:pt x="1050086" y="663105"/>
                  </a:lnTo>
                  <a:lnTo>
                    <a:pt x="1051204" y="663562"/>
                  </a:lnTo>
                  <a:lnTo>
                    <a:pt x="1053833" y="663562"/>
                  </a:lnTo>
                  <a:lnTo>
                    <a:pt x="1054950" y="663105"/>
                  </a:lnTo>
                  <a:lnTo>
                    <a:pt x="1056817" y="661238"/>
                  </a:lnTo>
                  <a:lnTo>
                    <a:pt x="1057275" y="660120"/>
                  </a:lnTo>
                  <a:lnTo>
                    <a:pt x="1057275" y="657491"/>
                  </a:lnTo>
                  <a:close/>
                </a:path>
                <a:path w="7391400" h="4057650">
                  <a:moveTo>
                    <a:pt x="1104900" y="4046804"/>
                  </a:moveTo>
                  <a:lnTo>
                    <a:pt x="1104442" y="4045686"/>
                  </a:lnTo>
                  <a:lnTo>
                    <a:pt x="1102575" y="4043819"/>
                  </a:lnTo>
                  <a:lnTo>
                    <a:pt x="1101458" y="4043349"/>
                  </a:lnTo>
                  <a:lnTo>
                    <a:pt x="1098829" y="4043349"/>
                  </a:lnTo>
                  <a:lnTo>
                    <a:pt x="1097711" y="4043819"/>
                  </a:lnTo>
                  <a:lnTo>
                    <a:pt x="1095844" y="4045686"/>
                  </a:lnTo>
                  <a:lnTo>
                    <a:pt x="1095375" y="4046804"/>
                  </a:lnTo>
                  <a:lnTo>
                    <a:pt x="1095375" y="4049433"/>
                  </a:lnTo>
                  <a:lnTo>
                    <a:pt x="1095844" y="4050550"/>
                  </a:lnTo>
                  <a:lnTo>
                    <a:pt x="1097711" y="4052417"/>
                  </a:lnTo>
                  <a:lnTo>
                    <a:pt x="1098829" y="4052874"/>
                  </a:lnTo>
                  <a:lnTo>
                    <a:pt x="1101458" y="4052874"/>
                  </a:lnTo>
                  <a:lnTo>
                    <a:pt x="1102575" y="4052417"/>
                  </a:lnTo>
                  <a:lnTo>
                    <a:pt x="1104442" y="4050550"/>
                  </a:lnTo>
                  <a:lnTo>
                    <a:pt x="1104900" y="4049433"/>
                  </a:lnTo>
                  <a:lnTo>
                    <a:pt x="1104900" y="4046804"/>
                  </a:lnTo>
                  <a:close/>
                </a:path>
                <a:path w="7391400" h="4057650">
                  <a:moveTo>
                    <a:pt x="1104900" y="2917037"/>
                  </a:moveTo>
                  <a:lnTo>
                    <a:pt x="1104442" y="2915907"/>
                  </a:lnTo>
                  <a:lnTo>
                    <a:pt x="1102575" y="2914053"/>
                  </a:lnTo>
                  <a:lnTo>
                    <a:pt x="1101458" y="2913583"/>
                  </a:lnTo>
                  <a:lnTo>
                    <a:pt x="1098829" y="2913583"/>
                  </a:lnTo>
                  <a:lnTo>
                    <a:pt x="1097711" y="2914053"/>
                  </a:lnTo>
                  <a:lnTo>
                    <a:pt x="1095844" y="2915907"/>
                  </a:lnTo>
                  <a:lnTo>
                    <a:pt x="1095375" y="2917037"/>
                  </a:lnTo>
                  <a:lnTo>
                    <a:pt x="1095375" y="2919666"/>
                  </a:lnTo>
                  <a:lnTo>
                    <a:pt x="1095844" y="2920784"/>
                  </a:lnTo>
                  <a:lnTo>
                    <a:pt x="1097711" y="2922651"/>
                  </a:lnTo>
                  <a:lnTo>
                    <a:pt x="1098829" y="2923108"/>
                  </a:lnTo>
                  <a:lnTo>
                    <a:pt x="1101458" y="2923108"/>
                  </a:lnTo>
                  <a:lnTo>
                    <a:pt x="1102575" y="2922651"/>
                  </a:lnTo>
                  <a:lnTo>
                    <a:pt x="1104442" y="2920784"/>
                  </a:lnTo>
                  <a:lnTo>
                    <a:pt x="1104900" y="2919666"/>
                  </a:lnTo>
                  <a:lnTo>
                    <a:pt x="1104900" y="2917037"/>
                  </a:lnTo>
                  <a:close/>
                </a:path>
                <a:path w="7391400" h="4057650">
                  <a:moveTo>
                    <a:pt x="1104900" y="1787258"/>
                  </a:moveTo>
                  <a:lnTo>
                    <a:pt x="1104442" y="1786140"/>
                  </a:lnTo>
                  <a:lnTo>
                    <a:pt x="1102575" y="1784273"/>
                  </a:lnTo>
                  <a:lnTo>
                    <a:pt x="1101458" y="1783816"/>
                  </a:lnTo>
                  <a:lnTo>
                    <a:pt x="1098829" y="1783816"/>
                  </a:lnTo>
                  <a:lnTo>
                    <a:pt x="1097711" y="1784273"/>
                  </a:lnTo>
                  <a:lnTo>
                    <a:pt x="1095844" y="1786140"/>
                  </a:lnTo>
                  <a:lnTo>
                    <a:pt x="1095375" y="1787258"/>
                  </a:lnTo>
                  <a:lnTo>
                    <a:pt x="1095375" y="1789887"/>
                  </a:lnTo>
                  <a:lnTo>
                    <a:pt x="1095844" y="1791017"/>
                  </a:lnTo>
                  <a:lnTo>
                    <a:pt x="1097711" y="1792871"/>
                  </a:lnTo>
                  <a:lnTo>
                    <a:pt x="1098829" y="1793341"/>
                  </a:lnTo>
                  <a:lnTo>
                    <a:pt x="1101458" y="1793341"/>
                  </a:lnTo>
                  <a:lnTo>
                    <a:pt x="1102575" y="1792871"/>
                  </a:lnTo>
                  <a:lnTo>
                    <a:pt x="1104442" y="1791017"/>
                  </a:lnTo>
                  <a:lnTo>
                    <a:pt x="1104900" y="1789887"/>
                  </a:lnTo>
                  <a:lnTo>
                    <a:pt x="1104900" y="1787258"/>
                  </a:lnTo>
                  <a:close/>
                </a:path>
                <a:path w="7391400" h="4057650">
                  <a:moveTo>
                    <a:pt x="1104900" y="657491"/>
                  </a:moveTo>
                  <a:lnTo>
                    <a:pt x="1104442" y="656374"/>
                  </a:lnTo>
                  <a:lnTo>
                    <a:pt x="1102575" y="654507"/>
                  </a:lnTo>
                  <a:lnTo>
                    <a:pt x="1101458" y="654037"/>
                  </a:lnTo>
                  <a:lnTo>
                    <a:pt x="1098829" y="654037"/>
                  </a:lnTo>
                  <a:lnTo>
                    <a:pt x="1097711" y="654507"/>
                  </a:lnTo>
                  <a:lnTo>
                    <a:pt x="1095844" y="656374"/>
                  </a:lnTo>
                  <a:lnTo>
                    <a:pt x="1095375" y="657491"/>
                  </a:lnTo>
                  <a:lnTo>
                    <a:pt x="1095375" y="660120"/>
                  </a:lnTo>
                  <a:lnTo>
                    <a:pt x="1095844" y="661238"/>
                  </a:lnTo>
                  <a:lnTo>
                    <a:pt x="1097711" y="663105"/>
                  </a:lnTo>
                  <a:lnTo>
                    <a:pt x="1098829" y="663562"/>
                  </a:lnTo>
                  <a:lnTo>
                    <a:pt x="1101458" y="663562"/>
                  </a:lnTo>
                  <a:lnTo>
                    <a:pt x="1102575" y="663105"/>
                  </a:lnTo>
                  <a:lnTo>
                    <a:pt x="1104442" y="661238"/>
                  </a:lnTo>
                  <a:lnTo>
                    <a:pt x="1104900" y="660120"/>
                  </a:lnTo>
                  <a:lnTo>
                    <a:pt x="1104900" y="657491"/>
                  </a:lnTo>
                  <a:close/>
                </a:path>
                <a:path w="7391400" h="4057650">
                  <a:moveTo>
                    <a:pt x="1152525" y="4046804"/>
                  </a:moveTo>
                  <a:lnTo>
                    <a:pt x="1152067" y="4045686"/>
                  </a:lnTo>
                  <a:lnTo>
                    <a:pt x="1150200" y="4043819"/>
                  </a:lnTo>
                  <a:lnTo>
                    <a:pt x="1149083" y="4043349"/>
                  </a:lnTo>
                  <a:lnTo>
                    <a:pt x="1146454" y="4043349"/>
                  </a:lnTo>
                  <a:lnTo>
                    <a:pt x="1145336" y="4043819"/>
                  </a:lnTo>
                  <a:lnTo>
                    <a:pt x="1143469" y="4045686"/>
                  </a:lnTo>
                  <a:lnTo>
                    <a:pt x="1143000" y="4046804"/>
                  </a:lnTo>
                  <a:lnTo>
                    <a:pt x="1143000" y="4049433"/>
                  </a:lnTo>
                  <a:lnTo>
                    <a:pt x="1143469" y="4050550"/>
                  </a:lnTo>
                  <a:lnTo>
                    <a:pt x="1145336" y="4052417"/>
                  </a:lnTo>
                  <a:lnTo>
                    <a:pt x="1146454" y="4052874"/>
                  </a:lnTo>
                  <a:lnTo>
                    <a:pt x="1149083" y="4052874"/>
                  </a:lnTo>
                  <a:lnTo>
                    <a:pt x="1150200" y="4052417"/>
                  </a:lnTo>
                  <a:lnTo>
                    <a:pt x="1152067" y="4050550"/>
                  </a:lnTo>
                  <a:lnTo>
                    <a:pt x="1152525" y="4049433"/>
                  </a:lnTo>
                  <a:lnTo>
                    <a:pt x="1152525" y="4046804"/>
                  </a:lnTo>
                  <a:close/>
                </a:path>
                <a:path w="7391400" h="4057650">
                  <a:moveTo>
                    <a:pt x="1152525" y="2917037"/>
                  </a:moveTo>
                  <a:lnTo>
                    <a:pt x="1152067" y="2915907"/>
                  </a:lnTo>
                  <a:lnTo>
                    <a:pt x="1150200" y="2914053"/>
                  </a:lnTo>
                  <a:lnTo>
                    <a:pt x="1149083" y="2913583"/>
                  </a:lnTo>
                  <a:lnTo>
                    <a:pt x="1146454" y="2913583"/>
                  </a:lnTo>
                  <a:lnTo>
                    <a:pt x="1145336" y="2914053"/>
                  </a:lnTo>
                  <a:lnTo>
                    <a:pt x="1143469" y="2915907"/>
                  </a:lnTo>
                  <a:lnTo>
                    <a:pt x="1143000" y="2917037"/>
                  </a:lnTo>
                  <a:lnTo>
                    <a:pt x="1143000" y="2919666"/>
                  </a:lnTo>
                  <a:lnTo>
                    <a:pt x="1143469" y="2920784"/>
                  </a:lnTo>
                  <a:lnTo>
                    <a:pt x="1145336" y="2922651"/>
                  </a:lnTo>
                  <a:lnTo>
                    <a:pt x="1146454" y="2923108"/>
                  </a:lnTo>
                  <a:lnTo>
                    <a:pt x="1149083" y="2923108"/>
                  </a:lnTo>
                  <a:lnTo>
                    <a:pt x="1150200" y="2922651"/>
                  </a:lnTo>
                  <a:lnTo>
                    <a:pt x="1152067" y="2920784"/>
                  </a:lnTo>
                  <a:lnTo>
                    <a:pt x="1152525" y="2919666"/>
                  </a:lnTo>
                  <a:lnTo>
                    <a:pt x="1152525" y="2917037"/>
                  </a:lnTo>
                  <a:close/>
                </a:path>
                <a:path w="7391400" h="4057650">
                  <a:moveTo>
                    <a:pt x="1152525" y="1787258"/>
                  </a:moveTo>
                  <a:lnTo>
                    <a:pt x="1152067" y="1786140"/>
                  </a:lnTo>
                  <a:lnTo>
                    <a:pt x="1150200" y="1784273"/>
                  </a:lnTo>
                  <a:lnTo>
                    <a:pt x="1149083" y="1783816"/>
                  </a:lnTo>
                  <a:lnTo>
                    <a:pt x="1146454" y="1783816"/>
                  </a:lnTo>
                  <a:lnTo>
                    <a:pt x="1145336" y="1784273"/>
                  </a:lnTo>
                  <a:lnTo>
                    <a:pt x="1143469" y="1786140"/>
                  </a:lnTo>
                  <a:lnTo>
                    <a:pt x="1143000" y="1787258"/>
                  </a:lnTo>
                  <a:lnTo>
                    <a:pt x="1143000" y="1789887"/>
                  </a:lnTo>
                  <a:lnTo>
                    <a:pt x="1143469" y="1791017"/>
                  </a:lnTo>
                  <a:lnTo>
                    <a:pt x="1145336" y="1792871"/>
                  </a:lnTo>
                  <a:lnTo>
                    <a:pt x="1146454" y="1793341"/>
                  </a:lnTo>
                  <a:lnTo>
                    <a:pt x="1149083" y="1793341"/>
                  </a:lnTo>
                  <a:lnTo>
                    <a:pt x="1150200" y="1792871"/>
                  </a:lnTo>
                  <a:lnTo>
                    <a:pt x="1152067" y="1791017"/>
                  </a:lnTo>
                  <a:lnTo>
                    <a:pt x="1152525" y="1789887"/>
                  </a:lnTo>
                  <a:lnTo>
                    <a:pt x="1152525" y="1787258"/>
                  </a:lnTo>
                  <a:close/>
                </a:path>
                <a:path w="7391400" h="4057650">
                  <a:moveTo>
                    <a:pt x="1152525" y="657491"/>
                  </a:moveTo>
                  <a:lnTo>
                    <a:pt x="1152067" y="656374"/>
                  </a:lnTo>
                  <a:lnTo>
                    <a:pt x="1150200" y="654507"/>
                  </a:lnTo>
                  <a:lnTo>
                    <a:pt x="1149083" y="654037"/>
                  </a:lnTo>
                  <a:lnTo>
                    <a:pt x="1146454" y="654037"/>
                  </a:lnTo>
                  <a:lnTo>
                    <a:pt x="1145336" y="654507"/>
                  </a:lnTo>
                  <a:lnTo>
                    <a:pt x="1143469" y="656374"/>
                  </a:lnTo>
                  <a:lnTo>
                    <a:pt x="1143000" y="657491"/>
                  </a:lnTo>
                  <a:lnTo>
                    <a:pt x="1143000" y="660120"/>
                  </a:lnTo>
                  <a:lnTo>
                    <a:pt x="1143469" y="661238"/>
                  </a:lnTo>
                  <a:lnTo>
                    <a:pt x="1145336" y="663105"/>
                  </a:lnTo>
                  <a:lnTo>
                    <a:pt x="1146454" y="663562"/>
                  </a:lnTo>
                  <a:lnTo>
                    <a:pt x="1149083" y="663562"/>
                  </a:lnTo>
                  <a:lnTo>
                    <a:pt x="1150200" y="663105"/>
                  </a:lnTo>
                  <a:lnTo>
                    <a:pt x="1152067" y="661238"/>
                  </a:lnTo>
                  <a:lnTo>
                    <a:pt x="1152525" y="660120"/>
                  </a:lnTo>
                  <a:lnTo>
                    <a:pt x="1152525" y="657491"/>
                  </a:lnTo>
                  <a:close/>
                </a:path>
                <a:path w="7391400" h="4057650">
                  <a:moveTo>
                    <a:pt x="1200150" y="4046804"/>
                  </a:moveTo>
                  <a:lnTo>
                    <a:pt x="1199692" y="4045686"/>
                  </a:lnTo>
                  <a:lnTo>
                    <a:pt x="1197825" y="4043819"/>
                  </a:lnTo>
                  <a:lnTo>
                    <a:pt x="1196708" y="4043349"/>
                  </a:lnTo>
                  <a:lnTo>
                    <a:pt x="1194079" y="4043349"/>
                  </a:lnTo>
                  <a:lnTo>
                    <a:pt x="1192961" y="4043819"/>
                  </a:lnTo>
                  <a:lnTo>
                    <a:pt x="1191094" y="4045686"/>
                  </a:lnTo>
                  <a:lnTo>
                    <a:pt x="1190625" y="4046804"/>
                  </a:lnTo>
                  <a:lnTo>
                    <a:pt x="1190625" y="4049433"/>
                  </a:lnTo>
                  <a:lnTo>
                    <a:pt x="1191094" y="4050550"/>
                  </a:lnTo>
                  <a:lnTo>
                    <a:pt x="1192961" y="4052417"/>
                  </a:lnTo>
                  <a:lnTo>
                    <a:pt x="1194079" y="4052874"/>
                  </a:lnTo>
                  <a:lnTo>
                    <a:pt x="1196708" y="4052874"/>
                  </a:lnTo>
                  <a:lnTo>
                    <a:pt x="1197825" y="4052417"/>
                  </a:lnTo>
                  <a:lnTo>
                    <a:pt x="1199692" y="4050550"/>
                  </a:lnTo>
                  <a:lnTo>
                    <a:pt x="1200150" y="4049433"/>
                  </a:lnTo>
                  <a:lnTo>
                    <a:pt x="1200150" y="4046804"/>
                  </a:lnTo>
                  <a:close/>
                </a:path>
                <a:path w="7391400" h="4057650">
                  <a:moveTo>
                    <a:pt x="1200150" y="2917037"/>
                  </a:moveTo>
                  <a:lnTo>
                    <a:pt x="1199692" y="2915907"/>
                  </a:lnTo>
                  <a:lnTo>
                    <a:pt x="1197825" y="2914053"/>
                  </a:lnTo>
                  <a:lnTo>
                    <a:pt x="1196708" y="2913583"/>
                  </a:lnTo>
                  <a:lnTo>
                    <a:pt x="1194079" y="2913583"/>
                  </a:lnTo>
                  <a:lnTo>
                    <a:pt x="1192961" y="2914053"/>
                  </a:lnTo>
                  <a:lnTo>
                    <a:pt x="1191094" y="2915907"/>
                  </a:lnTo>
                  <a:lnTo>
                    <a:pt x="1190625" y="2917037"/>
                  </a:lnTo>
                  <a:lnTo>
                    <a:pt x="1190625" y="2919666"/>
                  </a:lnTo>
                  <a:lnTo>
                    <a:pt x="1191094" y="2920784"/>
                  </a:lnTo>
                  <a:lnTo>
                    <a:pt x="1192961" y="2922651"/>
                  </a:lnTo>
                  <a:lnTo>
                    <a:pt x="1194079" y="2923108"/>
                  </a:lnTo>
                  <a:lnTo>
                    <a:pt x="1196708" y="2923108"/>
                  </a:lnTo>
                  <a:lnTo>
                    <a:pt x="1197825" y="2922651"/>
                  </a:lnTo>
                  <a:lnTo>
                    <a:pt x="1199692" y="2920784"/>
                  </a:lnTo>
                  <a:lnTo>
                    <a:pt x="1200150" y="2919666"/>
                  </a:lnTo>
                  <a:lnTo>
                    <a:pt x="1200150" y="2917037"/>
                  </a:lnTo>
                  <a:close/>
                </a:path>
                <a:path w="7391400" h="4057650">
                  <a:moveTo>
                    <a:pt x="1200150" y="1787258"/>
                  </a:moveTo>
                  <a:lnTo>
                    <a:pt x="1199692" y="1786140"/>
                  </a:lnTo>
                  <a:lnTo>
                    <a:pt x="1197825" y="1784273"/>
                  </a:lnTo>
                  <a:lnTo>
                    <a:pt x="1196708" y="1783816"/>
                  </a:lnTo>
                  <a:lnTo>
                    <a:pt x="1194079" y="1783816"/>
                  </a:lnTo>
                  <a:lnTo>
                    <a:pt x="1192961" y="1784273"/>
                  </a:lnTo>
                  <a:lnTo>
                    <a:pt x="1191094" y="1786140"/>
                  </a:lnTo>
                  <a:lnTo>
                    <a:pt x="1190625" y="1787258"/>
                  </a:lnTo>
                  <a:lnTo>
                    <a:pt x="1190625" y="1789887"/>
                  </a:lnTo>
                  <a:lnTo>
                    <a:pt x="1191094" y="1791017"/>
                  </a:lnTo>
                  <a:lnTo>
                    <a:pt x="1192961" y="1792871"/>
                  </a:lnTo>
                  <a:lnTo>
                    <a:pt x="1194079" y="1793341"/>
                  </a:lnTo>
                  <a:lnTo>
                    <a:pt x="1196708" y="1793341"/>
                  </a:lnTo>
                  <a:lnTo>
                    <a:pt x="1197825" y="1792871"/>
                  </a:lnTo>
                  <a:lnTo>
                    <a:pt x="1199692" y="1791017"/>
                  </a:lnTo>
                  <a:lnTo>
                    <a:pt x="1200150" y="1789887"/>
                  </a:lnTo>
                  <a:lnTo>
                    <a:pt x="1200150" y="1787258"/>
                  </a:lnTo>
                  <a:close/>
                </a:path>
                <a:path w="7391400" h="4057650">
                  <a:moveTo>
                    <a:pt x="1200150" y="657491"/>
                  </a:moveTo>
                  <a:lnTo>
                    <a:pt x="1199692" y="656374"/>
                  </a:lnTo>
                  <a:lnTo>
                    <a:pt x="1197825" y="654507"/>
                  </a:lnTo>
                  <a:lnTo>
                    <a:pt x="1196708" y="654037"/>
                  </a:lnTo>
                  <a:lnTo>
                    <a:pt x="1194079" y="654037"/>
                  </a:lnTo>
                  <a:lnTo>
                    <a:pt x="1192961" y="654507"/>
                  </a:lnTo>
                  <a:lnTo>
                    <a:pt x="1191094" y="656374"/>
                  </a:lnTo>
                  <a:lnTo>
                    <a:pt x="1190625" y="657491"/>
                  </a:lnTo>
                  <a:lnTo>
                    <a:pt x="1190625" y="660120"/>
                  </a:lnTo>
                  <a:lnTo>
                    <a:pt x="1191094" y="661238"/>
                  </a:lnTo>
                  <a:lnTo>
                    <a:pt x="1192961" y="663105"/>
                  </a:lnTo>
                  <a:lnTo>
                    <a:pt x="1194079" y="663562"/>
                  </a:lnTo>
                  <a:lnTo>
                    <a:pt x="1196708" y="663562"/>
                  </a:lnTo>
                  <a:lnTo>
                    <a:pt x="1197825" y="663105"/>
                  </a:lnTo>
                  <a:lnTo>
                    <a:pt x="1199692" y="661238"/>
                  </a:lnTo>
                  <a:lnTo>
                    <a:pt x="1200150" y="660120"/>
                  </a:lnTo>
                  <a:lnTo>
                    <a:pt x="1200150" y="657491"/>
                  </a:lnTo>
                  <a:close/>
                </a:path>
                <a:path w="7391400" h="4057650">
                  <a:moveTo>
                    <a:pt x="1247775" y="4046804"/>
                  </a:moveTo>
                  <a:lnTo>
                    <a:pt x="1247317" y="4045686"/>
                  </a:lnTo>
                  <a:lnTo>
                    <a:pt x="1245450" y="4043819"/>
                  </a:lnTo>
                  <a:lnTo>
                    <a:pt x="1244333" y="4043349"/>
                  </a:lnTo>
                  <a:lnTo>
                    <a:pt x="1241704" y="4043349"/>
                  </a:lnTo>
                  <a:lnTo>
                    <a:pt x="1240586" y="4043819"/>
                  </a:lnTo>
                  <a:lnTo>
                    <a:pt x="1238719" y="4045686"/>
                  </a:lnTo>
                  <a:lnTo>
                    <a:pt x="1238250" y="4046804"/>
                  </a:lnTo>
                  <a:lnTo>
                    <a:pt x="1238250" y="4049433"/>
                  </a:lnTo>
                  <a:lnTo>
                    <a:pt x="1238719" y="4050550"/>
                  </a:lnTo>
                  <a:lnTo>
                    <a:pt x="1240586" y="4052417"/>
                  </a:lnTo>
                  <a:lnTo>
                    <a:pt x="1241704" y="4052874"/>
                  </a:lnTo>
                  <a:lnTo>
                    <a:pt x="1244333" y="4052874"/>
                  </a:lnTo>
                  <a:lnTo>
                    <a:pt x="1245450" y="4052417"/>
                  </a:lnTo>
                  <a:lnTo>
                    <a:pt x="1247317" y="4050550"/>
                  </a:lnTo>
                  <a:lnTo>
                    <a:pt x="1247775" y="4049433"/>
                  </a:lnTo>
                  <a:lnTo>
                    <a:pt x="1247775" y="4046804"/>
                  </a:lnTo>
                  <a:close/>
                </a:path>
                <a:path w="7391400" h="4057650">
                  <a:moveTo>
                    <a:pt x="1247775" y="2917037"/>
                  </a:moveTo>
                  <a:lnTo>
                    <a:pt x="1247317" y="2915907"/>
                  </a:lnTo>
                  <a:lnTo>
                    <a:pt x="1245450" y="2914053"/>
                  </a:lnTo>
                  <a:lnTo>
                    <a:pt x="1244333" y="2913583"/>
                  </a:lnTo>
                  <a:lnTo>
                    <a:pt x="1241704" y="2913583"/>
                  </a:lnTo>
                  <a:lnTo>
                    <a:pt x="1240586" y="2914053"/>
                  </a:lnTo>
                  <a:lnTo>
                    <a:pt x="1238719" y="2915907"/>
                  </a:lnTo>
                  <a:lnTo>
                    <a:pt x="1238250" y="2917037"/>
                  </a:lnTo>
                  <a:lnTo>
                    <a:pt x="1238250" y="2919666"/>
                  </a:lnTo>
                  <a:lnTo>
                    <a:pt x="1238719" y="2920784"/>
                  </a:lnTo>
                  <a:lnTo>
                    <a:pt x="1240586" y="2922651"/>
                  </a:lnTo>
                  <a:lnTo>
                    <a:pt x="1241704" y="2923108"/>
                  </a:lnTo>
                  <a:lnTo>
                    <a:pt x="1244333" y="2923108"/>
                  </a:lnTo>
                  <a:lnTo>
                    <a:pt x="1245450" y="2922651"/>
                  </a:lnTo>
                  <a:lnTo>
                    <a:pt x="1247317" y="2920784"/>
                  </a:lnTo>
                  <a:lnTo>
                    <a:pt x="1247775" y="2919666"/>
                  </a:lnTo>
                  <a:lnTo>
                    <a:pt x="1247775" y="2917037"/>
                  </a:lnTo>
                  <a:close/>
                </a:path>
                <a:path w="7391400" h="4057650">
                  <a:moveTo>
                    <a:pt x="1247775" y="1787258"/>
                  </a:moveTo>
                  <a:lnTo>
                    <a:pt x="1247317" y="1786140"/>
                  </a:lnTo>
                  <a:lnTo>
                    <a:pt x="1245450" y="1784273"/>
                  </a:lnTo>
                  <a:lnTo>
                    <a:pt x="1244333" y="1783816"/>
                  </a:lnTo>
                  <a:lnTo>
                    <a:pt x="1241704" y="1783816"/>
                  </a:lnTo>
                  <a:lnTo>
                    <a:pt x="1240586" y="1784273"/>
                  </a:lnTo>
                  <a:lnTo>
                    <a:pt x="1238719" y="1786140"/>
                  </a:lnTo>
                  <a:lnTo>
                    <a:pt x="1238250" y="1787258"/>
                  </a:lnTo>
                  <a:lnTo>
                    <a:pt x="1238250" y="1789887"/>
                  </a:lnTo>
                  <a:lnTo>
                    <a:pt x="1238719" y="1791017"/>
                  </a:lnTo>
                  <a:lnTo>
                    <a:pt x="1240586" y="1792871"/>
                  </a:lnTo>
                  <a:lnTo>
                    <a:pt x="1241704" y="1793341"/>
                  </a:lnTo>
                  <a:lnTo>
                    <a:pt x="1244333" y="1793341"/>
                  </a:lnTo>
                  <a:lnTo>
                    <a:pt x="1245450" y="1792871"/>
                  </a:lnTo>
                  <a:lnTo>
                    <a:pt x="1247317" y="1791017"/>
                  </a:lnTo>
                  <a:lnTo>
                    <a:pt x="1247775" y="1789887"/>
                  </a:lnTo>
                  <a:lnTo>
                    <a:pt x="1247775" y="1787258"/>
                  </a:lnTo>
                  <a:close/>
                </a:path>
                <a:path w="7391400" h="4057650">
                  <a:moveTo>
                    <a:pt x="1247775" y="657491"/>
                  </a:moveTo>
                  <a:lnTo>
                    <a:pt x="1247317" y="656374"/>
                  </a:lnTo>
                  <a:lnTo>
                    <a:pt x="1245450" y="654507"/>
                  </a:lnTo>
                  <a:lnTo>
                    <a:pt x="1244333" y="654037"/>
                  </a:lnTo>
                  <a:lnTo>
                    <a:pt x="1241704" y="654037"/>
                  </a:lnTo>
                  <a:lnTo>
                    <a:pt x="1240586" y="654507"/>
                  </a:lnTo>
                  <a:lnTo>
                    <a:pt x="1238719" y="656374"/>
                  </a:lnTo>
                  <a:lnTo>
                    <a:pt x="1238250" y="657491"/>
                  </a:lnTo>
                  <a:lnTo>
                    <a:pt x="1238250" y="660120"/>
                  </a:lnTo>
                  <a:lnTo>
                    <a:pt x="1238719" y="661238"/>
                  </a:lnTo>
                  <a:lnTo>
                    <a:pt x="1240586" y="663105"/>
                  </a:lnTo>
                  <a:lnTo>
                    <a:pt x="1241704" y="663562"/>
                  </a:lnTo>
                  <a:lnTo>
                    <a:pt x="1244333" y="663562"/>
                  </a:lnTo>
                  <a:lnTo>
                    <a:pt x="1245450" y="663105"/>
                  </a:lnTo>
                  <a:lnTo>
                    <a:pt x="1247317" y="661238"/>
                  </a:lnTo>
                  <a:lnTo>
                    <a:pt x="1247775" y="660120"/>
                  </a:lnTo>
                  <a:lnTo>
                    <a:pt x="1247775" y="657491"/>
                  </a:lnTo>
                  <a:close/>
                </a:path>
                <a:path w="7391400" h="4057650">
                  <a:moveTo>
                    <a:pt x="1295400" y="4046804"/>
                  </a:moveTo>
                  <a:lnTo>
                    <a:pt x="1294942" y="4045686"/>
                  </a:lnTo>
                  <a:lnTo>
                    <a:pt x="1293075" y="4043819"/>
                  </a:lnTo>
                  <a:lnTo>
                    <a:pt x="1291958" y="4043349"/>
                  </a:lnTo>
                  <a:lnTo>
                    <a:pt x="1289329" y="4043349"/>
                  </a:lnTo>
                  <a:lnTo>
                    <a:pt x="1288211" y="4043819"/>
                  </a:lnTo>
                  <a:lnTo>
                    <a:pt x="1286344" y="4045686"/>
                  </a:lnTo>
                  <a:lnTo>
                    <a:pt x="1285875" y="4046804"/>
                  </a:lnTo>
                  <a:lnTo>
                    <a:pt x="1285875" y="4049433"/>
                  </a:lnTo>
                  <a:lnTo>
                    <a:pt x="1286344" y="4050550"/>
                  </a:lnTo>
                  <a:lnTo>
                    <a:pt x="1288211" y="4052417"/>
                  </a:lnTo>
                  <a:lnTo>
                    <a:pt x="1289329" y="4052874"/>
                  </a:lnTo>
                  <a:lnTo>
                    <a:pt x="1291958" y="4052874"/>
                  </a:lnTo>
                  <a:lnTo>
                    <a:pt x="1293075" y="4052417"/>
                  </a:lnTo>
                  <a:lnTo>
                    <a:pt x="1294942" y="4050550"/>
                  </a:lnTo>
                  <a:lnTo>
                    <a:pt x="1295400" y="4049433"/>
                  </a:lnTo>
                  <a:lnTo>
                    <a:pt x="1295400" y="4046804"/>
                  </a:lnTo>
                  <a:close/>
                </a:path>
                <a:path w="7391400" h="4057650">
                  <a:moveTo>
                    <a:pt x="1295400" y="2917037"/>
                  </a:moveTo>
                  <a:lnTo>
                    <a:pt x="1294942" y="2915907"/>
                  </a:lnTo>
                  <a:lnTo>
                    <a:pt x="1293075" y="2914053"/>
                  </a:lnTo>
                  <a:lnTo>
                    <a:pt x="1291958" y="2913583"/>
                  </a:lnTo>
                  <a:lnTo>
                    <a:pt x="1289329" y="2913583"/>
                  </a:lnTo>
                  <a:lnTo>
                    <a:pt x="1288211" y="2914053"/>
                  </a:lnTo>
                  <a:lnTo>
                    <a:pt x="1286344" y="2915907"/>
                  </a:lnTo>
                  <a:lnTo>
                    <a:pt x="1285875" y="2917037"/>
                  </a:lnTo>
                  <a:lnTo>
                    <a:pt x="1285875" y="2919666"/>
                  </a:lnTo>
                  <a:lnTo>
                    <a:pt x="1286344" y="2920784"/>
                  </a:lnTo>
                  <a:lnTo>
                    <a:pt x="1288211" y="2922651"/>
                  </a:lnTo>
                  <a:lnTo>
                    <a:pt x="1289329" y="2923108"/>
                  </a:lnTo>
                  <a:lnTo>
                    <a:pt x="1291958" y="2923108"/>
                  </a:lnTo>
                  <a:lnTo>
                    <a:pt x="1293075" y="2922651"/>
                  </a:lnTo>
                  <a:lnTo>
                    <a:pt x="1294942" y="2920784"/>
                  </a:lnTo>
                  <a:lnTo>
                    <a:pt x="1295400" y="2919666"/>
                  </a:lnTo>
                  <a:lnTo>
                    <a:pt x="1295400" y="2917037"/>
                  </a:lnTo>
                  <a:close/>
                </a:path>
                <a:path w="7391400" h="4057650">
                  <a:moveTo>
                    <a:pt x="1295400" y="1787258"/>
                  </a:moveTo>
                  <a:lnTo>
                    <a:pt x="1294942" y="1786140"/>
                  </a:lnTo>
                  <a:lnTo>
                    <a:pt x="1293075" y="1784273"/>
                  </a:lnTo>
                  <a:lnTo>
                    <a:pt x="1291958" y="1783816"/>
                  </a:lnTo>
                  <a:lnTo>
                    <a:pt x="1289329" y="1783816"/>
                  </a:lnTo>
                  <a:lnTo>
                    <a:pt x="1288211" y="1784273"/>
                  </a:lnTo>
                  <a:lnTo>
                    <a:pt x="1286344" y="1786140"/>
                  </a:lnTo>
                  <a:lnTo>
                    <a:pt x="1285875" y="1787258"/>
                  </a:lnTo>
                  <a:lnTo>
                    <a:pt x="1285875" y="1789887"/>
                  </a:lnTo>
                  <a:lnTo>
                    <a:pt x="1286344" y="1791017"/>
                  </a:lnTo>
                  <a:lnTo>
                    <a:pt x="1288211" y="1792871"/>
                  </a:lnTo>
                  <a:lnTo>
                    <a:pt x="1289329" y="1793341"/>
                  </a:lnTo>
                  <a:lnTo>
                    <a:pt x="1291958" y="1793341"/>
                  </a:lnTo>
                  <a:lnTo>
                    <a:pt x="1293075" y="1792871"/>
                  </a:lnTo>
                  <a:lnTo>
                    <a:pt x="1294942" y="1791017"/>
                  </a:lnTo>
                  <a:lnTo>
                    <a:pt x="1295400" y="1789887"/>
                  </a:lnTo>
                  <a:lnTo>
                    <a:pt x="1295400" y="1787258"/>
                  </a:lnTo>
                  <a:close/>
                </a:path>
                <a:path w="7391400" h="4057650">
                  <a:moveTo>
                    <a:pt x="1295400" y="657491"/>
                  </a:moveTo>
                  <a:lnTo>
                    <a:pt x="1294942" y="656374"/>
                  </a:lnTo>
                  <a:lnTo>
                    <a:pt x="1293075" y="654507"/>
                  </a:lnTo>
                  <a:lnTo>
                    <a:pt x="1291958" y="654037"/>
                  </a:lnTo>
                  <a:lnTo>
                    <a:pt x="1289329" y="654037"/>
                  </a:lnTo>
                  <a:lnTo>
                    <a:pt x="1288211" y="654507"/>
                  </a:lnTo>
                  <a:lnTo>
                    <a:pt x="1286344" y="656374"/>
                  </a:lnTo>
                  <a:lnTo>
                    <a:pt x="1285875" y="657491"/>
                  </a:lnTo>
                  <a:lnTo>
                    <a:pt x="1285875" y="660120"/>
                  </a:lnTo>
                  <a:lnTo>
                    <a:pt x="1286344" y="661238"/>
                  </a:lnTo>
                  <a:lnTo>
                    <a:pt x="1288211" y="663105"/>
                  </a:lnTo>
                  <a:lnTo>
                    <a:pt x="1289329" y="663562"/>
                  </a:lnTo>
                  <a:lnTo>
                    <a:pt x="1291958" y="663562"/>
                  </a:lnTo>
                  <a:lnTo>
                    <a:pt x="1293075" y="663105"/>
                  </a:lnTo>
                  <a:lnTo>
                    <a:pt x="1294942" y="661238"/>
                  </a:lnTo>
                  <a:lnTo>
                    <a:pt x="1295400" y="660120"/>
                  </a:lnTo>
                  <a:lnTo>
                    <a:pt x="1295400" y="657491"/>
                  </a:lnTo>
                  <a:close/>
                </a:path>
                <a:path w="7391400" h="4057650">
                  <a:moveTo>
                    <a:pt x="1343025" y="4046804"/>
                  </a:moveTo>
                  <a:lnTo>
                    <a:pt x="1342567" y="4045686"/>
                  </a:lnTo>
                  <a:lnTo>
                    <a:pt x="1340700" y="4043819"/>
                  </a:lnTo>
                  <a:lnTo>
                    <a:pt x="1339583" y="4043349"/>
                  </a:lnTo>
                  <a:lnTo>
                    <a:pt x="1336954" y="4043349"/>
                  </a:lnTo>
                  <a:lnTo>
                    <a:pt x="1335836" y="4043819"/>
                  </a:lnTo>
                  <a:lnTo>
                    <a:pt x="1333969" y="4045686"/>
                  </a:lnTo>
                  <a:lnTo>
                    <a:pt x="1333500" y="4046804"/>
                  </a:lnTo>
                  <a:lnTo>
                    <a:pt x="1333500" y="4049433"/>
                  </a:lnTo>
                  <a:lnTo>
                    <a:pt x="1333969" y="4050550"/>
                  </a:lnTo>
                  <a:lnTo>
                    <a:pt x="1335836" y="4052417"/>
                  </a:lnTo>
                  <a:lnTo>
                    <a:pt x="1336954" y="4052874"/>
                  </a:lnTo>
                  <a:lnTo>
                    <a:pt x="1339583" y="4052874"/>
                  </a:lnTo>
                  <a:lnTo>
                    <a:pt x="1340700" y="4052417"/>
                  </a:lnTo>
                  <a:lnTo>
                    <a:pt x="1342567" y="4050550"/>
                  </a:lnTo>
                  <a:lnTo>
                    <a:pt x="1343025" y="4049433"/>
                  </a:lnTo>
                  <a:lnTo>
                    <a:pt x="1343025" y="4046804"/>
                  </a:lnTo>
                  <a:close/>
                </a:path>
                <a:path w="7391400" h="4057650">
                  <a:moveTo>
                    <a:pt x="1343025" y="2917037"/>
                  </a:moveTo>
                  <a:lnTo>
                    <a:pt x="1342567" y="2915907"/>
                  </a:lnTo>
                  <a:lnTo>
                    <a:pt x="1340700" y="2914053"/>
                  </a:lnTo>
                  <a:lnTo>
                    <a:pt x="1339583" y="2913583"/>
                  </a:lnTo>
                  <a:lnTo>
                    <a:pt x="1336954" y="2913583"/>
                  </a:lnTo>
                  <a:lnTo>
                    <a:pt x="1335836" y="2914053"/>
                  </a:lnTo>
                  <a:lnTo>
                    <a:pt x="1333969" y="2915907"/>
                  </a:lnTo>
                  <a:lnTo>
                    <a:pt x="1333500" y="2917037"/>
                  </a:lnTo>
                  <a:lnTo>
                    <a:pt x="1333500" y="2919666"/>
                  </a:lnTo>
                  <a:lnTo>
                    <a:pt x="1333969" y="2920784"/>
                  </a:lnTo>
                  <a:lnTo>
                    <a:pt x="1335836" y="2922651"/>
                  </a:lnTo>
                  <a:lnTo>
                    <a:pt x="1336954" y="2923108"/>
                  </a:lnTo>
                  <a:lnTo>
                    <a:pt x="1339583" y="2923108"/>
                  </a:lnTo>
                  <a:lnTo>
                    <a:pt x="1340700" y="2922651"/>
                  </a:lnTo>
                  <a:lnTo>
                    <a:pt x="1342567" y="2920784"/>
                  </a:lnTo>
                  <a:lnTo>
                    <a:pt x="1343025" y="2919666"/>
                  </a:lnTo>
                  <a:lnTo>
                    <a:pt x="1343025" y="2917037"/>
                  </a:lnTo>
                  <a:close/>
                </a:path>
                <a:path w="7391400" h="4057650">
                  <a:moveTo>
                    <a:pt x="1343025" y="1787258"/>
                  </a:moveTo>
                  <a:lnTo>
                    <a:pt x="1342567" y="1786140"/>
                  </a:lnTo>
                  <a:lnTo>
                    <a:pt x="1340700" y="1784273"/>
                  </a:lnTo>
                  <a:lnTo>
                    <a:pt x="1339583" y="1783816"/>
                  </a:lnTo>
                  <a:lnTo>
                    <a:pt x="1336954" y="1783816"/>
                  </a:lnTo>
                  <a:lnTo>
                    <a:pt x="1335836" y="1784273"/>
                  </a:lnTo>
                  <a:lnTo>
                    <a:pt x="1333969" y="1786140"/>
                  </a:lnTo>
                  <a:lnTo>
                    <a:pt x="1333500" y="1787258"/>
                  </a:lnTo>
                  <a:lnTo>
                    <a:pt x="1333500" y="1789887"/>
                  </a:lnTo>
                  <a:lnTo>
                    <a:pt x="1333969" y="1791017"/>
                  </a:lnTo>
                  <a:lnTo>
                    <a:pt x="1335836" y="1792871"/>
                  </a:lnTo>
                  <a:lnTo>
                    <a:pt x="1336954" y="1793341"/>
                  </a:lnTo>
                  <a:lnTo>
                    <a:pt x="1339583" y="1793341"/>
                  </a:lnTo>
                  <a:lnTo>
                    <a:pt x="1340700" y="1792871"/>
                  </a:lnTo>
                  <a:lnTo>
                    <a:pt x="1342567" y="1791017"/>
                  </a:lnTo>
                  <a:lnTo>
                    <a:pt x="1343025" y="1789887"/>
                  </a:lnTo>
                  <a:lnTo>
                    <a:pt x="1343025" y="1787258"/>
                  </a:lnTo>
                  <a:close/>
                </a:path>
                <a:path w="7391400" h="4057650">
                  <a:moveTo>
                    <a:pt x="1343025" y="657491"/>
                  </a:moveTo>
                  <a:lnTo>
                    <a:pt x="1342567" y="656374"/>
                  </a:lnTo>
                  <a:lnTo>
                    <a:pt x="1340700" y="654507"/>
                  </a:lnTo>
                  <a:lnTo>
                    <a:pt x="1339583" y="654037"/>
                  </a:lnTo>
                  <a:lnTo>
                    <a:pt x="1336954" y="654037"/>
                  </a:lnTo>
                  <a:lnTo>
                    <a:pt x="1335836" y="654507"/>
                  </a:lnTo>
                  <a:lnTo>
                    <a:pt x="1333969" y="656374"/>
                  </a:lnTo>
                  <a:lnTo>
                    <a:pt x="1333500" y="657491"/>
                  </a:lnTo>
                  <a:lnTo>
                    <a:pt x="1333500" y="660120"/>
                  </a:lnTo>
                  <a:lnTo>
                    <a:pt x="1333969" y="661238"/>
                  </a:lnTo>
                  <a:lnTo>
                    <a:pt x="1335836" y="663105"/>
                  </a:lnTo>
                  <a:lnTo>
                    <a:pt x="1336954" y="663562"/>
                  </a:lnTo>
                  <a:lnTo>
                    <a:pt x="1339583" y="663562"/>
                  </a:lnTo>
                  <a:lnTo>
                    <a:pt x="1340700" y="663105"/>
                  </a:lnTo>
                  <a:lnTo>
                    <a:pt x="1342567" y="661238"/>
                  </a:lnTo>
                  <a:lnTo>
                    <a:pt x="1343025" y="660120"/>
                  </a:lnTo>
                  <a:lnTo>
                    <a:pt x="1343025" y="657491"/>
                  </a:lnTo>
                  <a:close/>
                </a:path>
                <a:path w="7391400" h="4057650">
                  <a:moveTo>
                    <a:pt x="1390650" y="4046804"/>
                  </a:moveTo>
                  <a:lnTo>
                    <a:pt x="1390192" y="4045686"/>
                  </a:lnTo>
                  <a:lnTo>
                    <a:pt x="1388325" y="4043819"/>
                  </a:lnTo>
                  <a:lnTo>
                    <a:pt x="1387208" y="4043349"/>
                  </a:lnTo>
                  <a:lnTo>
                    <a:pt x="1384579" y="4043349"/>
                  </a:lnTo>
                  <a:lnTo>
                    <a:pt x="1383461" y="4043819"/>
                  </a:lnTo>
                  <a:lnTo>
                    <a:pt x="1381594" y="4045686"/>
                  </a:lnTo>
                  <a:lnTo>
                    <a:pt x="1381125" y="4046804"/>
                  </a:lnTo>
                  <a:lnTo>
                    <a:pt x="1381125" y="4049433"/>
                  </a:lnTo>
                  <a:lnTo>
                    <a:pt x="1381594" y="4050550"/>
                  </a:lnTo>
                  <a:lnTo>
                    <a:pt x="1383461" y="4052417"/>
                  </a:lnTo>
                  <a:lnTo>
                    <a:pt x="1384579" y="4052874"/>
                  </a:lnTo>
                  <a:lnTo>
                    <a:pt x="1387208" y="4052874"/>
                  </a:lnTo>
                  <a:lnTo>
                    <a:pt x="1388325" y="4052417"/>
                  </a:lnTo>
                  <a:lnTo>
                    <a:pt x="1390192" y="4050550"/>
                  </a:lnTo>
                  <a:lnTo>
                    <a:pt x="1390650" y="4049433"/>
                  </a:lnTo>
                  <a:lnTo>
                    <a:pt x="1390650" y="4046804"/>
                  </a:lnTo>
                  <a:close/>
                </a:path>
                <a:path w="7391400" h="4057650">
                  <a:moveTo>
                    <a:pt x="1390650" y="2917037"/>
                  </a:moveTo>
                  <a:lnTo>
                    <a:pt x="1390192" y="2915907"/>
                  </a:lnTo>
                  <a:lnTo>
                    <a:pt x="1388325" y="2914053"/>
                  </a:lnTo>
                  <a:lnTo>
                    <a:pt x="1387208" y="2913583"/>
                  </a:lnTo>
                  <a:lnTo>
                    <a:pt x="1384579" y="2913583"/>
                  </a:lnTo>
                  <a:lnTo>
                    <a:pt x="1383461" y="2914053"/>
                  </a:lnTo>
                  <a:lnTo>
                    <a:pt x="1381594" y="2915907"/>
                  </a:lnTo>
                  <a:lnTo>
                    <a:pt x="1381125" y="2917037"/>
                  </a:lnTo>
                  <a:lnTo>
                    <a:pt x="1381125" y="2919666"/>
                  </a:lnTo>
                  <a:lnTo>
                    <a:pt x="1381594" y="2920784"/>
                  </a:lnTo>
                  <a:lnTo>
                    <a:pt x="1383461" y="2922651"/>
                  </a:lnTo>
                  <a:lnTo>
                    <a:pt x="1384579" y="2923108"/>
                  </a:lnTo>
                  <a:lnTo>
                    <a:pt x="1387208" y="2923108"/>
                  </a:lnTo>
                  <a:lnTo>
                    <a:pt x="1388325" y="2922651"/>
                  </a:lnTo>
                  <a:lnTo>
                    <a:pt x="1390192" y="2920784"/>
                  </a:lnTo>
                  <a:lnTo>
                    <a:pt x="1390650" y="2919666"/>
                  </a:lnTo>
                  <a:lnTo>
                    <a:pt x="1390650" y="2917037"/>
                  </a:lnTo>
                  <a:close/>
                </a:path>
                <a:path w="7391400" h="4057650">
                  <a:moveTo>
                    <a:pt x="1390650" y="1787258"/>
                  </a:moveTo>
                  <a:lnTo>
                    <a:pt x="1390192" y="1786140"/>
                  </a:lnTo>
                  <a:lnTo>
                    <a:pt x="1388325" y="1784273"/>
                  </a:lnTo>
                  <a:lnTo>
                    <a:pt x="1387208" y="1783816"/>
                  </a:lnTo>
                  <a:lnTo>
                    <a:pt x="1384579" y="1783816"/>
                  </a:lnTo>
                  <a:lnTo>
                    <a:pt x="1383461" y="1784273"/>
                  </a:lnTo>
                  <a:lnTo>
                    <a:pt x="1381594" y="1786140"/>
                  </a:lnTo>
                  <a:lnTo>
                    <a:pt x="1381125" y="1787258"/>
                  </a:lnTo>
                  <a:lnTo>
                    <a:pt x="1381125" y="1789887"/>
                  </a:lnTo>
                  <a:lnTo>
                    <a:pt x="1381594" y="1791017"/>
                  </a:lnTo>
                  <a:lnTo>
                    <a:pt x="1383461" y="1792871"/>
                  </a:lnTo>
                  <a:lnTo>
                    <a:pt x="1384579" y="1793341"/>
                  </a:lnTo>
                  <a:lnTo>
                    <a:pt x="1387208" y="1793341"/>
                  </a:lnTo>
                  <a:lnTo>
                    <a:pt x="1388325" y="1792871"/>
                  </a:lnTo>
                  <a:lnTo>
                    <a:pt x="1390192" y="1791017"/>
                  </a:lnTo>
                  <a:lnTo>
                    <a:pt x="1390650" y="1789887"/>
                  </a:lnTo>
                  <a:lnTo>
                    <a:pt x="1390650" y="1787258"/>
                  </a:lnTo>
                  <a:close/>
                </a:path>
                <a:path w="7391400" h="4057650">
                  <a:moveTo>
                    <a:pt x="1390650" y="657491"/>
                  </a:moveTo>
                  <a:lnTo>
                    <a:pt x="1390192" y="656374"/>
                  </a:lnTo>
                  <a:lnTo>
                    <a:pt x="1388325" y="654507"/>
                  </a:lnTo>
                  <a:lnTo>
                    <a:pt x="1387208" y="654037"/>
                  </a:lnTo>
                  <a:lnTo>
                    <a:pt x="1384579" y="654037"/>
                  </a:lnTo>
                  <a:lnTo>
                    <a:pt x="1383461" y="654507"/>
                  </a:lnTo>
                  <a:lnTo>
                    <a:pt x="1381594" y="656374"/>
                  </a:lnTo>
                  <a:lnTo>
                    <a:pt x="1381125" y="657491"/>
                  </a:lnTo>
                  <a:lnTo>
                    <a:pt x="1381125" y="660120"/>
                  </a:lnTo>
                  <a:lnTo>
                    <a:pt x="1381594" y="661238"/>
                  </a:lnTo>
                  <a:lnTo>
                    <a:pt x="1383461" y="663105"/>
                  </a:lnTo>
                  <a:lnTo>
                    <a:pt x="1384579" y="663562"/>
                  </a:lnTo>
                  <a:lnTo>
                    <a:pt x="1387208" y="663562"/>
                  </a:lnTo>
                  <a:lnTo>
                    <a:pt x="1388325" y="663105"/>
                  </a:lnTo>
                  <a:lnTo>
                    <a:pt x="1390192" y="661238"/>
                  </a:lnTo>
                  <a:lnTo>
                    <a:pt x="1390650" y="660120"/>
                  </a:lnTo>
                  <a:lnTo>
                    <a:pt x="1390650" y="657491"/>
                  </a:lnTo>
                  <a:close/>
                </a:path>
                <a:path w="7391400" h="4057650">
                  <a:moveTo>
                    <a:pt x="1438275" y="4046804"/>
                  </a:moveTo>
                  <a:lnTo>
                    <a:pt x="1437817" y="4045686"/>
                  </a:lnTo>
                  <a:lnTo>
                    <a:pt x="1435950" y="4043819"/>
                  </a:lnTo>
                  <a:lnTo>
                    <a:pt x="1434833" y="4043349"/>
                  </a:lnTo>
                  <a:lnTo>
                    <a:pt x="1432204" y="4043349"/>
                  </a:lnTo>
                  <a:lnTo>
                    <a:pt x="1431086" y="4043819"/>
                  </a:lnTo>
                  <a:lnTo>
                    <a:pt x="1429219" y="4045686"/>
                  </a:lnTo>
                  <a:lnTo>
                    <a:pt x="1428750" y="4046804"/>
                  </a:lnTo>
                  <a:lnTo>
                    <a:pt x="1428750" y="4049433"/>
                  </a:lnTo>
                  <a:lnTo>
                    <a:pt x="1429219" y="4050550"/>
                  </a:lnTo>
                  <a:lnTo>
                    <a:pt x="1431086" y="4052417"/>
                  </a:lnTo>
                  <a:lnTo>
                    <a:pt x="1432204" y="4052874"/>
                  </a:lnTo>
                  <a:lnTo>
                    <a:pt x="1434833" y="4052874"/>
                  </a:lnTo>
                  <a:lnTo>
                    <a:pt x="1435950" y="4052417"/>
                  </a:lnTo>
                  <a:lnTo>
                    <a:pt x="1437817" y="4050550"/>
                  </a:lnTo>
                  <a:lnTo>
                    <a:pt x="1438275" y="4049433"/>
                  </a:lnTo>
                  <a:lnTo>
                    <a:pt x="1438275" y="4046804"/>
                  </a:lnTo>
                  <a:close/>
                </a:path>
                <a:path w="7391400" h="4057650">
                  <a:moveTo>
                    <a:pt x="1438275" y="2917037"/>
                  </a:moveTo>
                  <a:lnTo>
                    <a:pt x="1437817" y="2915907"/>
                  </a:lnTo>
                  <a:lnTo>
                    <a:pt x="1435950" y="2914053"/>
                  </a:lnTo>
                  <a:lnTo>
                    <a:pt x="1434833" y="2913583"/>
                  </a:lnTo>
                  <a:lnTo>
                    <a:pt x="1432204" y="2913583"/>
                  </a:lnTo>
                  <a:lnTo>
                    <a:pt x="1431086" y="2914053"/>
                  </a:lnTo>
                  <a:lnTo>
                    <a:pt x="1429219" y="2915907"/>
                  </a:lnTo>
                  <a:lnTo>
                    <a:pt x="1428750" y="2917037"/>
                  </a:lnTo>
                  <a:lnTo>
                    <a:pt x="1428750" y="2919666"/>
                  </a:lnTo>
                  <a:lnTo>
                    <a:pt x="1429219" y="2920784"/>
                  </a:lnTo>
                  <a:lnTo>
                    <a:pt x="1431086" y="2922651"/>
                  </a:lnTo>
                  <a:lnTo>
                    <a:pt x="1432204" y="2923108"/>
                  </a:lnTo>
                  <a:lnTo>
                    <a:pt x="1434833" y="2923108"/>
                  </a:lnTo>
                  <a:lnTo>
                    <a:pt x="1435950" y="2922651"/>
                  </a:lnTo>
                  <a:lnTo>
                    <a:pt x="1437817" y="2920784"/>
                  </a:lnTo>
                  <a:lnTo>
                    <a:pt x="1438275" y="2919666"/>
                  </a:lnTo>
                  <a:lnTo>
                    <a:pt x="1438275" y="2917037"/>
                  </a:lnTo>
                  <a:close/>
                </a:path>
                <a:path w="7391400" h="4057650">
                  <a:moveTo>
                    <a:pt x="1438275" y="1787258"/>
                  </a:moveTo>
                  <a:lnTo>
                    <a:pt x="1437817" y="1786140"/>
                  </a:lnTo>
                  <a:lnTo>
                    <a:pt x="1435950" y="1784273"/>
                  </a:lnTo>
                  <a:lnTo>
                    <a:pt x="1434833" y="1783816"/>
                  </a:lnTo>
                  <a:lnTo>
                    <a:pt x="1432204" y="1783816"/>
                  </a:lnTo>
                  <a:lnTo>
                    <a:pt x="1431086" y="1784273"/>
                  </a:lnTo>
                  <a:lnTo>
                    <a:pt x="1429219" y="1786140"/>
                  </a:lnTo>
                  <a:lnTo>
                    <a:pt x="1428750" y="1787258"/>
                  </a:lnTo>
                  <a:lnTo>
                    <a:pt x="1428750" y="1789887"/>
                  </a:lnTo>
                  <a:lnTo>
                    <a:pt x="1429219" y="1791017"/>
                  </a:lnTo>
                  <a:lnTo>
                    <a:pt x="1431086" y="1792871"/>
                  </a:lnTo>
                  <a:lnTo>
                    <a:pt x="1432204" y="1793341"/>
                  </a:lnTo>
                  <a:lnTo>
                    <a:pt x="1434833" y="1793341"/>
                  </a:lnTo>
                  <a:lnTo>
                    <a:pt x="1435950" y="1792871"/>
                  </a:lnTo>
                  <a:lnTo>
                    <a:pt x="1437817" y="1791017"/>
                  </a:lnTo>
                  <a:lnTo>
                    <a:pt x="1438275" y="1789887"/>
                  </a:lnTo>
                  <a:lnTo>
                    <a:pt x="1438275" y="1787258"/>
                  </a:lnTo>
                  <a:close/>
                </a:path>
                <a:path w="7391400" h="4057650">
                  <a:moveTo>
                    <a:pt x="1438275" y="657491"/>
                  </a:moveTo>
                  <a:lnTo>
                    <a:pt x="1437817" y="656374"/>
                  </a:lnTo>
                  <a:lnTo>
                    <a:pt x="1435950" y="654507"/>
                  </a:lnTo>
                  <a:lnTo>
                    <a:pt x="1434833" y="654037"/>
                  </a:lnTo>
                  <a:lnTo>
                    <a:pt x="1432204" y="654037"/>
                  </a:lnTo>
                  <a:lnTo>
                    <a:pt x="1431086" y="654507"/>
                  </a:lnTo>
                  <a:lnTo>
                    <a:pt x="1429219" y="656374"/>
                  </a:lnTo>
                  <a:lnTo>
                    <a:pt x="1428750" y="657491"/>
                  </a:lnTo>
                  <a:lnTo>
                    <a:pt x="1428750" y="660120"/>
                  </a:lnTo>
                  <a:lnTo>
                    <a:pt x="1429219" y="661238"/>
                  </a:lnTo>
                  <a:lnTo>
                    <a:pt x="1431086" y="663105"/>
                  </a:lnTo>
                  <a:lnTo>
                    <a:pt x="1432204" y="663562"/>
                  </a:lnTo>
                  <a:lnTo>
                    <a:pt x="1434833" y="663562"/>
                  </a:lnTo>
                  <a:lnTo>
                    <a:pt x="1435950" y="663105"/>
                  </a:lnTo>
                  <a:lnTo>
                    <a:pt x="1437817" y="661238"/>
                  </a:lnTo>
                  <a:lnTo>
                    <a:pt x="1438275" y="660120"/>
                  </a:lnTo>
                  <a:lnTo>
                    <a:pt x="1438275" y="657491"/>
                  </a:lnTo>
                  <a:close/>
                </a:path>
                <a:path w="7391400" h="4057650">
                  <a:moveTo>
                    <a:pt x="1485900" y="4046804"/>
                  </a:moveTo>
                  <a:lnTo>
                    <a:pt x="1485442" y="4045686"/>
                  </a:lnTo>
                  <a:lnTo>
                    <a:pt x="1483575" y="4043819"/>
                  </a:lnTo>
                  <a:lnTo>
                    <a:pt x="1482458" y="4043349"/>
                  </a:lnTo>
                  <a:lnTo>
                    <a:pt x="1479829" y="4043349"/>
                  </a:lnTo>
                  <a:lnTo>
                    <a:pt x="1478711" y="4043819"/>
                  </a:lnTo>
                  <a:lnTo>
                    <a:pt x="1476844" y="4045686"/>
                  </a:lnTo>
                  <a:lnTo>
                    <a:pt x="1476375" y="4046804"/>
                  </a:lnTo>
                  <a:lnTo>
                    <a:pt x="1476375" y="4049433"/>
                  </a:lnTo>
                  <a:lnTo>
                    <a:pt x="1476844" y="4050550"/>
                  </a:lnTo>
                  <a:lnTo>
                    <a:pt x="1478711" y="4052417"/>
                  </a:lnTo>
                  <a:lnTo>
                    <a:pt x="1479829" y="4052874"/>
                  </a:lnTo>
                  <a:lnTo>
                    <a:pt x="1482458" y="4052874"/>
                  </a:lnTo>
                  <a:lnTo>
                    <a:pt x="1483575" y="4052417"/>
                  </a:lnTo>
                  <a:lnTo>
                    <a:pt x="1485442" y="4050550"/>
                  </a:lnTo>
                  <a:lnTo>
                    <a:pt x="1485900" y="4049433"/>
                  </a:lnTo>
                  <a:lnTo>
                    <a:pt x="1485900" y="4046804"/>
                  </a:lnTo>
                  <a:close/>
                </a:path>
                <a:path w="7391400" h="4057650">
                  <a:moveTo>
                    <a:pt x="1485900" y="2917037"/>
                  </a:moveTo>
                  <a:lnTo>
                    <a:pt x="1485442" y="2915907"/>
                  </a:lnTo>
                  <a:lnTo>
                    <a:pt x="1483575" y="2914053"/>
                  </a:lnTo>
                  <a:lnTo>
                    <a:pt x="1482458" y="2913583"/>
                  </a:lnTo>
                  <a:lnTo>
                    <a:pt x="1479829" y="2913583"/>
                  </a:lnTo>
                  <a:lnTo>
                    <a:pt x="1478711" y="2914053"/>
                  </a:lnTo>
                  <a:lnTo>
                    <a:pt x="1476844" y="2915907"/>
                  </a:lnTo>
                  <a:lnTo>
                    <a:pt x="1476375" y="2917037"/>
                  </a:lnTo>
                  <a:lnTo>
                    <a:pt x="1476375" y="2919666"/>
                  </a:lnTo>
                  <a:lnTo>
                    <a:pt x="1476844" y="2920784"/>
                  </a:lnTo>
                  <a:lnTo>
                    <a:pt x="1478711" y="2922651"/>
                  </a:lnTo>
                  <a:lnTo>
                    <a:pt x="1479829" y="2923108"/>
                  </a:lnTo>
                  <a:lnTo>
                    <a:pt x="1482458" y="2923108"/>
                  </a:lnTo>
                  <a:lnTo>
                    <a:pt x="1483575" y="2922651"/>
                  </a:lnTo>
                  <a:lnTo>
                    <a:pt x="1485442" y="2920784"/>
                  </a:lnTo>
                  <a:lnTo>
                    <a:pt x="1485900" y="2919666"/>
                  </a:lnTo>
                  <a:lnTo>
                    <a:pt x="1485900" y="2917037"/>
                  </a:lnTo>
                  <a:close/>
                </a:path>
                <a:path w="7391400" h="4057650">
                  <a:moveTo>
                    <a:pt x="1485900" y="1787258"/>
                  </a:moveTo>
                  <a:lnTo>
                    <a:pt x="1485442" y="1786140"/>
                  </a:lnTo>
                  <a:lnTo>
                    <a:pt x="1483575" y="1784273"/>
                  </a:lnTo>
                  <a:lnTo>
                    <a:pt x="1482458" y="1783816"/>
                  </a:lnTo>
                  <a:lnTo>
                    <a:pt x="1479829" y="1783816"/>
                  </a:lnTo>
                  <a:lnTo>
                    <a:pt x="1478711" y="1784273"/>
                  </a:lnTo>
                  <a:lnTo>
                    <a:pt x="1476844" y="1786140"/>
                  </a:lnTo>
                  <a:lnTo>
                    <a:pt x="1476375" y="1787258"/>
                  </a:lnTo>
                  <a:lnTo>
                    <a:pt x="1476375" y="1789887"/>
                  </a:lnTo>
                  <a:lnTo>
                    <a:pt x="1476844" y="1791017"/>
                  </a:lnTo>
                  <a:lnTo>
                    <a:pt x="1478711" y="1792871"/>
                  </a:lnTo>
                  <a:lnTo>
                    <a:pt x="1479829" y="1793341"/>
                  </a:lnTo>
                  <a:lnTo>
                    <a:pt x="1482458" y="1793341"/>
                  </a:lnTo>
                  <a:lnTo>
                    <a:pt x="1483575" y="1792871"/>
                  </a:lnTo>
                  <a:lnTo>
                    <a:pt x="1485442" y="1791017"/>
                  </a:lnTo>
                  <a:lnTo>
                    <a:pt x="1485900" y="1789887"/>
                  </a:lnTo>
                  <a:lnTo>
                    <a:pt x="1485900" y="1787258"/>
                  </a:lnTo>
                  <a:close/>
                </a:path>
                <a:path w="7391400" h="4057650">
                  <a:moveTo>
                    <a:pt x="1485900" y="657491"/>
                  </a:moveTo>
                  <a:lnTo>
                    <a:pt x="1485442" y="656374"/>
                  </a:lnTo>
                  <a:lnTo>
                    <a:pt x="1483575" y="654507"/>
                  </a:lnTo>
                  <a:lnTo>
                    <a:pt x="1482458" y="654037"/>
                  </a:lnTo>
                  <a:lnTo>
                    <a:pt x="1479829" y="654037"/>
                  </a:lnTo>
                  <a:lnTo>
                    <a:pt x="1478711" y="654507"/>
                  </a:lnTo>
                  <a:lnTo>
                    <a:pt x="1476844" y="656374"/>
                  </a:lnTo>
                  <a:lnTo>
                    <a:pt x="1476375" y="657491"/>
                  </a:lnTo>
                  <a:lnTo>
                    <a:pt x="1476375" y="660120"/>
                  </a:lnTo>
                  <a:lnTo>
                    <a:pt x="1476844" y="661238"/>
                  </a:lnTo>
                  <a:lnTo>
                    <a:pt x="1478711" y="663105"/>
                  </a:lnTo>
                  <a:lnTo>
                    <a:pt x="1479829" y="663562"/>
                  </a:lnTo>
                  <a:lnTo>
                    <a:pt x="1482458" y="663562"/>
                  </a:lnTo>
                  <a:lnTo>
                    <a:pt x="1483575" y="663105"/>
                  </a:lnTo>
                  <a:lnTo>
                    <a:pt x="1485442" y="661238"/>
                  </a:lnTo>
                  <a:lnTo>
                    <a:pt x="1485900" y="660120"/>
                  </a:lnTo>
                  <a:lnTo>
                    <a:pt x="1485900" y="657491"/>
                  </a:lnTo>
                  <a:close/>
                </a:path>
                <a:path w="7391400" h="4057650">
                  <a:moveTo>
                    <a:pt x="1533525" y="4046804"/>
                  </a:moveTo>
                  <a:lnTo>
                    <a:pt x="1533067" y="4045686"/>
                  </a:lnTo>
                  <a:lnTo>
                    <a:pt x="1531200" y="4043819"/>
                  </a:lnTo>
                  <a:lnTo>
                    <a:pt x="1530083" y="4043349"/>
                  </a:lnTo>
                  <a:lnTo>
                    <a:pt x="1527454" y="4043349"/>
                  </a:lnTo>
                  <a:lnTo>
                    <a:pt x="1526336" y="4043819"/>
                  </a:lnTo>
                  <a:lnTo>
                    <a:pt x="1524469" y="4045686"/>
                  </a:lnTo>
                  <a:lnTo>
                    <a:pt x="1524000" y="4046804"/>
                  </a:lnTo>
                  <a:lnTo>
                    <a:pt x="1524000" y="4049433"/>
                  </a:lnTo>
                  <a:lnTo>
                    <a:pt x="1524469" y="4050550"/>
                  </a:lnTo>
                  <a:lnTo>
                    <a:pt x="1526336" y="4052417"/>
                  </a:lnTo>
                  <a:lnTo>
                    <a:pt x="1527454" y="4052874"/>
                  </a:lnTo>
                  <a:lnTo>
                    <a:pt x="1530083" y="4052874"/>
                  </a:lnTo>
                  <a:lnTo>
                    <a:pt x="1531200" y="4052417"/>
                  </a:lnTo>
                  <a:lnTo>
                    <a:pt x="1533067" y="4050550"/>
                  </a:lnTo>
                  <a:lnTo>
                    <a:pt x="1533525" y="4049433"/>
                  </a:lnTo>
                  <a:lnTo>
                    <a:pt x="1533525" y="4046804"/>
                  </a:lnTo>
                  <a:close/>
                </a:path>
                <a:path w="7391400" h="4057650">
                  <a:moveTo>
                    <a:pt x="1533525" y="2917037"/>
                  </a:moveTo>
                  <a:lnTo>
                    <a:pt x="1533067" y="2915907"/>
                  </a:lnTo>
                  <a:lnTo>
                    <a:pt x="1531200" y="2914053"/>
                  </a:lnTo>
                  <a:lnTo>
                    <a:pt x="1530083" y="2913583"/>
                  </a:lnTo>
                  <a:lnTo>
                    <a:pt x="1527454" y="2913583"/>
                  </a:lnTo>
                  <a:lnTo>
                    <a:pt x="1526336" y="2914053"/>
                  </a:lnTo>
                  <a:lnTo>
                    <a:pt x="1524469" y="2915907"/>
                  </a:lnTo>
                  <a:lnTo>
                    <a:pt x="1524000" y="2917037"/>
                  </a:lnTo>
                  <a:lnTo>
                    <a:pt x="1524000" y="2919666"/>
                  </a:lnTo>
                  <a:lnTo>
                    <a:pt x="1524469" y="2920784"/>
                  </a:lnTo>
                  <a:lnTo>
                    <a:pt x="1526336" y="2922651"/>
                  </a:lnTo>
                  <a:lnTo>
                    <a:pt x="1527454" y="2923108"/>
                  </a:lnTo>
                  <a:lnTo>
                    <a:pt x="1530083" y="2923108"/>
                  </a:lnTo>
                  <a:lnTo>
                    <a:pt x="1531200" y="2922651"/>
                  </a:lnTo>
                  <a:lnTo>
                    <a:pt x="1533067" y="2920784"/>
                  </a:lnTo>
                  <a:lnTo>
                    <a:pt x="1533525" y="2919666"/>
                  </a:lnTo>
                  <a:lnTo>
                    <a:pt x="1533525" y="2917037"/>
                  </a:lnTo>
                  <a:close/>
                </a:path>
                <a:path w="7391400" h="4057650">
                  <a:moveTo>
                    <a:pt x="1533525" y="1787258"/>
                  </a:moveTo>
                  <a:lnTo>
                    <a:pt x="1533067" y="1786140"/>
                  </a:lnTo>
                  <a:lnTo>
                    <a:pt x="1531200" y="1784273"/>
                  </a:lnTo>
                  <a:lnTo>
                    <a:pt x="1530083" y="1783816"/>
                  </a:lnTo>
                  <a:lnTo>
                    <a:pt x="1527454" y="1783816"/>
                  </a:lnTo>
                  <a:lnTo>
                    <a:pt x="1526336" y="1784273"/>
                  </a:lnTo>
                  <a:lnTo>
                    <a:pt x="1524469" y="1786140"/>
                  </a:lnTo>
                  <a:lnTo>
                    <a:pt x="1524000" y="1787258"/>
                  </a:lnTo>
                  <a:lnTo>
                    <a:pt x="1524000" y="1789887"/>
                  </a:lnTo>
                  <a:lnTo>
                    <a:pt x="1524469" y="1791017"/>
                  </a:lnTo>
                  <a:lnTo>
                    <a:pt x="1526336" y="1792871"/>
                  </a:lnTo>
                  <a:lnTo>
                    <a:pt x="1527454" y="1793341"/>
                  </a:lnTo>
                  <a:lnTo>
                    <a:pt x="1530083" y="1793341"/>
                  </a:lnTo>
                  <a:lnTo>
                    <a:pt x="1531200" y="1792871"/>
                  </a:lnTo>
                  <a:lnTo>
                    <a:pt x="1533067" y="1791017"/>
                  </a:lnTo>
                  <a:lnTo>
                    <a:pt x="1533525" y="1789887"/>
                  </a:lnTo>
                  <a:lnTo>
                    <a:pt x="1533525" y="1787258"/>
                  </a:lnTo>
                  <a:close/>
                </a:path>
                <a:path w="7391400" h="4057650">
                  <a:moveTo>
                    <a:pt x="1533525" y="657491"/>
                  </a:moveTo>
                  <a:lnTo>
                    <a:pt x="1533067" y="656374"/>
                  </a:lnTo>
                  <a:lnTo>
                    <a:pt x="1531200" y="654507"/>
                  </a:lnTo>
                  <a:lnTo>
                    <a:pt x="1530083" y="654037"/>
                  </a:lnTo>
                  <a:lnTo>
                    <a:pt x="1527454" y="654037"/>
                  </a:lnTo>
                  <a:lnTo>
                    <a:pt x="1526336" y="654507"/>
                  </a:lnTo>
                  <a:lnTo>
                    <a:pt x="1524469" y="656374"/>
                  </a:lnTo>
                  <a:lnTo>
                    <a:pt x="1524000" y="657491"/>
                  </a:lnTo>
                  <a:lnTo>
                    <a:pt x="1524000" y="660120"/>
                  </a:lnTo>
                  <a:lnTo>
                    <a:pt x="1524469" y="661238"/>
                  </a:lnTo>
                  <a:lnTo>
                    <a:pt x="1526336" y="663105"/>
                  </a:lnTo>
                  <a:lnTo>
                    <a:pt x="1527454" y="663562"/>
                  </a:lnTo>
                  <a:lnTo>
                    <a:pt x="1530083" y="663562"/>
                  </a:lnTo>
                  <a:lnTo>
                    <a:pt x="1531200" y="663105"/>
                  </a:lnTo>
                  <a:lnTo>
                    <a:pt x="1533067" y="661238"/>
                  </a:lnTo>
                  <a:lnTo>
                    <a:pt x="1533525" y="660120"/>
                  </a:lnTo>
                  <a:lnTo>
                    <a:pt x="1533525" y="657491"/>
                  </a:lnTo>
                  <a:close/>
                </a:path>
                <a:path w="7391400" h="4057650">
                  <a:moveTo>
                    <a:pt x="1581150" y="4046804"/>
                  </a:moveTo>
                  <a:lnTo>
                    <a:pt x="1580692" y="4045686"/>
                  </a:lnTo>
                  <a:lnTo>
                    <a:pt x="1578825" y="4043819"/>
                  </a:lnTo>
                  <a:lnTo>
                    <a:pt x="1577708" y="4043349"/>
                  </a:lnTo>
                  <a:lnTo>
                    <a:pt x="1575079" y="4043349"/>
                  </a:lnTo>
                  <a:lnTo>
                    <a:pt x="1573961" y="4043819"/>
                  </a:lnTo>
                  <a:lnTo>
                    <a:pt x="1572094" y="4045686"/>
                  </a:lnTo>
                  <a:lnTo>
                    <a:pt x="1571625" y="4046804"/>
                  </a:lnTo>
                  <a:lnTo>
                    <a:pt x="1571625" y="4049433"/>
                  </a:lnTo>
                  <a:lnTo>
                    <a:pt x="1572094" y="4050550"/>
                  </a:lnTo>
                  <a:lnTo>
                    <a:pt x="1573961" y="4052417"/>
                  </a:lnTo>
                  <a:lnTo>
                    <a:pt x="1575079" y="4052874"/>
                  </a:lnTo>
                  <a:lnTo>
                    <a:pt x="1577708" y="4052874"/>
                  </a:lnTo>
                  <a:lnTo>
                    <a:pt x="1578825" y="4052417"/>
                  </a:lnTo>
                  <a:lnTo>
                    <a:pt x="1580692" y="4050550"/>
                  </a:lnTo>
                  <a:lnTo>
                    <a:pt x="1581150" y="4049433"/>
                  </a:lnTo>
                  <a:lnTo>
                    <a:pt x="1581150" y="4046804"/>
                  </a:lnTo>
                  <a:close/>
                </a:path>
                <a:path w="7391400" h="4057650">
                  <a:moveTo>
                    <a:pt x="1581150" y="2917037"/>
                  </a:moveTo>
                  <a:lnTo>
                    <a:pt x="1580692" y="2915907"/>
                  </a:lnTo>
                  <a:lnTo>
                    <a:pt x="1578825" y="2914053"/>
                  </a:lnTo>
                  <a:lnTo>
                    <a:pt x="1577708" y="2913583"/>
                  </a:lnTo>
                  <a:lnTo>
                    <a:pt x="1575079" y="2913583"/>
                  </a:lnTo>
                  <a:lnTo>
                    <a:pt x="1573961" y="2914053"/>
                  </a:lnTo>
                  <a:lnTo>
                    <a:pt x="1572094" y="2915907"/>
                  </a:lnTo>
                  <a:lnTo>
                    <a:pt x="1571625" y="2917037"/>
                  </a:lnTo>
                  <a:lnTo>
                    <a:pt x="1571625" y="2919666"/>
                  </a:lnTo>
                  <a:lnTo>
                    <a:pt x="1572094" y="2920784"/>
                  </a:lnTo>
                  <a:lnTo>
                    <a:pt x="1573961" y="2922651"/>
                  </a:lnTo>
                  <a:lnTo>
                    <a:pt x="1575079" y="2923108"/>
                  </a:lnTo>
                  <a:lnTo>
                    <a:pt x="1577708" y="2923108"/>
                  </a:lnTo>
                  <a:lnTo>
                    <a:pt x="1578825" y="2922651"/>
                  </a:lnTo>
                  <a:lnTo>
                    <a:pt x="1580692" y="2920784"/>
                  </a:lnTo>
                  <a:lnTo>
                    <a:pt x="1581150" y="2919666"/>
                  </a:lnTo>
                  <a:lnTo>
                    <a:pt x="1581150" y="2917037"/>
                  </a:lnTo>
                  <a:close/>
                </a:path>
                <a:path w="7391400" h="4057650">
                  <a:moveTo>
                    <a:pt x="1581150" y="1787258"/>
                  </a:moveTo>
                  <a:lnTo>
                    <a:pt x="1580692" y="1786140"/>
                  </a:lnTo>
                  <a:lnTo>
                    <a:pt x="1578825" y="1784273"/>
                  </a:lnTo>
                  <a:lnTo>
                    <a:pt x="1577708" y="1783816"/>
                  </a:lnTo>
                  <a:lnTo>
                    <a:pt x="1575079" y="1783816"/>
                  </a:lnTo>
                  <a:lnTo>
                    <a:pt x="1573961" y="1784273"/>
                  </a:lnTo>
                  <a:lnTo>
                    <a:pt x="1572094" y="1786140"/>
                  </a:lnTo>
                  <a:lnTo>
                    <a:pt x="1571625" y="1787258"/>
                  </a:lnTo>
                  <a:lnTo>
                    <a:pt x="1571625" y="1789887"/>
                  </a:lnTo>
                  <a:lnTo>
                    <a:pt x="1572094" y="1791017"/>
                  </a:lnTo>
                  <a:lnTo>
                    <a:pt x="1573961" y="1792871"/>
                  </a:lnTo>
                  <a:lnTo>
                    <a:pt x="1575079" y="1793341"/>
                  </a:lnTo>
                  <a:lnTo>
                    <a:pt x="1577708" y="1793341"/>
                  </a:lnTo>
                  <a:lnTo>
                    <a:pt x="1578825" y="1792871"/>
                  </a:lnTo>
                  <a:lnTo>
                    <a:pt x="1580692" y="1791017"/>
                  </a:lnTo>
                  <a:lnTo>
                    <a:pt x="1581150" y="1789887"/>
                  </a:lnTo>
                  <a:lnTo>
                    <a:pt x="1581150" y="1787258"/>
                  </a:lnTo>
                  <a:close/>
                </a:path>
                <a:path w="7391400" h="4057650">
                  <a:moveTo>
                    <a:pt x="1581150" y="657491"/>
                  </a:moveTo>
                  <a:lnTo>
                    <a:pt x="1580692" y="656374"/>
                  </a:lnTo>
                  <a:lnTo>
                    <a:pt x="1578825" y="654507"/>
                  </a:lnTo>
                  <a:lnTo>
                    <a:pt x="1577708" y="654037"/>
                  </a:lnTo>
                  <a:lnTo>
                    <a:pt x="1575079" y="654037"/>
                  </a:lnTo>
                  <a:lnTo>
                    <a:pt x="1573961" y="654507"/>
                  </a:lnTo>
                  <a:lnTo>
                    <a:pt x="1572094" y="656374"/>
                  </a:lnTo>
                  <a:lnTo>
                    <a:pt x="1571625" y="657491"/>
                  </a:lnTo>
                  <a:lnTo>
                    <a:pt x="1571625" y="660120"/>
                  </a:lnTo>
                  <a:lnTo>
                    <a:pt x="1572094" y="661238"/>
                  </a:lnTo>
                  <a:lnTo>
                    <a:pt x="1573961" y="663105"/>
                  </a:lnTo>
                  <a:lnTo>
                    <a:pt x="1575079" y="663562"/>
                  </a:lnTo>
                  <a:lnTo>
                    <a:pt x="1577708" y="663562"/>
                  </a:lnTo>
                  <a:lnTo>
                    <a:pt x="1578825" y="663105"/>
                  </a:lnTo>
                  <a:lnTo>
                    <a:pt x="1580692" y="661238"/>
                  </a:lnTo>
                  <a:lnTo>
                    <a:pt x="1581150" y="660120"/>
                  </a:lnTo>
                  <a:lnTo>
                    <a:pt x="1581150" y="657491"/>
                  </a:lnTo>
                  <a:close/>
                </a:path>
                <a:path w="7391400" h="4057650">
                  <a:moveTo>
                    <a:pt x="1628775" y="4046804"/>
                  </a:moveTo>
                  <a:lnTo>
                    <a:pt x="1628317" y="4045686"/>
                  </a:lnTo>
                  <a:lnTo>
                    <a:pt x="1626450" y="4043819"/>
                  </a:lnTo>
                  <a:lnTo>
                    <a:pt x="1625333" y="4043349"/>
                  </a:lnTo>
                  <a:lnTo>
                    <a:pt x="1622704" y="4043349"/>
                  </a:lnTo>
                  <a:lnTo>
                    <a:pt x="1621586" y="4043819"/>
                  </a:lnTo>
                  <a:lnTo>
                    <a:pt x="1619719" y="4045686"/>
                  </a:lnTo>
                  <a:lnTo>
                    <a:pt x="1619250" y="4046804"/>
                  </a:lnTo>
                  <a:lnTo>
                    <a:pt x="1619250" y="4049433"/>
                  </a:lnTo>
                  <a:lnTo>
                    <a:pt x="1619719" y="4050550"/>
                  </a:lnTo>
                  <a:lnTo>
                    <a:pt x="1621586" y="4052417"/>
                  </a:lnTo>
                  <a:lnTo>
                    <a:pt x="1622704" y="4052874"/>
                  </a:lnTo>
                  <a:lnTo>
                    <a:pt x="1625333" y="4052874"/>
                  </a:lnTo>
                  <a:lnTo>
                    <a:pt x="1626450" y="4052417"/>
                  </a:lnTo>
                  <a:lnTo>
                    <a:pt x="1628317" y="4050550"/>
                  </a:lnTo>
                  <a:lnTo>
                    <a:pt x="1628775" y="4049433"/>
                  </a:lnTo>
                  <a:lnTo>
                    <a:pt x="1628775" y="4046804"/>
                  </a:lnTo>
                  <a:close/>
                </a:path>
                <a:path w="7391400" h="4057650">
                  <a:moveTo>
                    <a:pt x="1628775" y="2917037"/>
                  </a:moveTo>
                  <a:lnTo>
                    <a:pt x="1628317" y="2915907"/>
                  </a:lnTo>
                  <a:lnTo>
                    <a:pt x="1626450" y="2914053"/>
                  </a:lnTo>
                  <a:lnTo>
                    <a:pt x="1625333" y="2913583"/>
                  </a:lnTo>
                  <a:lnTo>
                    <a:pt x="1622704" y="2913583"/>
                  </a:lnTo>
                  <a:lnTo>
                    <a:pt x="1621586" y="2914053"/>
                  </a:lnTo>
                  <a:lnTo>
                    <a:pt x="1619719" y="2915907"/>
                  </a:lnTo>
                  <a:lnTo>
                    <a:pt x="1619250" y="2917037"/>
                  </a:lnTo>
                  <a:lnTo>
                    <a:pt x="1619250" y="2919666"/>
                  </a:lnTo>
                  <a:lnTo>
                    <a:pt x="1619719" y="2920784"/>
                  </a:lnTo>
                  <a:lnTo>
                    <a:pt x="1621586" y="2922651"/>
                  </a:lnTo>
                  <a:lnTo>
                    <a:pt x="1622704" y="2923108"/>
                  </a:lnTo>
                  <a:lnTo>
                    <a:pt x="1625333" y="2923108"/>
                  </a:lnTo>
                  <a:lnTo>
                    <a:pt x="1626450" y="2922651"/>
                  </a:lnTo>
                  <a:lnTo>
                    <a:pt x="1628317" y="2920784"/>
                  </a:lnTo>
                  <a:lnTo>
                    <a:pt x="1628775" y="2919666"/>
                  </a:lnTo>
                  <a:lnTo>
                    <a:pt x="1628775" y="2917037"/>
                  </a:lnTo>
                  <a:close/>
                </a:path>
                <a:path w="7391400" h="4057650">
                  <a:moveTo>
                    <a:pt x="1628775" y="1787258"/>
                  </a:moveTo>
                  <a:lnTo>
                    <a:pt x="1628317" y="1786140"/>
                  </a:lnTo>
                  <a:lnTo>
                    <a:pt x="1626450" y="1784273"/>
                  </a:lnTo>
                  <a:lnTo>
                    <a:pt x="1625333" y="1783816"/>
                  </a:lnTo>
                  <a:lnTo>
                    <a:pt x="1622704" y="1783816"/>
                  </a:lnTo>
                  <a:lnTo>
                    <a:pt x="1621586" y="1784273"/>
                  </a:lnTo>
                  <a:lnTo>
                    <a:pt x="1619719" y="1786140"/>
                  </a:lnTo>
                  <a:lnTo>
                    <a:pt x="1619250" y="1787258"/>
                  </a:lnTo>
                  <a:lnTo>
                    <a:pt x="1619250" y="1789887"/>
                  </a:lnTo>
                  <a:lnTo>
                    <a:pt x="1619719" y="1791017"/>
                  </a:lnTo>
                  <a:lnTo>
                    <a:pt x="1621586" y="1792871"/>
                  </a:lnTo>
                  <a:lnTo>
                    <a:pt x="1622704" y="1793341"/>
                  </a:lnTo>
                  <a:lnTo>
                    <a:pt x="1625333" y="1793341"/>
                  </a:lnTo>
                  <a:lnTo>
                    <a:pt x="1626450" y="1792871"/>
                  </a:lnTo>
                  <a:lnTo>
                    <a:pt x="1628317" y="1791017"/>
                  </a:lnTo>
                  <a:lnTo>
                    <a:pt x="1628775" y="1789887"/>
                  </a:lnTo>
                  <a:lnTo>
                    <a:pt x="1628775" y="1787258"/>
                  </a:lnTo>
                  <a:close/>
                </a:path>
                <a:path w="7391400" h="4057650">
                  <a:moveTo>
                    <a:pt x="1628775" y="657491"/>
                  </a:moveTo>
                  <a:lnTo>
                    <a:pt x="1628317" y="656374"/>
                  </a:lnTo>
                  <a:lnTo>
                    <a:pt x="1626450" y="654507"/>
                  </a:lnTo>
                  <a:lnTo>
                    <a:pt x="1625333" y="654037"/>
                  </a:lnTo>
                  <a:lnTo>
                    <a:pt x="1622704" y="654037"/>
                  </a:lnTo>
                  <a:lnTo>
                    <a:pt x="1621586" y="654507"/>
                  </a:lnTo>
                  <a:lnTo>
                    <a:pt x="1619719" y="656374"/>
                  </a:lnTo>
                  <a:lnTo>
                    <a:pt x="1619250" y="657491"/>
                  </a:lnTo>
                  <a:lnTo>
                    <a:pt x="1619250" y="660120"/>
                  </a:lnTo>
                  <a:lnTo>
                    <a:pt x="1619719" y="661238"/>
                  </a:lnTo>
                  <a:lnTo>
                    <a:pt x="1621586" y="663105"/>
                  </a:lnTo>
                  <a:lnTo>
                    <a:pt x="1622704" y="663562"/>
                  </a:lnTo>
                  <a:lnTo>
                    <a:pt x="1625333" y="663562"/>
                  </a:lnTo>
                  <a:lnTo>
                    <a:pt x="1626450" y="663105"/>
                  </a:lnTo>
                  <a:lnTo>
                    <a:pt x="1628317" y="661238"/>
                  </a:lnTo>
                  <a:lnTo>
                    <a:pt x="1628775" y="660120"/>
                  </a:lnTo>
                  <a:lnTo>
                    <a:pt x="1628775" y="657491"/>
                  </a:lnTo>
                  <a:close/>
                </a:path>
                <a:path w="7391400" h="4057650">
                  <a:moveTo>
                    <a:pt x="1676400" y="4046804"/>
                  </a:moveTo>
                  <a:lnTo>
                    <a:pt x="1675942" y="4045686"/>
                  </a:lnTo>
                  <a:lnTo>
                    <a:pt x="1674075" y="4043819"/>
                  </a:lnTo>
                  <a:lnTo>
                    <a:pt x="1672958" y="4043349"/>
                  </a:lnTo>
                  <a:lnTo>
                    <a:pt x="1670329" y="4043349"/>
                  </a:lnTo>
                  <a:lnTo>
                    <a:pt x="1669211" y="4043819"/>
                  </a:lnTo>
                  <a:lnTo>
                    <a:pt x="1667344" y="4045686"/>
                  </a:lnTo>
                  <a:lnTo>
                    <a:pt x="1666875" y="4046804"/>
                  </a:lnTo>
                  <a:lnTo>
                    <a:pt x="1666875" y="4049433"/>
                  </a:lnTo>
                  <a:lnTo>
                    <a:pt x="1667344" y="4050550"/>
                  </a:lnTo>
                  <a:lnTo>
                    <a:pt x="1669211" y="4052417"/>
                  </a:lnTo>
                  <a:lnTo>
                    <a:pt x="1670329" y="4052874"/>
                  </a:lnTo>
                  <a:lnTo>
                    <a:pt x="1672958" y="4052874"/>
                  </a:lnTo>
                  <a:lnTo>
                    <a:pt x="1674075" y="4052417"/>
                  </a:lnTo>
                  <a:lnTo>
                    <a:pt x="1675942" y="4050550"/>
                  </a:lnTo>
                  <a:lnTo>
                    <a:pt x="1676400" y="4049433"/>
                  </a:lnTo>
                  <a:lnTo>
                    <a:pt x="1676400" y="4046804"/>
                  </a:lnTo>
                  <a:close/>
                </a:path>
                <a:path w="7391400" h="4057650">
                  <a:moveTo>
                    <a:pt x="1676400" y="2917037"/>
                  </a:moveTo>
                  <a:lnTo>
                    <a:pt x="1675942" y="2915907"/>
                  </a:lnTo>
                  <a:lnTo>
                    <a:pt x="1674075" y="2914053"/>
                  </a:lnTo>
                  <a:lnTo>
                    <a:pt x="1672958" y="2913583"/>
                  </a:lnTo>
                  <a:lnTo>
                    <a:pt x="1670329" y="2913583"/>
                  </a:lnTo>
                  <a:lnTo>
                    <a:pt x="1669211" y="2914053"/>
                  </a:lnTo>
                  <a:lnTo>
                    <a:pt x="1667344" y="2915907"/>
                  </a:lnTo>
                  <a:lnTo>
                    <a:pt x="1666875" y="2917037"/>
                  </a:lnTo>
                  <a:lnTo>
                    <a:pt x="1666875" y="2919666"/>
                  </a:lnTo>
                  <a:lnTo>
                    <a:pt x="1667344" y="2920784"/>
                  </a:lnTo>
                  <a:lnTo>
                    <a:pt x="1669211" y="2922651"/>
                  </a:lnTo>
                  <a:lnTo>
                    <a:pt x="1670329" y="2923108"/>
                  </a:lnTo>
                  <a:lnTo>
                    <a:pt x="1672958" y="2923108"/>
                  </a:lnTo>
                  <a:lnTo>
                    <a:pt x="1674075" y="2922651"/>
                  </a:lnTo>
                  <a:lnTo>
                    <a:pt x="1675942" y="2920784"/>
                  </a:lnTo>
                  <a:lnTo>
                    <a:pt x="1676400" y="2919666"/>
                  </a:lnTo>
                  <a:lnTo>
                    <a:pt x="1676400" y="2917037"/>
                  </a:lnTo>
                  <a:close/>
                </a:path>
                <a:path w="7391400" h="4057650">
                  <a:moveTo>
                    <a:pt x="1676400" y="1787258"/>
                  </a:moveTo>
                  <a:lnTo>
                    <a:pt x="1675942" y="1786140"/>
                  </a:lnTo>
                  <a:lnTo>
                    <a:pt x="1674075" y="1784273"/>
                  </a:lnTo>
                  <a:lnTo>
                    <a:pt x="1672958" y="1783816"/>
                  </a:lnTo>
                  <a:lnTo>
                    <a:pt x="1670329" y="1783816"/>
                  </a:lnTo>
                  <a:lnTo>
                    <a:pt x="1669211" y="1784273"/>
                  </a:lnTo>
                  <a:lnTo>
                    <a:pt x="1667344" y="1786140"/>
                  </a:lnTo>
                  <a:lnTo>
                    <a:pt x="1666875" y="1787258"/>
                  </a:lnTo>
                  <a:lnTo>
                    <a:pt x="1666875" y="1789887"/>
                  </a:lnTo>
                  <a:lnTo>
                    <a:pt x="1667344" y="1791017"/>
                  </a:lnTo>
                  <a:lnTo>
                    <a:pt x="1669211" y="1792871"/>
                  </a:lnTo>
                  <a:lnTo>
                    <a:pt x="1670329" y="1793341"/>
                  </a:lnTo>
                  <a:lnTo>
                    <a:pt x="1672958" y="1793341"/>
                  </a:lnTo>
                  <a:lnTo>
                    <a:pt x="1674075" y="1792871"/>
                  </a:lnTo>
                  <a:lnTo>
                    <a:pt x="1675942" y="1791017"/>
                  </a:lnTo>
                  <a:lnTo>
                    <a:pt x="1676400" y="1789887"/>
                  </a:lnTo>
                  <a:lnTo>
                    <a:pt x="1676400" y="1787258"/>
                  </a:lnTo>
                  <a:close/>
                </a:path>
                <a:path w="7391400" h="4057650">
                  <a:moveTo>
                    <a:pt x="1676400" y="657491"/>
                  </a:moveTo>
                  <a:lnTo>
                    <a:pt x="1675942" y="656374"/>
                  </a:lnTo>
                  <a:lnTo>
                    <a:pt x="1674075" y="654507"/>
                  </a:lnTo>
                  <a:lnTo>
                    <a:pt x="1672958" y="654037"/>
                  </a:lnTo>
                  <a:lnTo>
                    <a:pt x="1670329" y="654037"/>
                  </a:lnTo>
                  <a:lnTo>
                    <a:pt x="1669211" y="654507"/>
                  </a:lnTo>
                  <a:lnTo>
                    <a:pt x="1667344" y="656374"/>
                  </a:lnTo>
                  <a:lnTo>
                    <a:pt x="1666875" y="657491"/>
                  </a:lnTo>
                  <a:lnTo>
                    <a:pt x="1666875" y="660120"/>
                  </a:lnTo>
                  <a:lnTo>
                    <a:pt x="1667344" y="661238"/>
                  </a:lnTo>
                  <a:lnTo>
                    <a:pt x="1669211" y="663105"/>
                  </a:lnTo>
                  <a:lnTo>
                    <a:pt x="1670329" y="663562"/>
                  </a:lnTo>
                  <a:lnTo>
                    <a:pt x="1672958" y="663562"/>
                  </a:lnTo>
                  <a:lnTo>
                    <a:pt x="1674075" y="663105"/>
                  </a:lnTo>
                  <a:lnTo>
                    <a:pt x="1675942" y="661238"/>
                  </a:lnTo>
                  <a:lnTo>
                    <a:pt x="1676400" y="660120"/>
                  </a:lnTo>
                  <a:lnTo>
                    <a:pt x="1676400" y="657491"/>
                  </a:lnTo>
                  <a:close/>
                </a:path>
                <a:path w="7391400" h="4057650">
                  <a:moveTo>
                    <a:pt x="1724025" y="4046804"/>
                  </a:moveTo>
                  <a:lnTo>
                    <a:pt x="1723567" y="4045686"/>
                  </a:lnTo>
                  <a:lnTo>
                    <a:pt x="1721700" y="4043819"/>
                  </a:lnTo>
                  <a:lnTo>
                    <a:pt x="1720583" y="4043349"/>
                  </a:lnTo>
                  <a:lnTo>
                    <a:pt x="1717954" y="4043349"/>
                  </a:lnTo>
                  <a:lnTo>
                    <a:pt x="1716836" y="4043819"/>
                  </a:lnTo>
                  <a:lnTo>
                    <a:pt x="1714969" y="4045686"/>
                  </a:lnTo>
                  <a:lnTo>
                    <a:pt x="1714500" y="4046804"/>
                  </a:lnTo>
                  <a:lnTo>
                    <a:pt x="1714500" y="4049433"/>
                  </a:lnTo>
                  <a:lnTo>
                    <a:pt x="1714969" y="4050550"/>
                  </a:lnTo>
                  <a:lnTo>
                    <a:pt x="1716836" y="4052417"/>
                  </a:lnTo>
                  <a:lnTo>
                    <a:pt x="1717954" y="4052874"/>
                  </a:lnTo>
                  <a:lnTo>
                    <a:pt x="1720583" y="4052874"/>
                  </a:lnTo>
                  <a:lnTo>
                    <a:pt x="1721700" y="4052417"/>
                  </a:lnTo>
                  <a:lnTo>
                    <a:pt x="1723567" y="4050550"/>
                  </a:lnTo>
                  <a:lnTo>
                    <a:pt x="1724025" y="4049433"/>
                  </a:lnTo>
                  <a:lnTo>
                    <a:pt x="1724025" y="4046804"/>
                  </a:lnTo>
                  <a:close/>
                </a:path>
                <a:path w="7391400" h="4057650">
                  <a:moveTo>
                    <a:pt x="1724025" y="2917037"/>
                  </a:moveTo>
                  <a:lnTo>
                    <a:pt x="1723567" y="2915907"/>
                  </a:lnTo>
                  <a:lnTo>
                    <a:pt x="1721700" y="2914053"/>
                  </a:lnTo>
                  <a:lnTo>
                    <a:pt x="1720583" y="2913583"/>
                  </a:lnTo>
                  <a:lnTo>
                    <a:pt x="1717954" y="2913583"/>
                  </a:lnTo>
                  <a:lnTo>
                    <a:pt x="1716836" y="2914053"/>
                  </a:lnTo>
                  <a:lnTo>
                    <a:pt x="1714969" y="2915907"/>
                  </a:lnTo>
                  <a:lnTo>
                    <a:pt x="1714500" y="2917037"/>
                  </a:lnTo>
                  <a:lnTo>
                    <a:pt x="1714500" y="2919666"/>
                  </a:lnTo>
                  <a:lnTo>
                    <a:pt x="1714969" y="2920784"/>
                  </a:lnTo>
                  <a:lnTo>
                    <a:pt x="1716836" y="2922651"/>
                  </a:lnTo>
                  <a:lnTo>
                    <a:pt x="1717954" y="2923108"/>
                  </a:lnTo>
                  <a:lnTo>
                    <a:pt x="1720583" y="2923108"/>
                  </a:lnTo>
                  <a:lnTo>
                    <a:pt x="1721700" y="2922651"/>
                  </a:lnTo>
                  <a:lnTo>
                    <a:pt x="1723567" y="2920784"/>
                  </a:lnTo>
                  <a:lnTo>
                    <a:pt x="1724025" y="2919666"/>
                  </a:lnTo>
                  <a:lnTo>
                    <a:pt x="1724025" y="2917037"/>
                  </a:lnTo>
                  <a:close/>
                </a:path>
                <a:path w="7391400" h="4057650">
                  <a:moveTo>
                    <a:pt x="1724025" y="1787258"/>
                  </a:moveTo>
                  <a:lnTo>
                    <a:pt x="1723567" y="1786140"/>
                  </a:lnTo>
                  <a:lnTo>
                    <a:pt x="1721700" y="1784273"/>
                  </a:lnTo>
                  <a:lnTo>
                    <a:pt x="1720583" y="1783816"/>
                  </a:lnTo>
                  <a:lnTo>
                    <a:pt x="1717954" y="1783816"/>
                  </a:lnTo>
                  <a:lnTo>
                    <a:pt x="1716836" y="1784273"/>
                  </a:lnTo>
                  <a:lnTo>
                    <a:pt x="1714969" y="1786140"/>
                  </a:lnTo>
                  <a:lnTo>
                    <a:pt x="1714500" y="1787258"/>
                  </a:lnTo>
                  <a:lnTo>
                    <a:pt x="1714500" y="1789887"/>
                  </a:lnTo>
                  <a:lnTo>
                    <a:pt x="1714969" y="1791017"/>
                  </a:lnTo>
                  <a:lnTo>
                    <a:pt x="1716836" y="1792871"/>
                  </a:lnTo>
                  <a:lnTo>
                    <a:pt x="1717954" y="1793341"/>
                  </a:lnTo>
                  <a:lnTo>
                    <a:pt x="1720583" y="1793341"/>
                  </a:lnTo>
                  <a:lnTo>
                    <a:pt x="1721700" y="1792871"/>
                  </a:lnTo>
                  <a:lnTo>
                    <a:pt x="1723567" y="1791017"/>
                  </a:lnTo>
                  <a:lnTo>
                    <a:pt x="1724025" y="1789887"/>
                  </a:lnTo>
                  <a:lnTo>
                    <a:pt x="1724025" y="1787258"/>
                  </a:lnTo>
                  <a:close/>
                </a:path>
                <a:path w="7391400" h="4057650">
                  <a:moveTo>
                    <a:pt x="1724025" y="657491"/>
                  </a:moveTo>
                  <a:lnTo>
                    <a:pt x="1723567" y="656374"/>
                  </a:lnTo>
                  <a:lnTo>
                    <a:pt x="1721700" y="654507"/>
                  </a:lnTo>
                  <a:lnTo>
                    <a:pt x="1720583" y="654037"/>
                  </a:lnTo>
                  <a:lnTo>
                    <a:pt x="1717954" y="654037"/>
                  </a:lnTo>
                  <a:lnTo>
                    <a:pt x="1716836" y="654507"/>
                  </a:lnTo>
                  <a:lnTo>
                    <a:pt x="1714969" y="656374"/>
                  </a:lnTo>
                  <a:lnTo>
                    <a:pt x="1714500" y="657491"/>
                  </a:lnTo>
                  <a:lnTo>
                    <a:pt x="1714500" y="660120"/>
                  </a:lnTo>
                  <a:lnTo>
                    <a:pt x="1714969" y="661238"/>
                  </a:lnTo>
                  <a:lnTo>
                    <a:pt x="1716836" y="663105"/>
                  </a:lnTo>
                  <a:lnTo>
                    <a:pt x="1717954" y="663562"/>
                  </a:lnTo>
                  <a:lnTo>
                    <a:pt x="1720583" y="663562"/>
                  </a:lnTo>
                  <a:lnTo>
                    <a:pt x="1721700" y="663105"/>
                  </a:lnTo>
                  <a:lnTo>
                    <a:pt x="1723567" y="661238"/>
                  </a:lnTo>
                  <a:lnTo>
                    <a:pt x="1724025" y="660120"/>
                  </a:lnTo>
                  <a:lnTo>
                    <a:pt x="1724025" y="657491"/>
                  </a:lnTo>
                  <a:close/>
                </a:path>
                <a:path w="7391400" h="4057650">
                  <a:moveTo>
                    <a:pt x="1771650" y="4046804"/>
                  </a:moveTo>
                  <a:lnTo>
                    <a:pt x="1771192" y="4045686"/>
                  </a:lnTo>
                  <a:lnTo>
                    <a:pt x="1769325" y="4043819"/>
                  </a:lnTo>
                  <a:lnTo>
                    <a:pt x="1768208" y="4043349"/>
                  </a:lnTo>
                  <a:lnTo>
                    <a:pt x="1765579" y="4043349"/>
                  </a:lnTo>
                  <a:lnTo>
                    <a:pt x="1764461" y="4043819"/>
                  </a:lnTo>
                  <a:lnTo>
                    <a:pt x="1762594" y="4045686"/>
                  </a:lnTo>
                  <a:lnTo>
                    <a:pt x="1762125" y="4046804"/>
                  </a:lnTo>
                  <a:lnTo>
                    <a:pt x="1762125" y="4049433"/>
                  </a:lnTo>
                  <a:lnTo>
                    <a:pt x="1762594" y="4050550"/>
                  </a:lnTo>
                  <a:lnTo>
                    <a:pt x="1764461" y="4052417"/>
                  </a:lnTo>
                  <a:lnTo>
                    <a:pt x="1765579" y="4052874"/>
                  </a:lnTo>
                  <a:lnTo>
                    <a:pt x="1768208" y="4052874"/>
                  </a:lnTo>
                  <a:lnTo>
                    <a:pt x="1769325" y="4052417"/>
                  </a:lnTo>
                  <a:lnTo>
                    <a:pt x="1771192" y="4050550"/>
                  </a:lnTo>
                  <a:lnTo>
                    <a:pt x="1771650" y="4049433"/>
                  </a:lnTo>
                  <a:lnTo>
                    <a:pt x="1771650" y="4046804"/>
                  </a:lnTo>
                  <a:close/>
                </a:path>
                <a:path w="7391400" h="4057650">
                  <a:moveTo>
                    <a:pt x="1771650" y="2917037"/>
                  </a:moveTo>
                  <a:lnTo>
                    <a:pt x="1771192" y="2915907"/>
                  </a:lnTo>
                  <a:lnTo>
                    <a:pt x="1769325" y="2914053"/>
                  </a:lnTo>
                  <a:lnTo>
                    <a:pt x="1768208" y="2913583"/>
                  </a:lnTo>
                  <a:lnTo>
                    <a:pt x="1765579" y="2913583"/>
                  </a:lnTo>
                  <a:lnTo>
                    <a:pt x="1764461" y="2914053"/>
                  </a:lnTo>
                  <a:lnTo>
                    <a:pt x="1762594" y="2915907"/>
                  </a:lnTo>
                  <a:lnTo>
                    <a:pt x="1762125" y="2917037"/>
                  </a:lnTo>
                  <a:lnTo>
                    <a:pt x="1762125" y="2919666"/>
                  </a:lnTo>
                  <a:lnTo>
                    <a:pt x="1762594" y="2920784"/>
                  </a:lnTo>
                  <a:lnTo>
                    <a:pt x="1764461" y="2922651"/>
                  </a:lnTo>
                  <a:lnTo>
                    <a:pt x="1765579" y="2923108"/>
                  </a:lnTo>
                  <a:lnTo>
                    <a:pt x="1768208" y="2923108"/>
                  </a:lnTo>
                  <a:lnTo>
                    <a:pt x="1769325" y="2922651"/>
                  </a:lnTo>
                  <a:lnTo>
                    <a:pt x="1771192" y="2920784"/>
                  </a:lnTo>
                  <a:lnTo>
                    <a:pt x="1771650" y="2919666"/>
                  </a:lnTo>
                  <a:lnTo>
                    <a:pt x="1771650" y="2917037"/>
                  </a:lnTo>
                  <a:close/>
                </a:path>
                <a:path w="7391400" h="4057650">
                  <a:moveTo>
                    <a:pt x="1771650" y="1787258"/>
                  </a:moveTo>
                  <a:lnTo>
                    <a:pt x="1771192" y="1786140"/>
                  </a:lnTo>
                  <a:lnTo>
                    <a:pt x="1769325" y="1784273"/>
                  </a:lnTo>
                  <a:lnTo>
                    <a:pt x="1768208" y="1783816"/>
                  </a:lnTo>
                  <a:lnTo>
                    <a:pt x="1765579" y="1783816"/>
                  </a:lnTo>
                  <a:lnTo>
                    <a:pt x="1764461" y="1784273"/>
                  </a:lnTo>
                  <a:lnTo>
                    <a:pt x="1762594" y="1786140"/>
                  </a:lnTo>
                  <a:lnTo>
                    <a:pt x="1762125" y="1787258"/>
                  </a:lnTo>
                  <a:lnTo>
                    <a:pt x="1762125" y="1789887"/>
                  </a:lnTo>
                  <a:lnTo>
                    <a:pt x="1762594" y="1791017"/>
                  </a:lnTo>
                  <a:lnTo>
                    <a:pt x="1764461" y="1792871"/>
                  </a:lnTo>
                  <a:lnTo>
                    <a:pt x="1765579" y="1793341"/>
                  </a:lnTo>
                  <a:lnTo>
                    <a:pt x="1768208" y="1793341"/>
                  </a:lnTo>
                  <a:lnTo>
                    <a:pt x="1769325" y="1792871"/>
                  </a:lnTo>
                  <a:lnTo>
                    <a:pt x="1771192" y="1791017"/>
                  </a:lnTo>
                  <a:lnTo>
                    <a:pt x="1771650" y="1789887"/>
                  </a:lnTo>
                  <a:lnTo>
                    <a:pt x="1771650" y="1787258"/>
                  </a:lnTo>
                  <a:close/>
                </a:path>
                <a:path w="7391400" h="4057650">
                  <a:moveTo>
                    <a:pt x="1771650" y="657491"/>
                  </a:moveTo>
                  <a:lnTo>
                    <a:pt x="1771192" y="656374"/>
                  </a:lnTo>
                  <a:lnTo>
                    <a:pt x="1769325" y="654507"/>
                  </a:lnTo>
                  <a:lnTo>
                    <a:pt x="1768208" y="654037"/>
                  </a:lnTo>
                  <a:lnTo>
                    <a:pt x="1765579" y="654037"/>
                  </a:lnTo>
                  <a:lnTo>
                    <a:pt x="1764461" y="654507"/>
                  </a:lnTo>
                  <a:lnTo>
                    <a:pt x="1762594" y="656374"/>
                  </a:lnTo>
                  <a:lnTo>
                    <a:pt x="1762125" y="657491"/>
                  </a:lnTo>
                  <a:lnTo>
                    <a:pt x="1762125" y="660120"/>
                  </a:lnTo>
                  <a:lnTo>
                    <a:pt x="1762594" y="661238"/>
                  </a:lnTo>
                  <a:lnTo>
                    <a:pt x="1764461" y="663105"/>
                  </a:lnTo>
                  <a:lnTo>
                    <a:pt x="1765579" y="663562"/>
                  </a:lnTo>
                  <a:lnTo>
                    <a:pt x="1768208" y="663562"/>
                  </a:lnTo>
                  <a:lnTo>
                    <a:pt x="1769325" y="663105"/>
                  </a:lnTo>
                  <a:lnTo>
                    <a:pt x="1771192" y="661238"/>
                  </a:lnTo>
                  <a:lnTo>
                    <a:pt x="1771650" y="660120"/>
                  </a:lnTo>
                  <a:lnTo>
                    <a:pt x="1771650" y="657491"/>
                  </a:lnTo>
                  <a:close/>
                </a:path>
                <a:path w="7391400" h="4057650">
                  <a:moveTo>
                    <a:pt x="1819275" y="4046804"/>
                  </a:moveTo>
                  <a:lnTo>
                    <a:pt x="1818817" y="4045686"/>
                  </a:lnTo>
                  <a:lnTo>
                    <a:pt x="1816950" y="4043819"/>
                  </a:lnTo>
                  <a:lnTo>
                    <a:pt x="1815833" y="4043349"/>
                  </a:lnTo>
                  <a:lnTo>
                    <a:pt x="1813204" y="4043349"/>
                  </a:lnTo>
                  <a:lnTo>
                    <a:pt x="1812086" y="4043819"/>
                  </a:lnTo>
                  <a:lnTo>
                    <a:pt x="1810219" y="4045686"/>
                  </a:lnTo>
                  <a:lnTo>
                    <a:pt x="1809750" y="4046804"/>
                  </a:lnTo>
                  <a:lnTo>
                    <a:pt x="1809750" y="4049433"/>
                  </a:lnTo>
                  <a:lnTo>
                    <a:pt x="1810219" y="4050550"/>
                  </a:lnTo>
                  <a:lnTo>
                    <a:pt x="1812086" y="4052417"/>
                  </a:lnTo>
                  <a:lnTo>
                    <a:pt x="1813204" y="4052874"/>
                  </a:lnTo>
                  <a:lnTo>
                    <a:pt x="1815833" y="4052874"/>
                  </a:lnTo>
                  <a:lnTo>
                    <a:pt x="1816950" y="4052417"/>
                  </a:lnTo>
                  <a:lnTo>
                    <a:pt x="1818817" y="4050550"/>
                  </a:lnTo>
                  <a:lnTo>
                    <a:pt x="1819275" y="4049433"/>
                  </a:lnTo>
                  <a:lnTo>
                    <a:pt x="1819275" y="4046804"/>
                  </a:lnTo>
                  <a:close/>
                </a:path>
                <a:path w="7391400" h="4057650">
                  <a:moveTo>
                    <a:pt x="1819275" y="2917037"/>
                  </a:moveTo>
                  <a:lnTo>
                    <a:pt x="1818817" y="2915907"/>
                  </a:lnTo>
                  <a:lnTo>
                    <a:pt x="1816950" y="2914053"/>
                  </a:lnTo>
                  <a:lnTo>
                    <a:pt x="1815833" y="2913583"/>
                  </a:lnTo>
                  <a:lnTo>
                    <a:pt x="1813204" y="2913583"/>
                  </a:lnTo>
                  <a:lnTo>
                    <a:pt x="1812086" y="2914053"/>
                  </a:lnTo>
                  <a:lnTo>
                    <a:pt x="1810219" y="2915907"/>
                  </a:lnTo>
                  <a:lnTo>
                    <a:pt x="1809750" y="2917037"/>
                  </a:lnTo>
                  <a:lnTo>
                    <a:pt x="1809750" y="2919666"/>
                  </a:lnTo>
                  <a:lnTo>
                    <a:pt x="1810219" y="2920784"/>
                  </a:lnTo>
                  <a:lnTo>
                    <a:pt x="1812086" y="2922651"/>
                  </a:lnTo>
                  <a:lnTo>
                    <a:pt x="1813204" y="2923108"/>
                  </a:lnTo>
                  <a:lnTo>
                    <a:pt x="1815833" y="2923108"/>
                  </a:lnTo>
                  <a:lnTo>
                    <a:pt x="1816950" y="2922651"/>
                  </a:lnTo>
                  <a:lnTo>
                    <a:pt x="1818817" y="2920784"/>
                  </a:lnTo>
                  <a:lnTo>
                    <a:pt x="1819275" y="2919666"/>
                  </a:lnTo>
                  <a:lnTo>
                    <a:pt x="1819275" y="2917037"/>
                  </a:lnTo>
                  <a:close/>
                </a:path>
                <a:path w="7391400" h="4057650">
                  <a:moveTo>
                    <a:pt x="1819275" y="1787258"/>
                  </a:moveTo>
                  <a:lnTo>
                    <a:pt x="1818817" y="1786140"/>
                  </a:lnTo>
                  <a:lnTo>
                    <a:pt x="1816950" y="1784273"/>
                  </a:lnTo>
                  <a:lnTo>
                    <a:pt x="1815833" y="1783816"/>
                  </a:lnTo>
                  <a:lnTo>
                    <a:pt x="1813204" y="1783816"/>
                  </a:lnTo>
                  <a:lnTo>
                    <a:pt x="1812086" y="1784273"/>
                  </a:lnTo>
                  <a:lnTo>
                    <a:pt x="1810219" y="1786140"/>
                  </a:lnTo>
                  <a:lnTo>
                    <a:pt x="1809750" y="1787258"/>
                  </a:lnTo>
                  <a:lnTo>
                    <a:pt x="1809750" y="1789887"/>
                  </a:lnTo>
                  <a:lnTo>
                    <a:pt x="1810219" y="1791017"/>
                  </a:lnTo>
                  <a:lnTo>
                    <a:pt x="1812086" y="1792871"/>
                  </a:lnTo>
                  <a:lnTo>
                    <a:pt x="1813204" y="1793341"/>
                  </a:lnTo>
                  <a:lnTo>
                    <a:pt x="1815833" y="1793341"/>
                  </a:lnTo>
                  <a:lnTo>
                    <a:pt x="1816950" y="1792871"/>
                  </a:lnTo>
                  <a:lnTo>
                    <a:pt x="1818817" y="1791017"/>
                  </a:lnTo>
                  <a:lnTo>
                    <a:pt x="1819275" y="1789887"/>
                  </a:lnTo>
                  <a:lnTo>
                    <a:pt x="1819275" y="1787258"/>
                  </a:lnTo>
                  <a:close/>
                </a:path>
                <a:path w="7391400" h="4057650">
                  <a:moveTo>
                    <a:pt x="1819275" y="657491"/>
                  </a:moveTo>
                  <a:lnTo>
                    <a:pt x="1818817" y="656374"/>
                  </a:lnTo>
                  <a:lnTo>
                    <a:pt x="1816950" y="654507"/>
                  </a:lnTo>
                  <a:lnTo>
                    <a:pt x="1815833" y="654037"/>
                  </a:lnTo>
                  <a:lnTo>
                    <a:pt x="1813204" y="654037"/>
                  </a:lnTo>
                  <a:lnTo>
                    <a:pt x="1812086" y="654507"/>
                  </a:lnTo>
                  <a:lnTo>
                    <a:pt x="1810219" y="656374"/>
                  </a:lnTo>
                  <a:lnTo>
                    <a:pt x="1809750" y="657491"/>
                  </a:lnTo>
                  <a:lnTo>
                    <a:pt x="1809750" y="660120"/>
                  </a:lnTo>
                  <a:lnTo>
                    <a:pt x="1810219" y="661238"/>
                  </a:lnTo>
                  <a:lnTo>
                    <a:pt x="1812086" y="663105"/>
                  </a:lnTo>
                  <a:lnTo>
                    <a:pt x="1813204" y="663562"/>
                  </a:lnTo>
                  <a:lnTo>
                    <a:pt x="1815833" y="663562"/>
                  </a:lnTo>
                  <a:lnTo>
                    <a:pt x="1816950" y="663105"/>
                  </a:lnTo>
                  <a:lnTo>
                    <a:pt x="1818817" y="661238"/>
                  </a:lnTo>
                  <a:lnTo>
                    <a:pt x="1819275" y="660120"/>
                  </a:lnTo>
                  <a:lnTo>
                    <a:pt x="1819275" y="657491"/>
                  </a:lnTo>
                  <a:close/>
                </a:path>
                <a:path w="7391400" h="4057650">
                  <a:moveTo>
                    <a:pt x="1866900" y="4046804"/>
                  </a:moveTo>
                  <a:lnTo>
                    <a:pt x="1866442" y="4045686"/>
                  </a:lnTo>
                  <a:lnTo>
                    <a:pt x="1864575" y="4043819"/>
                  </a:lnTo>
                  <a:lnTo>
                    <a:pt x="1863458" y="4043349"/>
                  </a:lnTo>
                  <a:lnTo>
                    <a:pt x="1860829" y="4043349"/>
                  </a:lnTo>
                  <a:lnTo>
                    <a:pt x="1859711" y="4043819"/>
                  </a:lnTo>
                  <a:lnTo>
                    <a:pt x="1857844" y="4045686"/>
                  </a:lnTo>
                  <a:lnTo>
                    <a:pt x="1857375" y="4046804"/>
                  </a:lnTo>
                  <a:lnTo>
                    <a:pt x="1857375" y="4049433"/>
                  </a:lnTo>
                  <a:lnTo>
                    <a:pt x="1857844" y="4050550"/>
                  </a:lnTo>
                  <a:lnTo>
                    <a:pt x="1859711" y="4052417"/>
                  </a:lnTo>
                  <a:lnTo>
                    <a:pt x="1860829" y="4052874"/>
                  </a:lnTo>
                  <a:lnTo>
                    <a:pt x="1863458" y="4052874"/>
                  </a:lnTo>
                  <a:lnTo>
                    <a:pt x="1864575" y="4052417"/>
                  </a:lnTo>
                  <a:lnTo>
                    <a:pt x="1866442" y="4050550"/>
                  </a:lnTo>
                  <a:lnTo>
                    <a:pt x="1866900" y="4049433"/>
                  </a:lnTo>
                  <a:lnTo>
                    <a:pt x="1866900" y="4046804"/>
                  </a:lnTo>
                  <a:close/>
                </a:path>
                <a:path w="7391400" h="4057650">
                  <a:moveTo>
                    <a:pt x="1866900" y="2917037"/>
                  </a:moveTo>
                  <a:lnTo>
                    <a:pt x="1866442" y="2915907"/>
                  </a:lnTo>
                  <a:lnTo>
                    <a:pt x="1864575" y="2914053"/>
                  </a:lnTo>
                  <a:lnTo>
                    <a:pt x="1863458" y="2913583"/>
                  </a:lnTo>
                  <a:lnTo>
                    <a:pt x="1860829" y="2913583"/>
                  </a:lnTo>
                  <a:lnTo>
                    <a:pt x="1859711" y="2914053"/>
                  </a:lnTo>
                  <a:lnTo>
                    <a:pt x="1857844" y="2915907"/>
                  </a:lnTo>
                  <a:lnTo>
                    <a:pt x="1857375" y="2917037"/>
                  </a:lnTo>
                  <a:lnTo>
                    <a:pt x="1857375" y="2919666"/>
                  </a:lnTo>
                  <a:lnTo>
                    <a:pt x="1857844" y="2920784"/>
                  </a:lnTo>
                  <a:lnTo>
                    <a:pt x="1859711" y="2922651"/>
                  </a:lnTo>
                  <a:lnTo>
                    <a:pt x="1860829" y="2923108"/>
                  </a:lnTo>
                  <a:lnTo>
                    <a:pt x="1863458" y="2923108"/>
                  </a:lnTo>
                  <a:lnTo>
                    <a:pt x="1864575" y="2922651"/>
                  </a:lnTo>
                  <a:lnTo>
                    <a:pt x="1866442" y="2920784"/>
                  </a:lnTo>
                  <a:lnTo>
                    <a:pt x="1866900" y="2919666"/>
                  </a:lnTo>
                  <a:lnTo>
                    <a:pt x="1866900" y="2917037"/>
                  </a:lnTo>
                  <a:close/>
                </a:path>
                <a:path w="7391400" h="4057650">
                  <a:moveTo>
                    <a:pt x="1866900" y="1787258"/>
                  </a:moveTo>
                  <a:lnTo>
                    <a:pt x="1866442" y="1786140"/>
                  </a:lnTo>
                  <a:lnTo>
                    <a:pt x="1864575" y="1784273"/>
                  </a:lnTo>
                  <a:lnTo>
                    <a:pt x="1863458" y="1783816"/>
                  </a:lnTo>
                  <a:lnTo>
                    <a:pt x="1860829" y="1783816"/>
                  </a:lnTo>
                  <a:lnTo>
                    <a:pt x="1859711" y="1784273"/>
                  </a:lnTo>
                  <a:lnTo>
                    <a:pt x="1857844" y="1786140"/>
                  </a:lnTo>
                  <a:lnTo>
                    <a:pt x="1857375" y="1787258"/>
                  </a:lnTo>
                  <a:lnTo>
                    <a:pt x="1857375" y="1789887"/>
                  </a:lnTo>
                  <a:lnTo>
                    <a:pt x="1857844" y="1791017"/>
                  </a:lnTo>
                  <a:lnTo>
                    <a:pt x="1859711" y="1792871"/>
                  </a:lnTo>
                  <a:lnTo>
                    <a:pt x="1860829" y="1793341"/>
                  </a:lnTo>
                  <a:lnTo>
                    <a:pt x="1863458" y="1793341"/>
                  </a:lnTo>
                  <a:lnTo>
                    <a:pt x="1864575" y="1792871"/>
                  </a:lnTo>
                  <a:lnTo>
                    <a:pt x="1866442" y="1791017"/>
                  </a:lnTo>
                  <a:lnTo>
                    <a:pt x="1866900" y="1789887"/>
                  </a:lnTo>
                  <a:lnTo>
                    <a:pt x="1866900" y="1787258"/>
                  </a:lnTo>
                  <a:close/>
                </a:path>
                <a:path w="7391400" h="4057650">
                  <a:moveTo>
                    <a:pt x="1866900" y="657491"/>
                  </a:moveTo>
                  <a:lnTo>
                    <a:pt x="1866442" y="656374"/>
                  </a:lnTo>
                  <a:lnTo>
                    <a:pt x="1864575" y="654507"/>
                  </a:lnTo>
                  <a:lnTo>
                    <a:pt x="1863458" y="654037"/>
                  </a:lnTo>
                  <a:lnTo>
                    <a:pt x="1860829" y="654037"/>
                  </a:lnTo>
                  <a:lnTo>
                    <a:pt x="1859711" y="654507"/>
                  </a:lnTo>
                  <a:lnTo>
                    <a:pt x="1857844" y="656374"/>
                  </a:lnTo>
                  <a:lnTo>
                    <a:pt x="1857375" y="657491"/>
                  </a:lnTo>
                  <a:lnTo>
                    <a:pt x="1857375" y="660120"/>
                  </a:lnTo>
                  <a:lnTo>
                    <a:pt x="1857844" y="661238"/>
                  </a:lnTo>
                  <a:lnTo>
                    <a:pt x="1859711" y="663105"/>
                  </a:lnTo>
                  <a:lnTo>
                    <a:pt x="1860829" y="663562"/>
                  </a:lnTo>
                  <a:lnTo>
                    <a:pt x="1863458" y="663562"/>
                  </a:lnTo>
                  <a:lnTo>
                    <a:pt x="1864575" y="663105"/>
                  </a:lnTo>
                  <a:lnTo>
                    <a:pt x="1866442" y="661238"/>
                  </a:lnTo>
                  <a:lnTo>
                    <a:pt x="1866900" y="660120"/>
                  </a:lnTo>
                  <a:lnTo>
                    <a:pt x="1866900" y="657491"/>
                  </a:lnTo>
                  <a:close/>
                </a:path>
                <a:path w="7391400" h="4057650">
                  <a:moveTo>
                    <a:pt x="1914525" y="4046804"/>
                  </a:moveTo>
                  <a:lnTo>
                    <a:pt x="1914067" y="4045686"/>
                  </a:lnTo>
                  <a:lnTo>
                    <a:pt x="1912200" y="4043819"/>
                  </a:lnTo>
                  <a:lnTo>
                    <a:pt x="1911083" y="4043349"/>
                  </a:lnTo>
                  <a:lnTo>
                    <a:pt x="1908454" y="4043349"/>
                  </a:lnTo>
                  <a:lnTo>
                    <a:pt x="1907336" y="4043819"/>
                  </a:lnTo>
                  <a:lnTo>
                    <a:pt x="1905469" y="4045686"/>
                  </a:lnTo>
                  <a:lnTo>
                    <a:pt x="1905000" y="4046804"/>
                  </a:lnTo>
                  <a:lnTo>
                    <a:pt x="1905000" y="4049433"/>
                  </a:lnTo>
                  <a:lnTo>
                    <a:pt x="1905469" y="4050550"/>
                  </a:lnTo>
                  <a:lnTo>
                    <a:pt x="1907336" y="4052417"/>
                  </a:lnTo>
                  <a:lnTo>
                    <a:pt x="1908454" y="4052874"/>
                  </a:lnTo>
                  <a:lnTo>
                    <a:pt x="1911083" y="4052874"/>
                  </a:lnTo>
                  <a:lnTo>
                    <a:pt x="1912200" y="4052417"/>
                  </a:lnTo>
                  <a:lnTo>
                    <a:pt x="1914067" y="4050550"/>
                  </a:lnTo>
                  <a:lnTo>
                    <a:pt x="1914525" y="4049433"/>
                  </a:lnTo>
                  <a:lnTo>
                    <a:pt x="1914525" y="4046804"/>
                  </a:lnTo>
                  <a:close/>
                </a:path>
                <a:path w="7391400" h="4057650">
                  <a:moveTo>
                    <a:pt x="1914525" y="2917037"/>
                  </a:moveTo>
                  <a:lnTo>
                    <a:pt x="1914067" y="2915907"/>
                  </a:lnTo>
                  <a:lnTo>
                    <a:pt x="1912200" y="2914053"/>
                  </a:lnTo>
                  <a:lnTo>
                    <a:pt x="1911083" y="2913583"/>
                  </a:lnTo>
                  <a:lnTo>
                    <a:pt x="1908454" y="2913583"/>
                  </a:lnTo>
                  <a:lnTo>
                    <a:pt x="1907336" y="2914053"/>
                  </a:lnTo>
                  <a:lnTo>
                    <a:pt x="1905469" y="2915907"/>
                  </a:lnTo>
                  <a:lnTo>
                    <a:pt x="1905000" y="2917037"/>
                  </a:lnTo>
                  <a:lnTo>
                    <a:pt x="1905000" y="2919666"/>
                  </a:lnTo>
                  <a:lnTo>
                    <a:pt x="1905469" y="2920784"/>
                  </a:lnTo>
                  <a:lnTo>
                    <a:pt x="1907336" y="2922651"/>
                  </a:lnTo>
                  <a:lnTo>
                    <a:pt x="1908454" y="2923108"/>
                  </a:lnTo>
                  <a:lnTo>
                    <a:pt x="1911083" y="2923108"/>
                  </a:lnTo>
                  <a:lnTo>
                    <a:pt x="1912200" y="2922651"/>
                  </a:lnTo>
                  <a:lnTo>
                    <a:pt x="1914067" y="2920784"/>
                  </a:lnTo>
                  <a:lnTo>
                    <a:pt x="1914525" y="2919666"/>
                  </a:lnTo>
                  <a:lnTo>
                    <a:pt x="1914525" y="2917037"/>
                  </a:lnTo>
                  <a:close/>
                </a:path>
                <a:path w="7391400" h="4057650">
                  <a:moveTo>
                    <a:pt x="1914525" y="1787258"/>
                  </a:moveTo>
                  <a:lnTo>
                    <a:pt x="1914067" y="1786140"/>
                  </a:lnTo>
                  <a:lnTo>
                    <a:pt x="1912200" y="1784273"/>
                  </a:lnTo>
                  <a:lnTo>
                    <a:pt x="1911083" y="1783816"/>
                  </a:lnTo>
                  <a:lnTo>
                    <a:pt x="1908454" y="1783816"/>
                  </a:lnTo>
                  <a:lnTo>
                    <a:pt x="1907336" y="1784273"/>
                  </a:lnTo>
                  <a:lnTo>
                    <a:pt x="1905469" y="1786140"/>
                  </a:lnTo>
                  <a:lnTo>
                    <a:pt x="1905000" y="1787258"/>
                  </a:lnTo>
                  <a:lnTo>
                    <a:pt x="1905000" y="1789887"/>
                  </a:lnTo>
                  <a:lnTo>
                    <a:pt x="1905469" y="1791017"/>
                  </a:lnTo>
                  <a:lnTo>
                    <a:pt x="1907336" y="1792871"/>
                  </a:lnTo>
                  <a:lnTo>
                    <a:pt x="1908454" y="1793341"/>
                  </a:lnTo>
                  <a:lnTo>
                    <a:pt x="1911083" y="1793341"/>
                  </a:lnTo>
                  <a:lnTo>
                    <a:pt x="1912200" y="1792871"/>
                  </a:lnTo>
                  <a:lnTo>
                    <a:pt x="1914067" y="1791017"/>
                  </a:lnTo>
                  <a:lnTo>
                    <a:pt x="1914525" y="1789887"/>
                  </a:lnTo>
                  <a:lnTo>
                    <a:pt x="1914525" y="1787258"/>
                  </a:lnTo>
                  <a:close/>
                </a:path>
                <a:path w="7391400" h="4057650">
                  <a:moveTo>
                    <a:pt x="1914525" y="657491"/>
                  </a:moveTo>
                  <a:lnTo>
                    <a:pt x="1914067" y="656374"/>
                  </a:lnTo>
                  <a:lnTo>
                    <a:pt x="1912200" y="654507"/>
                  </a:lnTo>
                  <a:lnTo>
                    <a:pt x="1911083" y="654037"/>
                  </a:lnTo>
                  <a:lnTo>
                    <a:pt x="1908454" y="654037"/>
                  </a:lnTo>
                  <a:lnTo>
                    <a:pt x="1907336" y="654507"/>
                  </a:lnTo>
                  <a:lnTo>
                    <a:pt x="1905469" y="656374"/>
                  </a:lnTo>
                  <a:lnTo>
                    <a:pt x="1905000" y="657491"/>
                  </a:lnTo>
                  <a:lnTo>
                    <a:pt x="1905000" y="660120"/>
                  </a:lnTo>
                  <a:lnTo>
                    <a:pt x="1905469" y="661238"/>
                  </a:lnTo>
                  <a:lnTo>
                    <a:pt x="1907336" y="663105"/>
                  </a:lnTo>
                  <a:lnTo>
                    <a:pt x="1908454" y="663562"/>
                  </a:lnTo>
                  <a:lnTo>
                    <a:pt x="1911083" y="663562"/>
                  </a:lnTo>
                  <a:lnTo>
                    <a:pt x="1912200" y="663105"/>
                  </a:lnTo>
                  <a:lnTo>
                    <a:pt x="1914067" y="661238"/>
                  </a:lnTo>
                  <a:lnTo>
                    <a:pt x="1914525" y="660120"/>
                  </a:lnTo>
                  <a:lnTo>
                    <a:pt x="1914525" y="657491"/>
                  </a:lnTo>
                  <a:close/>
                </a:path>
                <a:path w="7391400" h="4057650">
                  <a:moveTo>
                    <a:pt x="1962150" y="4046804"/>
                  </a:moveTo>
                  <a:lnTo>
                    <a:pt x="1961692" y="4045686"/>
                  </a:lnTo>
                  <a:lnTo>
                    <a:pt x="1959825" y="4043819"/>
                  </a:lnTo>
                  <a:lnTo>
                    <a:pt x="1958708" y="4043349"/>
                  </a:lnTo>
                  <a:lnTo>
                    <a:pt x="1956079" y="4043349"/>
                  </a:lnTo>
                  <a:lnTo>
                    <a:pt x="1954961" y="4043819"/>
                  </a:lnTo>
                  <a:lnTo>
                    <a:pt x="1953094" y="4045686"/>
                  </a:lnTo>
                  <a:lnTo>
                    <a:pt x="1952625" y="4046804"/>
                  </a:lnTo>
                  <a:lnTo>
                    <a:pt x="1952625" y="4049433"/>
                  </a:lnTo>
                  <a:lnTo>
                    <a:pt x="1953094" y="4050550"/>
                  </a:lnTo>
                  <a:lnTo>
                    <a:pt x="1954961" y="4052417"/>
                  </a:lnTo>
                  <a:lnTo>
                    <a:pt x="1956079" y="4052874"/>
                  </a:lnTo>
                  <a:lnTo>
                    <a:pt x="1958708" y="4052874"/>
                  </a:lnTo>
                  <a:lnTo>
                    <a:pt x="1959825" y="4052417"/>
                  </a:lnTo>
                  <a:lnTo>
                    <a:pt x="1961692" y="4050550"/>
                  </a:lnTo>
                  <a:lnTo>
                    <a:pt x="1962150" y="4049433"/>
                  </a:lnTo>
                  <a:lnTo>
                    <a:pt x="1962150" y="4046804"/>
                  </a:lnTo>
                  <a:close/>
                </a:path>
                <a:path w="7391400" h="4057650">
                  <a:moveTo>
                    <a:pt x="1962150" y="2917037"/>
                  </a:moveTo>
                  <a:lnTo>
                    <a:pt x="1961692" y="2915907"/>
                  </a:lnTo>
                  <a:lnTo>
                    <a:pt x="1959825" y="2914053"/>
                  </a:lnTo>
                  <a:lnTo>
                    <a:pt x="1958708" y="2913583"/>
                  </a:lnTo>
                  <a:lnTo>
                    <a:pt x="1956079" y="2913583"/>
                  </a:lnTo>
                  <a:lnTo>
                    <a:pt x="1954961" y="2914053"/>
                  </a:lnTo>
                  <a:lnTo>
                    <a:pt x="1953094" y="2915907"/>
                  </a:lnTo>
                  <a:lnTo>
                    <a:pt x="1952625" y="2917037"/>
                  </a:lnTo>
                  <a:lnTo>
                    <a:pt x="1952625" y="2919666"/>
                  </a:lnTo>
                  <a:lnTo>
                    <a:pt x="1953094" y="2920784"/>
                  </a:lnTo>
                  <a:lnTo>
                    <a:pt x="1954961" y="2922651"/>
                  </a:lnTo>
                  <a:lnTo>
                    <a:pt x="1956079" y="2923108"/>
                  </a:lnTo>
                  <a:lnTo>
                    <a:pt x="1958708" y="2923108"/>
                  </a:lnTo>
                  <a:lnTo>
                    <a:pt x="1959825" y="2922651"/>
                  </a:lnTo>
                  <a:lnTo>
                    <a:pt x="1961692" y="2920784"/>
                  </a:lnTo>
                  <a:lnTo>
                    <a:pt x="1962150" y="2919666"/>
                  </a:lnTo>
                  <a:lnTo>
                    <a:pt x="1962150" y="2917037"/>
                  </a:lnTo>
                  <a:close/>
                </a:path>
                <a:path w="7391400" h="4057650">
                  <a:moveTo>
                    <a:pt x="1962150" y="1787258"/>
                  </a:moveTo>
                  <a:lnTo>
                    <a:pt x="1961692" y="1786140"/>
                  </a:lnTo>
                  <a:lnTo>
                    <a:pt x="1959825" y="1784273"/>
                  </a:lnTo>
                  <a:lnTo>
                    <a:pt x="1958708" y="1783816"/>
                  </a:lnTo>
                  <a:lnTo>
                    <a:pt x="1956079" y="1783816"/>
                  </a:lnTo>
                  <a:lnTo>
                    <a:pt x="1954961" y="1784273"/>
                  </a:lnTo>
                  <a:lnTo>
                    <a:pt x="1953094" y="1786140"/>
                  </a:lnTo>
                  <a:lnTo>
                    <a:pt x="1952625" y="1787258"/>
                  </a:lnTo>
                  <a:lnTo>
                    <a:pt x="1952625" y="1789887"/>
                  </a:lnTo>
                  <a:lnTo>
                    <a:pt x="1953094" y="1791017"/>
                  </a:lnTo>
                  <a:lnTo>
                    <a:pt x="1954961" y="1792871"/>
                  </a:lnTo>
                  <a:lnTo>
                    <a:pt x="1956079" y="1793341"/>
                  </a:lnTo>
                  <a:lnTo>
                    <a:pt x="1958708" y="1793341"/>
                  </a:lnTo>
                  <a:lnTo>
                    <a:pt x="1959825" y="1792871"/>
                  </a:lnTo>
                  <a:lnTo>
                    <a:pt x="1961692" y="1791017"/>
                  </a:lnTo>
                  <a:lnTo>
                    <a:pt x="1962150" y="1789887"/>
                  </a:lnTo>
                  <a:lnTo>
                    <a:pt x="1962150" y="1787258"/>
                  </a:lnTo>
                  <a:close/>
                </a:path>
                <a:path w="7391400" h="4057650">
                  <a:moveTo>
                    <a:pt x="1962150" y="657491"/>
                  </a:moveTo>
                  <a:lnTo>
                    <a:pt x="1961692" y="656374"/>
                  </a:lnTo>
                  <a:lnTo>
                    <a:pt x="1959825" y="654507"/>
                  </a:lnTo>
                  <a:lnTo>
                    <a:pt x="1958708" y="654037"/>
                  </a:lnTo>
                  <a:lnTo>
                    <a:pt x="1956079" y="654037"/>
                  </a:lnTo>
                  <a:lnTo>
                    <a:pt x="1954961" y="654507"/>
                  </a:lnTo>
                  <a:lnTo>
                    <a:pt x="1953094" y="656374"/>
                  </a:lnTo>
                  <a:lnTo>
                    <a:pt x="1952625" y="657491"/>
                  </a:lnTo>
                  <a:lnTo>
                    <a:pt x="1952625" y="660120"/>
                  </a:lnTo>
                  <a:lnTo>
                    <a:pt x="1953094" y="661238"/>
                  </a:lnTo>
                  <a:lnTo>
                    <a:pt x="1954961" y="663105"/>
                  </a:lnTo>
                  <a:lnTo>
                    <a:pt x="1956079" y="663562"/>
                  </a:lnTo>
                  <a:lnTo>
                    <a:pt x="1958708" y="663562"/>
                  </a:lnTo>
                  <a:lnTo>
                    <a:pt x="1959825" y="663105"/>
                  </a:lnTo>
                  <a:lnTo>
                    <a:pt x="1961692" y="661238"/>
                  </a:lnTo>
                  <a:lnTo>
                    <a:pt x="1962150" y="660120"/>
                  </a:lnTo>
                  <a:lnTo>
                    <a:pt x="1962150" y="657491"/>
                  </a:lnTo>
                  <a:close/>
                </a:path>
                <a:path w="7391400" h="4057650">
                  <a:moveTo>
                    <a:pt x="2009775" y="4046804"/>
                  </a:moveTo>
                  <a:lnTo>
                    <a:pt x="2009317" y="4045686"/>
                  </a:lnTo>
                  <a:lnTo>
                    <a:pt x="2007450" y="4043819"/>
                  </a:lnTo>
                  <a:lnTo>
                    <a:pt x="2006333" y="4043349"/>
                  </a:lnTo>
                  <a:lnTo>
                    <a:pt x="2003704" y="4043349"/>
                  </a:lnTo>
                  <a:lnTo>
                    <a:pt x="2002586" y="4043819"/>
                  </a:lnTo>
                  <a:lnTo>
                    <a:pt x="2000719" y="4045686"/>
                  </a:lnTo>
                  <a:lnTo>
                    <a:pt x="2000250" y="4046804"/>
                  </a:lnTo>
                  <a:lnTo>
                    <a:pt x="2000250" y="4049433"/>
                  </a:lnTo>
                  <a:lnTo>
                    <a:pt x="2000719" y="4050550"/>
                  </a:lnTo>
                  <a:lnTo>
                    <a:pt x="2002586" y="4052417"/>
                  </a:lnTo>
                  <a:lnTo>
                    <a:pt x="2003704" y="4052874"/>
                  </a:lnTo>
                  <a:lnTo>
                    <a:pt x="2006333" y="4052874"/>
                  </a:lnTo>
                  <a:lnTo>
                    <a:pt x="2007450" y="4052417"/>
                  </a:lnTo>
                  <a:lnTo>
                    <a:pt x="2009317" y="4050550"/>
                  </a:lnTo>
                  <a:lnTo>
                    <a:pt x="2009775" y="4049433"/>
                  </a:lnTo>
                  <a:lnTo>
                    <a:pt x="2009775" y="4046804"/>
                  </a:lnTo>
                  <a:close/>
                </a:path>
                <a:path w="7391400" h="4057650">
                  <a:moveTo>
                    <a:pt x="2009775" y="2917037"/>
                  </a:moveTo>
                  <a:lnTo>
                    <a:pt x="2009317" y="2915907"/>
                  </a:lnTo>
                  <a:lnTo>
                    <a:pt x="2007450" y="2914053"/>
                  </a:lnTo>
                  <a:lnTo>
                    <a:pt x="2006333" y="2913583"/>
                  </a:lnTo>
                  <a:lnTo>
                    <a:pt x="2003704" y="2913583"/>
                  </a:lnTo>
                  <a:lnTo>
                    <a:pt x="2002586" y="2914053"/>
                  </a:lnTo>
                  <a:lnTo>
                    <a:pt x="2000719" y="2915907"/>
                  </a:lnTo>
                  <a:lnTo>
                    <a:pt x="2000250" y="2917037"/>
                  </a:lnTo>
                  <a:lnTo>
                    <a:pt x="2000250" y="2919666"/>
                  </a:lnTo>
                  <a:lnTo>
                    <a:pt x="2000719" y="2920784"/>
                  </a:lnTo>
                  <a:lnTo>
                    <a:pt x="2002586" y="2922651"/>
                  </a:lnTo>
                  <a:lnTo>
                    <a:pt x="2003704" y="2923108"/>
                  </a:lnTo>
                  <a:lnTo>
                    <a:pt x="2006333" y="2923108"/>
                  </a:lnTo>
                  <a:lnTo>
                    <a:pt x="2007450" y="2922651"/>
                  </a:lnTo>
                  <a:lnTo>
                    <a:pt x="2009317" y="2920784"/>
                  </a:lnTo>
                  <a:lnTo>
                    <a:pt x="2009775" y="2919666"/>
                  </a:lnTo>
                  <a:lnTo>
                    <a:pt x="2009775" y="2917037"/>
                  </a:lnTo>
                  <a:close/>
                </a:path>
                <a:path w="7391400" h="4057650">
                  <a:moveTo>
                    <a:pt x="2009775" y="1787258"/>
                  </a:moveTo>
                  <a:lnTo>
                    <a:pt x="2009317" y="1786140"/>
                  </a:lnTo>
                  <a:lnTo>
                    <a:pt x="2007450" y="1784273"/>
                  </a:lnTo>
                  <a:lnTo>
                    <a:pt x="2006333" y="1783816"/>
                  </a:lnTo>
                  <a:lnTo>
                    <a:pt x="2003704" y="1783816"/>
                  </a:lnTo>
                  <a:lnTo>
                    <a:pt x="2002586" y="1784273"/>
                  </a:lnTo>
                  <a:lnTo>
                    <a:pt x="2000719" y="1786140"/>
                  </a:lnTo>
                  <a:lnTo>
                    <a:pt x="2000250" y="1787258"/>
                  </a:lnTo>
                  <a:lnTo>
                    <a:pt x="2000250" y="1789887"/>
                  </a:lnTo>
                  <a:lnTo>
                    <a:pt x="2000719" y="1791017"/>
                  </a:lnTo>
                  <a:lnTo>
                    <a:pt x="2002586" y="1792871"/>
                  </a:lnTo>
                  <a:lnTo>
                    <a:pt x="2003704" y="1793341"/>
                  </a:lnTo>
                  <a:lnTo>
                    <a:pt x="2006333" y="1793341"/>
                  </a:lnTo>
                  <a:lnTo>
                    <a:pt x="2007450" y="1792871"/>
                  </a:lnTo>
                  <a:lnTo>
                    <a:pt x="2009317" y="1791017"/>
                  </a:lnTo>
                  <a:lnTo>
                    <a:pt x="2009775" y="1789887"/>
                  </a:lnTo>
                  <a:lnTo>
                    <a:pt x="2009775" y="1787258"/>
                  </a:lnTo>
                  <a:close/>
                </a:path>
                <a:path w="7391400" h="4057650">
                  <a:moveTo>
                    <a:pt x="2009775" y="657491"/>
                  </a:moveTo>
                  <a:lnTo>
                    <a:pt x="2009317" y="656374"/>
                  </a:lnTo>
                  <a:lnTo>
                    <a:pt x="2007450" y="654507"/>
                  </a:lnTo>
                  <a:lnTo>
                    <a:pt x="2006333" y="654037"/>
                  </a:lnTo>
                  <a:lnTo>
                    <a:pt x="2003704" y="654037"/>
                  </a:lnTo>
                  <a:lnTo>
                    <a:pt x="2002586" y="654507"/>
                  </a:lnTo>
                  <a:lnTo>
                    <a:pt x="2000719" y="656374"/>
                  </a:lnTo>
                  <a:lnTo>
                    <a:pt x="2000250" y="657491"/>
                  </a:lnTo>
                  <a:lnTo>
                    <a:pt x="2000250" y="660120"/>
                  </a:lnTo>
                  <a:lnTo>
                    <a:pt x="2000719" y="661238"/>
                  </a:lnTo>
                  <a:lnTo>
                    <a:pt x="2002586" y="663105"/>
                  </a:lnTo>
                  <a:lnTo>
                    <a:pt x="2003704" y="663562"/>
                  </a:lnTo>
                  <a:lnTo>
                    <a:pt x="2006333" y="663562"/>
                  </a:lnTo>
                  <a:lnTo>
                    <a:pt x="2007450" y="663105"/>
                  </a:lnTo>
                  <a:lnTo>
                    <a:pt x="2009317" y="661238"/>
                  </a:lnTo>
                  <a:lnTo>
                    <a:pt x="2009775" y="660120"/>
                  </a:lnTo>
                  <a:lnTo>
                    <a:pt x="2009775" y="657491"/>
                  </a:lnTo>
                  <a:close/>
                </a:path>
                <a:path w="7391400" h="4057650">
                  <a:moveTo>
                    <a:pt x="2057400" y="4046804"/>
                  </a:moveTo>
                  <a:lnTo>
                    <a:pt x="2056942" y="4045686"/>
                  </a:lnTo>
                  <a:lnTo>
                    <a:pt x="2055075" y="4043819"/>
                  </a:lnTo>
                  <a:lnTo>
                    <a:pt x="2053958" y="4043349"/>
                  </a:lnTo>
                  <a:lnTo>
                    <a:pt x="2051329" y="4043349"/>
                  </a:lnTo>
                  <a:lnTo>
                    <a:pt x="2050211" y="4043819"/>
                  </a:lnTo>
                  <a:lnTo>
                    <a:pt x="2048344" y="4045686"/>
                  </a:lnTo>
                  <a:lnTo>
                    <a:pt x="2047875" y="4046804"/>
                  </a:lnTo>
                  <a:lnTo>
                    <a:pt x="2047875" y="4049433"/>
                  </a:lnTo>
                  <a:lnTo>
                    <a:pt x="2048344" y="4050550"/>
                  </a:lnTo>
                  <a:lnTo>
                    <a:pt x="2050211" y="4052417"/>
                  </a:lnTo>
                  <a:lnTo>
                    <a:pt x="2051329" y="4052874"/>
                  </a:lnTo>
                  <a:lnTo>
                    <a:pt x="2053958" y="4052874"/>
                  </a:lnTo>
                  <a:lnTo>
                    <a:pt x="2055075" y="4052417"/>
                  </a:lnTo>
                  <a:lnTo>
                    <a:pt x="2056942" y="4050550"/>
                  </a:lnTo>
                  <a:lnTo>
                    <a:pt x="2057400" y="4049433"/>
                  </a:lnTo>
                  <a:lnTo>
                    <a:pt x="2057400" y="4046804"/>
                  </a:lnTo>
                  <a:close/>
                </a:path>
                <a:path w="7391400" h="4057650">
                  <a:moveTo>
                    <a:pt x="2057400" y="2917037"/>
                  </a:moveTo>
                  <a:lnTo>
                    <a:pt x="2056942" y="2915907"/>
                  </a:lnTo>
                  <a:lnTo>
                    <a:pt x="2055075" y="2914053"/>
                  </a:lnTo>
                  <a:lnTo>
                    <a:pt x="2053958" y="2913583"/>
                  </a:lnTo>
                  <a:lnTo>
                    <a:pt x="2051329" y="2913583"/>
                  </a:lnTo>
                  <a:lnTo>
                    <a:pt x="2050211" y="2914053"/>
                  </a:lnTo>
                  <a:lnTo>
                    <a:pt x="2048344" y="2915907"/>
                  </a:lnTo>
                  <a:lnTo>
                    <a:pt x="2047875" y="2917037"/>
                  </a:lnTo>
                  <a:lnTo>
                    <a:pt x="2047875" y="2919666"/>
                  </a:lnTo>
                  <a:lnTo>
                    <a:pt x="2048344" y="2920784"/>
                  </a:lnTo>
                  <a:lnTo>
                    <a:pt x="2050211" y="2922651"/>
                  </a:lnTo>
                  <a:lnTo>
                    <a:pt x="2051329" y="2923108"/>
                  </a:lnTo>
                  <a:lnTo>
                    <a:pt x="2053958" y="2923108"/>
                  </a:lnTo>
                  <a:lnTo>
                    <a:pt x="2055075" y="2922651"/>
                  </a:lnTo>
                  <a:lnTo>
                    <a:pt x="2056942" y="2920784"/>
                  </a:lnTo>
                  <a:lnTo>
                    <a:pt x="2057400" y="2919666"/>
                  </a:lnTo>
                  <a:lnTo>
                    <a:pt x="2057400" y="2917037"/>
                  </a:lnTo>
                  <a:close/>
                </a:path>
                <a:path w="7391400" h="4057650">
                  <a:moveTo>
                    <a:pt x="2057400" y="1787258"/>
                  </a:moveTo>
                  <a:lnTo>
                    <a:pt x="2056942" y="1786140"/>
                  </a:lnTo>
                  <a:lnTo>
                    <a:pt x="2055075" y="1784273"/>
                  </a:lnTo>
                  <a:lnTo>
                    <a:pt x="2053958" y="1783816"/>
                  </a:lnTo>
                  <a:lnTo>
                    <a:pt x="2051329" y="1783816"/>
                  </a:lnTo>
                  <a:lnTo>
                    <a:pt x="2050211" y="1784273"/>
                  </a:lnTo>
                  <a:lnTo>
                    <a:pt x="2048344" y="1786140"/>
                  </a:lnTo>
                  <a:lnTo>
                    <a:pt x="2047875" y="1787258"/>
                  </a:lnTo>
                  <a:lnTo>
                    <a:pt x="2047875" y="1789887"/>
                  </a:lnTo>
                  <a:lnTo>
                    <a:pt x="2048344" y="1791017"/>
                  </a:lnTo>
                  <a:lnTo>
                    <a:pt x="2050211" y="1792871"/>
                  </a:lnTo>
                  <a:lnTo>
                    <a:pt x="2051329" y="1793341"/>
                  </a:lnTo>
                  <a:lnTo>
                    <a:pt x="2053958" y="1793341"/>
                  </a:lnTo>
                  <a:lnTo>
                    <a:pt x="2055075" y="1792871"/>
                  </a:lnTo>
                  <a:lnTo>
                    <a:pt x="2056942" y="1791017"/>
                  </a:lnTo>
                  <a:lnTo>
                    <a:pt x="2057400" y="1789887"/>
                  </a:lnTo>
                  <a:lnTo>
                    <a:pt x="2057400" y="1787258"/>
                  </a:lnTo>
                  <a:close/>
                </a:path>
                <a:path w="7391400" h="4057650">
                  <a:moveTo>
                    <a:pt x="2057400" y="657491"/>
                  </a:moveTo>
                  <a:lnTo>
                    <a:pt x="2056942" y="656374"/>
                  </a:lnTo>
                  <a:lnTo>
                    <a:pt x="2055075" y="654507"/>
                  </a:lnTo>
                  <a:lnTo>
                    <a:pt x="2053958" y="654037"/>
                  </a:lnTo>
                  <a:lnTo>
                    <a:pt x="2051329" y="654037"/>
                  </a:lnTo>
                  <a:lnTo>
                    <a:pt x="2050211" y="654507"/>
                  </a:lnTo>
                  <a:lnTo>
                    <a:pt x="2048344" y="656374"/>
                  </a:lnTo>
                  <a:lnTo>
                    <a:pt x="2047875" y="657491"/>
                  </a:lnTo>
                  <a:lnTo>
                    <a:pt x="2047875" y="660120"/>
                  </a:lnTo>
                  <a:lnTo>
                    <a:pt x="2048344" y="661238"/>
                  </a:lnTo>
                  <a:lnTo>
                    <a:pt x="2050211" y="663105"/>
                  </a:lnTo>
                  <a:lnTo>
                    <a:pt x="2051329" y="663562"/>
                  </a:lnTo>
                  <a:lnTo>
                    <a:pt x="2053958" y="663562"/>
                  </a:lnTo>
                  <a:lnTo>
                    <a:pt x="2055075" y="663105"/>
                  </a:lnTo>
                  <a:lnTo>
                    <a:pt x="2056942" y="661238"/>
                  </a:lnTo>
                  <a:lnTo>
                    <a:pt x="2057400" y="660120"/>
                  </a:lnTo>
                  <a:lnTo>
                    <a:pt x="2057400" y="657491"/>
                  </a:lnTo>
                  <a:close/>
                </a:path>
                <a:path w="7391400" h="4057650">
                  <a:moveTo>
                    <a:pt x="2105025" y="4046804"/>
                  </a:moveTo>
                  <a:lnTo>
                    <a:pt x="2104567" y="4045686"/>
                  </a:lnTo>
                  <a:lnTo>
                    <a:pt x="2102700" y="4043819"/>
                  </a:lnTo>
                  <a:lnTo>
                    <a:pt x="2101583" y="4043349"/>
                  </a:lnTo>
                  <a:lnTo>
                    <a:pt x="2098954" y="4043349"/>
                  </a:lnTo>
                  <a:lnTo>
                    <a:pt x="2097836" y="4043819"/>
                  </a:lnTo>
                  <a:lnTo>
                    <a:pt x="2095969" y="4045686"/>
                  </a:lnTo>
                  <a:lnTo>
                    <a:pt x="2095500" y="4046804"/>
                  </a:lnTo>
                  <a:lnTo>
                    <a:pt x="2095500" y="4049433"/>
                  </a:lnTo>
                  <a:lnTo>
                    <a:pt x="2095969" y="4050550"/>
                  </a:lnTo>
                  <a:lnTo>
                    <a:pt x="2097836" y="4052417"/>
                  </a:lnTo>
                  <a:lnTo>
                    <a:pt x="2098954" y="4052874"/>
                  </a:lnTo>
                  <a:lnTo>
                    <a:pt x="2101583" y="4052874"/>
                  </a:lnTo>
                  <a:lnTo>
                    <a:pt x="2102700" y="4052417"/>
                  </a:lnTo>
                  <a:lnTo>
                    <a:pt x="2104567" y="4050550"/>
                  </a:lnTo>
                  <a:lnTo>
                    <a:pt x="2105025" y="4049433"/>
                  </a:lnTo>
                  <a:lnTo>
                    <a:pt x="2105025" y="4046804"/>
                  </a:lnTo>
                  <a:close/>
                </a:path>
                <a:path w="7391400" h="4057650">
                  <a:moveTo>
                    <a:pt x="2105025" y="2917037"/>
                  </a:moveTo>
                  <a:lnTo>
                    <a:pt x="2104567" y="2915907"/>
                  </a:lnTo>
                  <a:lnTo>
                    <a:pt x="2102700" y="2914053"/>
                  </a:lnTo>
                  <a:lnTo>
                    <a:pt x="2101583" y="2913583"/>
                  </a:lnTo>
                  <a:lnTo>
                    <a:pt x="2098954" y="2913583"/>
                  </a:lnTo>
                  <a:lnTo>
                    <a:pt x="2097836" y="2914053"/>
                  </a:lnTo>
                  <a:lnTo>
                    <a:pt x="2095969" y="2915907"/>
                  </a:lnTo>
                  <a:lnTo>
                    <a:pt x="2095500" y="2917037"/>
                  </a:lnTo>
                  <a:lnTo>
                    <a:pt x="2095500" y="2919666"/>
                  </a:lnTo>
                  <a:lnTo>
                    <a:pt x="2095969" y="2920784"/>
                  </a:lnTo>
                  <a:lnTo>
                    <a:pt x="2097836" y="2922651"/>
                  </a:lnTo>
                  <a:lnTo>
                    <a:pt x="2098954" y="2923108"/>
                  </a:lnTo>
                  <a:lnTo>
                    <a:pt x="2101583" y="2923108"/>
                  </a:lnTo>
                  <a:lnTo>
                    <a:pt x="2102700" y="2922651"/>
                  </a:lnTo>
                  <a:lnTo>
                    <a:pt x="2104567" y="2920784"/>
                  </a:lnTo>
                  <a:lnTo>
                    <a:pt x="2105025" y="2919666"/>
                  </a:lnTo>
                  <a:lnTo>
                    <a:pt x="2105025" y="2917037"/>
                  </a:lnTo>
                  <a:close/>
                </a:path>
                <a:path w="7391400" h="4057650">
                  <a:moveTo>
                    <a:pt x="2105025" y="1787258"/>
                  </a:moveTo>
                  <a:lnTo>
                    <a:pt x="2104567" y="1786140"/>
                  </a:lnTo>
                  <a:lnTo>
                    <a:pt x="2102700" y="1784273"/>
                  </a:lnTo>
                  <a:lnTo>
                    <a:pt x="2101583" y="1783816"/>
                  </a:lnTo>
                  <a:lnTo>
                    <a:pt x="2098954" y="1783816"/>
                  </a:lnTo>
                  <a:lnTo>
                    <a:pt x="2097836" y="1784273"/>
                  </a:lnTo>
                  <a:lnTo>
                    <a:pt x="2095969" y="1786140"/>
                  </a:lnTo>
                  <a:lnTo>
                    <a:pt x="2095500" y="1787258"/>
                  </a:lnTo>
                  <a:lnTo>
                    <a:pt x="2095500" y="1789887"/>
                  </a:lnTo>
                  <a:lnTo>
                    <a:pt x="2095969" y="1791017"/>
                  </a:lnTo>
                  <a:lnTo>
                    <a:pt x="2097836" y="1792871"/>
                  </a:lnTo>
                  <a:lnTo>
                    <a:pt x="2098954" y="1793341"/>
                  </a:lnTo>
                  <a:lnTo>
                    <a:pt x="2101583" y="1793341"/>
                  </a:lnTo>
                  <a:lnTo>
                    <a:pt x="2102700" y="1792871"/>
                  </a:lnTo>
                  <a:lnTo>
                    <a:pt x="2104567" y="1791017"/>
                  </a:lnTo>
                  <a:lnTo>
                    <a:pt x="2105025" y="1789887"/>
                  </a:lnTo>
                  <a:lnTo>
                    <a:pt x="2105025" y="1787258"/>
                  </a:lnTo>
                  <a:close/>
                </a:path>
                <a:path w="7391400" h="4057650">
                  <a:moveTo>
                    <a:pt x="2105025" y="657491"/>
                  </a:moveTo>
                  <a:lnTo>
                    <a:pt x="2104567" y="656374"/>
                  </a:lnTo>
                  <a:lnTo>
                    <a:pt x="2102700" y="654507"/>
                  </a:lnTo>
                  <a:lnTo>
                    <a:pt x="2101583" y="654037"/>
                  </a:lnTo>
                  <a:lnTo>
                    <a:pt x="2098954" y="654037"/>
                  </a:lnTo>
                  <a:lnTo>
                    <a:pt x="2097836" y="654507"/>
                  </a:lnTo>
                  <a:lnTo>
                    <a:pt x="2095969" y="656374"/>
                  </a:lnTo>
                  <a:lnTo>
                    <a:pt x="2095500" y="657491"/>
                  </a:lnTo>
                  <a:lnTo>
                    <a:pt x="2095500" y="660120"/>
                  </a:lnTo>
                  <a:lnTo>
                    <a:pt x="2095969" y="661238"/>
                  </a:lnTo>
                  <a:lnTo>
                    <a:pt x="2097836" y="663105"/>
                  </a:lnTo>
                  <a:lnTo>
                    <a:pt x="2098954" y="663562"/>
                  </a:lnTo>
                  <a:lnTo>
                    <a:pt x="2101583" y="663562"/>
                  </a:lnTo>
                  <a:lnTo>
                    <a:pt x="2102700" y="663105"/>
                  </a:lnTo>
                  <a:lnTo>
                    <a:pt x="2104567" y="661238"/>
                  </a:lnTo>
                  <a:lnTo>
                    <a:pt x="2105025" y="660120"/>
                  </a:lnTo>
                  <a:lnTo>
                    <a:pt x="2105025" y="657491"/>
                  </a:lnTo>
                  <a:close/>
                </a:path>
                <a:path w="7391400" h="4057650">
                  <a:moveTo>
                    <a:pt x="2152650" y="4046804"/>
                  </a:moveTo>
                  <a:lnTo>
                    <a:pt x="2152192" y="4045686"/>
                  </a:lnTo>
                  <a:lnTo>
                    <a:pt x="2150326" y="4043819"/>
                  </a:lnTo>
                  <a:lnTo>
                    <a:pt x="2149208" y="4043349"/>
                  </a:lnTo>
                  <a:lnTo>
                    <a:pt x="2146579" y="4043349"/>
                  </a:lnTo>
                  <a:lnTo>
                    <a:pt x="2145461" y="4043819"/>
                  </a:lnTo>
                  <a:lnTo>
                    <a:pt x="2143595" y="4045686"/>
                  </a:lnTo>
                  <a:lnTo>
                    <a:pt x="2143125" y="4046804"/>
                  </a:lnTo>
                  <a:lnTo>
                    <a:pt x="2143125" y="4049433"/>
                  </a:lnTo>
                  <a:lnTo>
                    <a:pt x="2143595" y="4050550"/>
                  </a:lnTo>
                  <a:lnTo>
                    <a:pt x="2145461" y="4052417"/>
                  </a:lnTo>
                  <a:lnTo>
                    <a:pt x="2146579" y="4052874"/>
                  </a:lnTo>
                  <a:lnTo>
                    <a:pt x="2149208" y="4052874"/>
                  </a:lnTo>
                  <a:lnTo>
                    <a:pt x="2150326" y="4052417"/>
                  </a:lnTo>
                  <a:lnTo>
                    <a:pt x="2152192" y="4050550"/>
                  </a:lnTo>
                  <a:lnTo>
                    <a:pt x="2152650" y="4049433"/>
                  </a:lnTo>
                  <a:lnTo>
                    <a:pt x="2152650" y="4046804"/>
                  </a:lnTo>
                  <a:close/>
                </a:path>
                <a:path w="7391400" h="4057650">
                  <a:moveTo>
                    <a:pt x="2152650" y="2917037"/>
                  </a:moveTo>
                  <a:lnTo>
                    <a:pt x="2152192" y="2915907"/>
                  </a:lnTo>
                  <a:lnTo>
                    <a:pt x="2150326" y="2914053"/>
                  </a:lnTo>
                  <a:lnTo>
                    <a:pt x="2149208" y="2913583"/>
                  </a:lnTo>
                  <a:lnTo>
                    <a:pt x="2146579" y="2913583"/>
                  </a:lnTo>
                  <a:lnTo>
                    <a:pt x="2145461" y="2914053"/>
                  </a:lnTo>
                  <a:lnTo>
                    <a:pt x="2143595" y="2915907"/>
                  </a:lnTo>
                  <a:lnTo>
                    <a:pt x="2143125" y="2917037"/>
                  </a:lnTo>
                  <a:lnTo>
                    <a:pt x="2143125" y="2919666"/>
                  </a:lnTo>
                  <a:lnTo>
                    <a:pt x="2143595" y="2920784"/>
                  </a:lnTo>
                  <a:lnTo>
                    <a:pt x="2145461" y="2922651"/>
                  </a:lnTo>
                  <a:lnTo>
                    <a:pt x="2146579" y="2923108"/>
                  </a:lnTo>
                  <a:lnTo>
                    <a:pt x="2149208" y="2923108"/>
                  </a:lnTo>
                  <a:lnTo>
                    <a:pt x="2150326" y="2922651"/>
                  </a:lnTo>
                  <a:lnTo>
                    <a:pt x="2152192" y="2920784"/>
                  </a:lnTo>
                  <a:lnTo>
                    <a:pt x="2152650" y="2919666"/>
                  </a:lnTo>
                  <a:lnTo>
                    <a:pt x="2152650" y="2917037"/>
                  </a:lnTo>
                  <a:close/>
                </a:path>
                <a:path w="7391400" h="4057650">
                  <a:moveTo>
                    <a:pt x="2152650" y="1787258"/>
                  </a:moveTo>
                  <a:lnTo>
                    <a:pt x="2152192" y="1786140"/>
                  </a:lnTo>
                  <a:lnTo>
                    <a:pt x="2150326" y="1784273"/>
                  </a:lnTo>
                  <a:lnTo>
                    <a:pt x="2149208" y="1783816"/>
                  </a:lnTo>
                  <a:lnTo>
                    <a:pt x="2146579" y="1783816"/>
                  </a:lnTo>
                  <a:lnTo>
                    <a:pt x="2145461" y="1784273"/>
                  </a:lnTo>
                  <a:lnTo>
                    <a:pt x="2143595" y="1786140"/>
                  </a:lnTo>
                  <a:lnTo>
                    <a:pt x="2143125" y="1787258"/>
                  </a:lnTo>
                  <a:lnTo>
                    <a:pt x="2143125" y="1789887"/>
                  </a:lnTo>
                  <a:lnTo>
                    <a:pt x="2143595" y="1791017"/>
                  </a:lnTo>
                  <a:lnTo>
                    <a:pt x="2145461" y="1792871"/>
                  </a:lnTo>
                  <a:lnTo>
                    <a:pt x="2146579" y="1793341"/>
                  </a:lnTo>
                  <a:lnTo>
                    <a:pt x="2149208" y="1793341"/>
                  </a:lnTo>
                  <a:lnTo>
                    <a:pt x="2150326" y="1792871"/>
                  </a:lnTo>
                  <a:lnTo>
                    <a:pt x="2152192" y="1791017"/>
                  </a:lnTo>
                  <a:lnTo>
                    <a:pt x="2152650" y="1789887"/>
                  </a:lnTo>
                  <a:lnTo>
                    <a:pt x="2152650" y="1787258"/>
                  </a:lnTo>
                  <a:close/>
                </a:path>
                <a:path w="7391400" h="4057650">
                  <a:moveTo>
                    <a:pt x="2152650" y="657491"/>
                  </a:moveTo>
                  <a:lnTo>
                    <a:pt x="2152192" y="656374"/>
                  </a:lnTo>
                  <a:lnTo>
                    <a:pt x="2150326" y="654507"/>
                  </a:lnTo>
                  <a:lnTo>
                    <a:pt x="2149208" y="654037"/>
                  </a:lnTo>
                  <a:lnTo>
                    <a:pt x="2146579" y="654037"/>
                  </a:lnTo>
                  <a:lnTo>
                    <a:pt x="2145461" y="654507"/>
                  </a:lnTo>
                  <a:lnTo>
                    <a:pt x="2143595" y="656374"/>
                  </a:lnTo>
                  <a:lnTo>
                    <a:pt x="2143125" y="657491"/>
                  </a:lnTo>
                  <a:lnTo>
                    <a:pt x="2143125" y="660120"/>
                  </a:lnTo>
                  <a:lnTo>
                    <a:pt x="2143595" y="661238"/>
                  </a:lnTo>
                  <a:lnTo>
                    <a:pt x="2145461" y="663105"/>
                  </a:lnTo>
                  <a:lnTo>
                    <a:pt x="2146579" y="663562"/>
                  </a:lnTo>
                  <a:lnTo>
                    <a:pt x="2149208" y="663562"/>
                  </a:lnTo>
                  <a:lnTo>
                    <a:pt x="2150326" y="663105"/>
                  </a:lnTo>
                  <a:lnTo>
                    <a:pt x="2152192" y="661238"/>
                  </a:lnTo>
                  <a:lnTo>
                    <a:pt x="2152650" y="660120"/>
                  </a:lnTo>
                  <a:lnTo>
                    <a:pt x="2152650" y="657491"/>
                  </a:lnTo>
                  <a:close/>
                </a:path>
                <a:path w="7391400" h="4057650">
                  <a:moveTo>
                    <a:pt x="2200275" y="4046804"/>
                  </a:moveTo>
                  <a:lnTo>
                    <a:pt x="2199817" y="4045686"/>
                  </a:lnTo>
                  <a:lnTo>
                    <a:pt x="2197951" y="4043819"/>
                  </a:lnTo>
                  <a:lnTo>
                    <a:pt x="2196833" y="4043349"/>
                  </a:lnTo>
                  <a:lnTo>
                    <a:pt x="2194204" y="4043349"/>
                  </a:lnTo>
                  <a:lnTo>
                    <a:pt x="2193086" y="4043819"/>
                  </a:lnTo>
                  <a:lnTo>
                    <a:pt x="2191220" y="4045686"/>
                  </a:lnTo>
                  <a:lnTo>
                    <a:pt x="2190750" y="4046804"/>
                  </a:lnTo>
                  <a:lnTo>
                    <a:pt x="2190750" y="4049433"/>
                  </a:lnTo>
                  <a:lnTo>
                    <a:pt x="2191220" y="4050550"/>
                  </a:lnTo>
                  <a:lnTo>
                    <a:pt x="2193086" y="4052417"/>
                  </a:lnTo>
                  <a:lnTo>
                    <a:pt x="2194204" y="4052874"/>
                  </a:lnTo>
                  <a:lnTo>
                    <a:pt x="2196833" y="4052874"/>
                  </a:lnTo>
                  <a:lnTo>
                    <a:pt x="2197951" y="4052417"/>
                  </a:lnTo>
                  <a:lnTo>
                    <a:pt x="2199817" y="4050550"/>
                  </a:lnTo>
                  <a:lnTo>
                    <a:pt x="2200275" y="4049433"/>
                  </a:lnTo>
                  <a:lnTo>
                    <a:pt x="2200275" y="4046804"/>
                  </a:lnTo>
                  <a:close/>
                </a:path>
                <a:path w="7391400" h="4057650">
                  <a:moveTo>
                    <a:pt x="2200275" y="2917037"/>
                  </a:moveTo>
                  <a:lnTo>
                    <a:pt x="2199817" y="2915907"/>
                  </a:lnTo>
                  <a:lnTo>
                    <a:pt x="2197951" y="2914053"/>
                  </a:lnTo>
                  <a:lnTo>
                    <a:pt x="2196833" y="2913583"/>
                  </a:lnTo>
                  <a:lnTo>
                    <a:pt x="2194204" y="2913583"/>
                  </a:lnTo>
                  <a:lnTo>
                    <a:pt x="2193086" y="2914053"/>
                  </a:lnTo>
                  <a:lnTo>
                    <a:pt x="2191220" y="2915907"/>
                  </a:lnTo>
                  <a:lnTo>
                    <a:pt x="2190750" y="2917037"/>
                  </a:lnTo>
                  <a:lnTo>
                    <a:pt x="2190750" y="2919666"/>
                  </a:lnTo>
                  <a:lnTo>
                    <a:pt x="2191220" y="2920784"/>
                  </a:lnTo>
                  <a:lnTo>
                    <a:pt x="2193086" y="2922651"/>
                  </a:lnTo>
                  <a:lnTo>
                    <a:pt x="2194204" y="2923108"/>
                  </a:lnTo>
                  <a:lnTo>
                    <a:pt x="2196833" y="2923108"/>
                  </a:lnTo>
                  <a:lnTo>
                    <a:pt x="2197951" y="2922651"/>
                  </a:lnTo>
                  <a:lnTo>
                    <a:pt x="2199817" y="2920784"/>
                  </a:lnTo>
                  <a:lnTo>
                    <a:pt x="2200275" y="2919666"/>
                  </a:lnTo>
                  <a:lnTo>
                    <a:pt x="2200275" y="2917037"/>
                  </a:lnTo>
                  <a:close/>
                </a:path>
                <a:path w="7391400" h="4057650">
                  <a:moveTo>
                    <a:pt x="2200275" y="1787258"/>
                  </a:moveTo>
                  <a:lnTo>
                    <a:pt x="2199817" y="1786140"/>
                  </a:lnTo>
                  <a:lnTo>
                    <a:pt x="2197951" y="1784273"/>
                  </a:lnTo>
                  <a:lnTo>
                    <a:pt x="2196833" y="1783816"/>
                  </a:lnTo>
                  <a:lnTo>
                    <a:pt x="2194204" y="1783816"/>
                  </a:lnTo>
                  <a:lnTo>
                    <a:pt x="2193086" y="1784273"/>
                  </a:lnTo>
                  <a:lnTo>
                    <a:pt x="2191220" y="1786140"/>
                  </a:lnTo>
                  <a:lnTo>
                    <a:pt x="2190750" y="1787258"/>
                  </a:lnTo>
                  <a:lnTo>
                    <a:pt x="2190750" y="1789887"/>
                  </a:lnTo>
                  <a:lnTo>
                    <a:pt x="2191220" y="1791017"/>
                  </a:lnTo>
                  <a:lnTo>
                    <a:pt x="2193086" y="1792871"/>
                  </a:lnTo>
                  <a:lnTo>
                    <a:pt x="2194204" y="1793341"/>
                  </a:lnTo>
                  <a:lnTo>
                    <a:pt x="2196833" y="1793341"/>
                  </a:lnTo>
                  <a:lnTo>
                    <a:pt x="2197951" y="1792871"/>
                  </a:lnTo>
                  <a:lnTo>
                    <a:pt x="2199817" y="1791017"/>
                  </a:lnTo>
                  <a:lnTo>
                    <a:pt x="2200275" y="1789887"/>
                  </a:lnTo>
                  <a:lnTo>
                    <a:pt x="2200275" y="1787258"/>
                  </a:lnTo>
                  <a:close/>
                </a:path>
                <a:path w="7391400" h="4057650">
                  <a:moveTo>
                    <a:pt x="2200275" y="657491"/>
                  </a:moveTo>
                  <a:lnTo>
                    <a:pt x="2199817" y="656374"/>
                  </a:lnTo>
                  <a:lnTo>
                    <a:pt x="2197951" y="654507"/>
                  </a:lnTo>
                  <a:lnTo>
                    <a:pt x="2196833" y="654037"/>
                  </a:lnTo>
                  <a:lnTo>
                    <a:pt x="2194204" y="654037"/>
                  </a:lnTo>
                  <a:lnTo>
                    <a:pt x="2193086" y="654507"/>
                  </a:lnTo>
                  <a:lnTo>
                    <a:pt x="2191220" y="656374"/>
                  </a:lnTo>
                  <a:lnTo>
                    <a:pt x="2190750" y="657491"/>
                  </a:lnTo>
                  <a:lnTo>
                    <a:pt x="2190750" y="660120"/>
                  </a:lnTo>
                  <a:lnTo>
                    <a:pt x="2191220" y="661238"/>
                  </a:lnTo>
                  <a:lnTo>
                    <a:pt x="2193086" y="663105"/>
                  </a:lnTo>
                  <a:lnTo>
                    <a:pt x="2194204" y="663562"/>
                  </a:lnTo>
                  <a:lnTo>
                    <a:pt x="2196833" y="663562"/>
                  </a:lnTo>
                  <a:lnTo>
                    <a:pt x="2197951" y="663105"/>
                  </a:lnTo>
                  <a:lnTo>
                    <a:pt x="2199817" y="661238"/>
                  </a:lnTo>
                  <a:lnTo>
                    <a:pt x="2200275" y="660120"/>
                  </a:lnTo>
                  <a:lnTo>
                    <a:pt x="2200275" y="657491"/>
                  </a:lnTo>
                  <a:close/>
                </a:path>
                <a:path w="7391400" h="4057650">
                  <a:moveTo>
                    <a:pt x="2247900" y="4046804"/>
                  </a:moveTo>
                  <a:lnTo>
                    <a:pt x="2247442" y="4045686"/>
                  </a:lnTo>
                  <a:lnTo>
                    <a:pt x="2245576" y="4043819"/>
                  </a:lnTo>
                  <a:lnTo>
                    <a:pt x="2244458" y="4043349"/>
                  </a:lnTo>
                  <a:lnTo>
                    <a:pt x="2241829" y="4043349"/>
                  </a:lnTo>
                  <a:lnTo>
                    <a:pt x="2240711" y="4043819"/>
                  </a:lnTo>
                  <a:lnTo>
                    <a:pt x="2238845" y="4045686"/>
                  </a:lnTo>
                  <a:lnTo>
                    <a:pt x="2238375" y="4046804"/>
                  </a:lnTo>
                  <a:lnTo>
                    <a:pt x="2238375" y="4049433"/>
                  </a:lnTo>
                  <a:lnTo>
                    <a:pt x="2238845" y="4050550"/>
                  </a:lnTo>
                  <a:lnTo>
                    <a:pt x="2240711" y="4052417"/>
                  </a:lnTo>
                  <a:lnTo>
                    <a:pt x="2241829" y="4052874"/>
                  </a:lnTo>
                  <a:lnTo>
                    <a:pt x="2244458" y="4052874"/>
                  </a:lnTo>
                  <a:lnTo>
                    <a:pt x="2245576" y="4052417"/>
                  </a:lnTo>
                  <a:lnTo>
                    <a:pt x="2247442" y="4050550"/>
                  </a:lnTo>
                  <a:lnTo>
                    <a:pt x="2247900" y="4049433"/>
                  </a:lnTo>
                  <a:lnTo>
                    <a:pt x="2247900" y="4046804"/>
                  </a:lnTo>
                  <a:close/>
                </a:path>
                <a:path w="7391400" h="4057650">
                  <a:moveTo>
                    <a:pt x="2247900" y="2917037"/>
                  </a:moveTo>
                  <a:lnTo>
                    <a:pt x="2247442" y="2915907"/>
                  </a:lnTo>
                  <a:lnTo>
                    <a:pt x="2245576" y="2914053"/>
                  </a:lnTo>
                  <a:lnTo>
                    <a:pt x="2244458" y="2913583"/>
                  </a:lnTo>
                  <a:lnTo>
                    <a:pt x="2241829" y="2913583"/>
                  </a:lnTo>
                  <a:lnTo>
                    <a:pt x="2240711" y="2914053"/>
                  </a:lnTo>
                  <a:lnTo>
                    <a:pt x="2238845" y="2915907"/>
                  </a:lnTo>
                  <a:lnTo>
                    <a:pt x="2238375" y="2917037"/>
                  </a:lnTo>
                  <a:lnTo>
                    <a:pt x="2238375" y="2919666"/>
                  </a:lnTo>
                  <a:lnTo>
                    <a:pt x="2238845" y="2920784"/>
                  </a:lnTo>
                  <a:lnTo>
                    <a:pt x="2240711" y="2922651"/>
                  </a:lnTo>
                  <a:lnTo>
                    <a:pt x="2241829" y="2923108"/>
                  </a:lnTo>
                  <a:lnTo>
                    <a:pt x="2244458" y="2923108"/>
                  </a:lnTo>
                  <a:lnTo>
                    <a:pt x="2245576" y="2922651"/>
                  </a:lnTo>
                  <a:lnTo>
                    <a:pt x="2247442" y="2920784"/>
                  </a:lnTo>
                  <a:lnTo>
                    <a:pt x="2247900" y="2919666"/>
                  </a:lnTo>
                  <a:lnTo>
                    <a:pt x="2247900" y="2917037"/>
                  </a:lnTo>
                  <a:close/>
                </a:path>
                <a:path w="7391400" h="4057650">
                  <a:moveTo>
                    <a:pt x="2247900" y="1787258"/>
                  </a:moveTo>
                  <a:lnTo>
                    <a:pt x="2247442" y="1786140"/>
                  </a:lnTo>
                  <a:lnTo>
                    <a:pt x="2245576" y="1784273"/>
                  </a:lnTo>
                  <a:lnTo>
                    <a:pt x="2244458" y="1783816"/>
                  </a:lnTo>
                  <a:lnTo>
                    <a:pt x="2241829" y="1783816"/>
                  </a:lnTo>
                  <a:lnTo>
                    <a:pt x="2240711" y="1784273"/>
                  </a:lnTo>
                  <a:lnTo>
                    <a:pt x="2238845" y="1786140"/>
                  </a:lnTo>
                  <a:lnTo>
                    <a:pt x="2238375" y="1787258"/>
                  </a:lnTo>
                  <a:lnTo>
                    <a:pt x="2238375" y="1789887"/>
                  </a:lnTo>
                  <a:lnTo>
                    <a:pt x="2238845" y="1791017"/>
                  </a:lnTo>
                  <a:lnTo>
                    <a:pt x="2240711" y="1792871"/>
                  </a:lnTo>
                  <a:lnTo>
                    <a:pt x="2241829" y="1793341"/>
                  </a:lnTo>
                  <a:lnTo>
                    <a:pt x="2244458" y="1793341"/>
                  </a:lnTo>
                  <a:lnTo>
                    <a:pt x="2245576" y="1792871"/>
                  </a:lnTo>
                  <a:lnTo>
                    <a:pt x="2247442" y="1791017"/>
                  </a:lnTo>
                  <a:lnTo>
                    <a:pt x="2247900" y="1789887"/>
                  </a:lnTo>
                  <a:lnTo>
                    <a:pt x="2247900" y="1787258"/>
                  </a:lnTo>
                  <a:close/>
                </a:path>
                <a:path w="7391400" h="4057650">
                  <a:moveTo>
                    <a:pt x="2247900" y="657491"/>
                  </a:moveTo>
                  <a:lnTo>
                    <a:pt x="2247442" y="656374"/>
                  </a:lnTo>
                  <a:lnTo>
                    <a:pt x="2245576" y="654507"/>
                  </a:lnTo>
                  <a:lnTo>
                    <a:pt x="2244458" y="654037"/>
                  </a:lnTo>
                  <a:lnTo>
                    <a:pt x="2241829" y="654037"/>
                  </a:lnTo>
                  <a:lnTo>
                    <a:pt x="2240711" y="654507"/>
                  </a:lnTo>
                  <a:lnTo>
                    <a:pt x="2238845" y="656374"/>
                  </a:lnTo>
                  <a:lnTo>
                    <a:pt x="2238375" y="657491"/>
                  </a:lnTo>
                  <a:lnTo>
                    <a:pt x="2238375" y="660120"/>
                  </a:lnTo>
                  <a:lnTo>
                    <a:pt x="2238845" y="661238"/>
                  </a:lnTo>
                  <a:lnTo>
                    <a:pt x="2240711" y="663105"/>
                  </a:lnTo>
                  <a:lnTo>
                    <a:pt x="2241829" y="663562"/>
                  </a:lnTo>
                  <a:lnTo>
                    <a:pt x="2244458" y="663562"/>
                  </a:lnTo>
                  <a:lnTo>
                    <a:pt x="2245576" y="663105"/>
                  </a:lnTo>
                  <a:lnTo>
                    <a:pt x="2247442" y="661238"/>
                  </a:lnTo>
                  <a:lnTo>
                    <a:pt x="2247900" y="660120"/>
                  </a:lnTo>
                  <a:lnTo>
                    <a:pt x="2247900" y="657491"/>
                  </a:lnTo>
                  <a:close/>
                </a:path>
                <a:path w="7391400" h="4057650">
                  <a:moveTo>
                    <a:pt x="2295525" y="4046804"/>
                  </a:moveTo>
                  <a:lnTo>
                    <a:pt x="2295067" y="4045686"/>
                  </a:lnTo>
                  <a:lnTo>
                    <a:pt x="2293201" y="4043819"/>
                  </a:lnTo>
                  <a:lnTo>
                    <a:pt x="2292083" y="4043349"/>
                  </a:lnTo>
                  <a:lnTo>
                    <a:pt x="2289454" y="4043349"/>
                  </a:lnTo>
                  <a:lnTo>
                    <a:pt x="2288336" y="4043819"/>
                  </a:lnTo>
                  <a:lnTo>
                    <a:pt x="2286470" y="4045686"/>
                  </a:lnTo>
                  <a:lnTo>
                    <a:pt x="2286000" y="4046804"/>
                  </a:lnTo>
                  <a:lnTo>
                    <a:pt x="2286000" y="4049433"/>
                  </a:lnTo>
                  <a:lnTo>
                    <a:pt x="2286470" y="4050550"/>
                  </a:lnTo>
                  <a:lnTo>
                    <a:pt x="2288336" y="4052417"/>
                  </a:lnTo>
                  <a:lnTo>
                    <a:pt x="2289454" y="4052874"/>
                  </a:lnTo>
                  <a:lnTo>
                    <a:pt x="2292083" y="4052874"/>
                  </a:lnTo>
                  <a:lnTo>
                    <a:pt x="2293201" y="4052417"/>
                  </a:lnTo>
                  <a:lnTo>
                    <a:pt x="2295067" y="4050550"/>
                  </a:lnTo>
                  <a:lnTo>
                    <a:pt x="2295525" y="4049433"/>
                  </a:lnTo>
                  <a:lnTo>
                    <a:pt x="2295525" y="4046804"/>
                  </a:lnTo>
                  <a:close/>
                </a:path>
                <a:path w="7391400" h="4057650">
                  <a:moveTo>
                    <a:pt x="2295525" y="2917037"/>
                  </a:moveTo>
                  <a:lnTo>
                    <a:pt x="2295067" y="2915907"/>
                  </a:lnTo>
                  <a:lnTo>
                    <a:pt x="2293201" y="2914053"/>
                  </a:lnTo>
                  <a:lnTo>
                    <a:pt x="2292083" y="2913583"/>
                  </a:lnTo>
                  <a:lnTo>
                    <a:pt x="2289454" y="2913583"/>
                  </a:lnTo>
                  <a:lnTo>
                    <a:pt x="2288336" y="2914053"/>
                  </a:lnTo>
                  <a:lnTo>
                    <a:pt x="2286470" y="2915907"/>
                  </a:lnTo>
                  <a:lnTo>
                    <a:pt x="2286000" y="2917037"/>
                  </a:lnTo>
                  <a:lnTo>
                    <a:pt x="2286000" y="2919666"/>
                  </a:lnTo>
                  <a:lnTo>
                    <a:pt x="2286470" y="2920784"/>
                  </a:lnTo>
                  <a:lnTo>
                    <a:pt x="2288336" y="2922651"/>
                  </a:lnTo>
                  <a:lnTo>
                    <a:pt x="2289454" y="2923108"/>
                  </a:lnTo>
                  <a:lnTo>
                    <a:pt x="2292083" y="2923108"/>
                  </a:lnTo>
                  <a:lnTo>
                    <a:pt x="2293201" y="2922651"/>
                  </a:lnTo>
                  <a:lnTo>
                    <a:pt x="2295067" y="2920784"/>
                  </a:lnTo>
                  <a:lnTo>
                    <a:pt x="2295525" y="2919666"/>
                  </a:lnTo>
                  <a:lnTo>
                    <a:pt x="2295525" y="2917037"/>
                  </a:lnTo>
                  <a:close/>
                </a:path>
                <a:path w="7391400" h="4057650">
                  <a:moveTo>
                    <a:pt x="2295525" y="1787258"/>
                  </a:moveTo>
                  <a:lnTo>
                    <a:pt x="2295067" y="1786140"/>
                  </a:lnTo>
                  <a:lnTo>
                    <a:pt x="2293201" y="1784273"/>
                  </a:lnTo>
                  <a:lnTo>
                    <a:pt x="2292083" y="1783816"/>
                  </a:lnTo>
                  <a:lnTo>
                    <a:pt x="2289454" y="1783816"/>
                  </a:lnTo>
                  <a:lnTo>
                    <a:pt x="2288336" y="1784273"/>
                  </a:lnTo>
                  <a:lnTo>
                    <a:pt x="2286470" y="1786140"/>
                  </a:lnTo>
                  <a:lnTo>
                    <a:pt x="2286000" y="1787258"/>
                  </a:lnTo>
                  <a:lnTo>
                    <a:pt x="2286000" y="1789887"/>
                  </a:lnTo>
                  <a:lnTo>
                    <a:pt x="2286470" y="1791017"/>
                  </a:lnTo>
                  <a:lnTo>
                    <a:pt x="2288336" y="1792871"/>
                  </a:lnTo>
                  <a:lnTo>
                    <a:pt x="2289454" y="1793341"/>
                  </a:lnTo>
                  <a:lnTo>
                    <a:pt x="2292083" y="1793341"/>
                  </a:lnTo>
                  <a:lnTo>
                    <a:pt x="2293201" y="1792871"/>
                  </a:lnTo>
                  <a:lnTo>
                    <a:pt x="2295067" y="1791017"/>
                  </a:lnTo>
                  <a:lnTo>
                    <a:pt x="2295525" y="1789887"/>
                  </a:lnTo>
                  <a:lnTo>
                    <a:pt x="2295525" y="1787258"/>
                  </a:lnTo>
                  <a:close/>
                </a:path>
                <a:path w="7391400" h="4057650">
                  <a:moveTo>
                    <a:pt x="2295525" y="657491"/>
                  </a:moveTo>
                  <a:lnTo>
                    <a:pt x="2295067" y="656374"/>
                  </a:lnTo>
                  <a:lnTo>
                    <a:pt x="2293201" y="654507"/>
                  </a:lnTo>
                  <a:lnTo>
                    <a:pt x="2292083" y="654037"/>
                  </a:lnTo>
                  <a:lnTo>
                    <a:pt x="2289454" y="654037"/>
                  </a:lnTo>
                  <a:lnTo>
                    <a:pt x="2288336" y="654507"/>
                  </a:lnTo>
                  <a:lnTo>
                    <a:pt x="2286470" y="656374"/>
                  </a:lnTo>
                  <a:lnTo>
                    <a:pt x="2286000" y="657491"/>
                  </a:lnTo>
                  <a:lnTo>
                    <a:pt x="2286000" y="660120"/>
                  </a:lnTo>
                  <a:lnTo>
                    <a:pt x="2286470" y="661238"/>
                  </a:lnTo>
                  <a:lnTo>
                    <a:pt x="2288336" y="663105"/>
                  </a:lnTo>
                  <a:lnTo>
                    <a:pt x="2289454" y="663562"/>
                  </a:lnTo>
                  <a:lnTo>
                    <a:pt x="2292083" y="663562"/>
                  </a:lnTo>
                  <a:lnTo>
                    <a:pt x="2293201" y="663105"/>
                  </a:lnTo>
                  <a:lnTo>
                    <a:pt x="2295067" y="661238"/>
                  </a:lnTo>
                  <a:lnTo>
                    <a:pt x="2295525" y="660120"/>
                  </a:lnTo>
                  <a:lnTo>
                    <a:pt x="2295525" y="657491"/>
                  </a:lnTo>
                  <a:close/>
                </a:path>
                <a:path w="7391400" h="4057650">
                  <a:moveTo>
                    <a:pt x="2343150" y="4046804"/>
                  </a:moveTo>
                  <a:lnTo>
                    <a:pt x="2342692" y="4045686"/>
                  </a:lnTo>
                  <a:lnTo>
                    <a:pt x="2340826" y="4043819"/>
                  </a:lnTo>
                  <a:lnTo>
                    <a:pt x="2339708" y="4043349"/>
                  </a:lnTo>
                  <a:lnTo>
                    <a:pt x="2337079" y="4043349"/>
                  </a:lnTo>
                  <a:lnTo>
                    <a:pt x="2335961" y="4043819"/>
                  </a:lnTo>
                  <a:lnTo>
                    <a:pt x="2334095" y="4045686"/>
                  </a:lnTo>
                  <a:lnTo>
                    <a:pt x="2333625" y="4046804"/>
                  </a:lnTo>
                  <a:lnTo>
                    <a:pt x="2333625" y="4049433"/>
                  </a:lnTo>
                  <a:lnTo>
                    <a:pt x="2334095" y="4050550"/>
                  </a:lnTo>
                  <a:lnTo>
                    <a:pt x="2335961" y="4052417"/>
                  </a:lnTo>
                  <a:lnTo>
                    <a:pt x="2337079" y="4052874"/>
                  </a:lnTo>
                  <a:lnTo>
                    <a:pt x="2339708" y="4052874"/>
                  </a:lnTo>
                  <a:lnTo>
                    <a:pt x="2340826" y="4052417"/>
                  </a:lnTo>
                  <a:lnTo>
                    <a:pt x="2342692" y="4050550"/>
                  </a:lnTo>
                  <a:lnTo>
                    <a:pt x="2343150" y="4049433"/>
                  </a:lnTo>
                  <a:lnTo>
                    <a:pt x="2343150" y="4046804"/>
                  </a:lnTo>
                  <a:close/>
                </a:path>
                <a:path w="7391400" h="4057650">
                  <a:moveTo>
                    <a:pt x="2343150" y="2917037"/>
                  </a:moveTo>
                  <a:lnTo>
                    <a:pt x="2342692" y="2915907"/>
                  </a:lnTo>
                  <a:lnTo>
                    <a:pt x="2340826" y="2914053"/>
                  </a:lnTo>
                  <a:lnTo>
                    <a:pt x="2339708" y="2913583"/>
                  </a:lnTo>
                  <a:lnTo>
                    <a:pt x="2337079" y="2913583"/>
                  </a:lnTo>
                  <a:lnTo>
                    <a:pt x="2335961" y="2914053"/>
                  </a:lnTo>
                  <a:lnTo>
                    <a:pt x="2334095" y="2915907"/>
                  </a:lnTo>
                  <a:lnTo>
                    <a:pt x="2333625" y="2917037"/>
                  </a:lnTo>
                  <a:lnTo>
                    <a:pt x="2333625" y="2919666"/>
                  </a:lnTo>
                  <a:lnTo>
                    <a:pt x="2334095" y="2920784"/>
                  </a:lnTo>
                  <a:lnTo>
                    <a:pt x="2335961" y="2922651"/>
                  </a:lnTo>
                  <a:lnTo>
                    <a:pt x="2337079" y="2923108"/>
                  </a:lnTo>
                  <a:lnTo>
                    <a:pt x="2339708" y="2923108"/>
                  </a:lnTo>
                  <a:lnTo>
                    <a:pt x="2340826" y="2922651"/>
                  </a:lnTo>
                  <a:lnTo>
                    <a:pt x="2342692" y="2920784"/>
                  </a:lnTo>
                  <a:lnTo>
                    <a:pt x="2343150" y="2919666"/>
                  </a:lnTo>
                  <a:lnTo>
                    <a:pt x="2343150" y="2917037"/>
                  </a:lnTo>
                  <a:close/>
                </a:path>
                <a:path w="7391400" h="4057650">
                  <a:moveTo>
                    <a:pt x="2343150" y="1787258"/>
                  </a:moveTo>
                  <a:lnTo>
                    <a:pt x="2342692" y="1786140"/>
                  </a:lnTo>
                  <a:lnTo>
                    <a:pt x="2340826" y="1784273"/>
                  </a:lnTo>
                  <a:lnTo>
                    <a:pt x="2339708" y="1783816"/>
                  </a:lnTo>
                  <a:lnTo>
                    <a:pt x="2337079" y="1783816"/>
                  </a:lnTo>
                  <a:lnTo>
                    <a:pt x="2335961" y="1784273"/>
                  </a:lnTo>
                  <a:lnTo>
                    <a:pt x="2334095" y="1786140"/>
                  </a:lnTo>
                  <a:lnTo>
                    <a:pt x="2333625" y="1787258"/>
                  </a:lnTo>
                  <a:lnTo>
                    <a:pt x="2333625" y="1789887"/>
                  </a:lnTo>
                  <a:lnTo>
                    <a:pt x="2334095" y="1791017"/>
                  </a:lnTo>
                  <a:lnTo>
                    <a:pt x="2335961" y="1792871"/>
                  </a:lnTo>
                  <a:lnTo>
                    <a:pt x="2337079" y="1793341"/>
                  </a:lnTo>
                  <a:lnTo>
                    <a:pt x="2339708" y="1793341"/>
                  </a:lnTo>
                  <a:lnTo>
                    <a:pt x="2340826" y="1792871"/>
                  </a:lnTo>
                  <a:lnTo>
                    <a:pt x="2342692" y="1791017"/>
                  </a:lnTo>
                  <a:lnTo>
                    <a:pt x="2343150" y="1789887"/>
                  </a:lnTo>
                  <a:lnTo>
                    <a:pt x="2343150" y="1787258"/>
                  </a:lnTo>
                  <a:close/>
                </a:path>
                <a:path w="7391400" h="4057650">
                  <a:moveTo>
                    <a:pt x="2343150" y="657491"/>
                  </a:moveTo>
                  <a:lnTo>
                    <a:pt x="2342692" y="656374"/>
                  </a:lnTo>
                  <a:lnTo>
                    <a:pt x="2340826" y="654507"/>
                  </a:lnTo>
                  <a:lnTo>
                    <a:pt x="2339708" y="654037"/>
                  </a:lnTo>
                  <a:lnTo>
                    <a:pt x="2337079" y="654037"/>
                  </a:lnTo>
                  <a:lnTo>
                    <a:pt x="2335961" y="654507"/>
                  </a:lnTo>
                  <a:lnTo>
                    <a:pt x="2334095" y="656374"/>
                  </a:lnTo>
                  <a:lnTo>
                    <a:pt x="2333625" y="657491"/>
                  </a:lnTo>
                  <a:lnTo>
                    <a:pt x="2333625" y="660120"/>
                  </a:lnTo>
                  <a:lnTo>
                    <a:pt x="2334095" y="661238"/>
                  </a:lnTo>
                  <a:lnTo>
                    <a:pt x="2335961" y="663105"/>
                  </a:lnTo>
                  <a:lnTo>
                    <a:pt x="2337079" y="663562"/>
                  </a:lnTo>
                  <a:lnTo>
                    <a:pt x="2339708" y="663562"/>
                  </a:lnTo>
                  <a:lnTo>
                    <a:pt x="2340826" y="663105"/>
                  </a:lnTo>
                  <a:lnTo>
                    <a:pt x="2342692" y="661238"/>
                  </a:lnTo>
                  <a:lnTo>
                    <a:pt x="2343150" y="660120"/>
                  </a:lnTo>
                  <a:lnTo>
                    <a:pt x="2343150" y="657491"/>
                  </a:lnTo>
                  <a:close/>
                </a:path>
                <a:path w="7391400" h="4057650">
                  <a:moveTo>
                    <a:pt x="2390775" y="4046804"/>
                  </a:moveTo>
                  <a:lnTo>
                    <a:pt x="2390317" y="4045686"/>
                  </a:lnTo>
                  <a:lnTo>
                    <a:pt x="2388451" y="4043819"/>
                  </a:lnTo>
                  <a:lnTo>
                    <a:pt x="2387333" y="4043349"/>
                  </a:lnTo>
                  <a:lnTo>
                    <a:pt x="2384704" y="4043349"/>
                  </a:lnTo>
                  <a:lnTo>
                    <a:pt x="2383586" y="4043819"/>
                  </a:lnTo>
                  <a:lnTo>
                    <a:pt x="2381720" y="4045686"/>
                  </a:lnTo>
                  <a:lnTo>
                    <a:pt x="2381250" y="4046804"/>
                  </a:lnTo>
                  <a:lnTo>
                    <a:pt x="2381250" y="4049433"/>
                  </a:lnTo>
                  <a:lnTo>
                    <a:pt x="2381720" y="4050550"/>
                  </a:lnTo>
                  <a:lnTo>
                    <a:pt x="2383586" y="4052417"/>
                  </a:lnTo>
                  <a:lnTo>
                    <a:pt x="2384704" y="4052874"/>
                  </a:lnTo>
                  <a:lnTo>
                    <a:pt x="2387333" y="4052874"/>
                  </a:lnTo>
                  <a:lnTo>
                    <a:pt x="2388451" y="4052417"/>
                  </a:lnTo>
                  <a:lnTo>
                    <a:pt x="2390317" y="4050550"/>
                  </a:lnTo>
                  <a:lnTo>
                    <a:pt x="2390775" y="4049433"/>
                  </a:lnTo>
                  <a:lnTo>
                    <a:pt x="2390775" y="4046804"/>
                  </a:lnTo>
                  <a:close/>
                </a:path>
                <a:path w="7391400" h="4057650">
                  <a:moveTo>
                    <a:pt x="2390775" y="2917037"/>
                  </a:moveTo>
                  <a:lnTo>
                    <a:pt x="2390317" y="2915907"/>
                  </a:lnTo>
                  <a:lnTo>
                    <a:pt x="2388451" y="2914053"/>
                  </a:lnTo>
                  <a:lnTo>
                    <a:pt x="2387333" y="2913583"/>
                  </a:lnTo>
                  <a:lnTo>
                    <a:pt x="2384704" y="2913583"/>
                  </a:lnTo>
                  <a:lnTo>
                    <a:pt x="2383586" y="2914053"/>
                  </a:lnTo>
                  <a:lnTo>
                    <a:pt x="2381720" y="2915907"/>
                  </a:lnTo>
                  <a:lnTo>
                    <a:pt x="2381250" y="2917037"/>
                  </a:lnTo>
                  <a:lnTo>
                    <a:pt x="2381250" y="2919666"/>
                  </a:lnTo>
                  <a:lnTo>
                    <a:pt x="2381720" y="2920784"/>
                  </a:lnTo>
                  <a:lnTo>
                    <a:pt x="2383586" y="2922651"/>
                  </a:lnTo>
                  <a:lnTo>
                    <a:pt x="2384704" y="2923108"/>
                  </a:lnTo>
                  <a:lnTo>
                    <a:pt x="2387333" y="2923108"/>
                  </a:lnTo>
                  <a:lnTo>
                    <a:pt x="2388451" y="2922651"/>
                  </a:lnTo>
                  <a:lnTo>
                    <a:pt x="2390317" y="2920784"/>
                  </a:lnTo>
                  <a:lnTo>
                    <a:pt x="2390775" y="2919666"/>
                  </a:lnTo>
                  <a:lnTo>
                    <a:pt x="2390775" y="2917037"/>
                  </a:lnTo>
                  <a:close/>
                </a:path>
                <a:path w="7391400" h="4057650">
                  <a:moveTo>
                    <a:pt x="2390775" y="1787258"/>
                  </a:moveTo>
                  <a:lnTo>
                    <a:pt x="2390317" y="1786140"/>
                  </a:lnTo>
                  <a:lnTo>
                    <a:pt x="2388451" y="1784273"/>
                  </a:lnTo>
                  <a:lnTo>
                    <a:pt x="2387333" y="1783816"/>
                  </a:lnTo>
                  <a:lnTo>
                    <a:pt x="2384704" y="1783816"/>
                  </a:lnTo>
                  <a:lnTo>
                    <a:pt x="2383586" y="1784273"/>
                  </a:lnTo>
                  <a:lnTo>
                    <a:pt x="2381720" y="1786140"/>
                  </a:lnTo>
                  <a:lnTo>
                    <a:pt x="2381250" y="1787258"/>
                  </a:lnTo>
                  <a:lnTo>
                    <a:pt x="2381250" y="1789887"/>
                  </a:lnTo>
                  <a:lnTo>
                    <a:pt x="2381720" y="1791017"/>
                  </a:lnTo>
                  <a:lnTo>
                    <a:pt x="2383586" y="1792871"/>
                  </a:lnTo>
                  <a:lnTo>
                    <a:pt x="2384704" y="1793341"/>
                  </a:lnTo>
                  <a:lnTo>
                    <a:pt x="2387333" y="1793341"/>
                  </a:lnTo>
                  <a:lnTo>
                    <a:pt x="2388451" y="1792871"/>
                  </a:lnTo>
                  <a:lnTo>
                    <a:pt x="2390317" y="1791017"/>
                  </a:lnTo>
                  <a:lnTo>
                    <a:pt x="2390775" y="1789887"/>
                  </a:lnTo>
                  <a:lnTo>
                    <a:pt x="2390775" y="1787258"/>
                  </a:lnTo>
                  <a:close/>
                </a:path>
                <a:path w="7391400" h="4057650">
                  <a:moveTo>
                    <a:pt x="2390775" y="657491"/>
                  </a:moveTo>
                  <a:lnTo>
                    <a:pt x="2390317" y="656374"/>
                  </a:lnTo>
                  <a:lnTo>
                    <a:pt x="2388451" y="654507"/>
                  </a:lnTo>
                  <a:lnTo>
                    <a:pt x="2387333" y="654037"/>
                  </a:lnTo>
                  <a:lnTo>
                    <a:pt x="2384704" y="654037"/>
                  </a:lnTo>
                  <a:lnTo>
                    <a:pt x="2383586" y="654507"/>
                  </a:lnTo>
                  <a:lnTo>
                    <a:pt x="2381720" y="656374"/>
                  </a:lnTo>
                  <a:lnTo>
                    <a:pt x="2381250" y="657491"/>
                  </a:lnTo>
                  <a:lnTo>
                    <a:pt x="2381250" y="660120"/>
                  </a:lnTo>
                  <a:lnTo>
                    <a:pt x="2381720" y="661238"/>
                  </a:lnTo>
                  <a:lnTo>
                    <a:pt x="2383586" y="663105"/>
                  </a:lnTo>
                  <a:lnTo>
                    <a:pt x="2384704" y="663562"/>
                  </a:lnTo>
                  <a:lnTo>
                    <a:pt x="2387333" y="663562"/>
                  </a:lnTo>
                  <a:lnTo>
                    <a:pt x="2388451" y="663105"/>
                  </a:lnTo>
                  <a:lnTo>
                    <a:pt x="2390317" y="661238"/>
                  </a:lnTo>
                  <a:lnTo>
                    <a:pt x="2390775" y="660120"/>
                  </a:lnTo>
                  <a:lnTo>
                    <a:pt x="2390775" y="657491"/>
                  </a:lnTo>
                  <a:close/>
                </a:path>
                <a:path w="7391400" h="4057650">
                  <a:moveTo>
                    <a:pt x="2438400" y="4046804"/>
                  </a:moveTo>
                  <a:lnTo>
                    <a:pt x="2437942" y="4045686"/>
                  </a:lnTo>
                  <a:lnTo>
                    <a:pt x="2436076" y="4043819"/>
                  </a:lnTo>
                  <a:lnTo>
                    <a:pt x="2434958" y="4043349"/>
                  </a:lnTo>
                  <a:lnTo>
                    <a:pt x="2432329" y="4043349"/>
                  </a:lnTo>
                  <a:lnTo>
                    <a:pt x="2431211" y="4043819"/>
                  </a:lnTo>
                  <a:lnTo>
                    <a:pt x="2429345" y="4045686"/>
                  </a:lnTo>
                  <a:lnTo>
                    <a:pt x="2428875" y="4046804"/>
                  </a:lnTo>
                  <a:lnTo>
                    <a:pt x="2428875" y="4049433"/>
                  </a:lnTo>
                  <a:lnTo>
                    <a:pt x="2429345" y="4050550"/>
                  </a:lnTo>
                  <a:lnTo>
                    <a:pt x="2431211" y="4052417"/>
                  </a:lnTo>
                  <a:lnTo>
                    <a:pt x="2432329" y="4052874"/>
                  </a:lnTo>
                  <a:lnTo>
                    <a:pt x="2434958" y="4052874"/>
                  </a:lnTo>
                  <a:lnTo>
                    <a:pt x="2436076" y="4052417"/>
                  </a:lnTo>
                  <a:lnTo>
                    <a:pt x="2437942" y="4050550"/>
                  </a:lnTo>
                  <a:lnTo>
                    <a:pt x="2438400" y="4049433"/>
                  </a:lnTo>
                  <a:lnTo>
                    <a:pt x="2438400" y="4046804"/>
                  </a:lnTo>
                  <a:close/>
                </a:path>
                <a:path w="7391400" h="4057650">
                  <a:moveTo>
                    <a:pt x="2438400" y="2917037"/>
                  </a:moveTo>
                  <a:lnTo>
                    <a:pt x="2437942" y="2915907"/>
                  </a:lnTo>
                  <a:lnTo>
                    <a:pt x="2436076" y="2914053"/>
                  </a:lnTo>
                  <a:lnTo>
                    <a:pt x="2434958" y="2913583"/>
                  </a:lnTo>
                  <a:lnTo>
                    <a:pt x="2432329" y="2913583"/>
                  </a:lnTo>
                  <a:lnTo>
                    <a:pt x="2431211" y="2914053"/>
                  </a:lnTo>
                  <a:lnTo>
                    <a:pt x="2429345" y="2915907"/>
                  </a:lnTo>
                  <a:lnTo>
                    <a:pt x="2428875" y="2917037"/>
                  </a:lnTo>
                  <a:lnTo>
                    <a:pt x="2428875" y="2919666"/>
                  </a:lnTo>
                  <a:lnTo>
                    <a:pt x="2429345" y="2920784"/>
                  </a:lnTo>
                  <a:lnTo>
                    <a:pt x="2431211" y="2922651"/>
                  </a:lnTo>
                  <a:lnTo>
                    <a:pt x="2432329" y="2923108"/>
                  </a:lnTo>
                  <a:lnTo>
                    <a:pt x="2434958" y="2923108"/>
                  </a:lnTo>
                  <a:lnTo>
                    <a:pt x="2436076" y="2922651"/>
                  </a:lnTo>
                  <a:lnTo>
                    <a:pt x="2437942" y="2920784"/>
                  </a:lnTo>
                  <a:lnTo>
                    <a:pt x="2438400" y="2919666"/>
                  </a:lnTo>
                  <a:lnTo>
                    <a:pt x="2438400" y="2917037"/>
                  </a:lnTo>
                  <a:close/>
                </a:path>
                <a:path w="7391400" h="4057650">
                  <a:moveTo>
                    <a:pt x="2438400" y="1787258"/>
                  </a:moveTo>
                  <a:lnTo>
                    <a:pt x="2437942" y="1786140"/>
                  </a:lnTo>
                  <a:lnTo>
                    <a:pt x="2436076" y="1784273"/>
                  </a:lnTo>
                  <a:lnTo>
                    <a:pt x="2434958" y="1783816"/>
                  </a:lnTo>
                  <a:lnTo>
                    <a:pt x="2432329" y="1783816"/>
                  </a:lnTo>
                  <a:lnTo>
                    <a:pt x="2431211" y="1784273"/>
                  </a:lnTo>
                  <a:lnTo>
                    <a:pt x="2429345" y="1786140"/>
                  </a:lnTo>
                  <a:lnTo>
                    <a:pt x="2428875" y="1787258"/>
                  </a:lnTo>
                  <a:lnTo>
                    <a:pt x="2428875" y="1789887"/>
                  </a:lnTo>
                  <a:lnTo>
                    <a:pt x="2429345" y="1791017"/>
                  </a:lnTo>
                  <a:lnTo>
                    <a:pt x="2431211" y="1792871"/>
                  </a:lnTo>
                  <a:lnTo>
                    <a:pt x="2432329" y="1793341"/>
                  </a:lnTo>
                  <a:lnTo>
                    <a:pt x="2434958" y="1793341"/>
                  </a:lnTo>
                  <a:lnTo>
                    <a:pt x="2436076" y="1792871"/>
                  </a:lnTo>
                  <a:lnTo>
                    <a:pt x="2437942" y="1791017"/>
                  </a:lnTo>
                  <a:lnTo>
                    <a:pt x="2438400" y="1789887"/>
                  </a:lnTo>
                  <a:lnTo>
                    <a:pt x="2438400" y="1787258"/>
                  </a:lnTo>
                  <a:close/>
                </a:path>
                <a:path w="7391400" h="4057650">
                  <a:moveTo>
                    <a:pt x="2438400" y="657491"/>
                  </a:moveTo>
                  <a:lnTo>
                    <a:pt x="2437942" y="656374"/>
                  </a:lnTo>
                  <a:lnTo>
                    <a:pt x="2436076" y="654507"/>
                  </a:lnTo>
                  <a:lnTo>
                    <a:pt x="2434958" y="654037"/>
                  </a:lnTo>
                  <a:lnTo>
                    <a:pt x="2432329" y="654037"/>
                  </a:lnTo>
                  <a:lnTo>
                    <a:pt x="2431211" y="654507"/>
                  </a:lnTo>
                  <a:lnTo>
                    <a:pt x="2429345" y="656374"/>
                  </a:lnTo>
                  <a:lnTo>
                    <a:pt x="2428875" y="657491"/>
                  </a:lnTo>
                  <a:lnTo>
                    <a:pt x="2428875" y="660120"/>
                  </a:lnTo>
                  <a:lnTo>
                    <a:pt x="2429345" y="661238"/>
                  </a:lnTo>
                  <a:lnTo>
                    <a:pt x="2431211" y="663105"/>
                  </a:lnTo>
                  <a:lnTo>
                    <a:pt x="2432329" y="663562"/>
                  </a:lnTo>
                  <a:lnTo>
                    <a:pt x="2434958" y="663562"/>
                  </a:lnTo>
                  <a:lnTo>
                    <a:pt x="2436076" y="663105"/>
                  </a:lnTo>
                  <a:lnTo>
                    <a:pt x="2437942" y="661238"/>
                  </a:lnTo>
                  <a:lnTo>
                    <a:pt x="2438400" y="660120"/>
                  </a:lnTo>
                  <a:lnTo>
                    <a:pt x="2438400" y="657491"/>
                  </a:lnTo>
                  <a:close/>
                </a:path>
                <a:path w="7391400" h="4057650">
                  <a:moveTo>
                    <a:pt x="2486025" y="4046804"/>
                  </a:moveTo>
                  <a:lnTo>
                    <a:pt x="2485567" y="4045686"/>
                  </a:lnTo>
                  <a:lnTo>
                    <a:pt x="2483701" y="4043819"/>
                  </a:lnTo>
                  <a:lnTo>
                    <a:pt x="2482583" y="4043349"/>
                  </a:lnTo>
                  <a:lnTo>
                    <a:pt x="2479954" y="4043349"/>
                  </a:lnTo>
                  <a:lnTo>
                    <a:pt x="2478836" y="4043819"/>
                  </a:lnTo>
                  <a:lnTo>
                    <a:pt x="2476970" y="4045686"/>
                  </a:lnTo>
                  <a:lnTo>
                    <a:pt x="2476500" y="4046804"/>
                  </a:lnTo>
                  <a:lnTo>
                    <a:pt x="2476500" y="4049433"/>
                  </a:lnTo>
                  <a:lnTo>
                    <a:pt x="2476970" y="4050550"/>
                  </a:lnTo>
                  <a:lnTo>
                    <a:pt x="2478836" y="4052417"/>
                  </a:lnTo>
                  <a:lnTo>
                    <a:pt x="2479954" y="4052874"/>
                  </a:lnTo>
                  <a:lnTo>
                    <a:pt x="2482583" y="4052874"/>
                  </a:lnTo>
                  <a:lnTo>
                    <a:pt x="2483701" y="4052417"/>
                  </a:lnTo>
                  <a:lnTo>
                    <a:pt x="2485567" y="4050550"/>
                  </a:lnTo>
                  <a:lnTo>
                    <a:pt x="2486025" y="4049433"/>
                  </a:lnTo>
                  <a:lnTo>
                    <a:pt x="2486025" y="4046804"/>
                  </a:lnTo>
                  <a:close/>
                </a:path>
                <a:path w="7391400" h="4057650">
                  <a:moveTo>
                    <a:pt x="2486025" y="2917037"/>
                  </a:moveTo>
                  <a:lnTo>
                    <a:pt x="2485567" y="2915907"/>
                  </a:lnTo>
                  <a:lnTo>
                    <a:pt x="2483701" y="2914053"/>
                  </a:lnTo>
                  <a:lnTo>
                    <a:pt x="2482583" y="2913583"/>
                  </a:lnTo>
                  <a:lnTo>
                    <a:pt x="2479954" y="2913583"/>
                  </a:lnTo>
                  <a:lnTo>
                    <a:pt x="2478836" y="2914053"/>
                  </a:lnTo>
                  <a:lnTo>
                    <a:pt x="2476970" y="2915907"/>
                  </a:lnTo>
                  <a:lnTo>
                    <a:pt x="2476500" y="2917037"/>
                  </a:lnTo>
                  <a:lnTo>
                    <a:pt x="2476500" y="2919666"/>
                  </a:lnTo>
                  <a:lnTo>
                    <a:pt x="2476970" y="2920784"/>
                  </a:lnTo>
                  <a:lnTo>
                    <a:pt x="2478836" y="2922651"/>
                  </a:lnTo>
                  <a:lnTo>
                    <a:pt x="2479954" y="2923108"/>
                  </a:lnTo>
                  <a:lnTo>
                    <a:pt x="2482583" y="2923108"/>
                  </a:lnTo>
                  <a:lnTo>
                    <a:pt x="2483701" y="2922651"/>
                  </a:lnTo>
                  <a:lnTo>
                    <a:pt x="2485567" y="2920784"/>
                  </a:lnTo>
                  <a:lnTo>
                    <a:pt x="2486025" y="2919666"/>
                  </a:lnTo>
                  <a:lnTo>
                    <a:pt x="2486025" y="2917037"/>
                  </a:lnTo>
                  <a:close/>
                </a:path>
                <a:path w="7391400" h="4057650">
                  <a:moveTo>
                    <a:pt x="2486025" y="1787258"/>
                  </a:moveTo>
                  <a:lnTo>
                    <a:pt x="2485567" y="1786140"/>
                  </a:lnTo>
                  <a:lnTo>
                    <a:pt x="2483701" y="1784273"/>
                  </a:lnTo>
                  <a:lnTo>
                    <a:pt x="2482583" y="1783816"/>
                  </a:lnTo>
                  <a:lnTo>
                    <a:pt x="2479954" y="1783816"/>
                  </a:lnTo>
                  <a:lnTo>
                    <a:pt x="2478836" y="1784273"/>
                  </a:lnTo>
                  <a:lnTo>
                    <a:pt x="2476970" y="1786140"/>
                  </a:lnTo>
                  <a:lnTo>
                    <a:pt x="2476500" y="1787258"/>
                  </a:lnTo>
                  <a:lnTo>
                    <a:pt x="2476500" y="1789887"/>
                  </a:lnTo>
                  <a:lnTo>
                    <a:pt x="2476970" y="1791017"/>
                  </a:lnTo>
                  <a:lnTo>
                    <a:pt x="2478836" y="1792871"/>
                  </a:lnTo>
                  <a:lnTo>
                    <a:pt x="2479954" y="1793341"/>
                  </a:lnTo>
                  <a:lnTo>
                    <a:pt x="2482583" y="1793341"/>
                  </a:lnTo>
                  <a:lnTo>
                    <a:pt x="2483701" y="1792871"/>
                  </a:lnTo>
                  <a:lnTo>
                    <a:pt x="2485567" y="1791017"/>
                  </a:lnTo>
                  <a:lnTo>
                    <a:pt x="2486025" y="1789887"/>
                  </a:lnTo>
                  <a:lnTo>
                    <a:pt x="2486025" y="1787258"/>
                  </a:lnTo>
                  <a:close/>
                </a:path>
                <a:path w="7391400" h="4057650">
                  <a:moveTo>
                    <a:pt x="2486025" y="657491"/>
                  </a:moveTo>
                  <a:lnTo>
                    <a:pt x="2485567" y="656374"/>
                  </a:lnTo>
                  <a:lnTo>
                    <a:pt x="2483701" y="654507"/>
                  </a:lnTo>
                  <a:lnTo>
                    <a:pt x="2482583" y="654037"/>
                  </a:lnTo>
                  <a:lnTo>
                    <a:pt x="2479954" y="654037"/>
                  </a:lnTo>
                  <a:lnTo>
                    <a:pt x="2478836" y="654507"/>
                  </a:lnTo>
                  <a:lnTo>
                    <a:pt x="2476970" y="656374"/>
                  </a:lnTo>
                  <a:lnTo>
                    <a:pt x="2476500" y="657491"/>
                  </a:lnTo>
                  <a:lnTo>
                    <a:pt x="2476500" y="660120"/>
                  </a:lnTo>
                  <a:lnTo>
                    <a:pt x="2476970" y="661238"/>
                  </a:lnTo>
                  <a:lnTo>
                    <a:pt x="2478836" y="663105"/>
                  </a:lnTo>
                  <a:lnTo>
                    <a:pt x="2479954" y="663562"/>
                  </a:lnTo>
                  <a:lnTo>
                    <a:pt x="2482583" y="663562"/>
                  </a:lnTo>
                  <a:lnTo>
                    <a:pt x="2483701" y="663105"/>
                  </a:lnTo>
                  <a:lnTo>
                    <a:pt x="2485567" y="661238"/>
                  </a:lnTo>
                  <a:lnTo>
                    <a:pt x="2486025" y="660120"/>
                  </a:lnTo>
                  <a:lnTo>
                    <a:pt x="2486025" y="657491"/>
                  </a:lnTo>
                  <a:close/>
                </a:path>
                <a:path w="7391400" h="4057650">
                  <a:moveTo>
                    <a:pt x="2533650" y="4046804"/>
                  </a:moveTo>
                  <a:lnTo>
                    <a:pt x="2533192" y="4045686"/>
                  </a:lnTo>
                  <a:lnTo>
                    <a:pt x="2531326" y="4043819"/>
                  </a:lnTo>
                  <a:lnTo>
                    <a:pt x="2530208" y="4043349"/>
                  </a:lnTo>
                  <a:lnTo>
                    <a:pt x="2527579" y="4043349"/>
                  </a:lnTo>
                  <a:lnTo>
                    <a:pt x="2526461" y="4043819"/>
                  </a:lnTo>
                  <a:lnTo>
                    <a:pt x="2524595" y="4045686"/>
                  </a:lnTo>
                  <a:lnTo>
                    <a:pt x="2524125" y="4046804"/>
                  </a:lnTo>
                  <a:lnTo>
                    <a:pt x="2524125" y="4049433"/>
                  </a:lnTo>
                  <a:lnTo>
                    <a:pt x="2524595" y="4050550"/>
                  </a:lnTo>
                  <a:lnTo>
                    <a:pt x="2526461" y="4052417"/>
                  </a:lnTo>
                  <a:lnTo>
                    <a:pt x="2527579" y="4052874"/>
                  </a:lnTo>
                  <a:lnTo>
                    <a:pt x="2530208" y="4052874"/>
                  </a:lnTo>
                  <a:lnTo>
                    <a:pt x="2531326" y="4052417"/>
                  </a:lnTo>
                  <a:lnTo>
                    <a:pt x="2533192" y="4050550"/>
                  </a:lnTo>
                  <a:lnTo>
                    <a:pt x="2533650" y="4049433"/>
                  </a:lnTo>
                  <a:lnTo>
                    <a:pt x="2533650" y="4046804"/>
                  </a:lnTo>
                  <a:close/>
                </a:path>
                <a:path w="7391400" h="4057650">
                  <a:moveTo>
                    <a:pt x="2533650" y="2917037"/>
                  </a:moveTo>
                  <a:lnTo>
                    <a:pt x="2533192" y="2915907"/>
                  </a:lnTo>
                  <a:lnTo>
                    <a:pt x="2531326" y="2914053"/>
                  </a:lnTo>
                  <a:lnTo>
                    <a:pt x="2530208" y="2913583"/>
                  </a:lnTo>
                  <a:lnTo>
                    <a:pt x="2527579" y="2913583"/>
                  </a:lnTo>
                  <a:lnTo>
                    <a:pt x="2526461" y="2914053"/>
                  </a:lnTo>
                  <a:lnTo>
                    <a:pt x="2524595" y="2915907"/>
                  </a:lnTo>
                  <a:lnTo>
                    <a:pt x="2524125" y="2917037"/>
                  </a:lnTo>
                  <a:lnTo>
                    <a:pt x="2524125" y="2919666"/>
                  </a:lnTo>
                  <a:lnTo>
                    <a:pt x="2524595" y="2920784"/>
                  </a:lnTo>
                  <a:lnTo>
                    <a:pt x="2526461" y="2922651"/>
                  </a:lnTo>
                  <a:lnTo>
                    <a:pt x="2527579" y="2923108"/>
                  </a:lnTo>
                  <a:lnTo>
                    <a:pt x="2530208" y="2923108"/>
                  </a:lnTo>
                  <a:lnTo>
                    <a:pt x="2531326" y="2922651"/>
                  </a:lnTo>
                  <a:lnTo>
                    <a:pt x="2533192" y="2920784"/>
                  </a:lnTo>
                  <a:lnTo>
                    <a:pt x="2533650" y="2919666"/>
                  </a:lnTo>
                  <a:lnTo>
                    <a:pt x="2533650" y="2917037"/>
                  </a:lnTo>
                  <a:close/>
                </a:path>
                <a:path w="7391400" h="4057650">
                  <a:moveTo>
                    <a:pt x="2533650" y="1787258"/>
                  </a:moveTo>
                  <a:lnTo>
                    <a:pt x="2533192" y="1786140"/>
                  </a:lnTo>
                  <a:lnTo>
                    <a:pt x="2531326" y="1784273"/>
                  </a:lnTo>
                  <a:lnTo>
                    <a:pt x="2530208" y="1783816"/>
                  </a:lnTo>
                  <a:lnTo>
                    <a:pt x="2527579" y="1783816"/>
                  </a:lnTo>
                  <a:lnTo>
                    <a:pt x="2526461" y="1784273"/>
                  </a:lnTo>
                  <a:lnTo>
                    <a:pt x="2524595" y="1786140"/>
                  </a:lnTo>
                  <a:lnTo>
                    <a:pt x="2524125" y="1787258"/>
                  </a:lnTo>
                  <a:lnTo>
                    <a:pt x="2524125" y="1789887"/>
                  </a:lnTo>
                  <a:lnTo>
                    <a:pt x="2524595" y="1791017"/>
                  </a:lnTo>
                  <a:lnTo>
                    <a:pt x="2526461" y="1792871"/>
                  </a:lnTo>
                  <a:lnTo>
                    <a:pt x="2527579" y="1793341"/>
                  </a:lnTo>
                  <a:lnTo>
                    <a:pt x="2530208" y="1793341"/>
                  </a:lnTo>
                  <a:lnTo>
                    <a:pt x="2531326" y="1792871"/>
                  </a:lnTo>
                  <a:lnTo>
                    <a:pt x="2533192" y="1791017"/>
                  </a:lnTo>
                  <a:lnTo>
                    <a:pt x="2533650" y="1789887"/>
                  </a:lnTo>
                  <a:lnTo>
                    <a:pt x="2533650" y="1787258"/>
                  </a:lnTo>
                  <a:close/>
                </a:path>
                <a:path w="7391400" h="4057650">
                  <a:moveTo>
                    <a:pt x="2533650" y="657491"/>
                  </a:moveTo>
                  <a:lnTo>
                    <a:pt x="2533192" y="656374"/>
                  </a:lnTo>
                  <a:lnTo>
                    <a:pt x="2531326" y="654507"/>
                  </a:lnTo>
                  <a:lnTo>
                    <a:pt x="2530208" y="654037"/>
                  </a:lnTo>
                  <a:lnTo>
                    <a:pt x="2527579" y="654037"/>
                  </a:lnTo>
                  <a:lnTo>
                    <a:pt x="2526461" y="654507"/>
                  </a:lnTo>
                  <a:lnTo>
                    <a:pt x="2524595" y="656374"/>
                  </a:lnTo>
                  <a:lnTo>
                    <a:pt x="2524125" y="657491"/>
                  </a:lnTo>
                  <a:lnTo>
                    <a:pt x="2524125" y="660120"/>
                  </a:lnTo>
                  <a:lnTo>
                    <a:pt x="2524595" y="661238"/>
                  </a:lnTo>
                  <a:lnTo>
                    <a:pt x="2526461" y="663105"/>
                  </a:lnTo>
                  <a:lnTo>
                    <a:pt x="2527579" y="663562"/>
                  </a:lnTo>
                  <a:lnTo>
                    <a:pt x="2530208" y="663562"/>
                  </a:lnTo>
                  <a:lnTo>
                    <a:pt x="2531326" y="663105"/>
                  </a:lnTo>
                  <a:lnTo>
                    <a:pt x="2533192" y="661238"/>
                  </a:lnTo>
                  <a:lnTo>
                    <a:pt x="2533650" y="660120"/>
                  </a:lnTo>
                  <a:lnTo>
                    <a:pt x="2533650" y="657491"/>
                  </a:lnTo>
                  <a:close/>
                </a:path>
                <a:path w="7391400" h="4057650">
                  <a:moveTo>
                    <a:pt x="2581275" y="4046804"/>
                  </a:moveTo>
                  <a:lnTo>
                    <a:pt x="2580817" y="4045686"/>
                  </a:lnTo>
                  <a:lnTo>
                    <a:pt x="2578951" y="4043819"/>
                  </a:lnTo>
                  <a:lnTo>
                    <a:pt x="2577833" y="4043349"/>
                  </a:lnTo>
                  <a:lnTo>
                    <a:pt x="2575204" y="4043349"/>
                  </a:lnTo>
                  <a:lnTo>
                    <a:pt x="2574086" y="4043819"/>
                  </a:lnTo>
                  <a:lnTo>
                    <a:pt x="2572220" y="4045686"/>
                  </a:lnTo>
                  <a:lnTo>
                    <a:pt x="2571750" y="4046804"/>
                  </a:lnTo>
                  <a:lnTo>
                    <a:pt x="2571750" y="4049433"/>
                  </a:lnTo>
                  <a:lnTo>
                    <a:pt x="2572220" y="4050550"/>
                  </a:lnTo>
                  <a:lnTo>
                    <a:pt x="2574086" y="4052417"/>
                  </a:lnTo>
                  <a:lnTo>
                    <a:pt x="2575204" y="4052874"/>
                  </a:lnTo>
                  <a:lnTo>
                    <a:pt x="2577833" y="4052874"/>
                  </a:lnTo>
                  <a:lnTo>
                    <a:pt x="2578951" y="4052417"/>
                  </a:lnTo>
                  <a:lnTo>
                    <a:pt x="2580817" y="4050550"/>
                  </a:lnTo>
                  <a:lnTo>
                    <a:pt x="2581275" y="4049433"/>
                  </a:lnTo>
                  <a:lnTo>
                    <a:pt x="2581275" y="4046804"/>
                  </a:lnTo>
                  <a:close/>
                </a:path>
                <a:path w="7391400" h="4057650">
                  <a:moveTo>
                    <a:pt x="2581275" y="2917037"/>
                  </a:moveTo>
                  <a:lnTo>
                    <a:pt x="2580817" y="2915907"/>
                  </a:lnTo>
                  <a:lnTo>
                    <a:pt x="2578951" y="2914053"/>
                  </a:lnTo>
                  <a:lnTo>
                    <a:pt x="2577833" y="2913583"/>
                  </a:lnTo>
                  <a:lnTo>
                    <a:pt x="2575204" y="2913583"/>
                  </a:lnTo>
                  <a:lnTo>
                    <a:pt x="2574086" y="2914053"/>
                  </a:lnTo>
                  <a:lnTo>
                    <a:pt x="2572220" y="2915907"/>
                  </a:lnTo>
                  <a:lnTo>
                    <a:pt x="2571750" y="2917037"/>
                  </a:lnTo>
                  <a:lnTo>
                    <a:pt x="2571750" y="2919666"/>
                  </a:lnTo>
                  <a:lnTo>
                    <a:pt x="2572220" y="2920784"/>
                  </a:lnTo>
                  <a:lnTo>
                    <a:pt x="2574086" y="2922651"/>
                  </a:lnTo>
                  <a:lnTo>
                    <a:pt x="2575204" y="2923108"/>
                  </a:lnTo>
                  <a:lnTo>
                    <a:pt x="2577833" y="2923108"/>
                  </a:lnTo>
                  <a:lnTo>
                    <a:pt x="2578951" y="2922651"/>
                  </a:lnTo>
                  <a:lnTo>
                    <a:pt x="2580817" y="2920784"/>
                  </a:lnTo>
                  <a:lnTo>
                    <a:pt x="2581275" y="2919666"/>
                  </a:lnTo>
                  <a:lnTo>
                    <a:pt x="2581275" y="2917037"/>
                  </a:lnTo>
                  <a:close/>
                </a:path>
                <a:path w="7391400" h="4057650">
                  <a:moveTo>
                    <a:pt x="2581275" y="1787258"/>
                  </a:moveTo>
                  <a:lnTo>
                    <a:pt x="2580817" y="1786140"/>
                  </a:lnTo>
                  <a:lnTo>
                    <a:pt x="2578951" y="1784273"/>
                  </a:lnTo>
                  <a:lnTo>
                    <a:pt x="2577833" y="1783816"/>
                  </a:lnTo>
                  <a:lnTo>
                    <a:pt x="2575204" y="1783816"/>
                  </a:lnTo>
                  <a:lnTo>
                    <a:pt x="2574086" y="1784273"/>
                  </a:lnTo>
                  <a:lnTo>
                    <a:pt x="2572220" y="1786140"/>
                  </a:lnTo>
                  <a:lnTo>
                    <a:pt x="2571750" y="1787258"/>
                  </a:lnTo>
                  <a:lnTo>
                    <a:pt x="2571750" y="1789887"/>
                  </a:lnTo>
                  <a:lnTo>
                    <a:pt x="2572220" y="1791017"/>
                  </a:lnTo>
                  <a:lnTo>
                    <a:pt x="2574086" y="1792871"/>
                  </a:lnTo>
                  <a:lnTo>
                    <a:pt x="2575204" y="1793341"/>
                  </a:lnTo>
                  <a:lnTo>
                    <a:pt x="2577833" y="1793341"/>
                  </a:lnTo>
                  <a:lnTo>
                    <a:pt x="2578951" y="1792871"/>
                  </a:lnTo>
                  <a:lnTo>
                    <a:pt x="2580817" y="1791017"/>
                  </a:lnTo>
                  <a:lnTo>
                    <a:pt x="2581275" y="1789887"/>
                  </a:lnTo>
                  <a:lnTo>
                    <a:pt x="2581275" y="1787258"/>
                  </a:lnTo>
                  <a:close/>
                </a:path>
                <a:path w="7391400" h="4057650">
                  <a:moveTo>
                    <a:pt x="2581275" y="657491"/>
                  </a:moveTo>
                  <a:lnTo>
                    <a:pt x="2580817" y="656374"/>
                  </a:lnTo>
                  <a:lnTo>
                    <a:pt x="2578951" y="654507"/>
                  </a:lnTo>
                  <a:lnTo>
                    <a:pt x="2577833" y="654037"/>
                  </a:lnTo>
                  <a:lnTo>
                    <a:pt x="2575204" y="654037"/>
                  </a:lnTo>
                  <a:lnTo>
                    <a:pt x="2574086" y="654507"/>
                  </a:lnTo>
                  <a:lnTo>
                    <a:pt x="2572220" y="656374"/>
                  </a:lnTo>
                  <a:lnTo>
                    <a:pt x="2571750" y="657491"/>
                  </a:lnTo>
                  <a:lnTo>
                    <a:pt x="2571750" y="660120"/>
                  </a:lnTo>
                  <a:lnTo>
                    <a:pt x="2572220" y="661238"/>
                  </a:lnTo>
                  <a:lnTo>
                    <a:pt x="2574086" y="663105"/>
                  </a:lnTo>
                  <a:lnTo>
                    <a:pt x="2575204" y="663562"/>
                  </a:lnTo>
                  <a:lnTo>
                    <a:pt x="2577833" y="663562"/>
                  </a:lnTo>
                  <a:lnTo>
                    <a:pt x="2578951" y="663105"/>
                  </a:lnTo>
                  <a:lnTo>
                    <a:pt x="2580817" y="661238"/>
                  </a:lnTo>
                  <a:lnTo>
                    <a:pt x="2581275" y="660120"/>
                  </a:lnTo>
                  <a:lnTo>
                    <a:pt x="2581275" y="657491"/>
                  </a:lnTo>
                  <a:close/>
                </a:path>
                <a:path w="7391400" h="4057650">
                  <a:moveTo>
                    <a:pt x="2628900" y="4046804"/>
                  </a:moveTo>
                  <a:lnTo>
                    <a:pt x="2628442" y="4045686"/>
                  </a:lnTo>
                  <a:lnTo>
                    <a:pt x="2626576" y="4043819"/>
                  </a:lnTo>
                  <a:lnTo>
                    <a:pt x="2625458" y="4043349"/>
                  </a:lnTo>
                  <a:lnTo>
                    <a:pt x="2622829" y="4043349"/>
                  </a:lnTo>
                  <a:lnTo>
                    <a:pt x="2621711" y="4043819"/>
                  </a:lnTo>
                  <a:lnTo>
                    <a:pt x="2619845" y="4045686"/>
                  </a:lnTo>
                  <a:lnTo>
                    <a:pt x="2619375" y="4046804"/>
                  </a:lnTo>
                  <a:lnTo>
                    <a:pt x="2619375" y="4049433"/>
                  </a:lnTo>
                  <a:lnTo>
                    <a:pt x="2619845" y="4050550"/>
                  </a:lnTo>
                  <a:lnTo>
                    <a:pt x="2621711" y="4052417"/>
                  </a:lnTo>
                  <a:lnTo>
                    <a:pt x="2622829" y="4052874"/>
                  </a:lnTo>
                  <a:lnTo>
                    <a:pt x="2625458" y="4052874"/>
                  </a:lnTo>
                  <a:lnTo>
                    <a:pt x="2626576" y="4052417"/>
                  </a:lnTo>
                  <a:lnTo>
                    <a:pt x="2628442" y="4050550"/>
                  </a:lnTo>
                  <a:lnTo>
                    <a:pt x="2628900" y="4049433"/>
                  </a:lnTo>
                  <a:lnTo>
                    <a:pt x="2628900" y="4046804"/>
                  </a:lnTo>
                  <a:close/>
                </a:path>
                <a:path w="7391400" h="4057650">
                  <a:moveTo>
                    <a:pt x="2628900" y="2917037"/>
                  </a:moveTo>
                  <a:lnTo>
                    <a:pt x="2628442" y="2915907"/>
                  </a:lnTo>
                  <a:lnTo>
                    <a:pt x="2626576" y="2914053"/>
                  </a:lnTo>
                  <a:lnTo>
                    <a:pt x="2625458" y="2913583"/>
                  </a:lnTo>
                  <a:lnTo>
                    <a:pt x="2622829" y="2913583"/>
                  </a:lnTo>
                  <a:lnTo>
                    <a:pt x="2621711" y="2914053"/>
                  </a:lnTo>
                  <a:lnTo>
                    <a:pt x="2619845" y="2915907"/>
                  </a:lnTo>
                  <a:lnTo>
                    <a:pt x="2619375" y="2917037"/>
                  </a:lnTo>
                  <a:lnTo>
                    <a:pt x="2619375" y="2919666"/>
                  </a:lnTo>
                  <a:lnTo>
                    <a:pt x="2619845" y="2920784"/>
                  </a:lnTo>
                  <a:lnTo>
                    <a:pt x="2621711" y="2922651"/>
                  </a:lnTo>
                  <a:lnTo>
                    <a:pt x="2622829" y="2923108"/>
                  </a:lnTo>
                  <a:lnTo>
                    <a:pt x="2625458" y="2923108"/>
                  </a:lnTo>
                  <a:lnTo>
                    <a:pt x="2626576" y="2922651"/>
                  </a:lnTo>
                  <a:lnTo>
                    <a:pt x="2628442" y="2920784"/>
                  </a:lnTo>
                  <a:lnTo>
                    <a:pt x="2628900" y="2919666"/>
                  </a:lnTo>
                  <a:lnTo>
                    <a:pt x="2628900" y="2917037"/>
                  </a:lnTo>
                  <a:close/>
                </a:path>
                <a:path w="7391400" h="4057650">
                  <a:moveTo>
                    <a:pt x="2628900" y="1787258"/>
                  </a:moveTo>
                  <a:lnTo>
                    <a:pt x="2628442" y="1786140"/>
                  </a:lnTo>
                  <a:lnTo>
                    <a:pt x="2626576" y="1784273"/>
                  </a:lnTo>
                  <a:lnTo>
                    <a:pt x="2625458" y="1783816"/>
                  </a:lnTo>
                  <a:lnTo>
                    <a:pt x="2622829" y="1783816"/>
                  </a:lnTo>
                  <a:lnTo>
                    <a:pt x="2621711" y="1784273"/>
                  </a:lnTo>
                  <a:lnTo>
                    <a:pt x="2619845" y="1786140"/>
                  </a:lnTo>
                  <a:lnTo>
                    <a:pt x="2619375" y="1787258"/>
                  </a:lnTo>
                  <a:lnTo>
                    <a:pt x="2619375" y="1789887"/>
                  </a:lnTo>
                  <a:lnTo>
                    <a:pt x="2619845" y="1791017"/>
                  </a:lnTo>
                  <a:lnTo>
                    <a:pt x="2621711" y="1792871"/>
                  </a:lnTo>
                  <a:lnTo>
                    <a:pt x="2622829" y="1793341"/>
                  </a:lnTo>
                  <a:lnTo>
                    <a:pt x="2625458" y="1793341"/>
                  </a:lnTo>
                  <a:lnTo>
                    <a:pt x="2626576" y="1792871"/>
                  </a:lnTo>
                  <a:lnTo>
                    <a:pt x="2628442" y="1791017"/>
                  </a:lnTo>
                  <a:lnTo>
                    <a:pt x="2628900" y="1789887"/>
                  </a:lnTo>
                  <a:lnTo>
                    <a:pt x="2628900" y="1787258"/>
                  </a:lnTo>
                  <a:close/>
                </a:path>
                <a:path w="7391400" h="4057650">
                  <a:moveTo>
                    <a:pt x="2628900" y="657491"/>
                  </a:moveTo>
                  <a:lnTo>
                    <a:pt x="2628442" y="656374"/>
                  </a:lnTo>
                  <a:lnTo>
                    <a:pt x="2626576" y="654507"/>
                  </a:lnTo>
                  <a:lnTo>
                    <a:pt x="2625458" y="654037"/>
                  </a:lnTo>
                  <a:lnTo>
                    <a:pt x="2622829" y="654037"/>
                  </a:lnTo>
                  <a:lnTo>
                    <a:pt x="2621711" y="654507"/>
                  </a:lnTo>
                  <a:lnTo>
                    <a:pt x="2619845" y="656374"/>
                  </a:lnTo>
                  <a:lnTo>
                    <a:pt x="2619375" y="657491"/>
                  </a:lnTo>
                  <a:lnTo>
                    <a:pt x="2619375" y="660120"/>
                  </a:lnTo>
                  <a:lnTo>
                    <a:pt x="2619845" y="661238"/>
                  </a:lnTo>
                  <a:lnTo>
                    <a:pt x="2621711" y="663105"/>
                  </a:lnTo>
                  <a:lnTo>
                    <a:pt x="2622829" y="663562"/>
                  </a:lnTo>
                  <a:lnTo>
                    <a:pt x="2625458" y="663562"/>
                  </a:lnTo>
                  <a:lnTo>
                    <a:pt x="2626576" y="663105"/>
                  </a:lnTo>
                  <a:lnTo>
                    <a:pt x="2628442" y="661238"/>
                  </a:lnTo>
                  <a:lnTo>
                    <a:pt x="2628900" y="660120"/>
                  </a:lnTo>
                  <a:lnTo>
                    <a:pt x="2628900" y="657491"/>
                  </a:lnTo>
                  <a:close/>
                </a:path>
                <a:path w="7391400" h="4057650">
                  <a:moveTo>
                    <a:pt x="2676525" y="4046804"/>
                  </a:moveTo>
                  <a:lnTo>
                    <a:pt x="2676067" y="4045686"/>
                  </a:lnTo>
                  <a:lnTo>
                    <a:pt x="2674201" y="4043819"/>
                  </a:lnTo>
                  <a:lnTo>
                    <a:pt x="2673083" y="4043349"/>
                  </a:lnTo>
                  <a:lnTo>
                    <a:pt x="2670454" y="4043349"/>
                  </a:lnTo>
                  <a:lnTo>
                    <a:pt x="2669336" y="4043819"/>
                  </a:lnTo>
                  <a:lnTo>
                    <a:pt x="2667470" y="4045686"/>
                  </a:lnTo>
                  <a:lnTo>
                    <a:pt x="2667000" y="4046804"/>
                  </a:lnTo>
                  <a:lnTo>
                    <a:pt x="2667000" y="4049433"/>
                  </a:lnTo>
                  <a:lnTo>
                    <a:pt x="2667470" y="4050550"/>
                  </a:lnTo>
                  <a:lnTo>
                    <a:pt x="2669336" y="4052417"/>
                  </a:lnTo>
                  <a:lnTo>
                    <a:pt x="2670454" y="4052874"/>
                  </a:lnTo>
                  <a:lnTo>
                    <a:pt x="2673083" y="4052874"/>
                  </a:lnTo>
                  <a:lnTo>
                    <a:pt x="2674201" y="4052417"/>
                  </a:lnTo>
                  <a:lnTo>
                    <a:pt x="2676067" y="4050550"/>
                  </a:lnTo>
                  <a:lnTo>
                    <a:pt x="2676525" y="4049433"/>
                  </a:lnTo>
                  <a:lnTo>
                    <a:pt x="2676525" y="4046804"/>
                  </a:lnTo>
                  <a:close/>
                </a:path>
                <a:path w="7391400" h="4057650">
                  <a:moveTo>
                    <a:pt x="2676525" y="2917037"/>
                  </a:moveTo>
                  <a:lnTo>
                    <a:pt x="2676067" y="2915907"/>
                  </a:lnTo>
                  <a:lnTo>
                    <a:pt x="2674201" y="2914053"/>
                  </a:lnTo>
                  <a:lnTo>
                    <a:pt x="2673083" y="2913583"/>
                  </a:lnTo>
                  <a:lnTo>
                    <a:pt x="2670454" y="2913583"/>
                  </a:lnTo>
                  <a:lnTo>
                    <a:pt x="2669336" y="2914053"/>
                  </a:lnTo>
                  <a:lnTo>
                    <a:pt x="2667470" y="2915907"/>
                  </a:lnTo>
                  <a:lnTo>
                    <a:pt x="2667000" y="2917037"/>
                  </a:lnTo>
                  <a:lnTo>
                    <a:pt x="2667000" y="2919666"/>
                  </a:lnTo>
                  <a:lnTo>
                    <a:pt x="2667470" y="2920784"/>
                  </a:lnTo>
                  <a:lnTo>
                    <a:pt x="2669336" y="2922651"/>
                  </a:lnTo>
                  <a:lnTo>
                    <a:pt x="2670454" y="2923108"/>
                  </a:lnTo>
                  <a:lnTo>
                    <a:pt x="2673083" y="2923108"/>
                  </a:lnTo>
                  <a:lnTo>
                    <a:pt x="2674201" y="2922651"/>
                  </a:lnTo>
                  <a:lnTo>
                    <a:pt x="2676067" y="2920784"/>
                  </a:lnTo>
                  <a:lnTo>
                    <a:pt x="2676525" y="2919666"/>
                  </a:lnTo>
                  <a:lnTo>
                    <a:pt x="2676525" y="2917037"/>
                  </a:lnTo>
                  <a:close/>
                </a:path>
                <a:path w="7391400" h="4057650">
                  <a:moveTo>
                    <a:pt x="2676525" y="1787258"/>
                  </a:moveTo>
                  <a:lnTo>
                    <a:pt x="2676067" y="1786140"/>
                  </a:lnTo>
                  <a:lnTo>
                    <a:pt x="2674201" y="1784273"/>
                  </a:lnTo>
                  <a:lnTo>
                    <a:pt x="2673083" y="1783816"/>
                  </a:lnTo>
                  <a:lnTo>
                    <a:pt x="2670454" y="1783816"/>
                  </a:lnTo>
                  <a:lnTo>
                    <a:pt x="2669336" y="1784273"/>
                  </a:lnTo>
                  <a:lnTo>
                    <a:pt x="2667470" y="1786140"/>
                  </a:lnTo>
                  <a:lnTo>
                    <a:pt x="2667000" y="1787258"/>
                  </a:lnTo>
                  <a:lnTo>
                    <a:pt x="2667000" y="1789887"/>
                  </a:lnTo>
                  <a:lnTo>
                    <a:pt x="2667470" y="1791017"/>
                  </a:lnTo>
                  <a:lnTo>
                    <a:pt x="2669336" y="1792871"/>
                  </a:lnTo>
                  <a:lnTo>
                    <a:pt x="2670454" y="1793341"/>
                  </a:lnTo>
                  <a:lnTo>
                    <a:pt x="2673083" y="1793341"/>
                  </a:lnTo>
                  <a:lnTo>
                    <a:pt x="2674201" y="1792871"/>
                  </a:lnTo>
                  <a:lnTo>
                    <a:pt x="2676067" y="1791017"/>
                  </a:lnTo>
                  <a:lnTo>
                    <a:pt x="2676525" y="1789887"/>
                  </a:lnTo>
                  <a:lnTo>
                    <a:pt x="2676525" y="1787258"/>
                  </a:lnTo>
                  <a:close/>
                </a:path>
                <a:path w="7391400" h="4057650">
                  <a:moveTo>
                    <a:pt x="2676525" y="657491"/>
                  </a:moveTo>
                  <a:lnTo>
                    <a:pt x="2676067" y="656374"/>
                  </a:lnTo>
                  <a:lnTo>
                    <a:pt x="2674201" y="654507"/>
                  </a:lnTo>
                  <a:lnTo>
                    <a:pt x="2673083" y="654037"/>
                  </a:lnTo>
                  <a:lnTo>
                    <a:pt x="2670454" y="654037"/>
                  </a:lnTo>
                  <a:lnTo>
                    <a:pt x="2669336" y="654507"/>
                  </a:lnTo>
                  <a:lnTo>
                    <a:pt x="2667470" y="656374"/>
                  </a:lnTo>
                  <a:lnTo>
                    <a:pt x="2667000" y="657491"/>
                  </a:lnTo>
                  <a:lnTo>
                    <a:pt x="2667000" y="660120"/>
                  </a:lnTo>
                  <a:lnTo>
                    <a:pt x="2667470" y="661238"/>
                  </a:lnTo>
                  <a:lnTo>
                    <a:pt x="2669336" y="663105"/>
                  </a:lnTo>
                  <a:lnTo>
                    <a:pt x="2670454" y="663562"/>
                  </a:lnTo>
                  <a:lnTo>
                    <a:pt x="2673083" y="663562"/>
                  </a:lnTo>
                  <a:lnTo>
                    <a:pt x="2674201" y="663105"/>
                  </a:lnTo>
                  <a:lnTo>
                    <a:pt x="2676067" y="661238"/>
                  </a:lnTo>
                  <a:lnTo>
                    <a:pt x="2676525" y="660120"/>
                  </a:lnTo>
                  <a:lnTo>
                    <a:pt x="2676525" y="657491"/>
                  </a:lnTo>
                  <a:close/>
                </a:path>
                <a:path w="7391400" h="4057650">
                  <a:moveTo>
                    <a:pt x="2724150" y="4046804"/>
                  </a:moveTo>
                  <a:lnTo>
                    <a:pt x="2723692" y="4045686"/>
                  </a:lnTo>
                  <a:lnTo>
                    <a:pt x="2721826" y="4043819"/>
                  </a:lnTo>
                  <a:lnTo>
                    <a:pt x="2720708" y="4043349"/>
                  </a:lnTo>
                  <a:lnTo>
                    <a:pt x="2718079" y="4043349"/>
                  </a:lnTo>
                  <a:lnTo>
                    <a:pt x="2716961" y="4043819"/>
                  </a:lnTo>
                  <a:lnTo>
                    <a:pt x="2715095" y="4045686"/>
                  </a:lnTo>
                  <a:lnTo>
                    <a:pt x="2714625" y="4046804"/>
                  </a:lnTo>
                  <a:lnTo>
                    <a:pt x="2714625" y="4049433"/>
                  </a:lnTo>
                  <a:lnTo>
                    <a:pt x="2715095" y="4050550"/>
                  </a:lnTo>
                  <a:lnTo>
                    <a:pt x="2716961" y="4052417"/>
                  </a:lnTo>
                  <a:lnTo>
                    <a:pt x="2718079" y="4052874"/>
                  </a:lnTo>
                  <a:lnTo>
                    <a:pt x="2720708" y="4052874"/>
                  </a:lnTo>
                  <a:lnTo>
                    <a:pt x="2721826" y="4052417"/>
                  </a:lnTo>
                  <a:lnTo>
                    <a:pt x="2723692" y="4050550"/>
                  </a:lnTo>
                  <a:lnTo>
                    <a:pt x="2724150" y="4049433"/>
                  </a:lnTo>
                  <a:lnTo>
                    <a:pt x="2724150" y="4046804"/>
                  </a:lnTo>
                  <a:close/>
                </a:path>
                <a:path w="7391400" h="4057650">
                  <a:moveTo>
                    <a:pt x="2724150" y="2917037"/>
                  </a:moveTo>
                  <a:lnTo>
                    <a:pt x="2723692" y="2915907"/>
                  </a:lnTo>
                  <a:lnTo>
                    <a:pt x="2721826" y="2914053"/>
                  </a:lnTo>
                  <a:lnTo>
                    <a:pt x="2720708" y="2913583"/>
                  </a:lnTo>
                  <a:lnTo>
                    <a:pt x="2718079" y="2913583"/>
                  </a:lnTo>
                  <a:lnTo>
                    <a:pt x="2716961" y="2914053"/>
                  </a:lnTo>
                  <a:lnTo>
                    <a:pt x="2715095" y="2915907"/>
                  </a:lnTo>
                  <a:lnTo>
                    <a:pt x="2714625" y="2917037"/>
                  </a:lnTo>
                  <a:lnTo>
                    <a:pt x="2714625" y="2919666"/>
                  </a:lnTo>
                  <a:lnTo>
                    <a:pt x="2715095" y="2920784"/>
                  </a:lnTo>
                  <a:lnTo>
                    <a:pt x="2716961" y="2922651"/>
                  </a:lnTo>
                  <a:lnTo>
                    <a:pt x="2718079" y="2923108"/>
                  </a:lnTo>
                  <a:lnTo>
                    <a:pt x="2720708" y="2923108"/>
                  </a:lnTo>
                  <a:lnTo>
                    <a:pt x="2721826" y="2922651"/>
                  </a:lnTo>
                  <a:lnTo>
                    <a:pt x="2723692" y="2920784"/>
                  </a:lnTo>
                  <a:lnTo>
                    <a:pt x="2724150" y="2919666"/>
                  </a:lnTo>
                  <a:lnTo>
                    <a:pt x="2724150" y="2917037"/>
                  </a:lnTo>
                  <a:close/>
                </a:path>
                <a:path w="7391400" h="4057650">
                  <a:moveTo>
                    <a:pt x="2724150" y="1787258"/>
                  </a:moveTo>
                  <a:lnTo>
                    <a:pt x="2723692" y="1786140"/>
                  </a:lnTo>
                  <a:lnTo>
                    <a:pt x="2721826" y="1784273"/>
                  </a:lnTo>
                  <a:lnTo>
                    <a:pt x="2720708" y="1783816"/>
                  </a:lnTo>
                  <a:lnTo>
                    <a:pt x="2718079" y="1783816"/>
                  </a:lnTo>
                  <a:lnTo>
                    <a:pt x="2716961" y="1784273"/>
                  </a:lnTo>
                  <a:lnTo>
                    <a:pt x="2715095" y="1786140"/>
                  </a:lnTo>
                  <a:lnTo>
                    <a:pt x="2714625" y="1787258"/>
                  </a:lnTo>
                  <a:lnTo>
                    <a:pt x="2714625" y="1789887"/>
                  </a:lnTo>
                  <a:lnTo>
                    <a:pt x="2715095" y="1791017"/>
                  </a:lnTo>
                  <a:lnTo>
                    <a:pt x="2716961" y="1792871"/>
                  </a:lnTo>
                  <a:lnTo>
                    <a:pt x="2718079" y="1793341"/>
                  </a:lnTo>
                  <a:lnTo>
                    <a:pt x="2720708" y="1793341"/>
                  </a:lnTo>
                  <a:lnTo>
                    <a:pt x="2721826" y="1792871"/>
                  </a:lnTo>
                  <a:lnTo>
                    <a:pt x="2723692" y="1791017"/>
                  </a:lnTo>
                  <a:lnTo>
                    <a:pt x="2724150" y="1789887"/>
                  </a:lnTo>
                  <a:lnTo>
                    <a:pt x="2724150" y="1787258"/>
                  </a:lnTo>
                  <a:close/>
                </a:path>
                <a:path w="7391400" h="4057650">
                  <a:moveTo>
                    <a:pt x="2724150" y="657491"/>
                  </a:moveTo>
                  <a:lnTo>
                    <a:pt x="2723692" y="656374"/>
                  </a:lnTo>
                  <a:lnTo>
                    <a:pt x="2721826" y="654507"/>
                  </a:lnTo>
                  <a:lnTo>
                    <a:pt x="2720708" y="654037"/>
                  </a:lnTo>
                  <a:lnTo>
                    <a:pt x="2718079" y="654037"/>
                  </a:lnTo>
                  <a:lnTo>
                    <a:pt x="2716961" y="654507"/>
                  </a:lnTo>
                  <a:lnTo>
                    <a:pt x="2715095" y="656374"/>
                  </a:lnTo>
                  <a:lnTo>
                    <a:pt x="2714625" y="657491"/>
                  </a:lnTo>
                  <a:lnTo>
                    <a:pt x="2714625" y="660120"/>
                  </a:lnTo>
                  <a:lnTo>
                    <a:pt x="2715095" y="661238"/>
                  </a:lnTo>
                  <a:lnTo>
                    <a:pt x="2716961" y="663105"/>
                  </a:lnTo>
                  <a:lnTo>
                    <a:pt x="2718079" y="663562"/>
                  </a:lnTo>
                  <a:lnTo>
                    <a:pt x="2720708" y="663562"/>
                  </a:lnTo>
                  <a:lnTo>
                    <a:pt x="2721826" y="663105"/>
                  </a:lnTo>
                  <a:lnTo>
                    <a:pt x="2723692" y="661238"/>
                  </a:lnTo>
                  <a:lnTo>
                    <a:pt x="2724150" y="660120"/>
                  </a:lnTo>
                  <a:lnTo>
                    <a:pt x="2724150" y="657491"/>
                  </a:lnTo>
                  <a:close/>
                </a:path>
                <a:path w="7391400" h="4057650">
                  <a:moveTo>
                    <a:pt x="2771775" y="4046804"/>
                  </a:moveTo>
                  <a:lnTo>
                    <a:pt x="2771317" y="4045686"/>
                  </a:lnTo>
                  <a:lnTo>
                    <a:pt x="2769451" y="4043819"/>
                  </a:lnTo>
                  <a:lnTo>
                    <a:pt x="2768333" y="4043349"/>
                  </a:lnTo>
                  <a:lnTo>
                    <a:pt x="2765704" y="4043349"/>
                  </a:lnTo>
                  <a:lnTo>
                    <a:pt x="2764586" y="4043819"/>
                  </a:lnTo>
                  <a:lnTo>
                    <a:pt x="2762720" y="4045686"/>
                  </a:lnTo>
                  <a:lnTo>
                    <a:pt x="2762250" y="4046804"/>
                  </a:lnTo>
                  <a:lnTo>
                    <a:pt x="2762250" y="4049433"/>
                  </a:lnTo>
                  <a:lnTo>
                    <a:pt x="2762720" y="4050550"/>
                  </a:lnTo>
                  <a:lnTo>
                    <a:pt x="2764586" y="4052417"/>
                  </a:lnTo>
                  <a:lnTo>
                    <a:pt x="2765704" y="4052874"/>
                  </a:lnTo>
                  <a:lnTo>
                    <a:pt x="2768333" y="4052874"/>
                  </a:lnTo>
                  <a:lnTo>
                    <a:pt x="2769451" y="4052417"/>
                  </a:lnTo>
                  <a:lnTo>
                    <a:pt x="2771317" y="4050550"/>
                  </a:lnTo>
                  <a:lnTo>
                    <a:pt x="2771775" y="4049433"/>
                  </a:lnTo>
                  <a:lnTo>
                    <a:pt x="2771775" y="4046804"/>
                  </a:lnTo>
                  <a:close/>
                </a:path>
                <a:path w="7391400" h="4057650">
                  <a:moveTo>
                    <a:pt x="2771775" y="2917037"/>
                  </a:moveTo>
                  <a:lnTo>
                    <a:pt x="2771317" y="2915907"/>
                  </a:lnTo>
                  <a:lnTo>
                    <a:pt x="2769451" y="2914053"/>
                  </a:lnTo>
                  <a:lnTo>
                    <a:pt x="2768333" y="2913583"/>
                  </a:lnTo>
                  <a:lnTo>
                    <a:pt x="2765704" y="2913583"/>
                  </a:lnTo>
                  <a:lnTo>
                    <a:pt x="2764586" y="2914053"/>
                  </a:lnTo>
                  <a:lnTo>
                    <a:pt x="2762720" y="2915907"/>
                  </a:lnTo>
                  <a:lnTo>
                    <a:pt x="2762250" y="2917037"/>
                  </a:lnTo>
                  <a:lnTo>
                    <a:pt x="2762250" y="2919666"/>
                  </a:lnTo>
                  <a:lnTo>
                    <a:pt x="2762720" y="2920784"/>
                  </a:lnTo>
                  <a:lnTo>
                    <a:pt x="2764586" y="2922651"/>
                  </a:lnTo>
                  <a:lnTo>
                    <a:pt x="2765704" y="2923108"/>
                  </a:lnTo>
                  <a:lnTo>
                    <a:pt x="2768333" y="2923108"/>
                  </a:lnTo>
                  <a:lnTo>
                    <a:pt x="2769451" y="2922651"/>
                  </a:lnTo>
                  <a:lnTo>
                    <a:pt x="2771317" y="2920784"/>
                  </a:lnTo>
                  <a:lnTo>
                    <a:pt x="2771775" y="2919666"/>
                  </a:lnTo>
                  <a:lnTo>
                    <a:pt x="2771775" y="2917037"/>
                  </a:lnTo>
                  <a:close/>
                </a:path>
                <a:path w="7391400" h="4057650">
                  <a:moveTo>
                    <a:pt x="2771775" y="1787258"/>
                  </a:moveTo>
                  <a:lnTo>
                    <a:pt x="2771317" y="1786140"/>
                  </a:lnTo>
                  <a:lnTo>
                    <a:pt x="2769451" y="1784273"/>
                  </a:lnTo>
                  <a:lnTo>
                    <a:pt x="2768333" y="1783816"/>
                  </a:lnTo>
                  <a:lnTo>
                    <a:pt x="2765704" y="1783816"/>
                  </a:lnTo>
                  <a:lnTo>
                    <a:pt x="2764586" y="1784273"/>
                  </a:lnTo>
                  <a:lnTo>
                    <a:pt x="2762720" y="1786140"/>
                  </a:lnTo>
                  <a:lnTo>
                    <a:pt x="2762250" y="1787258"/>
                  </a:lnTo>
                  <a:lnTo>
                    <a:pt x="2762250" y="1789887"/>
                  </a:lnTo>
                  <a:lnTo>
                    <a:pt x="2762720" y="1791017"/>
                  </a:lnTo>
                  <a:lnTo>
                    <a:pt x="2764586" y="1792871"/>
                  </a:lnTo>
                  <a:lnTo>
                    <a:pt x="2765704" y="1793341"/>
                  </a:lnTo>
                  <a:lnTo>
                    <a:pt x="2768333" y="1793341"/>
                  </a:lnTo>
                  <a:lnTo>
                    <a:pt x="2769451" y="1792871"/>
                  </a:lnTo>
                  <a:lnTo>
                    <a:pt x="2771317" y="1791017"/>
                  </a:lnTo>
                  <a:lnTo>
                    <a:pt x="2771775" y="1789887"/>
                  </a:lnTo>
                  <a:lnTo>
                    <a:pt x="2771775" y="1787258"/>
                  </a:lnTo>
                  <a:close/>
                </a:path>
                <a:path w="7391400" h="4057650">
                  <a:moveTo>
                    <a:pt x="2771775" y="657491"/>
                  </a:moveTo>
                  <a:lnTo>
                    <a:pt x="2771317" y="656374"/>
                  </a:lnTo>
                  <a:lnTo>
                    <a:pt x="2769451" y="654507"/>
                  </a:lnTo>
                  <a:lnTo>
                    <a:pt x="2768333" y="654037"/>
                  </a:lnTo>
                  <a:lnTo>
                    <a:pt x="2765704" y="654037"/>
                  </a:lnTo>
                  <a:lnTo>
                    <a:pt x="2764586" y="654507"/>
                  </a:lnTo>
                  <a:lnTo>
                    <a:pt x="2762720" y="656374"/>
                  </a:lnTo>
                  <a:lnTo>
                    <a:pt x="2762250" y="657491"/>
                  </a:lnTo>
                  <a:lnTo>
                    <a:pt x="2762250" y="660120"/>
                  </a:lnTo>
                  <a:lnTo>
                    <a:pt x="2762720" y="661238"/>
                  </a:lnTo>
                  <a:lnTo>
                    <a:pt x="2764586" y="663105"/>
                  </a:lnTo>
                  <a:lnTo>
                    <a:pt x="2765704" y="663562"/>
                  </a:lnTo>
                  <a:lnTo>
                    <a:pt x="2768333" y="663562"/>
                  </a:lnTo>
                  <a:lnTo>
                    <a:pt x="2769451" y="663105"/>
                  </a:lnTo>
                  <a:lnTo>
                    <a:pt x="2771317" y="661238"/>
                  </a:lnTo>
                  <a:lnTo>
                    <a:pt x="2771775" y="660120"/>
                  </a:lnTo>
                  <a:lnTo>
                    <a:pt x="2771775" y="657491"/>
                  </a:lnTo>
                  <a:close/>
                </a:path>
                <a:path w="7391400" h="4057650">
                  <a:moveTo>
                    <a:pt x="2819400" y="4046804"/>
                  </a:moveTo>
                  <a:lnTo>
                    <a:pt x="2818942" y="4045686"/>
                  </a:lnTo>
                  <a:lnTo>
                    <a:pt x="2817076" y="4043819"/>
                  </a:lnTo>
                  <a:lnTo>
                    <a:pt x="2815958" y="4043349"/>
                  </a:lnTo>
                  <a:lnTo>
                    <a:pt x="2813329" y="4043349"/>
                  </a:lnTo>
                  <a:lnTo>
                    <a:pt x="2812211" y="4043819"/>
                  </a:lnTo>
                  <a:lnTo>
                    <a:pt x="2810345" y="4045686"/>
                  </a:lnTo>
                  <a:lnTo>
                    <a:pt x="2809875" y="4046804"/>
                  </a:lnTo>
                  <a:lnTo>
                    <a:pt x="2809875" y="4049433"/>
                  </a:lnTo>
                  <a:lnTo>
                    <a:pt x="2810345" y="4050550"/>
                  </a:lnTo>
                  <a:lnTo>
                    <a:pt x="2812211" y="4052417"/>
                  </a:lnTo>
                  <a:lnTo>
                    <a:pt x="2813329" y="4052874"/>
                  </a:lnTo>
                  <a:lnTo>
                    <a:pt x="2815958" y="4052874"/>
                  </a:lnTo>
                  <a:lnTo>
                    <a:pt x="2817076" y="4052417"/>
                  </a:lnTo>
                  <a:lnTo>
                    <a:pt x="2818942" y="4050550"/>
                  </a:lnTo>
                  <a:lnTo>
                    <a:pt x="2819400" y="4049433"/>
                  </a:lnTo>
                  <a:lnTo>
                    <a:pt x="2819400" y="4046804"/>
                  </a:lnTo>
                  <a:close/>
                </a:path>
                <a:path w="7391400" h="4057650">
                  <a:moveTo>
                    <a:pt x="2819400" y="2917037"/>
                  </a:moveTo>
                  <a:lnTo>
                    <a:pt x="2818942" y="2915907"/>
                  </a:lnTo>
                  <a:lnTo>
                    <a:pt x="2817076" y="2914053"/>
                  </a:lnTo>
                  <a:lnTo>
                    <a:pt x="2815958" y="2913583"/>
                  </a:lnTo>
                  <a:lnTo>
                    <a:pt x="2813329" y="2913583"/>
                  </a:lnTo>
                  <a:lnTo>
                    <a:pt x="2812211" y="2914053"/>
                  </a:lnTo>
                  <a:lnTo>
                    <a:pt x="2810345" y="2915907"/>
                  </a:lnTo>
                  <a:lnTo>
                    <a:pt x="2809875" y="2917037"/>
                  </a:lnTo>
                  <a:lnTo>
                    <a:pt x="2809875" y="2919666"/>
                  </a:lnTo>
                  <a:lnTo>
                    <a:pt x="2810345" y="2920784"/>
                  </a:lnTo>
                  <a:lnTo>
                    <a:pt x="2812211" y="2922651"/>
                  </a:lnTo>
                  <a:lnTo>
                    <a:pt x="2813329" y="2923108"/>
                  </a:lnTo>
                  <a:lnTo>
                    <a:pt x="2815958" y="2923108"/>
                  </a:lnTo>
                  <a:lnTo>
                    <a:pt x="2817076" y="2922651"/>
                  </a:lnTo>
                  <a:lnTo>
                    <a:pt x="2818942" y="2920784"/>
                  </a:lnTo>
                  <a:lnTo>
                    <a:pt x="2819400" y="2919666"/>
                  </a:lnTo>
                  <a:lnTo>
                    <a:pt x="2819400" y="2917037"/>
                  </a:lnTo>
                  <a:close/>
                </a:path>
                <a:path w="7391400" h="4057650">
                  <a:moveTo>
                    <a:pt x="2819400" y="1787258"/>
                  </a:moveTo>
                  <a:lnTo>
                    <a:pt x="2818942" y="1786140"/>
                  </a:lnTo>
                  <a:lnTo>
                    <a:pt x="2817076" y="1784273"/>
                  </a:lnTo>
                  <a:lnTo>
                    <a:pt x="2815958" y="1783816"/>
                  </a:lnTo>
                  <a:lnTo>
                    <a:pt x="2813329" y="1783816"/>
                  </a:lnTo>
                  <a:lnTo>
                    <a:pt x="2812211" y="1784273"/>
                  </a:lnTo>
                  <a:lnTo>
                    <a:pt x="2810345" y="1786140"/>
                  </a:lnTo>
                  <a:lnTo>
                    <a:pt x="2809875" y="1787258"/>
                  </a:lnTo>
                  <a:lnTo>
                    <a:pt x="2809875" y="1789887"/>
                  </a:lnTo>
                  <a:lnTo>
                    <a:pt x="2810345" y="1791017"/>
                  </a:lnTo>
                  <a:lnTo>
                    <a:pt x="2812211" y="1792871"/>
                  </a:lnTo>
                  <a:lnTo>
                    <a:pt x="2813329" y="1793341"/>
                  </a:lnTo>
                  <a:lnTo>
                    <a:pt x="2815958" y="1793341"/>
                  </a:lnTo>
                  <a:lnTo>
                    <a:pt x="2817076" y="1792871"/>
                  </a:lnTo>
                  <a:lnTo>
                    <a:pt x="2818942" y="1791017"/>
                  </a:lnTo>
                  <a:lnTo>
                    <a:pt x="2819400" y="1789887"/>
                  </a:lnTo>
                  <a:lnTo>
                    <a:pt x="2819400" y="1787258"/>
                  </a:lnTo>
                  <a:close/>
                </a:path>
                <a:path w="7391400" h="4057650">
                  <a:moveTo>
                    <a:pt x="2819400" y="657491"/>
                  </a:moveTo>
                  <a:lnTo>
                    <a:pt x="2818942" y="656374"/>
                  </a:lnTo>
                  <a:lnTo>
                    <a:pt x="2817076" y="654507"/>
                  </a:lnTo>
                  <a:lnTo>
                    <a:pt x="2815958" y="654037"/>
                  </a:lnTo>
                  <a:lnTo>
                    <a:pt x="2813329" y="654037"/>
                  </a:lnTo>
                  <a:lnTo>
                    <a:pt x="2812211" y="654507"/>
                  </a:lnTo>
                  <a:lnTo>
                    <a:pt x="2810345" y="656374"/>
                  </a:lnTo>
                  <a:lnTo>
                    <a:pt x="2809875" y="657491"/>
                  </a:lnTo>
                  <a:lnTo>
                    <a:pt x="2809875" y="660120"/>
                  </a:lnTo>
                  <a:lnTo>
                    <a:pt x="2810345" y="661238"/>
                  </a:lnTo>
                  <a:lnTo>
                    <a:pt x="2812211" y="663105"/>
                  </a:lnTo>
                  <a:lnTo>
                    <a:pt x="2813329" y="663562"/>
                  </a:lnTo>
                  <a:lnTo>
                    <a:pt x="2815958" y="663562"/>
                  </a:lnTo>
                  <a:lnTo>
                    <a:pt x="2817076" y="663105"/>
                  </a:lnTo>
                  <a:lnTo>
                    <a:pt x="2818942" y="661238"/>
                  </a:lnTo>
                  <a:lnTo>
                    <a:pt x="2819400" y="660120"/>
                  </a:lnTo>
                  <a:lnTo>
                    <a:pt x="2819400" y="657491"/>
                  </a:lnTo>
                  <a:close/>
                </a:path>
                <a:path w="7391400" h="4057650">
                  <a:moveTo>
                    <a:pt x="2867025" y="4046804"/>
                  </a:moveTo>
                  <a:lnTo>
                    <a:pt x="2866567" y="4045686"/>
                  </a:lnTo>
                  <a:lnTo>
                    <a:pt x="2864701" y="4043819"/>
                  </a:lnTo>
                  <a:lnTo>
                    <a:pt x="2863583" y="4043349"/>
                  </a:lnTo>
                  <a:lnTo>
                    <a:pt x="2860954" y="4043349"/>
                  </a:lnTo>
                  <a:lnTo>
                    <a:pt x="2859836" y="4043819"/>
                  </a:lnTo>
                  <a:lnTo>
                    <a:pt x="2857970" y="4045686"/>
                  </a:lnTo>
                  <a:lnTo>
                    <a:pt x="2857500" y="4046804"/>
                  </a:lnTo>
                  <a:lnTo>
                    <a:pt x="2857500" y="4049433"/>
                  </a:lnTo>
                  <a:lnTo>
                    <a:pt x="2857970" y="4050550"/>
                  </a:lnTo>
                  <a:lnTo>
                    <a:pt x="2859836" y="4052417"/>
                  </a:lnTo>
                  <a:lnTo>
                    <a:pt x="2860954" y="4052874"/>
                  </a:lnTo>
                  <a:lnTo>
                    <a:pt x="2863583" y="4052874"/>
                  </a:lnTo>
                  <a:lnTo>
                    <a:pt x="2864701" y="4052417"/>
                  </a:lnTo>
                  <a:lnTo>
                    <a:pt x="2866567" y="4050550"/>
                  </a:lnTo>
                  <a:lnTo>
                    <a:pt x="2867025" y="4049433"/>
                  </a:lnTo>
                  <a:lnTo>
                    <a:pt x="2867025" y="4046804"/>
                  </a:lnTo>
                  <a:close/>
                </a:path>
                <a:path w="7391400" h="4057650">
                  <a:moveTo>
                    <a:pt x="2867025" y="2917037"/>
                  </a:moveTo>
                  <a:lnTo>
                    <a:pt x="2866567" y="2915907"/>
                  </a:lnTo>
                  <a:lnTo>
                    <a:pt x="2864701" y="2914053"/>
                  </a:lnTo>
                  <a:lnTo>
                    <a:pt x="2863583" y="2913583"/>
                  </a:lnTo>
                  <a:lnTo>
                    <a:pt x="2860954" y="2913583"/>
                  </a:lnTo>
                  <a:lnTo>
                    <a:pt x="2859836" y="2914053"/>
                  </a:lnTo>
                  <a:lnTo>
                    <a:pt x="2857970" y="2915907"/>
                  </a:lnTo>
                  <a:lnTo>
                    <a:pt x="2857500" y="2917037"/>
                  </a:lnTo>
                  <a:lnTo>
                    <a:pt x="2857500" y="2919666"/>
                  </a:lnTo>
                  <a:lnTo>
                    <a:pt x="2857970" y="2920784"/>
                  </a:lnTo>
                  <a:lnTo>
                    <a:pt x="2859836" y="2922651"/>
                  </a:lnTo>
                  <a:lnTo>
                    <a:pt x="2860954" y="2923108"/>
                  </a:lnTo>
                  <a:lnTo>
                    <a:pt x="2863583" y="2923108"/>
                  </a:lnTo>
                  <a:lnTo>
                    <a:pt x="2864701" y="2922651"/>
                  </a:lnTo>
                  <a:lnTo>
                    <a:pt x="2866567" y="2920784"/>
                  </a:lnTo>
                  <a:lnTo>
                    <a:pt x="2867025" y="2919666"/>
                  </a:lnTo>
                  <a:lnTo>
                    <a:pt x="2867025" y="2917037"/>
                  </a:lnTo>
                  <a:close/>
                </a:path>
                <a:path w="7391400" h="4057650">
                  <a:moveTo>
                    <a:pt x="2867025" y="1787258"/>
                  </a:moveTo>
                  <a:lnTo>
                    <a:pt x="2866567" y="1786140"/>
                  </a:lnTo>
                  <a:lnTo>
                    <a:pt x="2864701" y="1784273"/>
                  </a:lnTo>
                  <a:lnTo>
                    <a:pt x="2863583" y="1783816"/>
                  </a:lnTo>
                  <a:lnTo>
                    <a:pt x="2860954" y="1783816"/>
                  </a:lnTo>
                  <a:lnTo>
                    <a:pt x="2859836" y="1784273"/>
                  </a:lnTo>
                  <a:lnTo>
                    <a:pt x="2857970" y="1786140"/>
                  </a:lnTo>
                  <a:lnTo>
                    <a:pt x="2857500" y="1787258"/>
                  </a:lnTo>
                  <a:lnTo>
                    <a:pt x="2857500" y="1789887"/>
                  </a:lnTo>
                  <a:lnTo>
                    <a:pt x="2857970" y="1791017"/>
                  </a:lnTo>
                  <a:lnTo>
                    <a:pt x="2859836" y="1792871"/>
                  </a:lnTo>
                  <a:lnTo>
                    <a:pt x="2860954" y="1793341"/>
                  </a:lnTo>
                  <a:lnTo>
                    <a:pt x="2863583" y="1793341"/>
                  </a:lnTo>
                  <a:lnTo>
                    <a:pt x="2864701" y="1792871"/>
                  </a:lnTo>
                  <a:lnTo>
                    <a:pt x="2866567" y="1791017"/>
                  </a:lnTo>
                  <a:lnTo>
                    <a:pt x="2867025" y="1789887"/>
                  </a:lnTo>
                  <a:lnTo>
                    <a:pt x="2867025" y="1787258"/>
                  </a:lnTo>
                  <a:close/>
                </a:path>
                <a:path w="7391400" h="4057650">
                  <a:moveTo>
                    <a:pt x="2867025" y="657491"/>
                  </a:moveTo>
                  <a:lnTo>
                    <a:pt x="2866567" y="656374"/>
                  </a:lnTo>
                  <a:lnTo>
                    <a:pt x="2864701" y="654507"/>
                  </a:lnTo>
                  <a:lnTo>
                    <a:pt x="2863583" y="654037"/>
                  </a:lnTo>
                  <a:lnTo>
                    <a:pt x="2860954" y="654037"/>
                  </a:lnTo>
                  <a:lnTo>
                    <a:pt x="2859836" y="654507"/>
                  </a:lnTo>
                  <a:lnTo>
                    <a:pt x="2857970" y="656374"/>
                  </a:lnTo>
                  <a:lnTo>
                    <a:pt x="2857500" y="657491"/>
                  </a:lnTo>
                  <a:lnTo>
                    <a:pt x="2857500" y="660120"/>
                  </a:lnTo>
                  <a:lnTo>
                    <a:pt x="2857970" y="661238"/>
                  </a:lnTo>
                  <a:lnTo>
                    <a:pt x="2859836" y="663105"/>
                  </a:lnTo>
                  <a:lnTo>
                    <a:pt x="2860954" y="663562"/>
                  </a:lnTo>
                  <a:lnTo>
                    <a:pt x="2863583" y="663562"/>
                  </a:lnTo>
                  <a:lnTo>
                    <a:pt x="2864701" y="663105"/>
                  </a:lnTo>
                  <a:lnTo>
                    <a:pt x="2866567" y="661238"/>
                  </a:lnTo>
                  <a:lnTo>
                    <a:pt x="2867025" y="660120"/>
                  </a:lnTo>
                  <a:lnTo>
                    <a:pt x="2867025" y="657491"/>
                  </a:lnTo>
                  <a:close/>
                </a:path>
                <a:path w="7391400" h="4057650">
                  <a:moveTo>
                    <a:pt x="2914650" y="4046804"/>
                  </a:moveTo>
                  <a:lnTo>
                    <a:pt x="2914192" y="4045686"/>
                  </a:lnTo>
                  <a:lnTo>
                    <a:pt x="2912326" y="4043819"/>
                  </a:lnTo>
                  <a:lnTo>
                    <a:pt x="2911208" y="4043349"/>
                  </a:lnTo>
                  <a:lnTo>
                    <a:pt x="2908579" y="4043349"/>
                  </a:lnTo>
                  <a:lnTo>
                    <a:pt x="2907461" y="4043819"/>
                  </a:lnTo>
                  <a:lnTo>
                    <a:pt x="2905595" y="4045686"/>
                  </a:lnTo>
                  <a:lnTo>
                    <a:pt x="2905125" y="4046804"/>
                  </a:lnTo>
                  <a:lnTo>
                    <a:pt x="2905125" y="4049433"/>
                  </a:lnTo>
                  <a:lnTo>
                    <a:pt x="2905595" y="4050550"/>
                  </a:lnTo>
                  <a:lnTo>
                    <a:pt x="2907461" y="4052417"/>
                  </a:lnTo>
                  <a:lnTo>
                    <a:pt x="2908579" y="4052874"/>
                  </a:lnTo>
                  <a:lnTo>
                    <a:pt x="2911208" y="4052874"/>
                  </a:lnTo>
                  <a:lnTo>
                    <a:pt x="2912326" y="4052417"/>
                  </a:lnTo>
                  <a:lnTo>
                    <a:pt x="2914192" y="4050550"/>
                  </a:lnTo>
                  <a:lnTo>
                    <a:pt x="2914650" y="4049433"/>
                  </a:lnTo>
                  <a:lnTo>
                    <a:pt x="2914650" y="4046804"/>
                  </a:lnTo>
                  <a:close/>
                </a:path>
                <a:path w="7391400" h="4057650">
                  <a:moveTo>
                    <a:pt x="2914650" y="2917037"/>
                  </a:moveTo>
                  <a:lnTo>
                    <a:pt x="2914192" y="2915907"/>
                  </a:lnTo>
                  <a:lnTo>
                    <a:pt x="2912326" y="2914053"/>
                  </a:lnTo>
                  <a:lnTo>
                    <a:pt x="2911208" y="2913583"/>
                  </a:lnTo>
                  <a:lnTo>
                    <a:pt x="2908579" y="2913583"/>
                  </a:lnTo>
                  <a:lnTo>
                    <a:pt x="2907461" y="2914053"/>
                  </a:lnTo>
                  <a:lnTo>
                    <a:pt x="2905595" y="2915907"/>
                  </a:lnTo>
                  <a:lnTo>
                    <a:pt x="2905125" y="2917037"/>
                  </a:lnTo>
                  <a:lnTo>
                    <a:pt x="2905125" y="2919666"/>
                  </a:lnTo>
                  <a:lnTo>
                    <a:pt x="2905595" y="2920784"/>
                  </a:lnTo>
                  <a:lnTo>
                    <a:pt x="2907461" y="2922651"/>
                  </a:lnTo>
                  <a:lnTo>
                    <a:pt x="2908579" y="2923108"/>
                  </a:lnTo>
                  <a:lnTo>
                    <a:pt x="2911208" y="2923108"/>
                  </a:lnTo>
                  <a:lnTo>
                    <a:pt x="2912326" y="2922651"/>
                  </a:lnTo>
                  <a:lnTo>
                    <a:pt x="2914192" y="2920784"/>
                  </a:lnTo>
                  <a:lnTo>
                    <a:pt x="2914650" y="2919666"/>
                  </a:lnTo>
                  <a:lnTo>
                    <a:pt x="2914650" y="2917037"/>
                  </a:lnTo>
                  <a:close/>
                </a:path>
                <a:path w="7391400" h="4057650">
                  <a:moveTo>
                    <a:pt x="2914650" y="1787258"/>
                  </a:moveTo>
                  <a:lnTo>
                    <a:pt x="2914192" y="1786140"/>
                  </a:lnTo>
                  <a:lnTo>
                    <a:pt x="2912326" y="1784273"/>
                  </a:lnTo>
                  <a:lnTo>
                    <a:pt x="2911208" y="1783816"/>
                  </a:lnTo>
                  <a:lnTo>
                    <a:pt x="2908579" y="1783816"/>
                  </a:lnTo>
                  <a:lnTo>
                    <a:pt x="2907461" y="1784273"/>
                  </a:lnTo>
                  <a:lnTo>
                    <a:pt x="2905595" y="1786140"/>
                  </a:lnTo>
                  <a:lnTo>
                    <a:pt x="2905125" y="1787258"/>
                  </a:lnTo>
                  <a:lnTo>
                    <a:pt x="2905125" y="1789887"/>
                  </a:lnTo>
                  <a:lnTo>
                    <a:pt x="2905595" y="1791017"/>
                  </a:lnTo>
                  <a:lnTo>
                    <a:pt x="2907461" y="1792871"/>
                  </a:lnTo>
                  <a:lnTo>
                    <a:pt x="2908579" y="1793341"/>
                  </a:lnTo>
                  <a:lnTo>
                    <a:pt x="2911208" y="1793341"/>
                  </a:lnTo>
                  <a:lnTo>
                    <a:pt x="2912326" y="1792871"/>
                  </a:lnTo>
                  <a:lnTo>
                    <a:pt x="2914192" y="1791017"/>
                  </a:lnTo>
                  <a:lnTo>
                    <a:pt x="2914650" y="1789887"/>
                  </a:lnTo>
                  <a:lnTo>
                    <a:pt x="2914650" y="1787258"/>
                  </a:lnTo>
                  <a:close/>
                </a:path>
                <a:path w="7391400" h="4057650">
                  <a:moveTo>
                    <a:pt x="2914650" y="657491"/>
                  </a:moveTo>
                  <a:lnTo>
                    <a:pt x="2914192" y="656374"/>
                  </a:lnTo>
                  <a:lnTo>
                    <a:pt x="2912326" y="654507"/>
                  </a:lnTo>
                  <a:lnTo>
                    <a:pt x="2911208" y="654037"/>
                  </a:lnTo>
                  <a:lnTo>
                    <a:pt x="2908579" y="654037"/>
                  </a:lnTo>
                  <a:lnTo>
                    <a:pt x="2907461" y="654507"/>
                  </a:lnTo>
                  <a:lnTo>
                    <a:pt x="2905595" y="656374"/>
                  </a:lnTo>
                  <a:lnTo>
                    <a:pt x="2905125" y="657491"/>
                  </a:lnTo>
                  <a:lnTo>
                    <a:pt x="2905125" y="660120"/>
                  </a:lnTo>
                  <a:lnTo>
                    <a:pt x="2905595" y="661238"/>
                  </a:lnTo>
                  <a:lnTo>
                    <a:pt x="2907461" y="663105"/>
                  </a:lnTo>
                  <a:lnTo>
                    <a:pt x="2908579" y="663562"/>
                  </a:lnTo>
                  <a:lnTo>
                    <a:pt x="2911208" y="663562"/>
                  </a:lnTo>
                  <a:lnTo>
                    <a:pt x="2912326" y="663105"/>
                  </a:lnTo>
                  <a:lnTo>
                    <a:pt x="2914192" y="661238"/>
                  </a:lnTo>
                  <a:lnTo>
                    <a:pt x="2914650" y="660120"/>
                  </a:lnTo>
                  <a:lnTo>
                    <a:pt x="2914650" y="657491"/>
                  </a:lnTo>
                  <a:close/>
                </a:path>
                <a:path w="7391400" h="4057650">
                  <a:moveTo>
                    <a:pt x="2962275" y="4046804"/>
                  </a:moveTo>
                  <a:lnTo>
                    <a:pt x="2961817" y="4045686"/>
                  </a:lnTo>
                  <a:lnTo>
                    <a:pt x="2959951" y="4043819"/>
                  </a:lnTo>
                  <a:lnTo>
                    <a:pt x="2958833" y="4043349"/>
                  </a:lnTo>
                  <a:lnTo>
                    <a:pt x="2956204" y="4043349"/>
                  </a:lnTo>
                  <a:lnTo>
                    <a:pt x="2955086" y="4043819"/>
                  </a:lnTo>
                  <a:lnTo>
                    <a:pt x="2953220" y="4045686"/>
                  </a:lnTo>
                  <a:lnTo>
                    <a:pt x="2952750" y="4046804"/>
                  </a:lnTo>
                  <a:lnTo>
                    <a:pt x="2952750" y="4049433"/>
                  </a:lnTo>
                  <a:lnTo>
                    <a:pt x="2953220" y="4050550"/>
                  </a:lnTo>
                  <a:lnTo>
                    <a:pt x="2955086" y="4052417"/>
                  </a:lnTo>
                  <a:lnTo>
                    <a:pt x="2956204" y="4052874"/>
                  </a:lnTo>
                  <a:lnTo>
                    <a:pt x="2958833" y="4052874"/>
                  </a:lnTo>
                  <a:lnTo>
                    <a:pt x="2959951" y="4052417"/>
                  </a:lnTo>
                  <a:lnTo>
                    <a:pt x="2961817" y="4050550"/>
                  </a:lnTo>
                  <a:lnTo>
                    <a:pt x="2962275" y="4049433"/>
                  </a:lnTo>
                  <a:lnTo>
                    <a:pt x="2962275" y="4046804"/>
                  </a:lnTo>
                  <a:close/>
                </a:path>
                <a:path w="7391400" h="4057650">
                  <a:moveTo>
                    <a:pt x="2962275" y="2917037"/>
                  </a:moveTo>
                  <a:lnTo>
                    <a:pt x="2961817" y="2915907"/>
                  </a:lnTo>
                  <a:lnTo>
                    <a:pt x="2959951" y="2914053"/>
                  </a:lnTo>
                  <a:lnTo>
                    <a:pt x="2958833" y="2913583"/>
                  </a:lnTo>
                  <a:lnTo>
                    <a:pt x="2956204" y="2913583"/>
                  </a:lnTo>
                  <a:lnTo>
                    <a:pt x="2955086" y="2914053"/>
                  </a:lnTo>
                  <a:lnTo>
                    <a:pt x="2953220" y="2915907"/>
                  </a:lnTo>
                  <a:lnTo>
                    <a:pt x="2952750" y="2917037"/>
                  </a:lnTo>
                  <a:lnTo>
                    <a:pt x="2952750" y="2919666"/>
                  </a:lnTo>
                  <a:lnTo>
                    <a:pt x="2953220" y="2920784"/>
                  </a:lnTo>
                  <a:lnTo>
                    <a:pt x="2955086" y="2922651"/>
                  </a:lnTo>
                  <a:lnTo>
                    <a:pt x="2956204" y="2923108"/>
                  </a:lnTo>
                  <a:lnTo>
                    <a:pt x="2958833" y="2923108"/>
                  </a:lnTo>
                  <a:lnTo>
                    <a:pt x="2959951" y="2922651"/>
                  </a:lnTo>
                  <a:lnTo>
                    <a:pt x="2961817" y="2920784"/>
                  </a:lnTo>
                  <a:lnTo>
                    <a:pt x="2962275" y="2919666"/>
                  </a:lnTo>
                  <a:lnTo>
                    <a:pt x="2962275" y="2917037"/>
                  </a:lnTo>
                  <a:close/>
                </a:path>
                <a:path w="7391400" h="4057650">
                  <a:moveTo>
                    <a:pt x="2962275" y="1787258"/>
                  </a:moveTo>
                  <a:lnTo>
                    <a:pt x="2961817" y="1786140"/>
                  </a:lnTo>
                  <a:lnTo>
                    <a:pt x="2959951" y="1784273"/>
                  </a:lnTo>
                  <a:lnTo>
                    <a:pt x="2958833" y="1783816"/>
                  </a:lnTo>
                  <a:lnTo>
                    <a:pt x="2956204" y="1783816"/>
                  </a:lnTo>
                  <a:lnTo>
                    <a:pt x="2955086" y="1784273"/>
                  </a:lnTo>
                  <a:lnTo>
                    <a:pt x="2953220" y="1786140"/>
                  </a:lnTo>
                  <a:lnTo>
                    <a:pt x="2952750" y="1787258"/>
                  </a:lnTo>
                  <a:lnTo>
                    <a:pt x="2952750" y="1789887"/>
                  </a:lnTo>
                  <a:lnTo>
                    <a:pt x="2953220" y="1791017"/>
                  </a:lnTo>
                  <a:lnTo>
                    <a:pt x="2955086" y="1792871"/>
                  </a:lnTo>
                  <a:lnTo>
                    <a:pt x="2956204" y="1793341"/>
                  </a:lnTo>
                  <a:lnTo>
                    <a:pt x="2958833" y="1793341"/>
                  </a:lnTo>
                  <a:lnTo>
                    <a:pt x="2959951" y="1792871"/>
                  </a:lnTo>
                  <a:lnTo>
                    <a:pt x="2961817" y="1791017"/>
                  </a:lnTo>
                  <a:lnTo>
                    <a:pt x="2962275" y="1789887"/>
                  </a:lnTo>
                  <a:lnTo>
                    <a:pt x="2962275" y="1787258"/>
                  </a:lnTo>
                  <a:close/>
                </a:path>
                <a:path w="7391400" h="4057650">
                  <a:moveTo>
                    <a:pt x="2962275" y="657491"/>
                  </a:moveTo>
                  <a:lnTo>
                    <a:pt x="2961817" y="656374"/>
                  </a:lnTo>
                  <a:lnTo>
                    <a:pt x="2959951" y="654507"/>
                  </a:lnTo>
                  <a:lnTo>
                    <a:pt x="2958833" y="654037"/>
                  </a:lnTo>
                  <a:lnTo>
                    <a:pt x="2956204" y="654037"/>
                  </a:lnTo>
                  <a:lnTo>
                    <a:pt x="2955086" y="654507"/>
                  </a:lnTo>
                  <a:lnTo>
                    <a:pt x="2953220" y="656374"/>
                  </a:lnTo>
                  <a:lnTo>
                    <a:pt x="2952750" y="657491"/>
                  </a:lnTo>
                  <a:lnTo>
                    <a:pt x="2952750" y="660120"/>
                  </a:lnTo>
                  <a:lnTo>
                    <a:pt x="2953220" y="661238"/>
                  </a:lnTo>
                  <a:lnTo>
                    <a:pt x="2955086" y="663105"/>
                  </a:lnTo>
                  <a:lnTo>
                    <a:pt x="2956204" y="663562"/>
                  </a:lnTo>
                  <a:lnTo>
                    <a:pt x="2958833" y="663562"/>
                  </a:lnTo>
                  <a:lnTo>
                    <a:pt x="2959951" y="663105"/>
                  </a:lnTo>
                  <a:lnTo>
                    <a:pt x="2961817" y="661238"/>
                  </a:lnTo>
                  <a:lnTo>
                    <a:pt x="2962275" y="660120"/>
                  </a:lnTo>
                  <a:lnTo>
                    <a:pt x="2962275" y="657491"/>
                  </a:lnTo>
                  <a:close/>
                </a:path>
                <a:path w="7391400" h="4057650">
                  <a:moveTo>
                    <a:pt x="3009900" y="4046804"/>
                  </a:moveTo>
                  <a:lnTo>
                    <a:pt x="3009442" y="4045686"/>
                  </a:lnTo>
                  <a:lnTo>
                    <a:pt x="3007576" y="4043819"/>
                  </a:lnTo>
                  <a:lnTo>
                    <a:pt x="3006458" y="4043349"/>
                  </a:lnTo>
                  <a:lnTo>
                    <a:pt x="3003829" y="4043349"/>
                  </a:lnTo>
                  <a:lnTo>
                    <a:pt x="3002711" y="4043819"/>
                  </a:lnTo>
                  <a:lnTo>
                    <a:pt x="3000845" y="4045686"/>
                  </a:lnTo>
                  <a:lnTo>
                    <a:pt x="3000375" y="4046804"/>
                  </a:lnTo>
                  <a:lnTo>
                    <a:pt x="3000375" y="4049433"/>
                  </a:lnTo>
                  <a:lnTo>
                    <a:pt x="3000845" y="4050550"/>
                  </a:lnTo>
                  <a:lnTo>
                    <a:pt x="3002711" y="4052417"/>
                  </a:lnTo>
                  <a:lnTo>
                    <a:pt x="3003829" y="4052874"/>
                  </a:lnTo>
                  <a:lnTo>
                    <a:pt x="3006458" y="4052874"/>
                  </a:lnTo>
                  <a:lnTo>
                    <a:pt x="3007576" y="4052417"/>
                  </a:lnTo>
                  <a:lnTo>
                    <a:pt x="3009442" y="4050550"/>
                  </a:lnTo>
                  <a:lnTo>
                    <a:pt x="3009900" y="4049433"/>
                  </a:lnTo>
                  <a:lnTo>
                    <a:pt x="3009900" y="4046804"/>
                  </a:lnTo>
                  <a:close/>
                </a:path>
                <a:path w="7391400" h="4057650">
                  <a:moveTo>
                    <a:pt x="3009900" y="2917037"/>
                  </a:moveTo>
                  <a:lnTo>
                    <a:pt x="3009442" y="2915907"/>
                  </a:lnTo>
                  <a:lnTo>
                    <a:pt x="3007576" y="2914053"/>
                  </a:lnTo>
                  <a:lnTo>
                    <a:pt x="3006458" y="2913583"/>
                  </a:lnTo>
                  <a:lnTo>
                    <a:pt x="3003829" y="2913583"/>
                  </a:lnTo>
                  <a:lnTo>
                    <a:pt x="3002711" y="2914053"/>
                  </a:lnTo>
                  <a:lnTo>
                    <a:pt x="3000845" y="2915907"/>
                  </a:lnTo>
                  <a:lnTo>
                    <a:pt x="3000375" y="2917037"/>
                  </a:lnTo>
                  <a:lnTo>
                    <a:pt x="3000375" y="2919666"/>
                  </a:lnTo>
                  <a:lnTo>
                    <a:pt x="3000845" y="2920784"/>
                  </a:lnTo>
                  <a:lnTo>
                    <a:pt x="3002711" y="2922651"/>
                  </a:lnTo>
                  <a:lnTo>
                    <a:pt x="3003829" y="2923108"/>
                  </a:lnTo>
                  <a:lnTo>
                    <a:pt x="3006458" y="2923108"/>
                  </a:lnTo>
                  <a:lnTo>
                    <a:pt x="3007576" y="2922651"/>
                  </a:lnTo>
                  <a:lnTo>
                    <a:pt x="3009442" y="2920784"/>
                  </a:lnTo>
                  <a:lnTo>
                    <a:pt x="3009900" y="2919666"/>
                  </a:lnTo>
                  <a:lnTo>
                    <a:pt x="3009900" y="2917037"/>
                  </a:lnTo>
                  <a:close/>
                </a:path>
                <a:path w="7391400" h="4057650">
                  <a:moveTo>
                    <a:pt x="3009900" y="1787258"/>
                  </a:moveTo>
                  <a:lnTo>
                    <a:pt x="3009442" y="1786140"/>
                  </a:lnTo>
                  <a:lnTo>
                    <a:pt x="3007576" y="1784273"/>
                  </a:lnTo>
                  <a:lnTo>
                    <a:pt x="3006458" y="1783816"/>
                  </a:lnTo>
                  <a:lnTo>
                    <a:pt x="3003829" y="1783816"/>
                  </a:lnTo>
                  <a:lnTo>
                    <a:pt x="3002711" y="1784273"/>
                  </a:lnTo>
                  <a:lnTo>
                    <a:pt x="3000845" y="1786140"/>
                  </a:lnTo>
                  <a:lnTo>
                    <a:pt x="3000375" y="1787258"/>
                  </a:lnTo>
                  <a:lnTo>
                    <a:pt x="3000375" y="1789887"/>
                  </a:lnTo>
                  <a:lnTo>
                    <a:pt x="3000845" y="1791017"/>
                  </a:lnTo>
                  <a:lnTo>
                    <a:pt x="3002711" y="1792871"/>
                  </a:lnTo>
                  <a:lnTo>
                    <a:pt x="3003829" y="1793341"/>
                  </a:lnTo>
                  <a:lnTo>
                    <a:pt x="3006458" y="1793341"/>
                  </a:lnTo>
                  <a:lnTo>
                    <a:pt x="3007576" y="1792871"/>
                  </a:lnTo>
                  <a:lnTo>
                    <a:pt x="3009442" y="1791017"/>
                  </a:lnTo>
                  <a:lnTo>
                    <a:pt x="3009900" y="1789887"/>
                  </a:lnTo>
                  <a:lnTo>
                    <a:pt x="3009900" y="1787258"/>
                  </a:lnTo>
                  <a:close/>
                </a:path>
                <a:path w="7391400" h="4057650">
                  <a:moveTo>
                    <a:pt x="3009900" y="657491"/>
                  </a:moveTo>
                  <a:lnTo>
                    <a:pt x="3009442" y="656374"/>
                  </a:lnTo>
                  <a:lnTo>
                    <a:pt x="3007576" y="654507"/>
                  </a:lnTo>
                  <a:lnTo>
                    <a:pt x="3006458" y="654037"/>
                  </a:lnTo>
                  <a:lnTo>
                    <a:pt x="3003829" y="654037"/>
                  </a:lnTo>
                  <a:lnTo>
                    <a:pt x="3002711" y="654507"/>
                  </a:lnTo>
                  <a:lnTo>
                    <a:pt x="3000845" y="656374"/>
                  </a:lnTo>
                  <a:lnTo>
                    <a:pt x="3000375" y="657491"/>
                  </a:lnTo>
                  <a:lnTo>
                    <a:pt x="3000375" y="660120"/>
                  </a:lnTo>
                  <a:lnTo>
                    <a:pt x="3000845" y="661238"/>
                  </a:lnTo>
                  <a:lnTo>
                    <a:pt x="3002711" y="663105"/>
                  </a:lnTo>
                  <a:lnTo>
                    <a:pt x="3003829" y="663562"/>
                  </a:lnTo>
                  <a:lnTo>
                    <a:pt x="3006458" y="663562"/>
                  </a:lnTo>
                  <a:lnTo>
                    <a:pt x="3007576" y="663105"/>
                  </a:lnTo>
                  <a:lnTo>
                    <a:pt x="3009442" y="661238"/>
                  </a:lnTo>
                  <a:lnTo>
                    <a:pt x="3009900" y="660120"/>
                  </a:lnTo>
                  <a:lnTo>
                    <a:pt x="3009900" y="657491"/>
                  </a:lnTo>
                  <a:close/>
                </a:path>
                <a:path w="7391400" h="4057650">
                  <a:moveTo>
                    <a:pt x="3057525" y="4046804"/>
                  </a:moveTo>
                  <a:lnTo>
                    <a:pt x="3057067" y="4045686"/>
                  </a:lnTo>
                  <a:lnTo>
                    <a:pt x="3055201" y="4043819"/>
                  </a:lnTo>
                  <a:lnTo>
                    <a:pt x="3054083" y="4043349"/>
                  </a:lnTo>
                  <a:lnTo>
                    <a:pt x="3051454" y="4043349"/>
                  </a:lnTo>
                  <a:lnTo>
                    <a:pt x="3050336" y="4043819"/>
                  </a:lnTo>
                  <a:lnTo>
                    <a:pt x="3048470" y="4045686"/>
                  </a:lnTo>
                  <a:lnTo>
                    <a:pt x="3048000" y="4046804"/>
                  </a:lnTo>
                  <a:lnTo>
                    <a:pt x="3048000" y="4049433"/>
                  </a:lnTo>
                  <a:lnTo>
                    <a:pt x="3048470" y="4050550"/>
                  </a:lnTo>
                  <a:lnTo>
                    <a:pt x="3050336" y="4052417"/>
                  </a:lnTo>
                  <a:lnTo>
                    <a:pt x="3051454" y="4052874"/>
                  </a:lnTo>
                  <a:lnTo>
                    <a:pt x="3054083" y="4052874"/>
                  </a:lnTo>
                  <a:lnTo>
                    <a:pt x="3055201" y="4052417"/>
                  </a:lnTo>
                  <a:lnTo>
                    <a:pt x="3057067" y="4050550"/>
                  </a:lnTo>
                  <a:lnTo>
                    <a:pt x="3057525" y="4049433"/>
                  </a:lnTo>
                  <a:lnTo>
                    <a:pt x="3057525" y="4046804"/>
                  </a:lnTo>
                  <a:close/>
                </a:path>
                <a:path w="7391400" h="4057650">
                  <a:moveTo>
                    <a:pt x="3057525" y="2917037"/>
                  </a:moveTo>
                  <a:lnTo>
                    <a:pt x="3057067" y="2915907"/>
                  </a:lnTo>
                  <a:lnTo>
                    <a:pt x="3055201" y="2914053"/>
                  </a:lnTo>
                  <a:lnTo>
                    <a:pt x="3054083" y="2913583"/>
                  </a:lnTo>
                  <a:lnTo>
                    <a:pt x="3051454" y="2913583"/>
                  </a:lnTo>
                  <a:lnTo>
                    <a:pt x="3050336" y="2914053"/>
                  </a:lnTo>
                  <a:lnTo>
                    <a:pt x="3048470" y="2915907"/>
                  </a:lnTo>
                  <a:lnTo>
                    <a:pt x="3048000" y="2917037"/>
                  </a:lnTo>
                  <a:lnTo>
                    <a:pt x="3048000" y="2919666"/>
                  </a:lnTo>
                  <a:lnTo>
                    <a:pt x="3048470" y="2920784"/>
                  </a:lnTo>
                  <a:lnTo>
                    <a:pt x="3050336" y="2922651"/>
                  </a:lnTo>
                  <a:lnTo>
                    <a:pt x="3051454" y="2923108"/>
                  </a:lnTo>
                  <a:lnTo>
                    <a:pt x="3054083" y="2923108"/>
                  </a:lnTo>
                  <a:lnTo>
                    <a:pt x="3055201" y="2922651"/>
                  </a:lnTo>
                  <a:lnTo>
                    <a:pt x="3057067" y="2920784"/>
                  </a:lnTo>
                  <a:lnTo>
                    <a:pt x="3057525" y="2919666"/>
                  </a:lnTo>
                  <a:lnTo>
                    <a:pt x="3057525" y="2917037"/>
                  </a:lnTo>
                  <a:close/>
                </a:path>
                <a:path w="7391400" h="4057650">
                  <a:moveTo>
                    <a:pt x="3057525" y="1787258"/>
                  </a:moveTo>
                  <a:lnTo>
                    <a:pt x="3057067" y="1786140"/>
                  </a:lnTo>
                  <a:lnTo>
                    <a:pt x="3055201" y="1784273"/>
                  </a:lnTo>
                  <a:lnTo>
                    <a:pt x="3054083" y="1783816"/>
                  </a:lnTo>
                  <a:lnTo>
                    <a:pt x="3051454" y="1783816"/>
                  </a:lnTo>
                  <a:lnTo>
                    <a:pt x="3050336" y="1784273"/>
                  </a:lnTo>
                  <a:lnTo>
                    <a:pt x="3048470" y="1786140"/>
                  </a:lnTo>
                  <a:lnTo>
                    <a:pt x="3048000" y="1787258"/>
                  </a:lnTo>
                  <a:lnTo>
                    <a:pt x="3048000" y="1789887"/>
                  </a:lnTo>
                  <a:lnTo>
                    <a:pt x="3048470" y="1791017"/>
                  </a:lnTo>
                  <a:lnTo>
                    <a:pt x="3050336" y="1792871"/>
                  </a:lnTo>
                  <a:lnTo>
                    <a:pt x="3051454" y="1793341"/>
                  </a:lnTo>
                  <a:lnTo>
                    <a:pt x="3054083" y="1793341"/>
                  </a:lnTo>
                  <a:lnTo>
                    <a:pt x="3055201" y="1792871"/>
                  </a:lnTo>
                  <a:lnTo>
                    <a:pt x="3057067" y="1791017"/>
                  </a:lnTo>
                  <a:lnTo>
                    <a:pt x="3057525" y="1789887"/>
                  </a:lnTo>
                  <a:lnTo>
                    <a:pt x="3057525" y="1787258"/>
                  </a:lnTo>
                  <a:close/>
                </a:path>
                <a:path w="7391400" h="4057650">
                  <a:moveTo>
                    <a:pt x="3057525" y="657491"/>
                  </a:moveTo>
                  <a:lnTo>
                    <a:pt x="3057067" y="656374"/>
                  </a:lnTo>
                  <a:lnTo>
                    <a:pt x="3055201" y="654507"/>
                  </a:lnTo>
                  <a:lnTo>
                    <a:pt x="3054083" y="654037"/>
                  </a:lnTo>
                  <a:lnTo>
                    <a:pt x="3051454" y="654037"/>
                  </a:lnTo>
                  <a:lnTo>
                    <a:pt x="3050336" y="654507"/>
                  </a:lnTo>
                  <a:lnTo>
                    <a:pt x="3048470" y="656374"/>
                  </a:lnTo>
                  <a:lnTo>
                    <a:pt x="3048000" y="657491"/>
                  </a:lnTo>
                  <a:lnTo>
                    <a:pt x="3048000" y="660120"/>
                  </a:lnTo>
                  <a:lnTo>
                    <a:pt x="3048470" y="661238"/>
                  </a:lnTo>
                  <a:lnTo>
                    <a:pt x="3050336" y="663105"/>
                  </a:lnTo>
                  <a:lnTo>
                    <a:pt x="3051454" y="663562"/>
                  </a:lnTo>
                  <a:lnTo>
                    <a:pt x="3054083" y="663562"/>
                  </a:lnTo>
                  <a:lnTo>
                    <a:pt x="3055201" y="663105"/>
                  </a:lnTo>
                  <a:lnTo>
                    <a:pt x="3057067" y="661238"/>
                  </a:lnTo>
                  <a:lnTo>
                    <a:pt x="3057525" y="660120"/>
                  </a:lnTo>
                  <a:lnTo>
                    <a:pt x="3057525" y="657491"/>
                  </a:lnTo>
                  <a:close/>
                </a:path>
                <a:path w="7391400" h="4057650">
                  <a:moveTo>
                    <a:pt x="3105150" y="4046804"/>
                  </a:moveTo>
                  <a:lnTo>
                    <a:pt x="3104692" y="4045686"/>
                  </a:lnTo>
                  <a:lnTo>
                    <a:pt x="3102826" y="4043819"/>
                  </a:lnTo>
                  <a:lnTo>
                    <a:pt x="3101708" y="4043349"/>
                  </a:lnTo>
                  <a:lnTo>
                    <a:pt x="3099079" y="4043349"/>
                  </a:lnTo>
                  <a:lnTo>
                    <a:pt x="3097961" y="4043819"/>
                  </a:lnTo>
                  <a:lnTo>
                    <a:pt x="3096095" y="4045686"/>
                  </a:lnTo>
                  <a:lnTo>
                    <a:pt x="3095625" y="4046804"/>
                  </a:lnTo>
                  <a:lnTo>
                    <a:pt x="3095625" y="4049433"/>
                  </a:lnTo>
                  <a:lnTo>
                    <a:pt x="3096095" y="4050550"/>
                  </a:lnTo>
                  <a:lnTo>
                    <a:pt x="3097961" y="4052417"/>
                  </a:lnTo>
                  <a:lnTo>
                    <a:pt x="3099079" y="4052874"/>
                  </a:lnTo>
                  <a:lnTo>
                    <a:pt x="3101708" y="4052874"/>
                  </a:lnTo>
                  <a:lnTo>
                    <a:pt x="3102826" y="4052417"/>
                  </a:lnTo>
                  <a:lnTo>
                    <a:pt x="3104692" y="4050550"/>
                  </a:lnTo>
                  <a:lnTo>
                    <a:pt x="3105150" y="4049433"/>
                  </a:lnTo>
                  <a:lnTo>
                    <a:pt x="3105150" y="4046804"/>
                  </a:lnTo>
                  <a:close/>
                </a:path>
                <a:path w="7391400" h="4057650">
                  <a:moveTo>
                    <a:pt x="3105150" y="2917037"/>
                  </a:moveTo>
                  <a:lnTo>
                    <a:pt x="3104692" y="2915907"/>
                  </a:lnTo>
                  <a:lnTo>
                    <a:pt x="3102826" y="2914053"/>
                  </a:lnTo>
                  <a:lnTo>
                    <a:pt x="3101708" y="2913583"/>
                  </a:lnTo>
                  <a:lnTo>
                    <a:pt x="3099079" y="2913583"/>
                  </a:lnTo>
                  <a:lnTo>
                    <a:pt x="3097961" y="2914053"/>
                  </a:lnTo>
                  <a:lnTo>
                    <a:pt x="3096095" y="2915907"/>
                  </a:lnTo>
                  <a:lnTo>
                    <a:pt x="3095625" y="2917037"/>
                  </a:lnTo>
                  <a:lnTo>
                    <a:pt x="3095625" y="2919666"/>
                  </a:lnTo>
                  <a:lnTo>
                    <a:pt x="3096095" y="2920784"/>
                  </a:lnTo>
                  <a:lnTo>
                    <a:pt x="3097961" y="2922651"/>
                  </a:lnTo>
                  <a:lnTo>
                    <a:pt x="3099079" y="2923108"/>
                  </a:lnTo>
                  <a:lnTo>
                    <a:pt x="3101708" y="2923108"/>
                  </a:lnTo>
                  <a:lnTo>
                    <a:pt x="3102826" y="2922651"/>
                  </a:lnTo>
                  <a:lnTo>
                    <a:pt x="3104692" y="2920784"/>
                  </a:lnTo>
                  <a:lnTo>
                    <a:pt x="3105150" y="2919666"/>
                  </a:lnTo>
                  <a:lnTo>
                    <a:pt x="3105150" y="2917037"/>
                  </a:lnTo>
                  <a:close/>
                </a:path>
                <a:path w="7391400" h="4057650">
                  <a:moveTo>
                    <a:pt x="3105150" y="1787258"/>
                  </a:moveTo>
                  <a:lnTo>
                    <a:pt x="3104692" y="1786140"/>
                  </a:lnTo>
                  <a:lnTo>
                    <a:pt x="3102826" y="1784273"/>
                  </a:lnTo>
                  <a:lnTo>
                    <a:pt x="3101708" y="1783816"/>
                  </a:lnTo>
                  <a:lnTo>
                    <a:pt x="3099079" y="1783816"/>
                  </a:lnTo>
                  <a:lnTo>
                    <a:pt x="3097961" y="1784273"/>
                  </a:lnTo>
                  <a:lnTo>
                    <a:pt x="3096095" y="1786140"/>
                  </a:lnTo>
                  <a:lnTo>
                    <a:pt x="3095625" y="1787258"/>
                  </a:lnTo>
                  <a:lnTo>
                    <a:pt x="3095625" y="1789887"/>
                  </a:lnTo>
                  <a:lnTo>
                    <a:pt x="3096095" y="1791017"/>
                  </a:lnTo>
                  <a:lnTo>
                    <a:pt x="3097961" y="1792871"/>
                  </a:lnTo>
                  <a:lnTo>
                    <a:pt x="3099079" y="1793341"/>
                  </a:lnTo>
                  <a:lnTo>
                    <a:pt x="3101708" y="1793341"/>
                  </a:lnTo>
                  <a:lnTo>
                    <a:pt x="3102826" y="1792871"/>
                  </a:lnTo>
                  <a:lnTo>
                    <a:pt x="3104692" y="1791017"/>
                  </a:lnTo>
                  <a:lnTo>
                    <a:pt x="3105150" y="1789887"/>
                  </a:lnTo>
                  <a:lnTo>
                    <a:pt x="3105150" y="1787258"/>
                  </a:lnTo>
                  <a:close/>
                </a:path>
                <a:path w="7391400" h="4057650">
                  <a:moveTo>
                    <a:pt x="3105150" y="657491"/>
                  </a:moveTo>
                  <a:lnTo>
                    <a:pt x="3104692" y="656374"/>
                  </a:lnTo>
                  <a:lnTo>
                    <a:pt x="3102826" y="654507"/>
                  </a:lnTo>
                  <a:lnTo>
                    <a:pt x="3101708" y="654037"/>
                  </a:lnTo>
                  <a:lnTo>
                    <a:pt x="3099079" y="654037"/>
                  </a:lnTo>
                  <a:lnTo>
                    <a:pt x="3097961" y="654507"/>
                  </a:lnTo>
                  <a:lnTo>
                    <a:pt x="3096095" y="656374"/>
                  </a:lnTo>
                  <a:lnTo>
                    <a:pt x="3095625" y="657491"/>
                  </a:lnTo>
                  <a:lnTo>
                    <a:pt x="3095625" y="660120"/>
                  </a:lnTo>
                  <a:lnTo>
                    <a:pt x="3096095" y="661238"/>
                  </a:lnTo>
                  <a:lnTo>
                    <a:pt x="3097961" y="663105"/>
                  </a:lnTo>
                  <a:lnTo>
                    <a:pt x="3099079" y="663562"/>
                  </a:lnTo>
                  <a:lnTo>
                    <a:pt x="3101708" y="663562"/>
                  </a:lnTo>
                  <a:lnTo>
                    <a:pt x="3102826" y="663105"/>
                  </a:lnTo>
                  <a:lnTo>
                    <a:pt x="3104692" y="661238"/>
                  </a:lnTo>
                  <a:lnTo>
                    <a:pt x="3105150" y="660120"/>
                  </a:lnTo>
                  <a:lnTo>
                    <a:pt x="3105150" y="657491"/>
                  </a:lnTo>
                  <a:close/>
                </a:path>
                <a:path w="7391400" h="4057650">
                  <a:moveTo>
                    <a:pt x="3152775" y="4046804"/>
                  </a:moveTo>
                  <a:lnTo>
                    <a:pt x="3152317" y="4045686"/>
                  </a:lnTo>
                  <a:lnTo>
                    <a:pt x="3150451" y="4043819"/>
                  </a:lnTo>
                  <a:lnTo>
                    <a:pt x="3149333" y="4043349"/>
                  </a:lnTo>
                  <a:lnTo>
                    <a:pt x="3146704" y="4043349"/>
                  </a:lnTo>
                  <a:lnTo>
                    <a:pt x="3145586" y="4043819"/>
                  </a:lnTo>
                  <a:lnTo>
                    <a:pt x="3143720" y="4045686"/>
                  </a:lnTo>
                  <a:lnTo>
                    <a:pt x="3143250" y="4046804"/>
                  </a:lnTo>
                  <a:lnTo>
                    <a:pt x="3143250" y="4049433"/>
                  </a:lnTo>
                  <a:lnTo>
                    <a:pt x="3143720" y="4050550"/>
                  </a:lnTo>
                  <a:lnTo>
                    <a:pt x="3145586" y="4052417"/>
                  </a:lnTo>
                  <a:lnTo>
                    <a:pt x="3146704" y="4052874"/>
                  </a:lnTo>
                  <a:lnTo>
                    <a:pt x="3149333" y="4052874"/>
                  </a:lnTo>
                  <a:lnTo>
                    <a:pt x="3150451" y="4052417"/>
                  </a:lnTo>
                  <a:lnTo>
                    <a:pt x="3152317" y="4050550"/>
                  </a:lnTo>
                  <a:lnTo>
                    <a:pt x="3152775" y="4049433"/>
                  </a:lnTo>
                  <a:lnTo>
                    <a:pt x="3152775" y="4046804"/>
                  </a:lnTo>
                  <a:close/>
                </a:path>
                <a:path w="7391400" h="4057650">
                  <a:moveTo>
                    <a:pt x="3152775" y="2917037"/>
                  </a:moveTo>
                  <a:lnTo>
                    <a:pt x="3152317" y="2915907"/>
                  </a:lnTo>
                  <a:lnTo>
                    <a:pt x="3150451" y="2914053"/>
                  </a:lnTo>
                  <a:lnTo>
                    <a:pt x="3149333" y="2913583"/>
                  </a:lnTo>
                  <a:lnTo>
                    <a:pt x="3146704" y="2913583"/>
                  </a:lnTo>
                  <a:lnTo>
                    <a:pt x="3145586" y="2914053"/>
                  </a:lnTo>
                  <a:lnTo>
                    <a:pt x="3143720" y="2915907"/>
                  </a:lnTo>
                  <a:lnTo>
                    <a:pt x="3143250" y="2917037"/>
                  </a:lnTo>
                  <a:lnTo>
                    <a:pt x="3143250" y="2919666"/>
                  </a:lnTo>
                  <a:lnTo>
                    <a:pt x="3143720" y="2920784"/>
                  </a:lnTo>
                  <a:lnTo>
                    <a:pt x="3145586" y="2922651"/>
                  </a:lnTo>
                  <a:lnTo>
                    <a:pt x="3146704" y="2923108"/>
                  </a:lnTo>
                  <a:lnTo>
                    <a:pt x="3149333" y="2923108"/>
                  </a:lnTo>
                  <a:lnTo>
                    <a:pt x="3150451" y="2922651"/>
                  </a:lnTo>
                  <a:lnTo>
                    <a:pt x="3152317" y="2920784"/>
                  </a:lnTo>
                  <a:lnTo>
                    <a:pt x="3152775" y="2919666"/>
                  </a:lnTo>
                  <a:lnTo>
                    <a:pt x="3152775" y="2917037"/>
                  </a:lnTo>
                  <a:close/>
                </a:path>
                <a:path w="7391400" h="4057650">
                  <a:moveTo>
                    <a:pt x="3152775" y="1787258"/>
                  </a:moveTo>
                  <a:lnTo>
                    <a:pt x="3152317" y="1786140"/>
                  </a:lnTo>
                  <a:lnTo>
                    <a:pt x="3150451" y="1784273"/>
                  </a:lnTo>
                  <a:lnTo>
                    <a:pt x="3149333" y="1783816"/>
                  </a:lnTo>
                  <a:lnTo>
                    <a:pt x="3146704" y="1783816"/>
                  </a:lnTo>
                  <a:lnTo>
                    <a:pt x="3145586" y="1784273"/>
                  </a:lnTo>
                  <a:lnTo>
                    <a:pt x="3143720" y="1786140"/>
                  </a:lnTo>
                  <a:lnTo>
                    <a:pt x="3143250" y="1787258"/>
                  </a:lnTo>
                  <a:lnTo>
                    <a:pt x="3143250" y="1789887"/>
                  </a:lnTo>
                  <a:lnTo>
                    <a:pt x="3143720" y="1791017"/>
                  </a:lnTo>
                  <a:lnTo>
                    <a:pt x="3145586" y="1792871"/>
                  </a:lnTo>
                  <a:lnTo>
                    <a:pt x="3146704" y="1793341"/>
                  </a:lnTo>
                  <a:lnTo>
                    <a:pt x="3149333" y="1793341"/>
                  </a:lnTo>
                  <a:lnTo>
                    <a:pt x="3150451" y="1792871"/>
                  </a:lnTo>
                  <a:lnTo>
                    <a:pt x="3152317" y="1791017"/>
                  </a:lnTo>
                  <a:lnTo>
                    <a:pt x="3152775" y="1789887"/>
                  </a:lnTo>
                  <a:lnTo>
                    <a:pt x="3152775" y="1787258"/>
                  </a:lnTo>
                  <a:close/>
                </a:path>
                <a:path w="7391400" h="4057650">
                  <a:moveTo>
                    <a:pt x="3152775" y="657491"/>
                  </a:moveTo>
                  <a:lnTo>
                    <a:pt x="3152317" y="656374"/>
                  </a:lnTo>
                  <a:lnTo>
                    <a:pt x="3150451" y="654507"/>
                  </a:lnTo>
                  <a:lnTo>
                    <a:pt x="3149333" y="654037"/>
                  </a:lnTo>
                  <a:lnTo>
                    <a:pt x="3146704" y="654037"/>
                  </a:lnTo>
                  <a:lnTo>
                    <a:pt x="3145586" y="654507"/>
                  </a:lnTo>
                  <a:lnTo>
                    <a:pt x="3143720" y="656374"/>
                  </a:lnTo>
                  <a:lnTo>
                    <a:pt x="3143250" y="657491"/>
                  </a:lnTo>
                  <a:lnTo>
                    <a:pt x="3143250" y="660120"/>
                  </a:lnTo>
                  <a:lnTo>
                    <a:pt x="3143720" y="661238"/>
                  </a:lnTo>
                  <a:lnTo>
                    <a:pt x="3145586" y="663105"/>
                  </a:lnTo>
                  <a:lnTo>
                    <a:pt x="3146704" y="663562"/>
                  </a:lnTo>
                  <a:lnTo>
                    <a:pt x="3149333" y="663562"/>
                  </a:lnTo>
                  <a:lnTo>
                    <a:pt x="3150451" y="663105"/>
                  </a:lnTo>
                  <a:lnTo>
                    <a:pt x="3152317" y="661238"/>
                  </a:lnTo>
                  <a:lnTo>
                    <a:pt x="3152775" y="660120"/>
                  </a:lnTo>
                  <a:lnTo>
                    <a:pt x="3152775" y="657491"/>
                  </a:lnTo>
                  <a:close/>
                </a:path>
                <a:path w="7391400" h="4057650">
                  <a:moveTo>
                    <a:pt x="3200400" y="4046804"/>
                  </a:moveTo>
                  <a:lnTo>
                    <a:pt x="3199942" y="4045686"/>
                  </a:lnTo>
                  <a:lnTo>
                    <a:pt x="3198076" y="4043819"/>
                  </a:lnTo>
                  <a:lnTo>
                    <a:pt x="3196958" y="4043349"/>
                  </a:lnTo>
                  <a:lnTo>
                    <a:pt x="3194329" y="4043349"/>
                  </a:lnTo>
                  <a:lnTo>
                    <a:pt x="3193211" y="4043819"/>
                  </a:lnTo>
                  <a:lnTo>
                    <a:pt x="3191345" y="4045686"/>
                  </a:lnTo>
                  <a:lnTo>
                    <a:pt x="3190875" y="4046804"/>
                  </a:lnTo>
                  <a:lnTo>
                    <a:pt x="3190875" y="4049433"/>
                  </a:lnTo>
                  <a:lnTo>
                    <a:pt x="3191345" y="4050550"/>
                  </a:lnTo>
                  <a:lnTo>
                    <a:pt x="3193211" y="4052417"/>
                  </a:lnTo>
                  <a:lnTo>
                    <a:pt x="3194329" y="4052874"/>
                  </a:lnTo>
                  <a:lnTo>
                    <a:pt x="3196958" y="4052874"/>
                  </a:lnTo>
                  <a:lnTo>
                    <a:pt x="3198076" y="4052417"/>
                  </a:lnTo>
                  <a:lnTo>
                    <a:pt x="3199942" y="4050550"/>
                  </a:lnTo>
                  <a:lnTo>
                    <a:pt x="3200400" y="4049433"/>
                  </a:lnTo>
                  <a:lnTo>
                    <a:pt x="3200400" y="4046804"/>
                  </a:lnTo>
                  <a:close/>
                </a:path>
                <a:path w="7391400" h="4057650">
                  <a:moveTo>
                    <a:pt x="3200400" y="2917037"/>
                  </a:moveTo>
                  <a:lnTo>
                    <a:pt x="3199942" y="2915907"/>
                  </a:lnTo>
                  <a:lnTo>
                    <a:pt x="3198076" y="2914053"/>
                  </a:lnTo>
                  <a:lnTo>
                    <a:pt x="3196958" y="2913583"/>
                  </a:lnTo>
                  <a:lnTo>
                    <a:pt x="3194329" y="2913583"/>
                  </a:lnTo>
                  <a:lnTo>
                    <a:pt x="3193211" y="2914053"/>
                  </a:lnTo>
                  <a:lnTo>
                    <a:pt x="3191345" y="2915907"/>
                  </a:lnTo>
                  <a:lnTo>
                    <a:pt x="3190875" y="2917037"/>
                  </a:lnTo>
                  <a:lnTo>
                    <a:pt x="3190875" y="2919666"/>
                  </a:lnTo>
                  <a:lnTo>
                    <a:pt x="3191345" y="2920784"/>
                  </a:lnTo>
                  <a:lnTo>
                    <a:pt x="3193211" y="2922651"/>
                  </a:lnTo>
                  <a:lnTo>
                    <a:pt x="3194329" y="2923108"/>
                  </a:lnTo>
                  <a:lnTo>
                    <a:pt x="3196958" y="2923108"/>
                  </a:lnTo>
                  <a:lnTo>
                    <a:pt x="3198076" y="2922651"/>
                  </a:lnTo>
                  <a:lnTo>
                    <a:pt x="3199942" y="2920784"/>
                  </a:lnTo>
                  <a:lnTo>
                    <a:pt x="3200400" y="2919666"/>
                  </a:lnTo>
                  <a:lnTo>
                    <a:pt x="3200400" y="2917037"/>
                  </a:lnTo>
                  <a:close/>
                </a:path>
                <a:path w="7391400" h="4057650">
                  <a:moveTo>
                    <a:pt x="3200400" y="1787258"/>
                  </a:moveTo>
                  <a:lnTo>
                    <a:pt x="3199942" y="1786140"/>
                  </a:lnTo>
                  <a:lnTo>
                    <a:pt x="3198076" y="1784273"/>
                  </a:lnTo>
                  <a:lnTo>
                    <a:pt x="3196958" y="1783816"/>
                  </a:lnTo>
                  <a:lnTo>
                    <a:pt x="3194329" y="1783816"/>
                  </a:lnTo>
                  <a:lnTo>
                    <a:pt x="3193211" y="1784273"/>
                  </a:lnTo>
                  <a:lnTo>
                    <a:pt x="3191345" y="1786140"/>
                  </a:lnTo>
                  <a:lnTo>
                    <a:pt x="3190875" y="1787258"/>
                  </a:lnTo>
                  <a:lnTo>
                    <a:pt x="3190875" y="1789887"/>
                  </a:lnTo>
                  <a:lnTo>
                    <a:pt x="3191345" y="1791017"/>
                  </a:lnTo>
                  <a:lnTo>
                    <a:pt x="3193211" y="1792871"/>
                  </a:lnTo>
                  <a:lnTo>
                    <a:pt x="3194329" y="1793341"/>
                  </a:lnTo>
                  <a:lnTo>
                    <a:pt x="3196958" y="1793341"/>
                  </a:lnTo>
                  <a:lnTo>
                    <a:pt x="3198076" y="1792871"/>
                  </a:lnTo>
                  <a:lnTo>
                    <a:pt x="3199942" y="1791017"/>
                  </a:lnTo>
                  <a:lnTo>
                    <a:pt x="3200400" y="1789887"/>
                  </a:lnTo>
                  <a:lnTo>
                    <a:pt x="3200400" y="1787258"/>
                  </a:lnTo>
                  <a:close/>
                </a:path>
                <a:path w="7391400" h="4057650">
                  <a:moveTo>
                    <a:pt x="3200400" y="657491"/>
                  </a:moveTo>
                  <a:lnTo>
                    <a:pt x="3199942" y="656374"/>
                  </a:lnTo>
                  <a:lnTo>
                    <a:pt x="3198076" y="654507"/>
                  </a:lnTo>
                  <a:lnTo>
                    <a:pt x="3196958" y="654037"/>
                  </a:lnTo>
                  <a:lnTo>
                    <a:pt x="3194329" y="654037"/>
                  </a:lnTo>
                  <a:lnTo>
                    <a:pt x="3193211" y="654507"/>
                  </a:lnTo>
                  <a:lnTo>
                    <a:pt x="3191345" y="656374"/>
                  </a:lnTo>
                  <a:lnTo>
                    <a:pt x="3190875" y="657491"/>
                  </a:lnTo>
                  <a:lnTo>
                    <a:pt x="3190875" y="660120"/>
                  </a:lnTo>
                  <a:lnTo>
                    <a:pt x="3191345" y="661238"/>
                  </a:lnTo>
                  <a:lnTo>
                    <a:pt x="3193211" y="663105"/>
                  </a:lnTo>
                  <a:lnTo>
                    <a:pt x="3194329" y="663562"/>
                  </a:lnTo>
                  <a:lnTo>
                    <a:pt x="3196958" y="663562"/>
                  </a:lnTo>
                  <a:lnTo>
                    <a:pt x="3198076" y="663105"/>
                  </a:lnTo>
                  <a:lnTo>
                    <a:pt x="3199942" y="661238"/>
                  </a:lnTo>
                  <a:lnTo>
                    <a:pt x="3200400" y="660120"/>
                  </a:lnTo>
                  <a:lnTo>
                    <a:pt x="3200400" y="657491"/>
                  </a:lnTo>
                  <a:close/>
                </a:path>
                <a:path w="7391400" h="4057650">
                  <a:moveTo>
                    <a:pt x="3248025" y="4046804"/>
                  </a:moveTo>
                  <a:lnTo>
                    <a:pt x="3247567" y="4045686"/>
                  </a:lnTo>
                  <a:lnTo>
                    <a:pt x="3245701" y="4043819"/>
                  </a:lnTo>
                  <a:lnTo>
                    <a:pt x="3244583" y="4043349"/>
                  </a:lnTo>
                  <a:lnTo>
                    <a:pt x="3241954" y="4043349"/>
                  </a:lnTo>
                  <a:lnTo>
                    <a:pt x="3240836" y="4043819"/>
                  </a:lnTo>
                  <a:lnTo>
                    <a:pt x="3238970" y="4045686"/>
                  </a:lnTo>
                  <a:lnTo>
                    <a:pt x="3238500" y="4046804"/>
                  </a:lnTo>
                  <a:lnTo>
                    <a:pt x="3238500" y="4049433"/>
                  </a:lnTo>
                  <a:lnTo>
                    <a:pt x="3238970" y="4050550"/>
                  </a:lnTo>
                  <a:lnTo>
                    <a:pt x="3240836" y="4052417"/>
                  </a:lnTo>
                  <a:lnTo>
                    <a:pt x="3241954" y="4052874"/>
                  </a:lnTo>
                  <a:lnTo>
                    <a:pt x="3244583" y="4052874"/>
                  </a:lnTo>
                  <a:lnTo>
                    <a:pt x="3245701" y="4052417"/>
                  </a:lnTo>
                  <a:lnTo>
                    <a:pt x="3247567" y="4050550"/>
                  </a:lnTo>
                  <a:lnTo>
                    <a:pt x="3248025" y="4049433"/>
                  </a:lnTo>
                  <a:lnTo>
                    <a:pt x="3248025" y="4046804"/>
                  </a:lnTo>
                  <a:close/>
                </a:path>
                <a:path w="7391400" h="4057650">
                  <a:moveTo>
                    <a:pt x="3248025" y="2917037"/>
                  </a:moveTo>
                  <a:lnTo>
                    <a:pt x="3247567" y="2915907"/>
                  </a:lnTo>
                  <a:lnTo>
                    <a:pt x="3245701" y="2914053"/>
                  </a:lnTo>
                  <a:lnTo>
                    <a:pt x="3244583" y="2913583"/>
                  </a:lnTo>
                  <a:lnTo>
                    <a:pt x="3241954" y="2913583"/>
                  </a:lnTo>
                  <a:lnTo>
                    <a:pt x="3240836" y="2914053"/>
                  </a:lnTo>
                  <a:lnTo>
                    <a:pt x="3238970" y="2915907"/>
                  </a:lnTo>
                  <a:lnTo>
                    <a:pt x="3238500" y="2917037"/>
                  </a:lnTo>
                  <a:lnTo>
                    <a:pt x="3238500" y="2919666"/>
                  </a:lnTo>
                  <a:lnTo>
                    <a:pt x="3238970" y="2920784"/>
                  </a:lnTo>
                  <a:lnTo>
                    <a:pt x="3240836" y="2922651"/>
                  </a:lnTo>
                  <a:lnTo>
                    <a:pt x="3241954" y="2923108"/>
                  </a:lnTo>
                  <a:lnTo>
                    <a:pt x="3244583" y="2923108"/>
                  </a:lnTo>
                  <a:lnTo>
                    <a:pt x="3245701" y="2922651"/>
                  </a:lnTo>
                  <a:lnTo>
                    <a:pt x="3247567" y="2920784"/>
                  </a:lnTo>
                  <a:lnTo>
                    <a:pt x="3248025" y="2919666"/>
                  </a:lnTo>
                  <a:lnTo>
                    <a:pt x="3248025" y="2917037"/>
                  </a:lnTo>
                  <a:close/>
                </a:path>
                <a:path w="7391400" h="4057650">
                  <a:moveTo>
                    <a:pt x="3248025" y="1787258"/>
                  </a:moveTo>
                  <a:lnTo>
                    <a:pt x="3247567" y="1786140"/>
                  </a:lnTo>
                  <a:lnTo>
                    <a:pt x="3245701" y="1784273"/>
                  </a:lnTo>
                  <a:lnTo>
                    <a:pt x="3244583" y="1783816"/>
                  </a:lnTo>
                  <a:lnTo>
                    <a:pt x="3241954" y="1783816"/>
                  </a:lnTo>
                  <a:lnTo>
                    <a:pt x="3240836" y="1784273"/>
                  </a:lnTo>
                  <a:lnTo>
                    <a:pt x="3238970" y="1786140"/>
                  </a:lnTo>
                  <a:lnTo>
                    <a:pt x="3238500" y="1787258"/>
                  </a:lnTo>
                  <a:lnTo>
                    <a:pt x="3238500" y="1789887"/>
                  </a:lnTo>
                  <a:lnTo>
                    <a:pt x="3238970" y="1791017"/>
                  </a:lnTo>
                  <a:lnTo>
                    <a:pt x="3240836" y="1792871"/>
                  </a:lnTo>
                  <a:lnTo>
                    <a:pt x="3241954" y="1793341"/>
                  </a:lnTo>
                  <a:lnTo>
                    <a:pt x="3244583" y="1793341"/>
                  </a:lnTo>
                  <a:lnTo>
                    <a:pt x="3245701" y="1792871"/>
                  </a:lnTo>
                  <a:lnTo>
                    <a:pt x="3247567" y="1791017"/>
                  </a:lnTo>
                  <a:lnTo>
                    <a:pt x="3248025" y="1789887"/>
                  </a:lnTo>
                  <a:lnTo>
                    <a:pt x="3248025" y="1787258"/>
                  </a:lnTo>
                  <a:close/>
                </a:path>
                <a:path w="7391400" h="4057650">
                  <a:moveTo>
                    <a:pt x="3248025" y="657491"/>
                  </a:moveTo>
                  <a:lnTo>
                    <a:pt x="3247567" y="656374"/>
                  </a:lnTo>
                  <a:lnTo>
                    <a:pt x="3245701" y="654507"/>
                  </a:lnTo>
                  <a:lnTo>
                    <a:pt x="3244583" y="654037"/>
                  </a:lnTo>
                  <a:lnTo>
                    <a:pt x="3241954" y="654037"/>
                  </a:lnTo>
                  <a:lnTo>
                    <a:pt x="3240836" y="654507"/>
                  </a:lnTo>
                  <a:lnTo>
                    <a:pt x="3238970" y="656374"/>
                  </a:lnTo>
                  <a:lnTo>
                    <a:pt x="3238500" y="657491"/>
                  </a:lnTo>
                  <a:lnTo>
                    <a:pt x="3238500" y="660120"/>
                  </a:lnTo>
                  <a:lnTo>
                    <a:pt x="3238970" y="661238"/>
                  </a:lnTo>
                  <a:lnTo>
                    <a:pt x="3240836" y="663105"/>
                  </a:lnTo>
                  <a:lnTo>
                    <a:pt x="3241954" y="663562"/>
                  </a:lnTo>
                  <a:lnTo>
                    <a:pt x="3244583" y="663562"/>
                  </a:lnTo>
                  <a:lnTo>
                    <a:pt x="3245701" y="663105"/>
                  </a:lnTo>
                  <a:lnTo>
                    <a:pt x="3247567" y="661238"/>
                  </a:lnTo>
                  <a:lnTo>
                    <a:pt x="3248025" y="660120"/>
                  </a:lnTo>
                  <a:lnTo>
                    <a:pt x="3248025" y="657491"/>
                  </a:lnTo>
                  <a:close/>
                </a:path>
                <a:path w="7391400" h="4057650">
                  <a:moveTo>
                    <a:pt x="3295650" y="4046804"/>
                  </a:moveTo>
                  <a:lnTo>
                    <a:pt x="3295192" y="4045686"/>
                  </a:lnTo>
                  <a:lnTo>
                    <a:pt x="3293326" y="4043819"/>
                  </a:lnTo>
                  <a:lnTo>
                    <a:pt x="3292208" y="4043349"/>
                  </a:lnTo>
                  <a:lnTo>
                    <a:pt x="3289579" y="4043349"/>
                  </a:lnTo>
                  <a:lnTo>
                    <a:pt x="3288461" y="4043819"/>
                  </a:lnTo>
                  <a:lnTo>
                    <a:pt x="3286595" y="4045686"/>
                  </a:lnTo>
                  <a:lnTo>
                    <a:pt x="3286125" y="4046804"/>
                  </a:lnTo>
                  <a:lnTo>
                    <a:pt x="3286125" y="4049433"/>
                  </a:lnTo>
                  <a:lnTo>
                    <a:pt x="3286595" y="4050550"/>
                  </a:lnTo>
                  <a:lnTo>
                    <a:pt x="3288461" y="4052417"/>
                  </a:lnTo>
                  <a:lnTo>
                    <a:pt x="3289579" y="4052874"/>
                  </a:lnTo>
                  <a:lnTo>
                    <a:pt x="3292208" y="4052874"/>
                  </a:lnTo>
                  <a:lnTo>
                    <a:pt x="3293326" y="4052417"/>
                  </a:lnTo>
                  <a:lnTo>
                    <a:pt x="3295192" y="4050550"/>
                  </a:lnTo>
                  <a:lnTo>
                    <a:pt x="3295650" y="4049433"/>
                  </a:lnTo>
                  <a:lnTo>
                    <a:pt x="3295650" y="4046804"/>
                  </a:lnTo>
                  <a:close/>
                </a:path>
                <a:path w="7391400" h="4057650">
                  <a:moveTo>
                    <a:pt x="3295650" y="2917037"/>
                  </a:moveTo>
                  <a:lnTo>
                    <a:pt x="3295192" y="2915907"/>
                  </a:lnTo>
                  <a:lnTo>
                    <a:pt x="3293326" y="2914053"/>
                  </a:lnTo>
                  <a:lnTo>
                    <a:pt x="3292208" y="2913583"/>
                  </a:lnTo>
                  <a:lnTo>
                    <a:pt x="3289579" y="2913583"/>
                  </a:lnTo>
                  <a:lnTo>
                    <a:pt x="3288461" y="2914053"/>
                  </a:lnTo>
                  <a:lnTo>
                    <a:pt x="3286595" y="2915907"/>
                  </a:lnTo>
                  <a:lnTo>
                    <a:pt x="3286125" y="2917037"/>
                  </a:lnTo>
                  <a:lnTo>
                    <a:pt x="3286125" y="2919666"/>
                  </a:lnTo>
                  <a:lnTo>
                    <a:pt x="3286595" y="2920784"/>
                  </a:lnTo>
                  <a:lnTo>
                    <a:pt x="3288461" y="2922651"/>
                  </a:lnTo>
                  <a:lnTo>
                    <a:pt x="3289579" y="2923108"/>
                  </a:lnTo>
                  <a:lnTo>
                    <a:pt x="3292208" y="2923108"/>
                  </a:lnTo>
                  <a:lnTo>
                    <a:pt x="3293326" y="2922651"/>
                  </a:lnTo>
                  <a:lnTo>
                    <a:pt x="3295192" y="2920784"/>
                  </a:lnTo>
                  <a:lnTo>
                    <a:pt x="3295650" y="2919666"/>
                  </a:lnTo>
                  <a:lnTo>
                    <a:pt x="3295650" y="2917037"/>
                  </a:lnTo>
                  <a:close/>
                </a:path>
                <a:path w="7391400" h="4057650">
                  <a:moveTo>
                    <a:pt x="3295650" y="1787258"/>
                  </a:moveTo>
                  <a:lnTo>
                    <a:pt x="3295192" y="1786140"/>
                  </a:lnTo>
                  <a:lnTo>
                    <a:pt x="3293326" y="1784273"/>
                  </a:lnTo>
                  <a:lnTo>
                    <a:pt x="3292208" y="1783816"/>
                  </a:lnTo>
                  <a:lnTo>
                    <a:pt x="3289579" y="1783816"/>
                  </a:lnTo>
                  <a:lnTo>
                    <a:pt x="3288461" y="1784273"/>
                  </a:lnTo>
                  <a:lnTo>
                    <a:pt x="3286595" y="1786140"/>
                  </a:lnTo>
                  <a:lnTo>
                    <a:pt x="3286125" y="1787258"/>
                  </a:lnTo>
                  <a:lnTo>
                    <a:pt x="3286125" y="1789887"/>
                  </a:lnTo>
                  <a:lnTo>
                    <a:pt x="3286595" y="1791017"/>
                  </a:lnTo>
                  <a:lnTo>
                    <a:pt x="3288461" y="1792871"/>
                  </a:lnTo>
                  <a:lnTo>
                    <a:pt x="3289579" y="1793341"/>
                  </a:lnTo>
                  <a:lnTo>
                    <a:pt x="3292208" y="1793341"/>
                  </a:lnTo>
                  <a:lnTo>
                    <a:pt x="3293326" y="1792871"/>
                  </a:lnTo>
                  <a:lnTo>
                    <a:pt x="3295192" y="1791017"/>
                  </a:lnTo>
                  <a:lnTo>
                    <a:pt x="3295650" y="1789887"/>
                  </a:lnTo>
                  <a:lnTo>
                    <a:pt x="3295650" y="1787258"/>
                  </a:lnTo>
                  <a:close/>
                </a:path>
                <a:path w="7391400" h="4057650">
                  <a:moveTo>
                    <a:pt x="3295650" y="657491"/>
                  </a:moveTo>
                  <a:lnTo>
                    <a:pt x="3295192" y="656374"/>
                  </a:lnTo>
                  <a:lnTo>
                    <a:pt x="3293326" y="654507"/>
                  </a:lnTo>
                  <a:lnTo>
                    <a:pt x="3292208" y="654037"/>
                  </a:lnTo>
                  <a:lnTo>
                    <a:pt x="3289579" y="654037"/>
                  </a:lnTo>
                  <a:lnTo>
                    <a:pt x="3288461" y="654507"/>
                  </a:lnTo>
                  <a:lnTo>
                    <a:pt x="3286595" y="656374"/>
                  </a:lnTo>
                  <a:lnTo>
                    <a:pt x="3286125" y="657491"/>
                  </a:lnTo>
                  <a:lnTo>
                    <a:pt x="3286125" y="660120"/>
                  </a:lnTo>
                  <a:lnTo>
                    <a:pt x="3286595" y="661238"/>
                  </a:lnTo>
                  <a:lnTo>
                    <a:pt x="3288461" y="663105"/>
                  </a:lnTo>
                  <a:lnTo>
                    <a:pt x="3289579" y="663562"/>
                  </a:lnTo>
                  <a:lnTo>
                    <a:pt x="3292208" y="663562"/>
                  </a:lnTo>
                  <a:lnTo>
                    <a:pt x="3293326" y="663105"/>
                  </a:lnTo>
                  <a:lnTo>
                    <a:pt x="3295192" y="661238"/>
                  </a:lnTo>
                  <a:lnTo>
                    <a:pt x="3295650" y="660120"/>
                  </a:lnTo>
                  <a:lnTo>
                    <a:pt x="3295650" y="657491"/>
                  </a:lnTo>
                  <a:close/>
                </a:path>
                <a:path w="7391400" h="4057650">
                  <a:moveTo>
                    <a:pt x="3343275" y="4046804"/>
                  </a:moveTo>
                  <a:lnTo>
                    <a:pt x="3342817" y="4045686"/>
                  </a:lnTo>
                  <a:lnTo>
                    <a:pt x="3340951" y="4043819"/>
                  </a:lnTo>
                  <a:lnTo>
                    <a:pt x="3339833" y="4043349"/>
                  </a:lnTo>
                  <a:lnTo>
                    <a:pt x="3337204" y="4043349"/>
                  </a:lnTo>
                  <a:lnTo>
                    <a:pt x="3336086" y="4043819"/>
                  </a:lnTo>
                  <a:lnTo>
                    <a:pt x="3334220" y="4045686"/>
                  </a:lnTo>
                  <a:lnTo>
                    <a:pt x="3333750" y="4046804"/>
                  </a:lnTo>
                  <a:lnTo>
                    <a:pt x="3333750" y="4049433"/>
                  </a:lnTo>
                  <a:lnTo>
                    <a:pt x="3334220" y="4050550"/>
                  </a:lnTo>
                  <a:lnTo>
                    <a:pt x="3336086" y="4052417"/>
                  </a:lnTo>
                  <a:lnTo>
                    <a:pt x="3337204" y="4052874"/>
                  </a:lnTo>
                  <a:lnTo>
                    <a:pt x="3339833" y="4052874"/>
                  </a:lnTo>
                  <a:lnTo>
                    <a:pt x="3340951" y="4052417"/>
                  </a:lnTo>
                  <a:lnTo>
                    <a:pt x="3342817" y="4050550"/>
                  </a:lnTo>
                  <a:lnTo>
                    <a:pt x="3343275" y="4049433"/>
                  </a:lnTo>
                  <a:lnTo>
                    <a:pt x="3343275" y="4046804"/>
                  </a:lnTo>
                  <a:close/>
                </a:path>
                <a:path w="7391400" h="4057650">
                  <a:moveTo>
                    <a:pt x="3343275" y="2917037"/>
                  </a:moveTo>
                  <a:lnTo>
                    <a:pt x="3342817" y="2915907"/>
                  </a:lnTo>
                  <a:lnTo>
                    <a:pt x="3340951" y="2914053"/>
                  </a:lnTo>
                  <a:lnTo>
                    <a:pt x="3339833" y="2913583"/>
                  </a:lnTo>
                  <a:lnTo>
                    <a:pt x="3337204" y="2913583"/>
                  </a:lnTo>
                  <a:lnTo>
                    <a:pt x="3336086" y="2914053"/>
                  </a:lnTo>
                  <a:lnTo>
                    <a:pt x="3334220" y="2915907"/>
                  </a:lnTo>
                  <a:lnTo>
                    <a:pt x="3333750" y="2917037"/>
                  </a:lnTo>
                  <a:lnTo>
                    <a:pt x="3333750" y="2919666"/>
                  </a:lnTo>
                  <a:lnTo>
                    <a:pt x="3334220" y="2920784"/>
                  </a:lnTo>
                  <a:lnTo>
                    <a:pt x="3336086" y="2922651"/>
                  </a:lnTo>
                  <a:lnTo>
                    <a:pt x="3337204" y="2923108"/>
                  </a:lnTo>
                  <a:lnTo>
                    <a:pt x="3339833" y="2923108"/>
                  </a:lnTo>
                  <a:lnTo>
                    <a:pt x="3340951" y="2922651"/>
                  </a:lnTo>
                  <a:lnTo>
                    <a:pt x="3342817" y="2920784"/>
                  </a:lnTo>
                  <a:lnTo>
                    <a:pt x="3343275" y="2919666"/>
                  </a:lnTo>
                  <a:lnTo>
                    <a:pt x="3343275" y="2917037"/>
                  </a:lnTo>
                  <a:close/>
                </a:path>
                <a:path w="7391400" h="4057650">
                  <a:moveTo>
                    <a:pt x="3343275" y="1787258"/>
                  </a:moveTo>
                  <a:lnTo>
                    <a:pt x="3342817" y="1786140"/>
                  </a:lnTo>
                  <a:lnTo>
                    <a:pt x="3340951" y="1784273"/>
                  </a:lnTo>
                  <a:lnTo>
                    <a:pt x="3339833" y="1783816"/>
                  </a:lnTo>
                  <a:lnTo>
                    <a:pt x="3337204" y="1783816"/>
                  </a:lnTo>
                  <a:lnTo>
                    <a:pt x="3336086" y="1784273"/>
                  </a:lnTo>
                  <a:lnTo>
                    <a:pt x="3334220" y="1786140"/>
                  </a:lnTo>
                  <a:lnTo>
                    <a:pt x="3333750" y="1787258"/>
                  </a:lnTo>
                  <a:lnTo>
                    <a:pt x="3333750" y="1789887"/>
                  </a:lnTo>
                  <a:lnTo>
                    <a:pt x="3334220" y="1791017"/>
                  </a:lnTo>
                  <a:lnTo>
                    <a:pt x="3336086" y="1792871"/>
                  </a:lnTo>
                  <a:lnTo>
                    <a:pt x="3337204" y="1793341"/>
                  </a:lnTo>
                  <a:lnTo>
                    <a:pt x="3339833" y="1793341"/>
                  </a:lnTo>
                  <a:lnTo>
                    <a:pt x="3340951" y="1792871"/>
                  </a:lnTo>
                  <a:lnTo>
                    <a:pt x="3342817" y="1791017"/>
                  </a:lnTo>
                  <a:lnTo>
                    <a:pt x="3343275" y="1789887"/>
                  </a:lnTo>
                  <a:lnTo>
                    <a:pt x="3343275" y="1787258"/>
                  </a:lnTo>
                  <a:close/>
                </a:path>
                <a:path w="7391400" h="4057650">
                  <a:moveTo>
                    <a:pt x="3343275" y="657491"/>
                  </a:moveTo>
                  <a:lnTo>
                    <a:pt x="3342817" y="656374"/>
                  </a:lnTo>
                  <a:lnTo>
                    <a:pt x="3340951" y="654507"/>
                  </a:lnTo>
                  <a:lnTo>
                    <a:pt x="3339833" y="654037"/>
                  </a:lnTo>
                  <a:lnTo>
                    <a:pt x="3337204" y="654037"/>
                  </a:lnTo>
                  <a:lnTo>
                    <a:pt x="3336086" y="654507"/>
                  </a:lnTo>
                  <a:lnTo>
                    <a:pt x="3334220" y="656374"/>
                  </a:lnTo>
                  <a:lnTo>
                    <a:pt x="3333750" y="657491"/>
                  </a:lnTo>
                  <a:lnTo>
                    <a:pt x="3333750" y="660120"/>
                  </a:lnTo>
                  <a:lnTo>
                    <a:pt x="3334220" y="661238"/>
                  </a:lnTo>
                  <a:lnTo>
                    <a:pt x="3336086" y="663105"/>
                  </a:lnTo>
                  <a:lnTo>
                    <a:pt x="3337204" y="663562"/>
                  </a:lnTo>
                  <a:lnTo>
                    <a:pt x="3339833" y="663562"/>
                  </a:lnTo>
                  <a:lnTo>
                    <a:pt x="3340951" y="663105"/>
                  </a:lnTo>
                  <a:lnTo>
                    <a:pt x="3342817" y="661238"/>
                  </a:lnTo>
                  <a:lnTo>
                    <a:pt x="3343275" y="660120"/>
                  </a:lnTo>
                  <a:lnTo>
                    <a:pt x="3343275" y="657491"/>
                  </a:lnTo>
                  <a:close/>
                </a:path>
                <a:path w="7391400" h="4057650">
                  <a:moveTo>
                    <a:pt x="3390900" y="4046804"/>
                  </a:moveTo>
                  <a:lnTo>
                    <a:pt x="3390442" y="4045686"/>
                  </a:lnTo>
                  <a:lnTo>
                    <a:pt x="3388576" y="4043819"/>
                  </a:lnTo>
                  <a:lnTo>
                    <a:pt x="3387458" y="4043349"/>
                  </a:lnTo>
                  <a:lnTo>
                    <a:pt x="3384829" y="4043349"/>
                  </a:lnTo>
                  <a:lnTo>
                    <a:pt x="3383711" y="4043819"/>
                  </a:lnTo>
                  <a:lnTo>
                    <a:pt x="3381845" y="4045686"/>
                  </a:lnTo>
                  <a:lnTo>
                    <a:pt x="3381375" y="4046804"/>
                  </a:lnTo>
                  <a:lnTo>
                    <a:pt x="3381375" y="4049433"/>
                  </a:lnTo>
                  <a:lnTo>
                    <a:pt x="3381845" y="4050550"/>
                  </a:lnTo>
                  <a:lnTo>
                    <a:pt x="3383711" y="4052417"/>
                  </a:lnTo>
                  <a:lnTo>
                    <a:pt x="3384829" y="4052874"/>
                  </a:lnTo>
                  <a:lnTo>
                    <a:pt x="3387458" y="4052874"/>
                  </a:lnTo>
                  <a:lnTo>
                    <a:pt x="3388576" y="4052417"/>
                  </a:lnTo>
                  <a:lnTo>
                    <a:pt x="3390442" y="4050550"/>
                  </a:lnTo>
                  <a:lnTo>
                    <a:pt x="3390900" y="4049433"/>
                  </a:lnTo>
                  <a:lnTo>
                    <a:pt x="3390900" y="4046804"/>
                  </a:lnTo>
                  <a:close/>
                </a:path>
                <a:path w="7391400" h="4057650">
                  <a:moveTo>
                    <a:pt x="3390900" y="2917037"/>
                  </a:moveTo>
                  <a:lnTo>
                    <a:pt x="3390442" y="2915907"/>
                  </a:lnTo>
                  <a:lnTo>
                    <a:pt x="3388576" y="2914053"/>
                  </a:lnTo>
                  <a:lnTo>
                    <a:pt x="3387458" y="2913583"/>
                  </a:lnTo>
                  <a:lnTo>
                    <a:pt x="3384829" y="2913583"/>
                  </a:lnTo>
                  <a:lnTo>
                    <a:pt x="3383711" y="2914053"/>
                  </a:lnTo>
                  <a:lnTo>
                    <a:pt x="3381845" y="2915907"/>
                  </a:lnTo>
                  <a:lnTo>
                    <a:pt x="3381375" y="2917037"/>
                  </a:lnTo>
                  <a:lnTo>
                    <a:pt x="3381375" y="2919666"/>
                  </a:lnTo>
                  <a:lnTo>
                    <a:pt x="3381845" y="2920784"/>
                  </a:lnTo>
                  <a:lnTo>
                    <a:pt x="3383711" y="2922651"/>
                  </a:lnTo>
                  <a:lnTo>
                    <a:pt x="3384829" y="2923108"/>
                  </a:lnTo>
                  <a:lnTo>
                    <a:pt x="3387458" y="2923108"/>
                  </a:lnTo>
                  <a:lnTo>
                    <a:pt x="3388576" y="2922651"/>
                  </a:lnTo>
                  <a:lnTo>
                    <a:pt x="3390442" y="2920784"/>
                  </a:lnTo>
                  <a:lnTo>
                    <a:pt x="3390900" y="2919666"/>
                  </a:lnTo>
                  <a:lnTo>
                    <a:pt x="3390900" y="2917037"/>
                  </a:lnTo>
                  <a:close/>
                </a:path>
                <a:path w="7391400" h="4057650">
                  <a:moveTo>
                    <a:pt x="3390900" y="1787258"/>
                  </a:moveTo>
                  <a:lnTo>
                    <a:pt x="3390442" y="1786140"/>
                  </a:lnTo>
                  <a:lnTo>
                    <a:pt x="3388576" y="1784273"/>
                  </a:lnTo>
                  <a:lnTo>
                    <a:pt x="3387458" y="1783816"/>
                  </a:lnTo>
                  <a:lnTo>
                    <a:pt x="3384829" y="1783816"/>
                  </a:lnTo>
                  <a:lnTo>
                    <a:pt x="3383711" y="1784273"/>
                  </a:lnTo>
                  <a:lnTo>
                    <a:pt x="3381845" y="1786140"/>
                  </a:lnTo>
                  <a:lnTo>
                    <a:pt x="3381375" y="1787258"/>
                  </a:lnTo>
                  <a:lnTo>
                    <a:pt x="3381375" y="1789887"/>
                  </a:lnTo>
                  <a:lnTo>
                    <a:pt x="3381845" y="1791017"/>
                  </a:lnTo>
                  <a:lnTo>
                    <a:pt x="3383711" y="1792871"/>
                  </a:lnTo>
                  <a:lnTo>
                    <a:pt x="3384829" y="1793341"/>
                  </a:lnTo>
                  <a:lnTo>
                    <a:pt x="3387458" y="1793341"/>
                  </a:lnTo>
                  <a:lnTo>
                    <a:pt x="3388576" y="1792871"/>
                  </a:lnTo>
                  <a:lnTo>
                    <a:pt x="3390442" y="1791017"/>
                  </a:lnTo>
                  <a:lnTo>
                    <a:pt x="3390900" y="1789887"/>
                  </a:lnTo>
                  <a:lnTo>
                    <a:pt x="3390900" y="1787258"/>
                  </a:lnTo>
                  <a:close/>
                </a:path>
                <a:path w="7391400" h="4057650">
                  <a:moveTo>
                    <a:pt x="3390900" y="657491"/>
                  </a:moveTo>
                  <a:lnTo>
                    <a:pt x="3390442" y="656374"/>
                  </a:lnTo>
                  <a:lnTo>
                    <a:pt x="3388576" y="654507"/>
                  </a:lnTo>
                  <a:lnTo>
                    <a:pt x="3387458" y="654037"/>
                  </a:lnTo>
                  <a:lnTo>
                    <a:pt x="3384829" y="654037"/>
                  </a:lnTo>
                  <a:lnTo>
                    <a:pt x="3383711" y="654507"/>
                  </a:lnTo>
                  <a:lnTo>
                    <a:pt x="3381845" y="656374"/>
                  </a:lnTo>
                  <a:lnTo>
                    <a:pt x="3381375" y="657491"/>
                  </a:lnTo>
                  <a:lnTo>
                    <a:pt x="3381375" y="660120"/>
                  </a:lnTo>
                  <a:lnTo>
                    <a:pt x="3381845" y="661238"/>
                  </a:lnTo>
                  <a:lnTo>
                    <a:pt x="3383711" y="663105"/>
                  </a:lnTo>
                  <a:lnTo>
                    <a:pt x="3384829" y="663562"/>
                  </a:lnTo>
                  <a:lnTo>
                    <a:pt x="3387458" y="663562"/>
                  </a:lnTo>
                  <a:lnTo>
                    <a:pt x="3388576" y="663105"/>
                  </a:lnTo>
                  <a:lnTo>
                    <a:pt x="3390442" y="661238"/>
                  </a:lnTo>
                  <a:lnTo>
                    <a:pt x="3390900" y="660120"/>
                  </a:lnTo>
                  <a:lnTo>
                    <a:pt x="3390900" y="657491"/>
                  </a:lnTo>
                  <a:close/>
                </a:path>
                <a:path w="7391400" h="4057650">
                  <a:moveTo>
                    <a:pt x="3438525" y="4046804"/>
                  </a:moveTo>
                  <a:lnTo>
                    <a:pt x="3438067" y="4045686"/>
                  </a:lnTo>
                  <a:lnTo>
                    <a:pt x="3436201" y="4043819"/>
                  </a:lnTo>
                  <a:lnTo>
                    <a:pt x="3435083" y="4043349"/>
                  </a:lnTo>
                  <a:lnTo>
                    <a:pt x="3432454" y="4043349"/>
                  </a:lnTo>
                  <a:lnTo>
                    <a:pt x="3431336" y="4043819"/>
                  </a:lnTo>
                  <a:lnTo>
                    <a:pt x="3429470" y="4045686"/>
                  </a:lnTo>
                  <a:lnTo>
                    <a:pt x="3429000" y="4046804"/>
                  </a:lnTo>
                  <a:lnTo>
                    <a:pt x="3429000" y="4049433"/>
                  </a:lnTo>
                  <a:lnTo>
                    <a:pt x="3429470" y="4050550"/>
                  </a:lnTo>
                  <a:lnTo>
                    <a:pt x="3431336" y="4052417"/>
                  </a:lnTo>
                  <a:lnTo>
                    <a:pt x="3432454" y="4052874"/>
                  </a:lnTo>
                  <a:lnTo>
                    <a:pt x="3435083" y="4052874"/>
                  </a:lnTo>
                  <a:lnTo>
                    <a:pt x="3436201" y="4052417"/>
                  </a:lnTo>
                  <a:lnTo>
                    <a:pt x="3438067" y="4050550"/>
                  </a:lnTo>
                  <a:lnTo>
                    <a:pt x="3438525" y="4049433"/>
                  </a:lnTo>
                  <a:lnTo>
                    <a:pt x="3438525" y="4046804"/>
                  </a:lnTo>
                  <a:close/>
                </a:path>
                <a:path w="7391400" h="4057650">
                  <a:moveTo>
                    <a:pt x="3438525" y="2917037"/>
                  </a:moveTo>
                  <a:lnTo>
                    <a:pt x="3438067" y="2915907"/>
                  </a:lnTo>
                  <a:lnTo>
                    <a:pt x="3436201" y="2914053"/>
                  </a:lnTo>
                  <a:lnTo>
                    <a:pt x="3435083" y="2913583"/>
                  </a:lnTo>
                  <a:lnTo>
                    <a:pt x="3432454" y="2913583"/>
                  </a:lnTo>
                  <a:lnTo>
                    <a:pt x="3431336" y="2914053"/>
                  </a:lnTo>
                  <a:lnTo>
                    <a:pt x="3429470" y="2915907"/>
                  </a:lnTo>
                  <a:lnTo>
                    <a:pt x="3429000" y="2917037"/>
                  </a:lnTo>
                  <a:lnTo>
                    <a:pt x="3429000" y="2919666"/>
                  </a:lnTo>
                  <a:lnTo>
                    <a:pt x="3429470" y="2920784"/>
                  </a:lnTo>
                  <a:lnTo>
                    <a:pt x="3431336" y="2922651"/>
                  </a:lnTo>
                  <a:lnTo>
                    <a:pt x="3432454" y="2923108"/>
                  </a:lnTo>
                  <a:lnTo>
                    <a:pt x="3435083" y="2923108"/>
                  </a:lnTo>
                  <a:lnTo>
                    <a:pt x="3436201" y="2922651"/>
                  </a:lnTo>
                  <a:lnTo>
                    <a:pt x="3438067" y="2920784"/>
                  </a:lnTo>
                  <a:lnTo>
                    <a:pt x="3438525" y="2919666"/>
                  </a:lnTo>
                  <a:lnTo>
                    <a:pt x="3438525" y="2917037"/>
                  </a:lnTo>
                  <a:close/>
                </a:path>
                <a:path w="7391400" h="4057650">
                  <a:moveTo>
                    <a:pt x="3438525" y="1787258"/>
                  </a:moveTo>
                  <a:lnTo>
                    <a:pt x="3438067" y="1786140"/>
                  </a:lnTo>
                  <a:lnTo>
                    <a:pt x="3436201" y="1784273"/>
                  </a:lnTo>
                  <a:lnTo>
                    <a:pt x="3435083" y="1783816"/>
                  </a:lnTo>
                  <a:lnTo>
                    <a:pt x="3432454" y="1783816"/>
                  </a:lnTo>
                  <a:lnTo>
                    <a:pt x="3431336" y="1784273"/>
                  </a:lnTo>
                  <a:lnTo>
                    <a:pt x="3429470" y="1786140"/>
                  </a:lnTo>
                  <a:lnTo>
                    <a:pt x="3429000" y="1787258"/>
                  </a:lnTo>
                  <a:lnTo>
                    <a:pt x="3429000" y="1789887"/>
                  </a:lnTo>
                  <a:lnTo>
                    <a:pt x="3429470" y="1791017"/>
                  </a:lnTo>
                  <a:lnTo>
                    <a:pt x="3431336" y="1792871"/>
                  </a:lnTo>
                  <a:lnTo>
                    <a:pt x="3432454" y="1793341"/>
                  </a:lnTo>
                  <a:lnTo>
                    <a:pt x="3435083" y="1793341"/>
                  </a:lnTo>
                  <a:lnTo>
                    <a:pt x="3436201" y="1792871"/>
                  </a:lnTo>
                  <a:lnTo>
                    <a:pt x="3438067" y="1791017"/>
                  </a:lnTo>
                  <a:lnTo>
                    <a:pt x="3438525" y="1789887"/>
                  </a:lnTo>
                  <a:lnTo>
                    <a:pt x="3438525" y="1787258"/>
                  </a:lnTo>
                  <a:close/>
                </a:path>
                <a:path w="7391400" h="4057650">
                  <a:moveTo>
                    <a:pt x="3438525" y="657491"/>
                  </a:moveTo>
                  <a:lnTo>
                    <a:pt x="3438067" y="656374"/>
                  </a:lnTo>
                  <a:lnTo>
                    <a:pt x="3436201" y="654507"/>
                  </a:lnTo>
                  <a:lnTo>
                    <a:pt x="3435083" y="654037"/>
                  </a:lnTo>
                  <a:lnTo>
                    <a:pt x="3432454" y="654037"/>
                  </a:lnTo>
                  <a:lnTo>
                    <a:pt x="3431336" y="654507"/>
                  </a:lnTo>
                  <a:lnTo>
                    <a:pt x="3429470" y="656374"/>
                  </a:lnTo>
                  <a:lnTo>
                    <a:pt x="3429000" y="657491"/>
                  </a:lnTo>
                  <a:lnTo>
                    <a:pt x="3429000" y="660120"/>
                  </a:lnTo>
                  <a:lnTo>
                    <a:pt x="3429470" y="661238"/>
                  </a:lnTo>
                  <a:lnTo>
                    <a:pt x="3431336" y="663105"/>
                  </a:lnTo>
                  <a:lnTo>
                    <a:pt x="3432454" y="663562"/>
                  </a:lnTo>
                  <a:lnTo>
                    <a:pt x="3435083" y="663562"/>
                  </a:lnTo>
                  <a:lnTo>
                    <a:pt x="3436201" y="663105"/>
                  </a:lnTo>
                  <a:lnTo>
                    <a:pt x="3438067" y="661238"/>
                  </a:lnTo>
                  <a:lnTo>
                    <a:pt x="3438525" y="660120"/>
                  </a:lnTo>
                  <a:lnTo>
                    <a:pt x="3438525" y="657491"/>
                  </a:lnTo>
                  <a:close/>
                </a:path>
                <a:path w="7391400" h="4057650">
                  <a:moveTo>
                    <a:pt x="3486150" y="4046804"/>
                  </a:moveTo>
                  <a:lnTo>
                    <a:pt x="3485692" y="4045686"/>
                  </a:lnTo>
                  <a:lnTo>
                    <a:pt x="3483826" y="4043819"/>
                  </a:lnTo>
                  <a:lnTo>
                    <a:pt x="3482708" y="4043349"/>
                  </a:lnTo>
                  <a:lnTo>
                    <a:pt x="3480079" y="4043349"/>
                  </a:lnTo>
                  <a:lnTo>
                    <a:pt x="3478961" y="4043819"/>
                  </a:lnTo>
                  <a:lnTo>
                    <a:pt x="3477095" y="4045686"/>
                  </a:lnTo>
                  <a:lnTo>
                    <a:pt x="3476625" y="4046804"/>
                  </a:lnTo>
                  <a:lnTo>
                    <a:pt x="3476625" y="4049433"/>
                  </a:lnTo>
                  <a:lnTo>
                    <a:pt x="3477095" y="4050550"/>
                  </a:lnTo>
                  <a:lnTo>
                    <a:pt x="3478961" y="4052417"/>
                  </a:lnTo>
                  <a:lnTo>
                    <a:pt x="3480079" y="4052874"/>
                  </a:lnTo>
                  <a:lnTo>
                    <a:pt x="3482708" y="4052874"/>
                  </a:lnTo>
                  <a:lnTo>
                    <a:pt x="3483826" y="4052417"/>
                  </a:lnTo>
                  <a:lnTo>
                    <a:pt x="3485692" y="4050550"/>
                  </a:lnTo>
                  <a:lnTo>
                    <a:pt x="3486150" y="4049433"/>
                  </a:lnTo>
                  <a:lnTo>
                    <a:pt x="3486150" y="4046804"/>
                  </a:lnTo>
                  <a:close/>
                </a:path>
                <a:path w="7391400" h="4057650">
                  <a:moveTo>
                    <a:pt x="3486150" y="2917037"/>
                  </a:moveTo>
                  <a:lnTo>
                    <a:pt x="3485692" y="2915907"/>
                  </a:lnTo>
                  <a:lnTo>
                    <a:pt x="3483826" y="2914053"/>
                  </a:lnTo>
                  <a:lnTo>
                    <a:pt x="3482708" y="2913583"/>
                  </a:lnTo>
                  <a:lnTo>
                    <a:pt x="3480079" y="2913583"/>
                  </a:lnTo>
                  <a:lnTo>
                    <a:pt x="3478961" y="2914053"/>
                  </a:lnTo>
                  <a:lnTo>
                    <a:pt x="3477095" y="2915907"/>
                  </a:lnTo>
                  <a:lnTo>
                    <a:pt x="3476625" y="2917037"/>
                  </a:lnTo>
                  <a:lnTo>
                    <a:pt x="3476625" y="2919666"/>
                  </a:lnTo>
                  <a:lnTo>
                    <a:pt x="3477095" y="2920784"/>
                  </a:lnTo>
                  <a:lnTo>
                    <a:pt x="3478961" y="2922651"/>
                  </a:lnTo>
                  <a:lnTo>
                    <a:pt x="3480079" y="2923108"/>
                  </a:lnTo>
                  <a:lnTo>
                    <a:pt x="3482708" y="2923108"/>
                  </a:lnTo>
                  <a:lnTo>
                    <a:pt x="3483826" y="2922651"/>
                  </a:lnTo>
                  <a:lnTo>
                    <a:pt x="3485692" y="2920784"/>
                  </a:lnTo>
                  <a:lnTo>
                    <a:pt x="3486150" y="2919666"/>
                  </a:lnTo>
                  <a:lnTo>
                    <a:pt x="3486150" y="2917037"/>
                  </a:lnTo>
                  <a:close/>
                </a:path>
                <a:path w="7391400" h="4057650">
                  <a:moveTo>
                    <a:pt x="3486150" y="1787258"/>
                  </a:moveTo>
                  <a:lnTo>
                    <a:pt x="3485692" y="1786140"/>
                  </a:lnTo>
                  <a:lnTo>
                    <a:pt x="3483826" y="1784273"/>
                  </a:lnTo>
                  <a:lnTo>
                    <a:pt x="3482708" y="1783816"/>
                  </a:lnTo>
                  <a:lnTo>
                    <a:pt x="3480079" y="1783816"/>
                  </a:lnTo>
                  <a:lnTo>
                    <a:pt x="3478961" y="1784273"/>
                  </a:lnTo>
                  <a:lnTo>
                    <a:pt x="3477095" y="1786140"/>
                  </a:lnTo>
                  <a:lnTo>
                    <a:pt x="3476625" y="1787258"/>
                  </a:lnTo>
                  <a:lnTo>
                    <a:pt x="3476625" y="1789887"/>
                  </a:lnTo>
                  <a:lnTo>
                    <a:pt x="3477095" y="1791017"/>
                  </a:lnTo>
                  <a:lnTo>
                    <a:pt x="3478961" y="1792871"/>
                  </a:lnTo>
                  <a:lnTo>
                    <a:pt x="3480079" y="1793341"/>
                  </a:lnTo>
                  <a:lnTo>
                    <a:pt x="3482708" y="1793341"/>
                  </a:lnTo>
                  <a:lnTo>
                    <a:pt x="3483826" y="1792871"/>
                  </a:lnTo>
                  <a:lnTo>
                    <a:pt x="3485692" y="1791017"/>
                  </a:lnTo>
                  <a:lnTo>
                    <a:pt x="3486150" y="1789887"/>
                  </a:lnTo>
                  <a:lnTo>
                    <a:pt x="3486150" y="1787258"/>
                  </a:lnTo>
                  <a:close/>
                </a:path>
                <a:path w="7391400" h="4057650">
                  <a:moveTo>
                    <a:pt x="3486150" y="657491"/>
                  </a:moveTo>
                  <a:lnTo>
                    <a:pt x="3485692" y="656374"/>
                  </a:lnTo>
                  <a:lnTo>
                    <a:pt x="3483826" y="654507"/>
                  </a:lnTo>
                  <a:lnTo>
                    <a:pt x="3482708" y="654037"/>
                  </a:lnTo>
                  <a:lnTo>
                    <a:pt x="3480079" y="654037"/>
                  </a:lnTo>
                  <a:lnTo>
                    <a:pt x="3478961" y="654507"/>
                  </a:lnTo>
                  <a:lnTo>
                    <a:pt x="3477095" y="656374"/>
                  </a:lnTo>
                  <a:lnTo>
                    <a:pt x="3476625" y="657491"/>
                  </a:lnTo>
                  <a:lnTo>
                    <a:pt x="3476625" y="660120"/>
                  </a:lnTo>
                  <a:lnTo>
                    <a:pt x="3477095" y="661238"/>
                  </a:lnTo>
                  <a:lnTo>
                    <a:pt x="3478961" y="663105"/>
                  </a:lnTo>
                  <a:lnTo>
                    <a:pt x="3480079" y="663562"/>
                  </a:lnTo>
                  <a:lnTo>
                    <a:pt x="3482708" y="663562"/>
                  </a:lnTo>
                  <a:lnTo>
                    <a:pt x="3483826" y="663105"/>
                  </a:lnTo>
                  <a:lnTo>
                    <a:pt x="3485692" y="661238"/>
                  </a:lnTo>
                  <a:lnTo>
                    <a:pt x="3486150" y="660120"/>
                  </a:lnTo>
                  <a:lnTo>
                    <a:pt x="3486150" y="657491"/>
                  </a:lnTo>
                  <a:close/>
                </a:path>
                <a:path w="7391400" h="4057650">
                  <a:moveTo>
                    <a:pt x="3533775" y="4046804"/>
                  </a:moveTo>
                  <a:lnTo>
                    <a:pt x="3533317" y="4045686"/>
                  </a:lnTo>
                  <a:lnTo>
                    <a:pt x="3531451" y="4043819"/>
                  </a:lnTo>
                  <a:lnTo>
                    <a:pt x="3530333" y="4043349"/>
                  </a:lnTo>
                  <a:lnTo>
                    <a:pt x="3527704" y="4043349"/>
                  </a:lnTo>
                  <a:lnTo>
                    <a:pt x="3526586" y="4043819"/>
                  </a:lnTo>
                  <a:lnTo>
                    <a:pt x="3524720" y="4045686"/>
                  </a:lnTo>
                  <a:lnTo>
                    <a:pt x="3524250" y="4046804"/>
                  </a:lnTo>
                  <a:lnTo>
                    <a:pt x="3524250" y="4049433"/>
                  </a:lnTo>
                  <a:lnTo>
                    <a:pt x="3524720" y="4050550"/>
                  </a:lnTo>
                  <a:lnTo>
                    <a:pt x="3526586" y="4052417"/>
                  </a:lnTo>
                  <a:lnTo>
                    <a:pt x="3527704" y="4052874"/>
                  </a:lnTo>
                  <a:lnTo>
                    <a:pt x="3530333" y="4052874"/>
                  </a:lnTo>
                  <a:lnTo>
                    <a:pt x="3531451" y="4052417"/>
                  </a:lnTo>
                  <a:lnTo>
                    <a:pt x="3533317" y="4050550"/>
                  </a:lnTo>
                  <a:lnTo>
                    <a:pt x="3533775" y="4049433"/>
                  </a:lnTo>
                  <a:lnTo>
                    <a:pt x="3533775" y="4046804"/>
                  </a:lnTo>
                  <a:close/>
                </a:path>
                <a:path w="7391400" h="4057650">
                  <a:moveTo>
                    <a:pt x="3533775" y="2917037"/>
                  </a:moveTo>
                  <a:lnTo>
                    <a:pt x="3533317" y="2915907"/>
                  </a:lnTo>
                  <a:lnTo>
                    <a:pt x="3531451" y="2914053"/>
                  </a:lnTo>
                  <a:lnTo>
                    <a:pt x="3530333" y="2913583"/>
                  </a:lnTo>
                  <a:lnTo>
                    <a:pt x="3527704" y="2913583"/>
                  </a:lnTo>
                  <a:lnTo>
                    <a:pt x="3526586" y="2914053"/>
                  </a:lnTo>
                  <a:lnTo>
                    <a:pt x="3524720" y="2915907"/>
                  </a:lnTo>
                  <a:lnTo>
                    <a:pt x="3524250" y="2917037"/>
                  </a:lnTo>
                  <a:lnTo>
                    <a:pt x="3524250" y="2919666"/>
                  </a:lnTo>
                  <a:lnTo>
                    <a:pt x="3524720" y="2920784"/>
                  </a:lnTo>
                  <a:lnTo>
                    <a:pt x="3526586" y="2922651"/>
                  </a:lnTo>
                  <a:lnTo>
                    <a:pt x="3527704" y="2923108"/>
                  </a:lnTo>
                  <a:lnTo>
                    <a:pt x="3530333" y="2923108"/>
                  </a:lnTo>
                  <a:lnTo>
                    <a:pt x="3531451" y="2922651"/>
                  </a:lnTo>
                  <a:lnTo>
                    <a:pt x="3533317" y="2920784"/>
                  </a:lnTo>
                  <a:lnTo>
                    <a:pt x="3533775" y="2919666"/>
                  </a:lnTo>
                  <a:lnTo>
                    <a:pt x="3533775" y="2917037"/>
                  </a:lnTo>
                  <a:close/>
                </a:path>
                <a:path w="7391400" h="4057650">
                  <a:moveTo>
                    <a:pt x="3533775" y="1787258"/>
                  </a:moveTo>
                  <a:lnTo>
                    <a:pt x="3533317" y="1786140"/>
                  </a:lnTo>
                  <a:lnTo>
                    <a:pt x="3531451" y="1784273"/>
                  </a:lnTo>
                  <a:lnTo>
                    <a:pt x="3530333" y="1783816"/>
                  </a:lnTo>
                  <a:lnTo>
                    <a:pt x="3527704" y="1783816"/>
                  </a:lnTo>
                  <a:lnTo>
                    <a:pt x="3526586" y="1784273"/>
                  </a:lnTo>
                  <a:lnTo>
                    <a:pt x="3524720" y="1786140"/>
                  </a:lnTo>
                  <a:lnTo>
                    <a:pt x="3524250" y="1787258"/>
                  </a:lnTo>
                  <a:lnTo>
                    <a:pt x="3524250" y="1789887"/>
                  </a:lnTo>
                  <a:lnTo>
                    <a:pt x="3524720" y="1791017"/>
                  </a:lnTo>
                  <a:lnTo>
                    <a:pt x="3526586" y="1792871"/>
                  </a:lnTo>
                  <a:lnTo>
                    <a:pt x="3527704" y="1793341"/>
                  </a:lnTo>
                  <a:lnTo>
                    <a:pt x="3530333" y="1793341"/>
                  </a:lnTo>
                  <a:lnTo>
                    <a:pt x="3531451" y="1792871"/>
                  </a:lnTo>
                  <a:lnTo>
                    <a:pt x="3533317" y="1791017"/>
                  </a:lnTo>
                  <a:lnTo>
                    <a:pt x="3533775" y="1789887"/>
                  </a:lnTo>
                  <a:lnTo>
                    <a:pt x="3533775" y="1787258"/>
                  </a:lnTo>
                  <a:close/>
                </a:path>
                <a:path w="7391400" h="4057650">
                  <a:moveTo>
                    <a:pt x="3533775" y="657491"/>
                  </a:moveTo>
                  <a:lnTo>
                    <a:pt x="3533317" y="656374"/>
                  </a:lnTo>
                  <a:lnTo>
                    <a:pt x="3531451" y="654507"/>
                  </a:lnTo>
                  <a:lnTo>
                    <a:pt x="3530333" y="654037"/>
                  </a:lnTo>
                  <a:lnTo>
                    <a:pt x="3527704" y="654037"/>
                  </a:lnTo>
                  <a:lnTo>
                    <a:pt x="3526586" y="654507"/>
                  </a:lnTo>
                  <a:lnTo>
                    <a:pt x="3524720" y="656374"/>
                  </a:lnTo>
                  <a:lnTo>
                    <a:pt x="3524250" y="657491"/>
                  </a:lnTo>
                  <a:lnTo>
                    <a:pt x="3524250" y="660120"/>
                  </a:lnTo>
                  <a:lnTo>
                    <a:pt x="3524720" y="661238"/>
                  </a:lnTo>
                  <a:lnTo>
                    <a:pt x="3526586" y="663105"/>
                  </a:lnTo>
                  <a:lnTo>
                    <a:pt x="3527704" y="663562"/>
                  </a:lnTo>
                  <a:lnTo>
                    <a:pt x="3530333" y="663562"/>
                  </a:lnTo>
                  <a:lnTo>
                    <a:pt x="3531451" y="663105"/>
                  </a:lnTo>
                  <a:lnTo>
                    <a:pt x="3533317" y="661238"/>
                  </a:lnTo>
                  <a:lnTo>
                    <a:pt x="3533775" y="660120"/>
                  </a:lnTo>
                  <a:lnTo>
                    <a:pt x="3533775" y="657491"/>
                  </a:lnTo>
                  <a:close/>
                </a:path>
                <a:path w="7391400" h="4057650">
                  <a:moveTo>
                    <a:pt x="3581400" y="4046804"/>
                  </a:moveTo>
                  <a:lnTo>
                    <a:pt x="3580942" y="4045686"/>
                  </a:lnTo>
                  <a:lnTo>
                    <a:pt x="3579076" y="4043819"/>
                  </a:lnTo>
                  <a:lnTo>
                    <a:pt x="3577958" y="4043349"/>
                  </a:lnTo>
                  <a:lnTo>
                    <a:pt x="3575329" y="4043349"/>
                  </a:lnTo>
                  <a:lnTo>
                    <a:pt x="3574211" y="4043819"/>
                  </a:lnTo>
                  <a:lnTo>
                    <a:pt x="3572345" y="4045686"/>
                  </a:lnTo>
                  <a:lnTo>
                    <a:pt x="3571875" y="4046804"/>
                  </a:lnTo>
                  <a:lnTo>
                    <a:pt x="3571875" y="4049433"/>
                  </a:lnTo>
                  <a:lnTo>
                    <a:pt x="3572345" y="4050550"/>
                  </a:lnTo>
                  <a:lnTo>
                    <a:pt x="3574211" y="4052417"/>
                  </a:lnTo>
                  <a:lnTo>
                    <a:pt x="3575329" y="4052874"/>
                  </a:lnTo>
                  <a:lnTo>
                    <a:pt x="3577958" y="4052874"/>
                  </a:lnTo>
                  <a:lnTo>
                    <a:pt x="3579076" y="4052417"/>
                  </a:lnTo>
                  <a:lnTo>
                    <a:pt x="3580942" y="4050550"/>
                  </a:lnTo>
                  <a:lnTo>
                    <a:pt x="3581400" y="4049433"/>
                  </a:lnTo>
                  <a:lnTo>
                    <a:pt x="3581400" y="4046804"/>
                  </a:lnTo>
                  <a:close/>
                </a:path>
                <a:path w="7391400" h="4057650">
                  <a:moveTo>
                    <a:pt x="3581400" y="2917037"/>
                  </a:moveTo>
                  <a:lnTo>
                    <a:pt x="3580942" y="2915907"/>
                  </a:lnTo>
                  <a:lnTo>
                    <a:pt x="3579076" y="2914053"/>
                  </a:lnTo>
                  <a:lnTo>
                    <a:pt x="3577958" y="2913583"/>
                  </a:lnTo>
                  <a:lnTo>
                    <a:pt x="3575329" y="2913583"/>
                  </a:lnTo>
                  <a:lnTo>
                    <a:pt x="3574211" y="2914053"/>
                  </a:lnTo>
                  <a:lnTo>
                    <a:pt x="3572345" y="2915907"/>
                  </a:lnTo>
                  <a:lnTo>
                    <a:pt x="3571875" y="2917037"/>
                  </a:lnTo>
                  <a:lnTo>
                    <a:pt x="3571875" y="2919666"/>
                  </a:lnTo>
                  <a:lnTo>
                    <a:pt x="3572345" y="2920784"/>
                  </a:lnTo>
                  <a:lnTo>
                    <a:pt x="3574211" y="2922651"/>
                  </a:lnTo>
                  <a:lnTo>
                    <a:pt x="3575329" y="2923108"/>
                  </a:lnTo>
                  <a:lnTo>
                    <a:pt x="3577958" y="2923108"/>
                  </a:lnTo>
                  <a:lnTo>
                    <a:pt x="3579076" y="2922651"/>
                  </a:lnTo>
                  <a:lnTo>
                    <a:pt x="3580942" y="2920784"/>
                  </a:lnTo>
                  <a:lnTo>
                    <a:pt x="3581400" y="2919666"/>
                  </a:lnTo>
                  <a:lnTo>
                    <a:pt x="3581400" y="2917037"/>
                  </a:lnTo>
                  <a:close/>
                </a:path>
                <a:path w="7391400" h="4057650">
                  <a:moveTo>
                    <a:pt x="3581400" y="1787258"/>
                  </a:moveTo>
                  <a:lnTo>
                    <a:pt x="3580942" y="1786140"/>
                  </a:lnTo>
                  <a:lnTo>
                    <a:pt x="3579076" y="1784273"/>
                  </a:lnTo>
                  <a:lnTo>
                    <a:pt x="3577958" y="1783816"/>
                  </a:lnTo>
                  <a:lnTo>
                    <a:pt x="3575329" y="1783816"/>
                  </a:lnTo>
                  <a:lnTo>
                    <a:pt x="3574211" y="1784273"/>
                  </a:lnTo>
                  <a:lnTo>
                    <a:pt x="3572345" y="1786140"/>
                  </a:lnTo>
                  <a:lnTo>
                    <a:pt x="3571875" y="1787258"/>
                  </a:lnTo>
                  <a:lnTo>
                    <a:pt x="3571875" y="1789887"/>
                  </a:lnTo>
                  <a:lnTo>
                    <a:pt x="3572345" y="1791017"/>
                  </a:lnTo>
                  <a:lnTo>
                    <a:pt x="3574211" y="1792871"/>
                  </a:lnTo>
                  <a:lnTo>
                    <a:pt x="3575329" y="1793341"/>
                  </a:lnTo>
                  <a:lnTo>
                    <a:pt x="3577958" y="1793341"/>
                  </a:lnTo>
                  <a:lnTo>
                    <a:pt x="3579076" y="1792871"/>
                  </a:lnTo>
                  <a:lnTo>
                    <a:pt x="3580942" y="1791017"/>
                  </a:lnTo>
                  <a:lnTo>
                    <a:pt x="3581400" y="1789887"/>
                  </a:lnTo>
                  <a:lnTo>
                    <a:pt x="3581400" y="1787258"/>
                  </a:lnTo>
                  <a:close/>
                </a:path>
                <a:path w="7391400" h="4057650">
                  <a:moveTo>
                    <a:pt x="3581400" y="657491"/>
                  </a:moveTo>
                  <a:lnTo>
                    <a:pt x="3580942" y="656374"/>
                  </a:lnTo>
                  <a:lnTo>
                    <a:pt x="3579076" y="654507"/>
                  </a:lnTo>
                  <a:lnTo>
                    <a:pt x="3577958" y="654037"/>
                  </a:lnTo>
                  <a:lnTo>
                    <a:pt x="3575329" y="654037"/>
                  </a:lnTo>
                  <a:lnTo>
                    <a:pt x="3574211" y="654507"/>
                  </a:lnTo>
                  <a:lnTo>
                    <a:pt x="3572345" y="656374"/>
                  </a:lnTo>
                  <a:lnTo>
                    <a:pt x="3571875" y="657491"/>
                  </a:lnTo>
                  <a:lnTo>
                    <a:pt x="3571875" y="660120"/>
                  </a:lnTo>
                  <a:lnTo>
                    <a:pt x="3572345" y="661238"/>
                  </a:lnTo>
                  <a:lnTo>
                    <a:pt x="3574211" y="663105"/>
                  </a:lnTo>
                  <a:lnTo>
                    <a:pt x="3575329" y="663562"/>
                  </a:lnTo>
                  <a:lnTo>
                    <a:pt x="3577958" y="663562"/>
                  </a:lnTo>
                  <a:lnTo>
                    <a:pt x="3579076" y="663105"/>
                  </a:lnTo>
                  <a:lnTo>
                    <a:pt x="3580942" y="661238"/>
                  </a:lnTo>
                  <a:lnTo>
                    <a:pt x="3581400" y="660120"/>
                  </a:lnTo>
                  <a:lnTo>
                    <a:pt x="3581400" y="657491"/>
                  </a:lnTo>
                  <a:close/>
                </a:path>
                <a:path w="7391400" h="4057650">
                  <a:moveTo>
                    <a:pt x="3629025" y="4046804"/>
                  </a:moveTo>
                  <a:lnTo>
                    <a:pt x="3628567" y="4045686"/>
                  </a:lnTo>
                  <a:lnTo>
                    <a:pt x="3626701" y="4043819"/>
                  </a:lnTo>
                  <a:lnTo>
                    <a:pt x="3625583" y="4043349"/>
                  </a:lnTo>
                  <a:lnTo>
                    <a:pt x="3622954" y="4043349"/>
                  </a:lnTo>
                  <a:lnTo>
                    <a:pt x="3621836" y="4043819"/>
                  </a:lnTo>
                  <a:lnTo>
                    <a:pt x="3619970" y="4045686"/>
                  </a:lnTo>
                  <a:lnTo>
                    <a:pt x="3619500" y="4046804"/>
                  </a:lnTo>
                  <a:lnTo>
                    <a:pt x="3619500" y="4049433"/>
                  </a:lnTo>
                  <a:lnTo>
                    <a:pt x="3619970" y="4050550"/>
                  </a:lnTo>
                  <a:lnTo>
                    <a:pt x="3621836" y="4052417"/>
                  </a:lnTo>
                  <a:lnTo>
                    <a:pt x="3622954" y="4052874"/>
                  </a:lnTo>
                  <a:lnTo>
                    <a:pt x="3625583" y="4052874"/>
                  </a:lnTo>
                  <a:lnTo>
                    <a:pt x="3626701" y="4052417"/>
                  </a:lnTo>
                  <a:lnTo>
                    <a:pt x="3628567" y="4050550"/>
                  </a:lnTo>
                  <a:lnTo>
                    <a:pt x="3629025" y="4049433"/>
                  </a:lnTo>
                  <a:lnTo>
                    <a:pt x="3629025" y="4046804"/>
                  </a:lnTo>
                  <a:close/>
                </a:path>
                <a:path w="7391400" h="4057650">
                  <a:moveTo>
                    <a:pt x="3629025" y="2917037"/>
                  </a:moveTo>
                  <a:lnTo>
                    <a:pt x="3628567" y="2915907"/>
                  </a:lnTo>
                  <a:lnTo>
                    <a:pt x="3626701" y="2914053"/>
                  </a:lnTo>
                  <a:lnTo>
                    <a:pt x="3625583" y="2913583"/>
                  </a:lnTo>
                  <a:lnTo>
                    <a:pt x="3622954" y="2913583"/>
                  </a:lnTo>
                  <a:lnTo>
                    <a:pt x="3621836" y="2914053"/>
                  </a:lnTo>
                  <a:lnTo>
                    <a:pt x="3619970" y="2915907"/>
                  </a:lnTo>
                  <a:lnTo>
                    <a:pt x="3619500" y="2917037"/>
                  </a:lnTo>
                  <a:lnTo>
                    <a:pt x="3619500" y="2919666"/>
                  </a:lnTo>
                  <a:lnTo>
                    <a:pt x="3619970" y="2920784"/>
                  </a:lnTo>
                  <a:lnTo>
                    <a:pt x="3621836" y="2922651"/>
                  </a:lnTo>
                  <a:lnTo>
                    <a:pt x="3622954" y="2923108"/>
                  </a:lnTo>
                  <a:lnTo>
                    <a:pt x="3625583" y="2923108"/>
                  </a:lnTo>
                  <a:lnTo>
                    <a:pt x="3626701" y="2922651"/>
                  </a:lnTo>
                  <a:lnTo>
                    <a:pt x="3628567" y="2920784"/>
                  </a:lnTo>
                  <a:lnTo>
                    <a:pt x="3629025" y="2919666"/>
                  </a:lnTo>
                  <a:lnTo>
                    <a:pt x="3629025" y="2917037"/>
                  </a:lnTo>
                  <a:close/>
                </a:path>
                <a:path w="7391400" h="4057650">
                  <a:moveTo>
                    <a:pt x="3629025" y="1787258"/>
                  </a:moveTo>
                  <a:lnTo>
                    <a:pt x="3628567" y="1786140"/>
                  </a:lnTo>
                  <a:lnTo>
                    <a:pt x="3626701" y="1784273"/>
                  </a:lnTo>
                  <a:lnTo>
                    <a:pt x="3625583" y="1783816"/>
                  </a:lnTo>
                  <a:lnTo>
                    <a:pt x="3622954" y="1783816"/>
                  </a:lnTo>
                  <a:lnTo>
                    <a:pt x="3621836" y="1784273"/>
                  </a:lnTo>
                  <a:lnTo>
                    <a:pt x="3619970" y="1786140"/>
                  </a:lnTo>
                  <a:lnTo>
                    <a:pt x="3619500" y="1787258"/>
                  </a:lnTo>
                  <a:lnTo>
                    <a:pt x="3619500" y="1789887"/>
                  </a:lnTo>
                  <a:lnTo>
                    <a:pt x="3619970" y="1791017"/>
                  </a:lnTo>
                  <a:lnTo>
                    <a:pt x="3621836" y="1792871"/>
                  </a:lnTo>
                  <a:lnTo>
                    <a:pt x="3622954" y="1793341"/>
                  </a:lnTo>
                  <a:lnTo>
                    <a:pt x="3625583" y="1793341"/>
                  </a:lnTo>
                  <a:lnTo>
                    <a:pt x="3626701" y="1792871"/>
                  </a:lnTo>
                  <a:lnTo>
                    <a:pt x="3628567" y="1791017"/>
                  </a:lnTo>
                  <a:lnTo>
                    <a:pt x="3629025" y="1789887"/>
                  </a:lnTo>
                  <a:lnTo>
                    <a:pt x="3629025" y="1787258"/>
                  </a:lnTo>
                  <a:close/>
                </a:path>
                <a:path w="7391400" h="4057650">
                  <a:moveTo>
                    <a:pt x="3629025" y="657491"/>
                  </a:moveTo>
                  <a:lnTo>
                    <a:pt x="3628567" y="656374"/>
                  </a:lnTo>
                  <a:lnTo>
                    <a:pt x="3626701" y="654507"/>
                  </a:lnTo>
                  <a:lnTo>
                    <a:pt x="3625583" y="654037"/>
                  </a:lnTo>
                  <a:lnTo>
                    <a:pt x="3622954" y="654037"/>
                  </a:lnTo>
                  <a:lnTo>
                    <a:pt x="3621836" y="654507"/>
                  </a:lnTo>
                  <a:lnTo>
                    <a:pt x="3619970" y="656374"/>
                  </a:lnTo>
                  <a:lnTo>
                    <a:pt x="3619500" y="657491"/>
                  </a:lnTo>
                  <a:lnTo>
                    <a:pt x="3619500" y="660120"/>
                  </a:lnTo>
                  <a:lnTo>
                    <a:pt x="3619970" y="661238"/>
                  </a:lnTo>
                  <a:lnTo>
                    <a:pt x="3621836" y="663105"/>
                  </a:lnTo>
                  <a:lnTo>
                    <a:pt x="3622954" y="663562"/>
                  </a:lnTo>
                  <a:lnTo>
                    <a:pt x="3625583" y="663562"/>
                  </a:lnTo>
                  <a:lnTo>
                    <a:pt x="3626701" y="663105"/>
                  </a:lnTo>
                  <a:lnTo>
                    <a:pt x="3628567" y="661238"/>
                  </a:lnTo>
                  <a:lnTo>
                    <a:pt x="3629025" y="660120"/>
                  </a:lnTo>
                  <a:lnTo>
                    <a:pt x="3629025" y="657491"/>
                  </a:lnTo>
                  <a:close/>
                </a:path>
                <a:path w="7391400" h="4057650">
                  <a:moveTo>
                    <a:pt x="3676650" y="4046804"/>
                  </a:moveTo>
                  <a:lnTo>
                    <a:pt x="3676192" y="4045686"/>
                  </a:lnTo>
                  <a:lnTo>
                    <a:pt x="3674326" y="4043819"/>
                  </a:lnTo>
                  <a:lnTo>
                    <a:pt x="3673208" y="4043349"/>
                  </a:lnTo>
                  <a:lnTo>
                    <a:pt x="3670579" y="4043349"/>
                  </a:lnTo>
                  <a:lnTo>
                    <a:pt x="3669461" y="4043819"/>
                  </a:lnTo>
                  <a:lnTo>
                    <a:pt x="3667595" y="4045686"/>
                  </a:lnTo>
                  <a:lnTo>
                    <a:pt x="3667125" y="4046804"/>
                  </a:lnTo>
                  <a:lnTo>
                    <a:pt x="3667125" y="4049433"/>
                  </a:lnTo>
                  <a:lnTo>
                    <a:pt x="3667595" y="4050550"/>
                  </a:lnTo>
                  <a:lnTo>
                    <a:pt x="3669461" y="4052417"/>
                  </a:lnTo>
                  <a:lnTo>
                    <a:pt x="3670579" y="4052874"/>
                  </a:lnTo>
                  <a:lnTo>
                    <a:pt x="3673208" y="4052874"/>
                  </a:lnTo>
                  <a:lnTo>
                    <a:pt x="3674326" y="4052417"/>
                  </a:lnTo>
                  <a:lnTo>
                    <a:pt x="3676192" y="4050550"/>
                  </a:lnTo>
                  <a:lnTo>
                    <a:pt x="3676650" y="4049433"/>
                  </a:lnTo>
                  <a:lnTo>
                    <a:pt x="3676650" y="4046804"/>
                  </a:lnTo>
                  <a:close/>
                </a:path>
                <a:path w="7391400" h="4057650">
                  <a:moveTo>
                    <a:pt x="3676650" y="2917037"/>
                  </a:moveTo>
                  <a:lnTo>
                    <a:pt x="3676192" y="2915907"/>
                  </a:lnTo>
                  <a:lnTo>
                    <a:pt x="3674326" y="2914053"/>
                  </a:lnTo>
                  <a:lnTo>
                    <a:pt x="3673208" y="2913583"/>
                  </a:lnTo>
                  <a:lnTo>
                    <a:pt x="3670579" y="2913583"/>
                  </a:lnTo>
                  <a:lnTo>
                    <a:pt x="3669461" y="2914053"/>
                  </a:lnTo>
                  <a:lnTo>
                    <a:pt x="3667595" y="2915907"/>
                  </a:lnTo>
                  <a:lnTo>
                    <a:pt x="3667125" y="2917037"/>
                  </a:lnTo>
                  <a:lnTo>
                    <a:pt x="3667125" y="2919666"/>
                  </a:lnTo>
                  <a:lnTo>
                    <a:pt x="3667595" y="2920784"/>
                  </a:lnTo>
                  <a:lnTo>
                    <a:pt x="3669461" y="2922651"/>
                  </a:lnTo>
                  <a:lnTo>
                    <a:pt x="3670579" y="2923108"/>
                  </a:lnTo>
                  <a:lnTo>
                    <a:pt x="3673208" y="2923108"/>
                  </a:lnTo>
                  <a:lnTo>
                    <a:pt x="3674326" y="2922651"/>
                  </a:lnTo>
                  <a:lnTo>
                    <a:pt x="3676192" y="2920784"/>
                  </a:lnTo>
                  <a:lnTo>
                    <a:pt x="3676650" y="2919666"/>
                  </a:lnTo>
                  <a:lnTo>
                    <a:pt x="3676650" y="2917037"/>
                  </a:lnTo>
                  <a:close/>
                </a:path>
                <a:path w="7391400" h="4057650">
                  <a:moveTo>
                    <a:pt x="3676650" y="1787258"/>
                  </a:moveTo>
                  <a:lnTo>
                    <a:pt x="3676192" y="1786140"/>
                  </a:lnTo>
                  <a:lnTo>
                    <a:pt x="3674326" y="1784273"/>
                  </a:lnTo>
                  <a:lnTo>
                    <a:pt x="3673208" y="1783816"/>
                  </a:lnTo>
                  <a:lnTo>
                    <a:pt x="3670579" y="1783816"/>
                  </a:lnTo>
                  <a:lnTo>
                    <a:pt x="3669461" y="1784273"/>
                  </a:lnTo>
                  <a:lnTo>
                    <a:pt x="3667595" y="1786140"/>
                  </a:lnTo>
                  <a:lnTo>
                    <a:pt x="3667125" y="1787258"/>
                  </a:lnTo>
                  <a:lnTo>
                    <a:pt x="3667125" y="1789887"/>
                  </a:lnTo>
                  <a:lnTo>
                    <a:pt x="3667595" y="1791017"/>
                  </a:lnTo>
                  <a:lnTo>
                    <a:pt x="3669461" y="1792871"/>
                  </a:lnTo>
                  <a:lnTo>
                    <a:pt x="3670579" y="1793341"/>
                  </a:lnTo>
                  <a:lnTo>
                    <a:pt x="3673208" y="1793341"/>
                  </a:lnTo>
                  <a:lnTo>
                    <a:pt x="3674326" y="1792871"/>
                  </a:lnTo>
                  <a:lnTo>
                    <a:pt x="3676192" y="1791017"/>
                  </a:lnTo>
                  <a:lnTo>
                    <a:pt x="3676650" y="1789887"/>
                  </a:lnTo>
                  <a:lnTo>
                    <a:pt x="3676650" y="1787258"/>
                  </a:lnTo>
                  <a:close/>
                </a:path>
                <a:path w="7391400" h="4057650">
                  <a:moveTo>
                    <a:pt x="3676650" y="657491"/>
                  </a:moveTo>
                  <a:lnTo>
                    <a:pt x="3676192" y="656374"/>
                  </a:lnTo>
                  <a:lnTo>
                    <a:pt x="3674326" y="654507"/>
                  </a:lnTo>
                  <a:lnTo>
                    <a:pt x="3673208" y="654037"/>
                  </a:lnTo>
                  <a:lnTo>
                    <a:pt x="3670579" y="654037"/>
                  </a:lnTo>
                  <a:lnTo>
                    <a:pt x="3669461" y="654507"/>
                  </a:lnTo>
                  <a:lnTo>
                    <a:pt x="3667595" y="656374"/>
                  </a:lnTo>
                  <a:lnTo>
                    <a:pt x="3667125" y="657491"/>
                  </a:lnTo>
                  <a:lnTo>
                    <a:pt x="3667125" y="660120"/>
                  </a:lnTo>
                  <a:lnTo>
                    <a:pt x="3667595" y="661238"/>
                  </a:lnTo>
                  <a:lnTo>
                    <a:pt x="3669461" y="663105"/>
                  </a:lnTo>
                  <a:lnTo>
                    <a:pt x="3670579" y="663562"/>
                  </a:lnTo>
                  <a:lnTo>
                    <a:pt x="3673208" y="663562"/>
                  </a:lnTo>
                  <a:lnTo>
                    <a:pt x="3674326" y="663105"/>
                  </a:lnTo>
                  <a:lnTo>
                    <a:pt x="3676192" y="661238"/>
                  </a:lnTo>
                  <a:lnTo>
                    <a:pt x="3676650" y="660120"/>
                  </a:lnTo>
                  <a:lnTo>
                    <a:pt x="3676650" y="657491"/>
                  </a:lnTo>
                  <a:close/>
                </a:path>
                <a:path w="7391400" h="4057650">
                  <a:moveTo>
                    <a:pt x="3724275" y="4046804"/>
                  </a:moveTo>
                  <a:lnTo>
                    <a:pt x="3723817" y="4045686"/>
                  </a:lnTo>
                  <a:lnTo>
                    <a:pt x="3721951" y="4043819"/>
                  </a:lnTo>
                  <a:lnTo>
                    <a:pt x="3720833" y="4043349"/>
                  </a:lnTo>
                  <a:lnTo>
                    <a:pt x="3718204" y="4043349"/>
                  </a:lnTo>
                  <a:lnTo>
                    <a:pt x="3717086" y="4043819"/>
                  </a:lnTo>
                  <a:lnTo>
                    <a:pt x="3715220" y="4045686"/>
                  </a:lnTo>
                  <a:lnTo>
                    <a:pt x="3714750" y="4046804"/>
                  </a:lnTo>
                  <a:lnTo>
                    <a:pt x="3714750" y="4049433"/>
                  </a:lnTo>
                  <a:lnTo>
                    <a:pt x="3715220" y="4050550"/>
                  </a:lnTo>
                  <a:lnTo>
                    <a:pt x="3717086" y="4052417"/>
                  </a:lnTo>
                  <a:lnTo>
                    <a:pt x="3718204" y="4052874"/>
                  </a:lnTo>
                  <a:lnTo>
                    <a:pt x="3720833" y="4052874"/>
                  </a:lnTo>
                  <a:lnTo>
                    <a:pt x="3721951" y="4052417"/>
                  </a:lnTo>
                  <a:lnTo>
                    <a:pt x="3723817" y="4050550"/>
                  </a:lnTo>
                  <a:lnTo>
                    <a:pt x="3724275" y="4049433"/>
                  </a:lnTo>
                  <a:lnTo>
                    <a:pt x="3724275" y="4046804"/>
                  </a:lnTo>
                  <a:close/>
                </a:path>
                <a:path w="7391400" h="4057650">
                  <a:moveTo>
                    <a:pt x="3724275" y="2917037"/>
                  </a:moveTo>
                  <a:lnTo>
                    <a:pt x="3723817" y="2915907"/>
                  </a:lnTo>
                  <a:lnTo>
                    <a:pt x="3721951" y="2914053"/>
                  </a:lnTo>
                  <a:lnTo>
                    <a:pt x="3720833" y="2913583"/>
                  </a:lnTo>
                  <a:lnTo>
                    <a:pt x="3718204" y="2913583"/>
                  </a:lnTo>
                  <a:lnTo>
                    <a:pt x="3717086" y="2914053"/>
                  </a:lnTo>
                  <a:lnTo>
                    <a:pt x="3715220" y="2915907"/>
                  </a:lnTo>
                  <a:lnTo>
                    <a:pt x="3714750" y="2917037"/>
                  </a:lnTo>
                  <a:lnTo>
                    <a:pt x="3714750" y="2919666"/>
                  </a:lnTo>
                  <a:lnTo>
                    <a:pt x="3715220" y="2920784"/>
                  </a:lnTo>
                  <a:lnTo>
                    <a:pt x="3717086" y="2922651"/>
                  </a:lnTo>
                  <a:lnTo>
                    <a:pt x="3718204" y="2923108"/>
                  </a:lnTo>
                  <a:lnTo>
                    <a:pt x="3720833" y="2923108"/>
                  </a:lnTo>
                  <a:lnTo>
                    <a:pt x="3721951" y="2922651"/>
                  </a:lnTo>
                  <a:lnTo>
                    <a:pt x="3723817" y="2920784"/>
                  </a:lnTo>
                  <a:lnTo>
                    <a:pt x="3724275" y="2919666"/>
                  </a:lnTo>
                  <a:lnTo>
                    <a:pt x="3724275" y="2917037"/>
                  </a:lnTo>
                  <a:close/>
                </a:path>
                <a:path w="7391400" h="4057650">
                  <a:moveTo>
                    <a:pt x="3724275" y="1787258"/>
                  </a:moveTo>
                  <a:lnTo>
                    <a:pt x="3723817" y="1786140"/>
                  </a:lnTo>
                  <a:lnTo>
                    <a:pt x="3721951" y="1784273"/>
                  </a:lnTo>
                  <a:lnTo>
                    <a:pt x="3720833" y="1783816"/>
                  </a:lnTo>
                  <a:lnTo>
                    <a:pt x="3718204" y="1783816"/>
                  </a:lnTo>
                  <a:lnTo>
                    <a:pt x="3717086" y="1784273"/>
                  </a:lnTo>
                  <a:lnTo>
                    <a:pt x="3715220" y="1786140"/>
                  </a:lnTo>
                  <a:lnTo>
                    <a:pt x="3714750" y="1787258"/>
                  </a:lnTo>
                  <a:lnTo>
                    <a:pt x="3714750" y="1789887"/>
                  </a:lnTo>
                  <a:lnTo>
                    <a:pt x="3715220" y="1791017"/>
                  </a:lnTo>
                  <a:lnTo>
                    <a:pt x="3717086" y="1792871"/>
                  </a:lnTo>
                  <a:lnTo>
                    <a:pt x="3718204" y="1793341"/>
                  </a:lnTo>
                  <a:lnTo>
                    <a:pt x="3720833" y="1793341"/>
                  </a:lnTo>
                  <a:lnTo>
                    <a:pt x="3721951" y="1792871"/>
                  </a:lnTo>
                  <a:lnTo>
                    <a:pt x="3723817" y="1791017"/>
                  </a:lnTo>
                  <a:lnTo>
                    <a:pt x="3724275" y="1789887"/>
                  </a:lnTo>
                  <a:lnTo>
                    <a:pt x="3724275" y="1787258"/>
                  </a:lnTo>
                  <a:close/>
                </a:path>
                <a:path w="7391400" h="4057650">
                  <a:moveTo>
                    <a:pt x="3724275" y="657491"/>
                  </a:moveTo>
                  <a:lnTo>
                    <a:pt x="3723817" y="656374"/>
                  </a:lnTo>
                  <a:lnTo>
                    <a:pt x="3721951" y="654507"/>
                  </a:lnTo>
                  <a:lnTo>
                    <a:pt x="3720833" y="654037"/>
                  </a:lnTo>
                  <a:lnTo>
                    <a:pt x="3718204" y="654037"/>
                  </a:lnTo>
                  <a:lnTo>
                    <a:pt x="3717086" y="654507"/>
                  </a:lnTo>
                  <a:lnTo>
                    <a:pt x="3715220" y="656374"/>
                  </a:lnTo>
                  <a:lnTo>
                    <a:pt x="3714750" y="657491"/>
                  </a:lnTo>
                  <a:lnTo>
                    <a:pt x="3714750" y="660120"/>
                  </a:lnTo>
                  <a:lnTo>
                    <a:pt x="3715220" y="661238"/>
                  </a:lnTo>
                  <a:lnTo>
                    <a:pt x="3717086" y="663105"/>
                  </a:lnTo>
                  <a:lnTo>
                    <a:pt x="3718204" y="663562"/>
                  </a:lnTo>
                  <a:lnTo>
                    <a:pt x="3720833" y="663562"/>
                  </a:lnTo>
                  <a:lnTo>
                    <a:pt x="3721951" y="663105"/>
                  </a:lnTo>
                  <a:lnTo>
                    <a:pt x="3723817" y="661238"/>
                  </a:lnTo>
                  <a:lnTo>
                    <a:pt x="3724275" y="660120"/>
                  </a:lnTo>
                  <a:lnTo>
                    <a:pt x="3724275" y="657491"/>
                  </a:lnTo>
                  <a:close/>
                </a:path>
                <a:path w="7391400" h="4057650">
                  <a:moveTo>
                    <a:pt x="3771900" y="4046804"/>
                  </a:moveTo>
                  <a:lnTo>
                    <a:pt x="3771442" y="4045686"/>
                  </a:lnTo>
                  <a:lnTo>
                    <a:pt x="3769576" y="4043819"/>
                  </a:lnTo>
                  <a:lnTo>
                    <a:pt x="3768458" y="4043349"/>
                  </a:lnTo>
                  <a:lnTo>
                    <a:pt x="3765829" y="4043349"/>
                  </a:lnTo>
                  <a:lnTo>
                    <a:pt x="3764711" y="4043819"/>
                  </a:lnTo>
                  <a:lnTo>
                    <a:pt x="3762845" y="4045686"/>
                  </a:lnTo>
                  <a:lnTo>
                    <a:pt x="3762375" y="4046804"/>
                  </a:lnTo>
                  <a:lnTo>
                    <a:pt x="3762375" y="4049433"/>
                  </a:lnTo>
                  <a:lnTo>
                    <a:pt x="3762845" y="4050550"/>
                  </a:lnTo>
                  <a:lnTo>
                    <a:pt x="3764711" y="4052417"/>
                  </a:lnTo>
                  <a:lnTo>
                    <a:pt x="3765829" y="4052874"/>
                  </a:lnTo>
                  <a:lnTo>
                    <a:pt x="3768458" y="4052874"/>
                  </a:lnTo>
                  <a:lnTo>
                    <a:pt x="3769576" y="4052417"/>
                  </a:lnTo>
                  <a:lnTo>
                    <a:pt x="3771442" y="4050550"/>
                  </a:lnTo>
                  <a:lnTo>
                    <a:pt x="3771900" y="4049433"/>
                  </a:lnTo>
                  <a:lnTo>
                    <a:pt x="3771900" y="4046804"/>
                  </a:lnTo>
                  <a:close/>
                </a:path>
                <a:path w="7391400" h="4057650">
                  <a:moveTo>
                    <a:pt x="3771900" y="2917037"/>
                  </a:moveTo>
                  <a:lnTo>
                    <a:pt x="3771442" y="2915907"/>
                  </a:lnTo>
                  <a:lnTo>
                    <a:pt x="3769576" y="2914053"/>
                  </a:lnTo>
                  <a:lnTo>
                    <a:pt x="3768458" y="2913583"/>
                  </a:lnTo>
                  <a:lnTo>
                    <a:pt x="3765829" y="2913583"/>
                  </a:lnTo>
                  <a:lnTo>
                    <a:pt x="3764711" y="2914053"/>
                  </a:lnTo>
                  <a:lnTo>
                    <a:pt x="3762845" y="2915907"/>
                  </a:lnTo>
                  <a:lnTo>
                    <a:pt x="3762375" y="2917037"/>
                  </a:lnTo>
                  <a:lnTo>
                    <a:pt x="3762375" y="2919666"/>
                  </a:lnTo>
                  <a:lnTo>
                    <a:pt x="3762845" y="2920784"/>
                  </a:lnTo>
                  <a:lnTo>
                    <a:pt x="3764711" y="2922651"/>
                  </a:lnTo>
                  <a:lnTo>
                    <a:pt x="3765829" y="2923108"/>
                  </a:lnTo>
                  <a:lnTo>
                    <a:pt x="3768458" y="2923108"/>
                  </a:lnTo>
                  <a:lnTo>
                    <a:pt x="3769576" y="2922651"/>
                  </a:lnTo>
                  <a:lnTo>
                    <a:pt x="3771442" y="2920784"/>
                  </a:lnTo>
                  <a:lnTo>
                    <a:pt x="3771900" y="2919666"/>
                  </a:lnTo>
                  <a:lnTo>
                    <a:pt x="3771900" y="2917037"/>
                  </a:lnTo>
                  <a:close/>
                </a:path>
                <a:path w="7391400" h="4057650">
                  <a:moveTo>
                    <a:pt x="3771900" y="1787258"/>
                  </a:moveTo>
                  <a:lnTo>
                    <a:pt x="3771442" y="1786140"/>
                  </a:lnTo>
                  <a:lnTo>
                    <a:pt x="3769576" y="1784273"/>
                  </a:lnTo>
                  <a:lnTo>
                    <a:pt x="3768458" y="1783816"/>
                  </a:lnTo>
                  <a:lnTo>
                    <a:pt x="3765829" y="1783816"/>
                  </a:lnTo>
                  <a:lnTo>
                    <a:pt x="3764711" y="1784273"/>
                  </a:lnTo>
                  <a:lnTo>
                    <a:pt x="3762845" y="1786140"/>
                  </a:lnTo>
                  <a:lnTo>
                    <a:pt x="3762375" y="1787258"/>
                  </a:lnTo>
                  <a:lnTo>
                    <a:pt x="3762375" y="1789887"/>
                  </a:lnTo>
                  <a:lnTo>
                    <a:pt x="3762845" y="1791017"/>
                  </a:lnTo>
                  <a:lnTo>
                    <a:pt x="3764711" y="1792871"/>
                  </a:lnTo>
                  <a:lnTo>
                    <a:pt x="3765829" y="1793341"/>
                  </a:lnTo>
                  <a:lnTo>
                    <a:pt x="3768458" y="1793341"/>
                  </a:lnTo>
                  <a:lnTo>
                    <a:pt x="3769576" y="1792871"/>
                  </a:lnTo>
                  <a:lnTo>
                    <a:pt x="3771442" y="1791017"/>
                  </a:lnTo>
                  <a:lnTo>
                    <a:pt x="3771900" y="1789887"/>
                  </a:lnTo>
                  <a:lnTo>
                    <a:pt x="3771900" y="1787258"/>
                  </a:lnTo>
                  <a:close/>
                </a:path>
                <a:path w="7391400" h="4057650">
                  <a:moveTo>
                    <a:pt x="3771900" y="657491"/>
                  </a:moveTo>
                  <a:lnTo>
                    <a:pt x="3771442" y="656374"/>
                  </a:lnTo>
                  <a:lnTo>
                    <a:pt x="3769576" y="654507"/>
                  </a:lnTo>
                  <a:lnTo>
                    <a:pt x="3768458" y="654037"/>
                  </a:lnTo>
                  <a:lnTo>
                    <a:pt x="3765829" y="654037"/>
                  </a:lnTo>
                  <a:lnTo>
                    <a:pt x="3764711" y="654507"/>
                  </a:lnTo>
                  <a:lnTo>
                    <a:pt x="3762845" y="656374"/>
                  </a:lnTo>
                  <a:lnTo>
                    <a:pt x="3762375" y="657491"/>
                  </a:lnTo>
                  <a:lnTo>
                    <a:pt x="3762375" y="660120"/>
                  </a:lnTo>
                  <a:lnTo>
                    <a:pt x="3762845" y="661238"/>
                  </a:lnTo>
                  <a:lnTo>
                    <a:pt x="3764711" y="663105"/>
                  </a:lnTo>
                  <a:lnTo>
                    <a:pt x="3765829" y="663562"/>
                  </a:lnTo>
                  <a:lnTo>
                    <a:pt x="3768458" y="663562"/>
                  </a:lnTo>
                  <a:lnTo>
                    <a:pt x="3769576" y="663105"/>
                  </a:lnTo>
                  <a:lnTo>
                    <a:pt x="3771442" y="661238"/>
                  </a:lnTo>
                  <a:lnTo>
                    <a:pt x="3771900" y="660120"/>
                  </a:lnTo>
                  <a:lnTo>
                    <a:pt x="3771900" y="657491"/>
                  </a:lnTo>
                  <a:close/>
                </a:path>
                <a:path w="7391400" h="4057650">
                  <a:moveTo>
                    <a:pt x="3819525" y="4046804"/>
                  </a:moveTo>
                  <a:lnTo>
                    <a:pt x="3819067" y="4045686"/>
                  </a:lnTo>
                  <a:lnTo>
                    <a:pt x="3817201" y="4043819"/>
                  </a:lnTo>
                  <a:lnTo>
                    <a:pt x="3816083" y="4043349"/>
                  </a:lnTo>
                  <a:lnTo>
                    <a:pt x="3813454" y="4043349"/>
                  </a:lnTo>
                  <a:lnTo>
                    <a:pt x="3812336" y="4043819"/>
                  </a:lnTo>
                  <a:lnTo>
                    <a:pt x="3810470" y="4045686"/>
                  </a:lnTo>
                  <a:lnTo>
                    <a:pt x="3810000" y="4046804"/>
                  </a:lnTo>
                  <a:lnTo>
                    <a:pt x="3810000" y="4049433"/>
                  </a:lnTo>
                  <a:lnTo>
                    <a:pt x="3810470" y="4050550"/>
                  </a:lnTo>
                  <a:lnTo>
                    <a:pt x="3812336" y="4052417"/>
                  </a:lnTo>
                  <a:lnTo>
                    <a:pt x="3813454" y="4052874"/>
                  </a:lnTo>
                  <a:lnTo>
                    <a:pt x="3816083" y="4052874"/>
                  </a:lnTo>
                  <a:lnTo>
                    <a:pt x="3817201" y="4052417"/>
                  </a:lnTo>
                  <a:lnTo>
                    <a:pt x="3819067" y="4050550"/>
                  </a:lnTo>
                  <a:lnTo>
                    <a:pt x="3819525" y="4049433"/>
                  </a:lnTo>
                  <a:lnTo>
                    <a:pt x="3819525" y="4046804"/>
                  </a:lnTo>
                  <a:close/>
                </a:path>
                <a:path w="7391400" h="4057650">
                  <a:moveTo>
                    <a:pt x="3819525" y="2917037"/>
                  </a:moveTo>
                  <a:lnTo>
                    <a:pt x="3819067" y="2915907"/>
                  </a:lnTo>
                  <a:lnTo>
                    <a:pt x="3817201" y="2914053"/>
                  </a:lnTo>
                  <a:lnTo>
                    <a:pt x="3816083" y="2913583"/>
                  </a:lnTo>
                  <a:lnTo>
                    <a:pt x="3813454" y="2913583"/>
                  </a:lnTo>
                  <a:lnTo>
                    <a:pt x="3812336" y="2914053"/>
                  </a:lnTo>
                  <a:lnTo>
                    <a:pt x="3810470" y="2915907"/>
                  </a:lnTo>
                  <a:lnTo>
                    <a:pt x="3810000" y="2917037"/>
                  </a:lnTo>
                  <a:lnTo>
                    <a:pt x="3810000" y="2919666"/>
                  </a:lnTo>
                  <a:lnTo>
                    <a:pt x="3810470" y="2920784"/>
                  </a:lnTo>
                  <a:lnTo>
                    <a:pt x="3812336" y="2922651"/>
                  </a:lnTo>
                  <a:lnTo>
                    <a:pt x="3813454" y="2923108"/>
                  </a:lnTo>
                  <a:lnTo>
                    <a:pt x="3816083" y="2923108"/>
                  </a:lnTo>
                  <a:lnTo>
                    <a:pt x="3817201" y="2922651"/>
                  </a:lnTo>
                  <a:lnTo>
                    <a:pt x="3819067" y="2920784"/>
                  </a:lnTo>
                  <a:lnTo>
                    <a:pt x="3819525" y="2919666"/>
                  </a:lnTo>
                  <a:lnTo>
                    <a:pt x="3819525" y="2917037"/>
                  </a:lnTo>
                  <a:close/>
                </a:path>
                <a:path w="7391400" h="4057650">
                  <a:moveTo>
                    <a:pt x="3819525" y="1787258"/>
                  </a:moveTo>
                  <a:lnTo>
                    <a:pt x="3819067" y="1786140"/>
                  </a:lnTo>
                  <a:lnTo>
                    <a:pt x="3817201" y="1784273"/>
                  </a:lnTo>
                  <a:lnTo>
                    <a:pt x="3816083" y="1783816"/>
                  </a:lnTo>
                  <a:lnTo>
                    <a:pt x="3813454" y="1783816"/>
                  </a:lnTo>
                  <a:lnTo>
                    <a:pt x="3812336" y="1784273"/>
                  </a:lnTo>
                  <a:lnTo>
                    <a:pt x="3810470" y="1786140"/>
                  </a:lnTo>
                  <a:lnTo>
                    <a:pt x="3810000" y="1787258"/>
                  </a:lnTo>
                  <a:lnTo>
                    <a:pt x="3810000" y="1789887"/>
                  </a:lnTo>
                  <a:lnTo>
                    <a:pt x="3810470" y="1791017"/>
                  </a:lnTo>
                  <a:lnTo>
                    <a:pt x="3812336" y="1792871"/>
                  </a:lnTo>
                  <a:lnTo>
                    <a:pt x="3813454" y="1793341"/>
                  </a:lnTo>
                  <a:lnTo>
                    <a:pt x="3816083" y="1793341"/>
                  </a:lnTo>
                  <a:lnTo>
                    <a:pt x="3817201" y="1792871"/>
                  </a:lnTo>
                  <a:lnTo>
                    <a:pt x="3819067" y="1791017"/>
                  </a:lnTo>
                  <a:lnTo>
                    <a:pt x="3819525" y="1789887"/>
                  </a:lnTo>
                  <a:lnTo>
                    <a:pt x="3819525" y="1787258"/>
                  </a:lnTo>
                  <a:close/>
                </a:path>
                <a:path w="7391400" h="4057650">
                  <a:moveTo>
                    <a:pt x="3819525" y="657491"/>
                  </a:moveTo>
                  <a:lnTo>
                    <a:pt x="3819067" y="656374"/>
                  </a:lnTo>
                  <a:lnTo>
                    <a:pt x="3817201" y="654507"/>
                  </a:lnTo>
                  <a:lnTo>
                    <a:pt x="3816083" y="654037"/>
                  </a:lnTo>
                  <a:lnTo>
                    <a:pt x="3813454" y="654037"/>
                  </a:lnTo>
                  <a:lnTo>
                    <a:pt x="3812336" y="654507"/>
                  </a:lnTo>
                  <a:lnTo>
                    <a:pt x="3810470" y="656374"/>
                  </a:lnTo>
                  <a:lnTo>
                    <a:pt x="3810000" y="657491"/>
                  </a:lnTo>
                  <a:lnTo>
                    <a:pt x="3810000" y="660120"/>
                  </a:lnTo>
                  <a:lnTo>
                    <a:pt x="3810470" y="661238"/>
                  </a:lnTo>
                  <a:lnTo>
                    <a:pt x="3812336" y="663105"/>
                  </a:lnTo>
                  <a:lnTo>
                    <a:pt x="3813454" y="663562"/>
                  </a:lnTo>
                  <a:lnTo>
                    <a:pt x="3816083" y="663562"/>
                  </a:lnTo>
                  <a:lnTo>
                    <a:pt x="3817201" y="663105"/>
                  </a:lnTo>
                  <a:lnTo>
                    <a:pt x="3819067" y="661238"/>
                  </a:lnTo>
                  <a:lnTo>
                    <a:pt x="3819525" y="660120"/>
                  </a:lnTo>
                  <a:lnTo>
                    <a:pt x="3819525" y="657491"/>
                  </a:lnTo>
                  <a:close/>
                </a:path>
                <a:path w="7391400" h="4057650">
                  <a:moveTo>
                    <a:pt x="3867150" y="4046804"/>
                  </a:moveTo>
                  <a:lnTo>
                    <a:pt x="3866692" y="4045686"/>
                  </a:lnTo>
                  <a:lnTo>
                    <a:pt x="3864826" y="4043819"/>
                  </a:lnTo>
                  <a:lnTo>
                    <a:pt x="3863708" y="4043349"/>
                  </a:lnTo>
                  <a:lnTo>
                    <a:pt x="3861079" y="4043349"/>
                  </a:lnTo>
                  <a:lnTo>
                    <a:pt x="3859949" y="4043819"/>
                  </a:lnTo>
                  <a:lnTo>
                    <a:pt x="3858095" y="4045686"/>
                  </a:lnTo>
                  <a:lnTo>
                    <a:pt x="3857625" y="4046804"/>
                  </a:lnTo>
                  <a:lnTo>
                    <a:pt x="3857625" y="4049433"/>
                  </a:lnTo>
                  <a:lnTo>
                    <a:pt x="3858095" y="4050550"/>
                  </a:lnTo>
                  <a:lnTo>
                    <a:pt x="3859949" y="4052417"/>
                  </a:lnTo>
                  <a:lnTo>
                    <a:pt x="3861079" y="4052874"/>
                  </a:lnTo>
                  <a:lnTo>
                    <a:pt x="3863708" y="4052874"/>
                  </a:lnTo>
                  <a:lnTo>
                    <a:pt x="3864826" y="4052417"/>
                  </a:lnTo>
                  <a:lnTo>
                    <a:pt x="3866692" y="4050550"/>
                  </a:lnTo>
                  <a:lnTo>
                    <a:pt x="3867150" y="4049433"/>
                  </a:lnTo>
                  <a:lnTo>
                    <a:pt x="3867150" y="4046804"/>
                  </a:lnTo>
                  <a:close/>
                </a:path>
                <a:path w="7391400" h="4057650">
                  <a:moveTo>
                    <a:pt x="3867150" y="2917037"/>
                  </a:moveTo>
                  <a:lnTo>
                    <a:pt x="3866692" y="2915907"/>
                  </a:lnTo>
                  <a:lnTo>
                    <a:pt x="3864826" y="2914053"/>
                  </a:lnTo>
                  <a:lnTo>
                    <a:pt x="3863708" y="2913583"/>
                  </a:lnTo>
                  <a:lnTo>
                    <a:pt x="3861079" y="2913583"/>
                  </a:lnTo>
                  <a:lnTo>
                    <a:pt x="3859949" y="2914053"/>
                  </a:lnTo>
                  <a:lnTo>
                    <a:pt x="3858095" y="2915907"/>
                  </a:lnTo>
                  <a:lnTo>
                    <a:pt x="3857625" y="2917037"/>
                  </a:lnTo>
                  <a:lnTo>
                    <a:pt x="3857625" y="2919666"/>
                  </a:lnTo>
                  <a:lnTo>
                    <a:pt x="3858095" y="2920784"/>
                  </a:lnTo>
                  <a:lnTo>
                    <a:pt x="3859949" y="2922651"/>
                  </a:lnTo>
                  <a:lnTo>
                    <a:pt x="3861079" y="2923108"/>
                  </a:lnTo>
                  <a:lnTo>
                    <a:pt x="3863708" y="2923108"/>
                  </a:lnTo>
                  <a:lnTo>
                    <a:pt x="3864826" y="2922651"/>
                  </a:lnTo>
                  <a:lnTo>
                    <a:pt x="3866692" y="2920784"/>
                  </a:lnTo>
                  <a:lnTo>
                    <a:pt x="3867150" y="2919666"/>
                  </a:lnTo>
                  <a:lnTo>
                    <a:pt x="3867150" y="2917037"/>
                  </a:lnTo>
                  <a:close/>
                </a:path>
                <a:path w="7391400" h="4057650">
                  <a:moveTo>
                    <a:pt x="3867150" y="1787258"/>
                  </a:moveTo>
                  <a:lnTo>
                    <a:pt x="3866692" y="1786140"/>
                  </a:lnTo>
                  <a:lnTo>
                    <a:pt x="3864826" y="1784273"/>
                  </a:lnTo>
                  <a:lnTo>
                    <a:pt x="3863708" y="1783816"/>
                  </a:lnTo>
                  <a:lnTo>
                    <a:pt x="3861079" y="1783816"/>
                  </a:lnTo>
                  <a:lnTo>
                    <a:pt x="3859949" y="1784273"/>
                  </a:lnTo>
                  <a:lnTo>
                    <a:pt x="3858095" y="1786140"/>
                  </a:lnTo>
                  <a:lnTo>
                    <a:pt x="3857625" y="1787258"/>
                  </a:lnTo>
                  <a:lnTo>
                    <a:pt x="3857625" y="1789887"/>
                  </a:lnTo>
                  <a:lnTo>
                    <a:pt x="3858095" y="1791017"/>
                  </a:lnTo>
                  <a:lnTo>
                    <a:pt x="3859949" y="1792871"/>
                  </a:lnTo>
                  <a:lnTo>
                    <a:pt x="3861079" y="1793341"/>
                  </a:lnTo>
                  <a:lnTo>
                    <a:pt x="3863708" y="1793341"/>
                  </a:lnTo>
                  <a:lnTo>
                    <a:pt x="3864826" y="1792871"/>
                  </a:lnTo>
                  <a:lnTo>
                    <a:pt x="3866692" y="1791017"/>
                  </a:lnTo>
                  <a:lnTo>
                    <a:pt x="3867150" y="1789887"/>
                  </a:lnTo>
                  <a:lnTo>
                    <a:pt x="3867150" y="1787258"/>
                  </a:lnTo>
                  <a:close/>
                </a:path>
                <a:path w="7391400" h="4057650">
                  <a:moveTo>
                    <a:pt x="3867150" y="657491"/>
                  </a:moveTo>
                  <a:lnTo>
                    <a:pt x="3866692" y="656374"/>
                  </a:lnTo>
                  <a:lnTo>
                    <a:pt x="3864826" y="654507"/>
                  </a:lnTo>
                  <a:lnTo>
                    <a:pt x="3863708" y="654037"/>
                  </a:lnTo>
                  <a:lnTo>
                    <a:pt x="3861079" y="654037"/>
                  </a:lnTo>
                  <a:lnTo>
                    <a:pt x="3859949" y="654507"/>
                  </a:lnTo>
                  <a:lnTo>
                    <a:pt x="3858095" y="656374"/>
                  </a:lnTo>
                  <a:lnTo>
                    <a:pt x="3857625" y="657491"/>
                  </a:lnTo>
                  <a:lnTo>
                    <a:pt x="3857625" y="660120"/>
                  </a:lnTo>
                  <a:lnTo>
                    <a:pt x="3858095" y="661238"/>
                  </a:lnTo>
                  <a:lnTo>
                    <a:pt x="3859949" y="663105"/>
                  </a:lnTo>
                  <a:lnTo>
                    <a:pt x="3861079" y="663562"/>
                  </a:lnTo>
                  <a:lnTo>
                    <a:pt x="3863708" y="663562"/>
                  </a:lnTo>
                  <a:lnTo>
                    <a:pt x="3864826" y="663105"/>
                  </a:lnTo>
                  <a:lnTo>
                    <a:pt x="3866692" y="661238"/>
                  </a:lnTo>
                  <a:lnTo>
                    <a:pt x="3867150" y="660120"/>
                  </a:lnTo>
                  <a:lnTo>
                    <a:pt x="3867150" y="657491"/>
                  </a:lnTo>
                  <a:close/>
                </a:path>
                <a:path w="7391400" h="4057650">
                  <a:moveTo>
                    <a:pt x="3914775" y="4046804"/>
                  </a:moveTo>
                  <a:lnTo>
                    <a:pt x="3914317" y="4045686"/>
                  </a:lnTo>
                  <a:lnTo>
                    <a:pt x="3912451" y="4043819"/>
                  </a:lnTo>
                  <a:lnTo>
                    <a:pt x="3911333" y="4043349"/>
                  </a:lnTo>
                  <a:lnTo>
                    <a:pt x="3908704" y="4043349"/>
                  </a:lnTo>
                  <a:lnTo>
                    <a:pt x="3907574" y="4043819"/>
                  </a:lnTo>
                  <a:lnTo>
                    <a:pt x="3905720" y="4045686"/>
                  </a:lnTo>
                  <a:lnTo>
                    <a:pt x="3905250" y="4046804"/>
                  </a:lnTo>
                  <a:lnTo>
                    <a:pt x="3905250" y="4049433"/>
                  </a:lnTo>
                  <a:lnTo>
                    <a:pt x="3905720" y="4050550"/>
                  </a:lnTo>
                  <a:lnTo>
                    <a:pt x="3907574" y="4052417"/>
                  </a:lnTo>
                  <a:lnTo>
                    <a:pt x="3908704" y="4052874"/>
                  </a:lnTo>
                  <a:lnTo>
                    <a:pt x="3911333" y="4052874"/>
                  </a:lnTo>
                  <a:lnTo>
                    <a:pt x="3912451" y="4052417"/>
                  </a:lnTo>
                  <a:lnTo>
                    <a:pt x="3914317" y="4050550"/>
                  </a:lnTo>
                  <a:lnTo>
                    <a:pt x="3914775" y="4049433"/>
                  </a:lnTo>
                  <a:lnTo>
                    <a:pt x="3914775" y="4046804"/>
                  </a:lnTo>
                  <a:close/>
                </a:path>
                <a:path w="7391400" h="4057650">
                  <a:moveTo>
                    <a:pt x="3914775" y="2917037"/>
                  </a:moveTo>
                  <a:lnTo>
                    <a:pt x="3914317" y="2915907"/>
                  </a:lnTo>
                  <a:lnTo>
                    <a:pt x="3912451" y="2914053"/>
                  </a:lnTo>
                  <a:lnTo>
                    <a:pt x="3911333" y="2913583"/>
                  </a:lnTo>
                  <a:lnTo>
                    <a:pt x="3908704" y="2913583"/>
                  </a:lnTo>
                  <a:lnTo>
                    <a:pt x="3907574" y="2914053"/>
                  </a:lnTo>
                  <a:lnTo>
                    <a:pt x="3905720" y="2915907"/>
                  </a:lnTo>
                  <a:lnTo>
                    <a:pt x="3905250" y="2917037"/>
                  </a:lnTo>
                  <a:lnTo>
                    <a:pt x="3905250" y="2919666"/>
                  </a:lnTo>
                  <a:lnTo>
                    <a:pt x="3905720" y="2920784"/>
                  </a:lnTo>
                  <a:lnTo>
                    <a:pt x="3907574" y="2922651"/>
                  </a:lnTo>
                  <a:lnTo>
                    <a:pt x="3908704" y="2923108"/>
                  </a:lnTo>
                  <a:lnTo>
                    <a:pt x="3911333" y="2923108"/>
                  </a:lnTo>
                  <a:lnTo>
                    <a:pt x="3912451" y="2922651"/>
                  </a:lnTo>
                  <a:lnTo>
                    <a:pt x="3914317" y="2920784"/>
                  </a:lnTo>
                  <a:lnTo>
                    <a:pt x="3914775" y="2919666"/>
                  </a:lnTo>
                  <a:lnTo>
                    <a:pt x="3914775" y="2917037"/>
                  </a:lnTo>
                  <a:close/>
                </a:path>
                <a:path w="7391400" h="4057650">
                  <a:moveTo>
                    <a:pt x="3914775" y="1787258"/>
                  </a:moveTo>
                  <a:lnTo>
                    <a:pt x="3914317" y="1786140"/>
                  </a:lnTo>
                  <a:lnTo>
                    <a:pt x="3912451" y="1784273"/>
                  </a:lnTo>
                  <a:lnTo>
                    <a:pt x="3911333" y="1783816"/>
                  </a:lnTo>
                  <a:lnTo>
                    <a:pt x="3908704" y="1783816"/>
                  </a:lnTo>
                  <a:lnTo>
                    <a:pt x="3907574" y="1784273"/>
                  </a:lnTo>
                  <a:lnTo>
                    <a:pt x="3905720" y="1786140"/>
                  </a:lnTo>
                  <a:lnTo>
                    <a:pt x="3905250" y="1787258"/>
                  </a:lnTo>
                  <a:lnTo>
                    <a:pt x="3905250" y="1789887"/>
                  </a:lnTo>
                  <a:lnTo>
                    <a:pt x="3905720" y="1791017"/>
                  </a:lnTo>
                  <a:lnTo>
                    <a:pt x="3907574" y="1792871"/>
                  </a:lnTo>
                  <a:lnTo>
                    <a:pt x="3908704" y="1793341"/>
                  </a:lnTo>
                  <a:lnTo>
                    <a:pt x="3911333" y="1793341"/>
                  </a:lnTo>
                  <a:lnTo>
                    <a:pt x="3912451" y="1792871"/>
                  </a:lnTo>
                  <a:lnTo>
                    <a:pt x="3914317" y="1791017"/>
                  </a:lnTo>
                  <a:lnTo>
                    <a:pt x="3914775" y="1789887"/>
                  </a:lnTo>
                  <a:lnTo>
                    <a:pt x="3914775" y="1787258"/>
                  </a:lnTo>
                  <a:close/>
                </a:path>
                <a:path w="7391400" h="4057650">
                  <a:moveTo>
                    <a:pt x="3914775" y="657491"/>
                  </a:moveTo>
                  <a:lnTo>
                    <a:pt x="3914317" y="656374"/>
                  </a:lnTo>
                  <a:lnTo>
                    <a:pt x="3912451" y="654507"/>
                  </a:lnTo>
                  <a:lnTo>
                    <a:pt x="3911333" y="654037"/>
                  </a:lnTo>
                  <a:lnTo>
                    <a:pt x="3908704" y="654037"/>
                  </a:lnTo>
                  <a:lnTo>
                    <a:pt x="3907574" y="654507"/>
                  </a:lnTo>
                  <a:lnTo>
                    <a:pt x="3905720" y="656374"/>
                  </a:lnTo>
                  <a:lnTo>
                    <a:pt x="3905250" y="657491"/>
                  </a:lnTo>
                  <a:lnTo>
                    <a:pt x="3905250" y="660120"/>
                  </a:lnTo>
                  <a:lnTo>
                    <a:pt x="3905720" y="661238"/>
                  </a:lnTo>
                  <a:lnTo>
                    <a:pt x="3907574" y="663105"/>
                  </a:lnTo>
                  <a:lnTo>
                    <a:pt x="3908704" y="663562"/>
                  </a:lnTo>
                  <a:lnTo>
                    <a:pt x="3911333" y="663562"/>
                  </a:lnTo>
                  <a:lnTo>
                    <a:pt x="3912451" y="663105"/>
                  </a:lnTo>
                  <a:lnTo>
                    <a:pt x="3914317" y="661238"/>
                  </a:lnTo>
                  <a:lnTo>
                    <a:pt x="3914775" y="660120"/>
                  </a:lnTo>
                  <a:lnTo>
                    <a:pt x="3914775" y="657491"/>
                  </a:lnTo>
                  <a:close/>
                </a:path>
                <a:path w="7391400" h="4057650">
                  <a:moveTo>
                    <a:pt x="3962400" y="4046804"/>
                  </a:moveTo>
                  <a:lnTo>
                    <a:pt x="3961942" y="4045686"/>
                  </a:lnTo>
                  <a:lnTo>
                    <a:pt x="3960076" y="4043819"/>
                  </a:lnTo>
                  <a:lnTo>
                    <a:pt x="3958958" y="4043349"/>
                  </a:lnTo>
                  <a:lnTo>
                    <a:pt x="3956329" y="4043349"/>
                  </a:lnTo>
                  <a:lnTo>
                    <a:pt x="3955211" y="4043819"/>
                  </a:lnTo>
                  <a:lnTo>
                    <a:pt x="3953345" y="4045686"/>
                  </a:lnTo>
                  <a:lnTo>
                    <a:pt x="3952875" y="4046804"/>
                  </a:lnTo>
                  <a:lnTo>
                    <a:pt x="3952875" y="4049433"/>
                  </a:lnTo>
                  <a:lnTo>
                    <a:pt x="3953345" y="4050550"/>
                  </a:lnTo>
                  <a:lnTo>
                    <a:pt x="3955211" y="4052417"/>
                  </a:lnTo>
                  <a:lnTo>
                    <a:pt x="3956329" y="4052874"/>
                  </a:lnTo>
                  <a:lnTo>
                    <a:pt x="3958958" y="4052874"/>
                  </a:lnTo>
                  <a:lnTo>
                    <a:pt x="3960076" y="4052417"/>
                  </a:lnTo>
                  <a:lnTo>
                    <a:pt x="3961942" y="4050550"/>
                  </a:lnTo>
                  <a:lnTo>
                    <a:pt x="3962400" y="4049433"/>
                  </a:lnTo>
                  <a:lnTo>
                    <a:pt x="3962400" y="4046804"/>
                  </a:lnTo>
                  <a:close/>
                </a:path>
                <a:path w="7391400" h="4057650">
                  <a:moveTo>
                    <a:pt x="3962400" y="2917037"/>
                  </a:moveTo>
                  <a:lnTo>
                    <a:pt x="3961942" y="2915907"/>
                  </a:lnTo>
                  <a:lnTo>
                    <a:pt x="3960076" y="2914053"/>
                  </a:lnTo>
                  <a:lnTo>
                    <a:pt x="3958958" y="2913583"/>
                  </a:lnTo>
                  <a:lnTo>
                    <a:pt x="3956329" y="2913583"/>
                  </a:lnTo>
                  <a:lnTo>
                    <a:pt x="3955211" y="2914053"/>
                  </a:lnTo>
                  <a:lnTo>
                    <a:pt x="3953345" y="2915907"/>
                  </a:lnTo>
                  <a:lnTo>
                    <a:pt x="3952875" y="2917037"/>
                  </a:lnTo>
                  <a:lnTo>
                    <a:pt x="3952875" y="2919666"/>
                  </a:lnTo>
                  <a:lnTo>
                    <a:pt x="3953345" y="2920784"/>
                  </a:lnTo>
                  <a:lnTo>
                    <a:pt x="3955211" y="2922651"/>
                  </a:lnTo>
                  <a:lnTo>
                    <a:pt x="3956329" y="2923108"/>
                  </a:lnTo>
                  <a:lnTo>
                    <a:pt x="3958958" y="2923108"/>
                  </a:lnTo>
                  <a:lnTo>
                    <a:pt x="3960076" y="2922651"/>
                  </a:lnTo>
                  <a:lnTo>
                    <a:pt x="3961942" y="2920784"/>
                  </a:lnTo>
                  <a:lnTo>
                    <a:pt x="3962400" y="2919666"/>
                  </a:lnTo>
                  <a:lnTo>
                    <a:pt x="3962400" y="2917037"/>
                  </a:lnTo>
                  <a:close/>
                </a:path>
                <a:path w="7391400" h="4057650">
                  <a:moveTo>
                    <a:pt x="3962400" y="1787258"/>
                  </a:moveTo>
                  <a:lnTo>
                    <a:pt x="3961942" y="1786140"/>
                  </a:lnTo>
                  <a:lnTo>
                    <a:pt x="3960076" y="1784273"/>
                  </a:lnTo>
                  <a:lnTo>
                    <a:pt x="3958958" y="1783816"/>
                  </a:lnTo>
                  <a:lnTo>
                    <a:pt x="3956329" y="1783816"/>
                  </a:lnTo>
                  <a:lnTo>
                    <a:pt x="3955211" y="1784273"/>
                  </a:lnTo>
                  <a:lnTo>
                    <a:pt x="3953345" y="1786140"/>
                  </a:lnTo>
                  <a:lnTo>
                    <a:pt x="3952875" y="1787258"/>
                  </a:lnTo>
                  <a:lnTo>
                    <a:pt x="3952875" y="1789887"/>
                  </a:lnTo>
                  <a:lnTo>
                    <a:pt x="3953345" y="1791017"/>
                  </a:lnTo>
                  <a:lnTo>
                    <a:pt x="3955211" y="1792871"/>
                  </a:lnTo>
                  <a:lnTo>
                    <a:pt x="3956329" y="1793341"/>
                  </a:lnTo>
                  <a:lnTo>
                    <a:pt x="3958958" y="1793341"/>
                  </a:lnTo>
                  <a:lnTo>
                    <a:pt x="3960076" y="1792871"/>
                  </a:lnTo>
                  <a:lnTo>
                    <a:pt x="3961942" y="1791017"/>
                  </a:lnTo>
                  <a:lnTo>
                    <a:pt x="3962400" y="1789887"/>
                  </a:lnTo>
                  <a:lnTo>
                    <a:pt x="3962400" y="1787258"/>
                  </a:lnTo>
                  <a:close/>
                </a:path>
                <a:path w="7391400" h="4057650">
                  <a:moveTo>
                    <a:pt x="3962400" y="657491"/>
                  </a:moveTo>
                  <a:lnTo>
                    <a:pt x="3961942" y="656374"/>
                  </a:lnTo>
                  <a:lnTo>
                    <a:pt x="3960076" y="654507"/>
                  </a:lnTo>
                  <a:lnTo>
                    <a:pt x="3958958" y="654037"/>
                  </a:lnTo>
                  <a:lnTo>
                    <a:pt x="3956329" y="654037"/>
                  </a:lnTo>
                  <a:lnTo>
                    <a:pt x="3955211" y="654507"/>
                  </a:lnTo>
                  <a:lnTo>
                    <a:pt x="3953345" y="656374"/>
                  </a:lnTo>
                  <a:lnTo>
                    <a:pt x="3952875" y="657491"/>
                  </a:lnTo>
                  <a:lnTo>
                    <a:pt x="3952875" y="660120"/>
                  </a:lnTo>
                  <a:lnTo>
                    <a:pt x="3953345" y="661238"/>
                  </a:lnTo>
                  <a:lnTo>
                    <a:pt x="3955211" y="663105"/>
                  </a:lnTo>
                  <a:lnTo>
                    <a:pt x="3956329" y="663562"/>
                  </a:lnTo>
                  <a:lnTo>
                    <a:pt x="3958958" y="663562"/>
                  </a:lnTo>
                  <a:lnTo>
                    <a:pt x="3960076" y="663105"/>
                  </a:lnTo>
                  <a:lnTo>
                    <a:pt x="3961942" y="661238"/>
                  </a:lnTo>
                  <a:lnTo>
                    <a:pt x="3962400" y="660120"/>
                  </a:lnTo>
                  <a:lnTo>
                    <a:pt x="3962400" y="657491"/>
                  </a:lnTo>
                  <a:close/>
                </a:path>
                <a:path w="7391400" h="4057650">
                  <a:moveTo>
                    <a:pt x="4010025" y="4046804"/>
                  </a:moveTo>
                  <a:lnTo>
                    <a:pt x="4009567" y="4045686"/>
                  </a:lnTo>
                  <a:lnTo>
                    <a:pt x="4007701" y="4043819"/>
                  </a:lnTo>
                  <a:lnTo>
                    <a:pt x="4006583" y="4043349"/>
                  </a:lnTo>
                  <a:lnTo>
                    <a:pt x="4003954" y="4043349"/>
                  </a:lnTo>
                  <a:lnTo>
                    <a:pt x="4002824" y="4043819"/>
                  </a:lnTo>
                  <a:lnTo>
                    <a:pt x="4000970" y="4045686"/>
                  </a:lnTo>
                  <a:lnTo>
                    <a:pt x="4000500" y="4046804"/>
                  </a:lnTo>
                  <a:lnTo>
                    <a:pt x="4000500" y="4049433"/>
                  </a:lnTo>
                  <a:lnTo>
                    <a:pt x="4000970" y="4050550"/>
                  </a:lnTo>
                  <a:lnTo>
                    <a:pt x="4002824" y="4052417"/>
                  </a:lnTo>
                  <a:lnTo>
                    <a:pt x="4003954" y="4052874"/>
                  </a:lnTo>
                  <a:lnTo>
                    <a:pt x="4006583" y="4052874"/>
                  </a:lnTo>
                  <a:lnTo>
                    <a:pt x="4007701" y="4052417"/>
                  </a:lnTo>
                  <a:lnTo>
                    <a:pt x="4009567" y="4050550"/>
                  </a:lnTo>
                  <a:lnTo>
                    <a:pt x="4010025" y="4049433"/>
                  </a:lnTo>
                  <a:lnTo>
                    <a:pt x="4010025" y="4046804"/>
                  </a:lnTo>
                  <a:close/>
                </a:path>
                <a:path w="7391400" h="4057650">
                  <a:moveTo>
                    <a:pt x="4010025" y="2917037"/>
                  </a:moveTo>
                  <a:lnTo>
                    <a:pt x="4009567" y="2915907"/>
                  </a:lnTo>
                  <a:lnTo>
                    <a:pt x="4007701" y="2914053"/>
                  </a:lnTo>
                  <a:lnTo>
                    <a:pt x="4006583" y="2913583"/>
                  </a:lnTo>
                  <a:lnTo>
                    <a:pt x="4003954" y="2913583"/>
                  </a:lnTo>
                  <a:lnTo>
                    <a:pt x="4002824" y="2914053"/>
                  </a:lnTo>
                  <a:lnTo>
                    <a:pt x="4000970" y="2915907"/>
                  </a:lnTo>
                  <a:lnTo>
                    <a:pt x="4000500" y="2917037"/>
                  </a:lnTo>
                  <a:lnTo>
                    <a:pt x="4000500" y="2919666"/>
                  </a:lnTo>
                  <a:lnTo>
                    <a:pt x="4000970" y="2920784"/>
                  </a:lnTo>
                  <a:lnTo>
                    <a:pt x="4002824" y="2922651"/>
                  </a:lnTo>
                  <a:lnTo>
                    <a:pt x="4003954" y="2923108"/>
                  </a:lnTo>
                  <a:lnTo>
                    <a:pt x="4006583" y="2923108"/>
                  </a:lnTo>
                  <a:lnTo>
                    <a:pt x="4007701" y="2922651"/>
                  </a:lnTo>
                  <a:lnTo>
                    <a:pt x="4009567" y="2920784"/>
                  </a:lnTo>
                  <a:lnTo>
                    <a:pt x="4010025" y="2919666"/>
                  </a:lnTo>
                  <a:lnTo>
                    <a:pt x="4010025" y="2917037"/>
                  </a:lnTo>
                  <a:close/>
                </a:path>
                <a:path w="7391400" h="4057650">
                  <a:moveTo>
                    <a:pt x="4010025" y="1787258"/>
                  </a:moveTo>
                  <a:lnTo>
                    <a:pt x="4009567" y="1786140"/>
                  </a:lnTo>
                  <a:lnTo>
                    <a:pt x="4007701" y="1784273"/>
                  </a:lnTo>
                  <a:lnTo>
                    <a:pt x="4006583" y="1783816"/>
                  </a:lnTo>
                  <a:lnTo>
                    <a:pt x="4003954" y="1783816"/>
                  </a:lnTo>
                  <a:lnTo>
                    <a:pt x="4002824" y="1784273"/>
                  </a:lnTo>
                  <a:lnTo>
                    <a:pt x="4000970" y="1786140"/>
                  </a:lnTo>
                  <a:lnTo>
                    <a:pt x="4000500" y="1787258"/>
                  </a:lnTo>
                  <a:lnTo>
                    <a:pt x="4000500" y="1789887"/>
                  </a:lnTo>
                  <a:lnTo>
                    <a:pt x="4000970" y="1791017"/>
                  </a:lnTo>
                  <a:lnTo>
                    <a:pt x="4002824" y="1792871"/>
                  </a:lnTo>
                  <a:lnTo>
                    <a:pt x="4003954" y="1793341"/>
                  </a:lnTo>
                  <a:lnTo>
                    <a:pt x="4006583" y="1793341"/>
                  </a:lnTo>
                  <a:lnTo>
                    <a:pt x="4007701" y="1792871"/>
                  </a:lnTo>
                  <a:lnTo>
                    <a:pt x="4009567" y="1791017"/>
                  </a:lnTo>
                  <a:lnTo>
                    <a:pt x="4010025" y="1789887"/>
                  </a:lnTo>
                  <a:lnTo>
                    <a:pt x="4010025" y="1787258"/>
                  </a:lnTo>
                  <a:close/>
                </a:path>
                <a:path w="7391400" h="4057650">
                  <a:moveTo>
                    <a:pt x="4010025" y="657491"/>
                  </a:moveTo>
                  <a:lnTo>
                    <a:pt x="4009567" y="656374"/>
                  </a:lnTo>
                  <a:lnTo>
                    <a:pt x="4007701" y="654507"/>
                  </a:lnTo>
                  <a:lnTo>
                    <a:pt x="4006583" y="654037"/>
                  </a:lnTo>
                  <a:lnTo>
                    <a:pt x="4003954" y="654037"/>
                  </a:lnTo>
                  <a:lnTo>
                    <a:pt x="4002824" y="654507"/>
                  </a:lnTo>
                  <a:lnTo>
                    <a:pt x="4000970" y="656374"/>
                  </a:lnTo>
                  <a:lnTo>
                    <a:pt x="4000500" y="657491"/>
                  </a:lnTo>
                  <a:lnTo>
                    <a:pt x="4000500" y="660120"/>
                  </a:lnTo>
                  <a:lnTo>
                    <a:pt x="4000970" y="661238"/>
                  </a:lnTo>
                  <a:lnTo>
                    <a:pt x="4002824" y="663105"/>
                  </a:lnTo>
                  <a:lnTo>
                    <a:pt x="4003954" y="663562"/>
                  </a:lnTo>
                  <a:lnTo>
                    <a:pt x="4006583" y="663562"/>
                  </a:lnTo>
                  <a:lnTo>
                    <a:pt x="4007701" y="663105"/>
                  </a:lnTo>
                  <a:lnTo>
                    <a:pt x="4009567" y="661238"/>
                  </a:lnTo>
                  <a:lnTo>
                    <a:pt x="4010025" y="660120"/>
                  </a:lnTo>
                  <a:lnTo>
                    <a:pt x="4010025" y="657491"/>
                  </a:lnTo>
                  <a:close/>
                </a:path>
                <a:path w="7391400" h="4057650">
                  <a:moveTo>
                    <a:pt x="4057650" y="4046804"/>
                  </a:moveTo>
                  <a:lnTo>
                    <a:pt x="4057192" y="4045686"/>
                  </a:lnTo>
                  <a:lnTo>
                    <a:pt x="4055326" y="4043819"/>
                  </a:lnTo>
                  <a:lnTo>
                    <a:pt x="4054208" y="4043349"/>
                  </a:lnTo>
                  <a:lnTo>
                    <a:pt x="4051579" y="4043349"/>
                  </a:lnTo>
                  <a:lnTo>
                    <a:pt x="4050461" y="4043819"/>
                  </a:lnTo>
                  <a:lnTo>
                    <a:pt x="4048595" y="4045686"/>
                  </a:lnTo>
                  <a:lnTo>
                    <a:pt x="4048125" y="4046804"/>
                  </a:lnTo>
                  <a:lnTo>
                    <a:pt x="4048125" y="4049433"/>
                  </a:lnTo>
                  <a:lnTo>
                    <a:pt x="4048595" y="4050550"/>
                  </a:lnTo>
                  <a:lnTo>
                    <a:pt x="4050461" y="4052417"/>
                  </a:lnTo>
                  <a:lnTo>
                    <a:pt x="4051579" y="4052874"/>
                  </a:lnTo>
                  <a:lnTo>
                    <a:pt x="4054208" y="4052874"/>
                  </a:lnTo>
                  <a:lnTo>
                    <a:pt x="4055326" y="4052417"/>
                  </a:lnTo>
                  <a:lnTo>
                    <a:pt x="4057192" y="4050550"/>
                  </a:lnTo>
                  <a:lnTo>
                    <a:pt x="4057650" y="4049433"/>
                  </a:lnTo>
                  <a:lnTo>
                    <a:pt x="4057650" y="4046804"/>
                  </a:lnTo>
                  <a:close/>
                </a:path>
                <a:path w="7391400" h="4057650">
                  <a:moveTo>
                    <a:pt x="4057650" y="2917037"/>
                  </a:moveTo>
                  <a:lnTo>
                    <a:pt x="4057192" y="2915907"/>
                  </a:lnTo>
                  <a:lnTo>
                    <a:pt x="4055326" y="2914053"/>
                  </a:lnTo>
                  <a:lnTo>
                    <a:pt x="4054208" y="2913583"/>
                  </a:lnTo>
                  <a:lnTo>
                    <a:pt x="4051579" y="2913583"/>
                  </a:lnTo>
                  <a:lnTo>
                    <a:pt x="4050461" y="2914053"/>
                  </a:lnTo>
                  <a:lnTo>
                    <a:pt x="4048595" y="2915907"/>
                  </a:lnTo>
                  <a:lnTo>
                    <a:pt x="4048125" y="2917037"/>
                  </a:lnTo>
                  <a:lnTo>
                    <a:pt x="4048125" y="2919666"/>
                  </a:lnTo>
                  <a:lnTo>
                    <a:pt x="4048595" y="2920784"/>
                  </a:lnTo>
                  <a:lnTo>
                    <a:pt x="4050461" y="2922651"/>
                  </a:lnTo>
                  <a:lnTo>
                    <a:pt x="4051579" y="2923108"/>
                  </a:lnTo>
                  <a:lnTo>
                    <a:pt x="4054208" y="2923108"/>
                  </a:lnTo>
                  <a:lnTo>
                    <a:pt x="4055326" y="2922651"/>
                  </a:lnTo>
                  <a:lnTo>
                    <a:pt x="4057192" y="2920784"/>
                  </a:lnTo>
                  <a:lnTo>
                    <a:pt x="4057650" y="2919666"/>
                  </a:lnTo>
                  <a:lnTo>
                    <a:pt x="4057650" y="2917037"/>
                  </a:lnTo>
                  <a:close/>
                </a:path>
                <a:path w="7391400" h="4057650">
                  <a:moveTo>
                    <a:pt x="4057650" y="1787258"/>
                  </a:moveTo>
                  <a:lnTo>
                    <a:pt x="4057192" y="1786140"/>
                  </a:lnTo>
                  <a:lnTo>
                    <a:pt x="4055326" y="1784273"/>
                  </a:lnTo>
                  <a:lnTo>
                    <a:pt x="4054208" y="1783816"/>
                  </a:lnTo>
                  <a:lnTo>
                    <a:pt x="4051579" y="1783816"/>
                  </a:lnTo>
                  <a:lnTo>
                    <a:pt x="4050461" y="1784273"/>
                  </a:lnTo>
                  <a:lnTo>
                    <a:pt x="4048595" y="1786140"/>
                  </a:lnTo>
                  <a:lnTo>
                    <a:pt x="4048125" y="1787258"/>
                  </a:lnTo>
                  <a:lnTo>
                    <a:pt x="4048125" y="1789887"/>
                  </a:lnTo>
                  <a:lnTo>
                    <a:pt x="4048595" y="1791017"/>
                  </a:lnTo>
                  <a:lnTo>
                    <a:pt x="4050461" y="1792871"/>
                  </a:lnTo>
                  <a:lnTo>
                    <a:pt x="4051579" y="1793341"/>
                  </a:lnTo>
                  <a:lnTo>
                    <a:pt x="4054208" y="1793341"/>
                  </a:lnTo>
                  <a:lnTo>
                    <a:pt x="4055326" y="1792871"/>
                  </a:lnTo>
                  <a:lnTo>
                    <a:pt x="4057192" y="1791017"/>
                  </a:lnTo>
                  <a:lnTo>
                    <a:pt x="4057650" y="1789887"/>
                  </a:lnTo>
                  <a:lnTo>
                    <a:pt x="4057650" y="1787258"/>
                  </a:lnTo>
                  <a:close/>
                </a:path>
                <a:path w="7391400" h="4057650">
                  <a:moveTo>
                    <a:pt x="4057650" y="657491"/>
                  </a:moveTo>
                  <a:lnTo>
                    <a:pt x="4057192" y="656374"/>
                  </a:lnTo>
                  <a:lnTo>
                    <a:pt x="4055326" y="654507"/>
                  </a:lnTo>
                  <a:lnTo>
                    <a:pt x="4054208" y="654037"/>
                  </a:lnTo>
                  <a:lnTo>
                    <a:pt x="4051579" y="654037"/>
                  </a:lnTo>
                  <a:lnTo>
                    <a:pt x="4050461" y="654507"/>
                  </a:lnTo>
                  <a:lnTo>
                    <a:pt x="4048595" y="656374"/>
                  </a:lnTo>
                  <a:lnTo>
                    <a:pt x="4048125" y="657491"/>
                  </a:lnTo>
                  <a:lnTo>
                    <a:pt x="4048125" y="660120"/>
                  </a:lnTo>
                  <a:lnTo>
                    <a:pt x="4048595" y="661238"/>
                  </a:lnTo>
                  <a:lnTo>
                    <a:pt x="4050461" y="663105"/>
                  </a:lnTo>
                  <a:lnTo>
                    <a:pt x="4051579" y="663562"/>
                  </a:lnTo>
                  <a:lnTo>
                    <a:pt x="4054208" y="663562"/>
                  </a:lnTo>
                  <a:lnTo>
                    <a:pt x="4055326" y="663105"/>
                  </a:lnTo>
                  <a:lnTo>
                    <a:pt x="4057192" y="661238"/>
                  </a:lnTo>
                  <a:lnTo>
                    <a:pt x="4057650" y="660120"/>
                  </a:lnTo>
                  <a:lnTo>
                    <a:pt x="4057650" y="657491"/>
                  </a:lnTo>
                  <a:close/>
                </a:path>
                <a:path w="7391400" h="4057650">
                  <a:moveTo>
                    <a:pt x="4105275" y="4046804"/>
                  </a:moveTo>
                  <a:lnTo>
                    <a:pt x="4104817" y="4045686"/>
                  </a:lnTo>
                  <a:lnTo>
                    <a:pt x="4102951" y="4043819"/>
                  </a:lnTo>
                  <a:lnTo>
                    <a:pt x="4101833" y="4043349"/>
                  </a:lnTo>
                  <a:lnTo>
                    <a:pt x="4099204" y="4043349"/>
                  </a:lnTo>
                  <a:lnTo>
                    <a:pt x="4098086" y="4043819"/>
                  </a:lnTo>
                  <a:lnTo>
                    <a:pt x="4096220" y="4045686"/>
                  </a:lnTo>
                  <a:lnTo>
                    <a:pt x="4095750" y="4046804"/>
                  </a:lnTo>
                  <a:lnTo>
                    <a:pt x="4095750" y="4049433"/>
                  </a:lnTo>
                  <a:lnTo>
                    <a:pt x="4096220" y="4050550"/>
                  </a:lnTo>
                  <a:lnTo>
                    <a:pt x="4098086" y="4052417"/>
                  </a:lnTo>
                  <a:lnTo>
                    <a:pt x="4099204" y="4052874"/>
                  </a:lnTo>
                  <a:lnTo>
                    <a:pt x="4101833" y="4052874"/>
                  </a:lnTo>
                  <a:lnTo>
                    <a:pt x="4102951" y="4052417"/>
                  </a:lnTo>
                  <a:lnTo>
                    <a:pt x="4104817" y="4050550"/>
                  </a:lnTo>
                  <a:lnTo>
                    <a:pt x="4105275" y="4049433"/>
                  </a:lnTo>
                  <a:lnTo>
                    <a:pt x="4105275" y="4046804"/>
                  </a:lnTo>
                  <a:close/>
                </a:path>
                <a:path w="7391400" h="4057650">
                  <a:moveTo>
                    <a:pt x="4105275" y="2917037"/>
                  </a:moveTo>
                  <a:lnTo>
                    <a:pt x="4104817" y="2915907"/>
                  </a:lnTo>
                  <a:lnTo>
                    <a:pt x="4102951" y="2914053"/>
                  </a:lnTo>
                  <a:lnTo>
                    <a:pt x="4101833" y="2913583"/>
                  </a:lnTo>
                  <a:lnTo>
                    <a:pt x="4099204" y="2913583"/>
                  </a:lnTo>
                  <a:lnTo>
                    <a:pt x="4098086" y="2914053"/>
                  </a:lnTo>
                  <a:lnTo>
                    <a:pt x="4096220" y="2915907"/>
                  </a:lnTo>
                  <a:lnTo>
                    <a:pt x="4095750" y="2917037"/>
                  </a:lnTo>
                  <a:lnTo>
                    <a:pt x="4095750" y="2919666"/>
                  </a:lnTo>
                  <a:lnTo>
                    <a:pt x="4096220" y="2920784"/>
                  </a:lnTo>
                  <a:lnTo>
                    <a:pt x="4098086" y="2922651"/>
                  </a:lnTo>
                  <a:lnTo>
                    <a:pt x="4099204" y="2923108"/>
                  </a:lnTo>
                  <a:lnTo>
                    <a:pt x="4101833" y="2923108"/>
                  </a:lnTo>
                  <a:lnTo>
                    <a:pt x="4102951" y="2922651"/>
                  </a:lnTo>
                  <a:lnTo>
                    <a:pt x="4104817" y="2920784"/>
                  </a:lnTo>
                  <a:lnTo>
                    <a:pt x="4105275" y="2919666"/>
                  </a:lnTo>
                  <a:lnTo>
                    <a:pt x="4105275" y="2917037"/>
                  </a:lnTo>
                  <a:close/>
                </a:path>
                <a:path w="7391400" h="4057650">
                  <a:moveTo>
                    <a:pt x="4105275" y="1787258"/>
                  </a:moveTo>
                  <a:lnTo>
                    <a:pt x="4104817" y="1786140"/>
                  </a:lnTo>
                  <a:lnTo>
                    <a:pt x="4102951" y="1784273"/>
                  </a:lnTo>
                  <a:lnTo>
                    <a:pt x="4101833" y="1783816"/>
                  </a:lnTo>
                  <a:lnTo>
                    <a:pt x="4099204" y="1783816"/>
                  </a:lnTo>
                  <a:lnTo>
                    <a:pt x="4098086" y="1784273"/>
                  </a:lnTo>
                  <a:lnTo>
                    <a:pt x="4096220" y="1786140"/>
                  </a:lnTo>
                  <a:lnTo>
                    <a:pt x="4095750" y="1787258"/>
                  </a:lnTo>
                  <a:lnTo>
                    <a:pt x="4095750" y="1789887"/>
                  </a:lnTo>
                  <a:lnTo>
                    <a:pt x="4096220" y="1791017"/>
                  </a:lnTo>
                  <a:lnTo>
                    <a:pt x="4098086" y="1792871"/>
                  </a:lnTo>
                  <a:lnTo>
                    <a:pt x="4099204" y="1793341"/>
                  </a:lnTo>
                  <a:lnTo>
                    <a:pt x="4101833" y="1793341"/>
                  </a:lnTo>
                  <a:lnTo>
                    <a:pt x="4102951" y="1792871"/>
                  </a:lnTo>
                  <a:lnTo>
                    <a:pt x="4104817" y="1791017"/>
                  </a:lnTo>
                  <a:lnTo>
                    <a:pt x="4105275" y="1789887"/>
                  </a:lnTo>
                  <a:lnTo>
                    <a:pt x="4105275" y="1787258"/>
                  </a:lnTo>
                  <a:close/>
                </a:path>
                <a:path w="7391400" h="4057650">
                  <a:moveTo>
                    <a:pt x="4105275" y="657491"/>
                  </a:moveTo>
                  <a:lnTo>
                    <a:pt x="4104817" y="656374"/>
                  </a:lnTo>
                  <a:lnTo>
                    <a:pt x="4102951" y="654507"/>
                  </a:lnTo>
                  <a:lnTo>
                    <a:pt x="4101833" y="654037"/>
                  </a:lnTo>
                  <a:lnTo>
                    <a:pt x="4099204" y="654037"/>
                  </a:lnTo>
                  <a:lnTo>
                    <a:pt x="4098086" y="654507"/>
                  </a:lnTo>
                  <a:lnTo>
                    <a:pt x="4096220" y="656374"/>
                  </a:lnTo>
                  <a:lnTo>
                    <a:pt x="4095750" y="657491"/>
                  </a:lnTo>
                  <a:lnTo>
                    <a:pt x="4095750" y="660120"/>
                  </a:lnTo>
                  <a:lnTo>
                    <a:pt x="4096220" y="661238"/>
                  </a:lnTo>
                  <a:lnTo>
                    <a:pt x="4098086" y="663105"/>
                  </a:lnTo>
                  <a:lnTo>
                    <a:pt x="4099204" y="663562"/>
                  </a:lnTo>
                  <a:lnTo>
                    <a:pt x="4101833" y="663562"/>
                  </a:lnTo>
                  <a:lnTo>
                    <a:pt x="4102951" y="663105"/>
                  </a:lnTo>
                  <a:lnTo>
                    <a:pt x="4104817" y="661238"/>
                  </a:lnTo>
                  <a:lnTo>
                    <a:pt x="4105275" y="660120"/>
                  </a:lnTo>
                  <a:lnTo>
                    <a:pt x="4105275" y="657491"/>
                  </a:lnTo>
                  <a:close/>
                </a:path>
                <a:path w="7391400" h="4057650">
                  <a:moveTo>
                    <a:pt x="4152900" y="4046804"/>
                  </a:moveTo>
                  <a:lnTo>
                    <a:pt x="4152442" y="4045686"/>
                  </a:lnTo>
                  <a:lnTo>
                    <a:pt x="4150576" y="4043819"/>
                  </a:lnTo>
                  <a:lnTo>
                    <a:pt x="4149458" y="4043349"/>
                  </a:lnTo>
                  <a:lnTo>
                    <a:pt x="4146829" y="4043349"/>
                  </a:lnTo>
                  <a:lnTo>
                    <a:pt x="4145699" y="4043819"/>
                  </a:lnTo>
                  <a:lnTo>
                    <a:pt x="4143845" y="4045686"/>
                  </a:lnTo>
                  <a:lnTo>
                    <a:pt x="4143375" y="4046804"/>
                  </a:lnTo>
                  <a:lnTo>
                    <a:pt x="4143375" y="4049433"/>
                  </a:lnTo>
                  <a:lnTo>
                    <a:pt x="4143845" y="4050550"/>
                  </a:lnTo>
                  <a:lnTo>
                    <a:pt x="4145699" y="4052417"/>
                  </a:lnTo>
                  <a:lnTo>
                    <a:pt x="4146829" y="4052874"/>
                  </a:lnTo>
                  <a:lnTo>
                    <a:pt x="4149458" y="4052874"/>
                  </a:lnTo>
                  <a:lnTo>
                    <a:pt x="4150576" y="4052417"/>
                  </a:lnTo>
                  <a:lnTo>
                    <a:pt x="4152442" y="4050550"/>
                  </a:lnTo>
                  <a:lnTo>
                    <a:pt x="4152900" y="4049433"/>
                  </a:lnTo>
                  <a:lnTo>
                    <a:pt x="4152900" y="4046804"/>
                  </a:lnTo>
                  <a:close/>
                </a:path>
                <a:path w="7391400" h="4057650">
                  <a:moveTo>
                    <a:pt x="4152900" y="2917037"/>
                  </a:moveTo>
                  <a:lnTo>
                    <a:pt x="4152442" y="2915907"/>
                  </a:lnTo>
                  <a:lnTo>
                    <a:pt x="4150576" y="2914053"/>
                  </a:lnTo>
                  <a:lnTo>
                    <a:pt x="4149458" y="2913583"/>
                  </a:lnTo>
                  <a:lnTo>
                    <a:pt x="4146829" y="2913583"/>
                  </a:lnTo>
                  <a:lnTo>
                    <a:pt x="4145699" y="2914053"/>
                  </a:lnTo>
                  <a:lnTo>
                    <a:pt x="4143845" y="2915907"/>
                  </a:lnTo>
                  <a:lnTo>
                    <a:pt x="4143375" y="2917037"/>
                  </a:lnTo>
                  <a:lnTo>
                    <a:pt x="4143375" y="2919666"/>
                  </a:lnTo>
                  <a:lnTo>
                    <a:pt x="4143845" y="2920784"/>
                  </a:lnTo>
                  <a:lnTo>
                    <a:pt x="4145699" y="2922651"/>
                  </a:lnTo>
                  <a:lnTo>
                    <a:pt x="4146829" y="2923108"/>
                  </a:lnTo>
                  <a:lnTo>
                    <a:pt x="4149458" y="2923108"/>
                  </a:lnTo>
                  <a:lnTo>
                    <a:pt x="4150576" y="2922651"/>
                  </a:lnTo>
                  <a:lnTo>
                    <a:pt x="4152442" y="2920784"/>
                  </a:lnTo>
                  <a:lnTo>
                    <a:pt x="4152900" y="2919666"/>
                  </a:lnTo>
                  <a:lnTo>
                    <a:pt x="4152900" y="2917037"/>
                  </a:lnTo>
                  <a:close/>
                </a:path>
                <a:path w="7391400" h="4057650">
                  <a:moveTo>
                    <a:pt x="4152900" y="1787258"/>
                  </a:moveTo>
                  <a:lnTo>
                    <a:pt x="4152442" y="1786140"/>
                  </a:lnTo>
                  <a:lnTo>
                    <a:pt x="4150576" y="1784273"/>
                  </a:lnTo>
                  <a:lnTo>
                    <a:pt x="4149458" y="1783816"/>
                  </a:lnTo>
                  <a:lnTo>
                    <a:pt x="4146829" y="1783816"/>
                  </a:lnTo>
                  <a:lnTo>
                    <a:pt x="4145699" y="1784273"/>
                  </a:lnTo>
                  <a:lnTo>
                    <a:pt x="4143845" y="1786140"/>
                  </a:lnTo>
                  <a:lnTo>
                    <a:pt x="4143375" y="1787258"/>
                  </a:lnTo>
                  <a:lnTo>
                    <a:pt x="4143375" y="1789887"/>
                  </a:lnTo>
                  <a:lnTo>
                    <a:pt x="4143845" y="1791017"/>
                  </a:lnTo>
                  <a:lnTo>
                    <a:pt x="4145699" y="1792871"/>
                  </a:lnTo>
                  <a:lnTo>
                    <a:pt x="4146829" y="1793341"/>
                  </a:lnTo>
                  <a:lnTo>
                    <a:pt x="4149458" y="1793341"/>
                  </a:lnTo>
                  <a:lnTo>
                    <a:pt x="4150576" y="1792871"/>
                  </a:lnTo>
                  <a:lnTo>
                    <a:pt x="4152442" y="1791017"/>
                  </a:lnTo>
                  <a:lnTo>
                    <a:pt x="4152900" y="1789887"/>
                  </a:lnTo>
                  <a:lnTo>
                    <a:pt x="4152900" y="1787258"/>
                  </a:lnTo>
                  <a:close/>
                </a:path>
                <a:path w="7391400" h="4057650">
                  <a:moveTo>
                    <a:pt x="4152900" y="657491"/>
                  </a:moveTo>
                  <a:lnTo>
                    <a:pt x="4152442" y="656374"/>
                  </a:lnTo>
                  <a:lnTo>
                    <a:pt x="4150576" y="654507"/>
                  </a:lnTo>
                  <a:lnTo>
                    <a:pt x="4149458" y="654037"/>
                  </a:lnTo>
                  <a:lnTo>
                    <a:pt x="4146829" y="654037"/>
                  </a:lnTo>
                  <a:lnTo>
                    <a:pt x="4145699" y="654507"/>
                  </a:lnTo>
                  <a:lnTo>
                    <a:pt x="4143845" y="656374"/>
                  </a:lnTo>
                  <a:lnTo>
                    <a:pt x="4143375" y="657491"/>
                  </a:lnTo>
                  <a:lnTo>
                    <a:pt x="4143375" y="660120"/>
                  </a:lnTo>
                  <a:lnTo>
                    <a:pt x="4143845" y="661238"/>
                  </a:lnTo>
                  <a:lnTo>
                    <a:pt x="4145699" y="663105"/>
                  </a:lnTo>
                  <a:lnTo>
                    <a:pt x="4146829" y="663562"/>
                  </a:lnTo>
                  <a:lnTo>
                    <a:pt x="4149458" y="663562"/>
                  </a:lnTo>
                  <a:lnTo>
                    <a:pt x="4150576" y="663105"/>
                  </a:lnTo>
                  <a:lnTo>
                    <a:pt x="4152442" y="661238"/>
                  </a:lnTo>
                  <a:lnTo>
                    <a:pt x="4152900" y="660120"/>
                  </a:lnTo>
                  <a:lnTo>
                    <a:pt x="4152900" y="657491"/>
                  </a:lnTo>
                  <a:close/>
                </a:path>
                <a:path w="7391400" h="4057650">
                  <a:moveTo>
                    <a:pt x="4200525" y="4046804"/>
                  </a:moveTo>
                  <a:lnTo>
                    <a:pt x="4200067" y="4045686"/>
                  </a:lnTo>
                  <a:lnTo>
                    <a:pt x="4198201" y="4043819"/>
                  </a:lnTo>
                  <a:lnTo>
                    <a:pt x="4197083" y="4043349"/>
                  </a:lnTo>
                  <a:lnTo>
                    <a:pt x="4194454" y="4043349"/>
                  </a:lnTo>
                  <a:lnTo>
                    <a:pt x="4193336" y="4043819"/>
                  </a:lnTo>
                  <a:lnTo>
                    <a:pt x="4191470" y="4045686"/>
                  </a:lnTo>
                  <a:lnTo>
                    <a:pt x="4191000" y="4046804"/>
                  </a:lnTo>
                  <a:lnTo>
                    <a:pt x="4191000" y="4049433"/>
                  </a:lnTo>
                  <a:lnTo>
                    <a:pt x="4191470" y="4050550"/>
                  </a:lnTo>
                  <a:lnTo>
                    <a:pt x="4193336" y="4052417"/>
                  </a:lnTo>
                  <a:lnTo>
                    <a:pt x="4194454" y="4052874"/>
                  </a:lnTo>
                  <a:lnTo>
                    <a:pt x="4197083" y="4052874"/>
                  </a:lnTo>
                  <a:lnTo>
                    <a:pt x="4198201" y="4052417"/>
                  </a:lnTo>
                  <a:lnTo>
                    <a:pt x="4200067" y="4050550"/>
                  </a:lnTo>
                  <a:lnTo>
                    <a:pt x="4200525" y="4049433"/>
                  </a:lnTo>
                  <a:lnTo>
                    <a:pt x="4200525" y="4046804"/>
                  </a:lnTo>
                  <a:close/>
                </a:path>
                <a:path w="7391400" h="4057650">
                  <a:moveTo>
                    <a:pt x="4200525" y="2917037"/>
                  </a:moveTo>
                  <a:lnTo>
                    <a:pt x="4200067" y="2915907"/>
                  </a:lnTo>
                  <a:lnTo>
                    <a:pt x="4198201" y="2914053"/>
                  </a:lnTo>
                  <a:lnTo>
                    <a:pt x="4197083" y="2913583"/>
                  </a:lnTo>
                  <a:lnTo>
                    <a:pt x="4194454" y="2913583"/>
                  </a:lnTo>
                  <a:lnTo>
                    <a:pt x="4193336" y="2914053"/>
                  </a:lnTo>
                  <a:lnTo>
                    <a:pt x="4191470" y="2915907"/>
                  </a:lnTo>
                  <a:lnTo>
                    <a:pt x="4191000" y="2917037"/>
                  </a:lnTo>
                  <a:lnTo>
                    <a:pt x="4191000" y="2919666"/>
                  </a:lnTo>
                  <a:lnTo>
                    <a:pt x="4191470" y="2920784"/>
                  </a:lnTo>
                  <a:lnTo>
                    <a:pt x="4193336" y="2922651"/>
                  </a:lnTo>
                  <a:lnTo>
                    <a:pt x="4194454" y="2923108"/>
                  </a:lnTo>
                  <a:lnTo>
                    <a:pt x="4197083" y="2923108"/>
                  </a:lnTo>
                  <a:lnTo>
                    <a:pt x="4198201" y="2922651"/>
                  </a:lnTo>
                  <a:lnTo>
                    <a:pt x="4200067" y="2920784"/>
                  </a:lnTo>
                  <a:lnTo>
                    <a:pt x="4200525" y="2919666"/>
                  </a:lnTo>
                  <a:lnTo>
                    <a:pt x="4200525" y="2917037"/>
                  </a:lnTo>
                  <a:close/>
                </a:path>
                <a:path w="7391400" h="4057650">
                  <a:moveTo>
                    <a:pt x="4200525" y="1787258"/>
                  </a:moveTo>
                  <a:lnTo>
                    <a:pt x="4200067" y="1786140"/>
                  </a:lnTo>
                  <a:lnTo>
                    <a:pt x="4198201" y="1784273"/>
                  </a:lnTo>
                  <a:lnTo>
                    <a:pt x="4197083" y="1783816"/>
                  </a:lnTo>
                  <a:lnTo>
                    <a:pt x="4194454" y="1783816"/>
                  </a:lnTo>
                  <a:lnTo>
                    <a:pt x="4193336" y="1784273"/>
                  </a:lnTo>
                  <a:lnTo>
                    <a:pt x="4191470" y="1786140"/>
                  </a:lnTo>
                  <a:lnTo>
                    <a:pt x="4191000" y="1787258"/>
                  </a:lnTo>
                  <a:lnTo>
                    <a:pt x="4191000" y="1789887"/>
                  </a:lnTo>
                  <a:lnTo>
                    <a:pt x="4191470" y="1791017"/>
                  </a:lnTo>
                  <a:lnTo>
                    <a:pt x="4193336" y="1792871"/>
                  </a:lnTo>
                  <a:lnTo>
                    <a:pt x="4194454" y="1793341"/>
                  </a:lnTo>
                  <a:lnTo>
                    <a:pt x="4197083" y="1793341"/>
                  </a:lnTo>
                  <a:lnTo>
                    <a:pt x="4198201" y="1792871"/>
                  </a:lnTo>
                  <a:lnTo>
                    <a:pt x="4200067" y="1791017"/>
                  </a:lnTo>
                  <a:lnTo>
                    <a:pt x="4200525" y="1789887"/>
                  </a:lnTo>
                  <a:lnTo>
                    <a:pt x="4200525" y="1787258"/>
                  </a:lnTo>
                  <a:close/>
                </a:path>
                <a:path w="7391400" h="4057650">
                  <a:moveTo>
                    <a:pt x="4200525" y="657491"/>
                  </a:moveTo>
                  <a:lnTo>
                    <a:pt x="4200067" y="656374"/>
                  </a:lnTo>
                  <a:lnTo>
                    <a:pt x="4198201" y="654507"/>
                  </a:lnTo>
                  <a:lnTo>
                    <a:pt x="4197083" y="654037"/>
                  </a:lnTo>
                  <a:lnTo>
                    <a:pt x="4194454" y="654037"/>
                  </a:lnTo>
                  <a:lnTo>
                    <a:pt x="4193336" y="654507"/>
                  </a:lnTo>
                  <a:lnTo>
                    <a:pt x="4191470" y="656374"/>
                  </a:lnTo>
                  <a:lnTo>
                    <a:pt x="4191000" y="657491"/>
                  </a:lnTo>
                  <a:lnTo>
                    <a:pt x="4191000" y="660120"/>
                  </a:lnTo>
                  <a:lnTo>
                    <a:pt x="4191470" y="661238"/>
                  </a:lnTo>
                  <a:lnTo>
                    <a:pt x="4193336" y="663105"/>
                  </a:lnTo>
                  <a:lnTo>
                    <a:pt x="4194454" y="663562"/>
                  </a:lnTo>
                  <a:lnTo>
                    <a:pt x="4197083" y="663562"/>
                  </a:lnTo>
                  <a:lnTo>
                    <a:pt x="4198201" y="663105"/>
                  </a:lnTo>
                  <a:lnTo>
                    <a:pt x="4200067" y="661238"/>
                  </a:lnTo>
                  <a:lnTo>
                    <a:pt x="4200525" y="660120"/>
                  </a:lnTo>
                  <a:lnTo>
                    <a:pt x="4200525" y="657491"/>
                  </a:lnTo>
                  <a:close/>
                </a:path>
                <a:path w="7391400" h="4057650">
                  <a:moveTo>
                    <a:pt x="4248150" y="4046804"/>
                  </a:moveTo>
                  <a:lnTo>
                    <a:pt x="4247693" y="4045686"/>
                  </a:lnTo>
                  <a:lnTo>
                    <a:pt x="4245826" y="4043819"/>
                  </a:lnTo>
                  <a:lnTo>
                    <a:pt x="4244708" y="4043349"/>
                  </a:lnTo>
                  <a:lnTo>
                    <a:pt x="4242079" y="4043349"/>
                  </a:lnTo>
                  <a:lnTo>
                    <a:pt x="4240962" y="4043819"/>
                  </a:lnTo>
                  <a:lnTo>
                    <a:pt x="4239095" y="4045686"/>
                  </a:lnTo>
                  <a:lnTo>
                    <a:pt x="4238625" y="4046804"/>
                  </a:lnTo>
                  <a:lnTo>
                    <a:pt x="4238625" y="4049433"/>
                  </a:lnTo>
                  <a:lnTo>
                    <a:pt x="4239095" y="4050550"/>
                  </a:lnTo>
                  <a:lnTo>
                    <a:pt x="4240962" y="4052417"/>
                  </a:lnTo>
                  <a:lnTo>
                    <a:pt x="4242079" y="4052874"/>
                  </a:lnTo>
                  <a:lnTo>
                    <a:pt x="4244708" y="4052874"/>
                  </a:lnTo>
                  <a:lnTo>
                    <a:pt x="4245826" y="4052417"/>
                  </a:lnTo>
                  <a:lnTo>
                    <a:pt x="4247693" y="4050550"/>
                  </a:lnTo>
                  <a:lnTo>
                    <a:pt x="4248150" y="4049433"/>
                  </a:lnTo>
                  <a:lnTo>
                    <a:pt x="4248150" y="4046804"/>
                  </a:lnTo>
                  <a:close/>
                </a:path>
                <a:path w="7391400" h="4057650">
                  <a:moveTo>
                    <a:pt x="4248150" y="2917037"/>
                  </a:moveTo>
                  <a:lnTo>
                    <a:pt x="4247693" y="2915907"/>
                  </a:lnTo>
                  <a:lnTo>
                    <a:pt x="4245826" y="2914053"/>
                  </a:lnTo>
                  <a:lnTo>
                    <a:pt x="4244708" y="2913583"/>
                  </a:lnTo>
                  <a:lnTo>
                    <a:pt x="4242079" y="2913583"/>
                  </a:lnTo>
                  <a:lnTo>
                    <a:pt x="4240962" y="2914053"/>
                  </a:lnTo>
                  <a:lnTo>
                    <a:pt x="4239095" y="2915907"/>
                  </a:lnTo>
                  <a:lnTo>
                    <a:pt x="4238625" y="2917037"/>
                  </a:lnTo>
                  <a:lnTo>
                    <a:pt x="4238625" y="2919666"/>
                  </a:lnTo>
                  <a:lnTo>
                    <a:pt x="4239095" y="2920784"/>
                  </a:lnTo>
                  <a:lnTo>
                    <a:pt x="4240962" y="2922651"/>
                  </a:lnTo>
                  <a:lnTo>
                    <a:pt x="4242079" y="2923108"/>
                  </a:lnTo>
                  <a:lnTo>
                    <a:pt x="4244708" y="2923108"/>
                  </a:lnTo>
                  <a:lnTo>
                    <a:pt x="4245826" y="2922651"/>
                  </a:lnTo>
                  <a:lnTo>
                    <a:pt x="4247693" y="2920784"/>
                  </a:lnTo>
                  <a:lnTo>
                    <a:pt x="4248150" y="2919666"/>
                  </a:lnTo>
                  <a:lnTo>
                    <a:pt x="4248150" y="2917037"/>
                  </a:lnTo>
                  <a:close/>
                </a:path>
                <a:path w="7391400" h="4057650">
                  <a:moveTo>
                    <a:pt x="4248150" y="1787258"/>
                  </a:moveTo>
                  <a:lnTo>
                    <a:pt x="4247693" y="1786140"/>
                  </a:lnTo>
                  <a:lnTo>
                    <a:pt x="4245826" y="1784273"/>
                  </a:lnTo>
                  <a:lnTo>
                    <a:pt x="4244708" y="1783816"/>
                  </a:lnTo>
                  <a:lnTo>
                    <a:pt x="4242079" y="1783816"/>
                  </a:lnTo>
                  <a:lnTo>
                    <a:pt x="4240962" y="1784273"/>
                  </a:lnTo>
                  <a:lnTo>
                    <a:pt x="4239095" y="1786140"/>
                  </a:lnTo>
                  <a:lnTo>
                    <a:pt x="4238625" y="1787258"/>
                  </a:lnTo>
                  <a:lnTo>
                    <a:pt x="4238625" y="1789887"/>
                  </a:lnTo>
                  <a:lnTo>
                    <a:pt x="4239095" y="1791017"/>
                  </a:lnTo>
                  <a:lnTo>
                    <a:pt x="4240962" y="1792871"/>
                  </a:lnTo>
                  <a:lnTo>
                    <a:pt x="4242079" y="1793341"/>
                  </a:lnTo>
                  <a:lnTo>
                    <a:pt x="4244708" y="1793341"/>
                  </a:lnTo>
                  <a:lnTo>
                    <a:pt x="4245826" y="1792871"/>
                  </a:lnTo>
                  <a:lnTo>
                    <a:pt x="4247693" y="1791017"/>
                  </a:lnTo>
                  <a:lnTo>
                    <a:pt x="4248150" y="1789887"/>
                  </a:lnTo>
                  <a:lnTo>
                    <a:pt x="4248150" y="1787258"/>
                  </a:lnTo>
                  <a:close/>
                </a:path>
                <a:path w="7391400" h="4057650">
                  <a:moveTo>
                    <a:pt x="4248150" y="657491"/>
                  </a:moveTo>
                  <a:lnTo>
                    <a:pt x="4247693" y="656374"/>
                  </a:lnTo>
                  <a:lnTo>
                    <a:pt x="4245826" y="654507"/>
                  </a:lnTo>
                  <a:lnTo>
                    <a:pt x="4244708" y="654037"/>
                  </a:lnTo>
                  <a:lnTo>
                    <a:pt x="4242079" y="654037"/>
                  </a:lnTo>
                  <a:lnTo>
                    <a:pt x="4240962" y="654507"/>
                  </a:lnTo>
                  <a:lnTo>
                    <a:pt x="4239095" y="656374"/>
                  </a:lnTo>
                  <a:lnTo>
                    <a:pt x="4238625" y="657491"/>
                  </a:lnTo>
                  <a:lnTo>
                    <a:pt x="4238625" y="660120"/>
                  </a:lnTo>
                  <a:lnTo>
                    <a:pt x="4239095" y="661238"/>
                  </a:lnTo>
                  <a:lnTo>
                    <a:pt x="4240962" y="663105"/>
                  </a:lnTo>
                  <a:lnTo>
                    <a:pt x="4242079" y="663562"/>
                  </a:lnTo>
                  <a:lnTo>
                    <a:pt x="4244708" y="663562"/>
                  </a:lnTo>
                  <a:lnTo>
                    <a:pt x="4245826" y="663105"/>
                  </a:lnTo>
                  <a:lnTo>
                    <a:pt x="4247693" y="661238"/>
                  </a:lnTo>
                  <a:lnTo>
                    <a:pt x="4248150" y="660120"/>
                  </a:lnTo>
                  <a:lnTo>
                    <a:pt x="4248150" y="657491"/>
                  </a:lnTo>
                  <a:close/>
                </a:path>
                <a:path w="7391400" h="4057650">
                  <a:moveTo>
                    <a:pt x="4295775" y="4046804"/>
                  </a:moveTo>
                  <a:lnTo>
                    <a:pt x="4295318" y="4045686"/>
                  </a:lnTo>
                  <a:lnTo>
                    <a:pt x="4293451" y="4043819"/>
                  </a:lnTo>
                  <a:lnTo>
                    <a:pt x="4292333" y="4043349"/>
                  </a:lnTo>
                  <a:lnTo>
                    <a:pt x="4289704" y="4043349"/>
                  </a:lnTo>
                  <a:lnTo>
                    <a:pt x="4288587" y="4043819"/>
                  </a:lnTo>
                  <a:lnTo>
                    <a:pt x="4286720" y="4045686"/>
                  </a:lnTo>
                  <a:lnTo>
                    <a:pt x="4286250" y="4046804"/>
                  </a:lnTo>
                  <a:lnTo>
                    <a:pt x="4286250" y="4049433"/>
                  </a:lnTo>
                  <a:lnTo>
                    <a:pt x="4286720" y="4050550"/>
                  </a:lnTo>
                  <a:lnTo>
                    <a:pt x="4288587" y="4052417"/>
                  </a:lnTo>
                  <a:lnTo>
                    <a:pt x="4289704" y="4052874"/>
                  </a:lnTo>
                  <a:lnTo>
                    <a:pt x="4292333" y="4052874"/>
                  </a:lnTo>
                  <a:lnTo>
                    <a:pt x="4293451" y="4052417"/>
                  </a:lnTo>
                  <a:lnTo>
                    <a:pt x="4295318" y="4050550"/>
                  </a:lnTo>
                  <a:lnTo>
                    <a:pt x="4295775" y="4049433"/>
                  </a:lnTo>
                  <a:lnTo>
                    <a:pt x="4295775" y="4046804"/>
                  </a:lnTo>
                  <a:close/>
                </a:path>
                <a:path w="7391400" h="4057650">
                  <a:moveTo>
                    <a:pt x="4295775" y="2917037"/>
                  </a:moveTo>
                  <a:lnTo>
                    <a:pt x="4295318" y="2915907"/>
                  </a:lnTo>
                  <a:lnTo>
                    <a:pt x="4293451" y="2914053"/>
                  </a:lnTo>
                  <a:lnTo>
                    <a:pt x="4292333" y="2913583"/>
                  </a:lnTo>
                  <a:lnTo>
                    <a:pt x="4289704" y="2913583"/>
                  </a:lnTo>
                  <a:lnTo>
                    <a:pt x="4288587" y="2914053"/>
                  </a:lnTo>
                  <a:lnTo>
                    <a:pt x="4286720" y="2915907"/>
                  </a:lnTo>
                  <a:lnTo>
                    <a:pt x="4286250" y="2917037"/>
                  </a:lnTo>
                  <a:lnTo>
                    <a:pt x="4286250" y="2919666"/>
                  </a:lnTo>
                  <a:lnTo>
                    <a:pt x="4286720" y="2920784"/>
                  </a:lnTo>
                  <a:lnTo>
                    <a:pt x="4288587" y="2922651"/>
                  </a:lnTo>
                  <a:lnTo>
                    <a:pt x="4289704" y="2923108"/>
                  </a:lnTo>
                  <a:lnTo>
                    <a:pt x="4292333" y="2923108"/>
                  </a:lnTo>
                  <a:lnTo>
                    <a:pt x="4293451" y="2922651"/>
                  </a:lnTo>
                  <a:lnTo>
                    <a:pt x="4295318" y="2920784"/>
                  </a:lnTo>
                  <a:lnTo>
                    <a:pt x="4295775" y="2919666"/>
                  </a:lnTo>
                  <a:lnTo>
                    <a:pt x="4295775" y="2917037"/>
                  </a:lnTo>
                  <a:close/>
                </a:path>
                <a:path w="7391400" h="4057650">
                  <a:moveTo>
                    <a:pt x="4295775" y="1787258"/>
                  </a:moveTo>
                  <a:lnTo>
                    <a:pt x="4295318" y="1786140"/>
                  </a:lnTo>
                  <a:lnTo>
                    <a:pt x="4293451" y="1784273"/>
                  </a:lnTo>
                  <a:lnTo>
                    <a:pt x="4292333" y="1783816"/>
                  </a:lnTo>
                  <a:lnTo>
                    <a:pt x="4289704" y="1783816"/>
                  </a:lnTo>
                  <a:lnTo>
                    <a:pt x="4288587" y="1784273"/>
                  </a:lnTo>
                  <a:lnTo>
                    <a:pt x="4286720" y="1786140"/>
                  </a:lnTo>
                  <a:lnTo>
                    <a:pt x="4286250" y="1787258"/>
                  </a:lnTo>
                  <a:lnTo>
                    <a:pt x="4286250" y="1789887"/>
                  </a:lnTo>
                  <a:lnTo>
                    <a:pt x="4286720" y="1791017"/>
                  </a:lnTo>
                  <a:lnTo>
                    <a:pt x="4288587" y="1792871"/>
                  </a:lnTo>
                  <a:lnTo>
                    <a:pt x="4289704" y="1793341"/>
                  </a:lnTo>
                  <a:lnTo>
                    <a:pt x="4292333" y="1793341"/>
                  </a:lnTo>
                  <a:lnTo>
                    <a:pt x="4293451" y="1792871"/>
                  </a:lnTo>
                  <a:lnTo>
                    <a:pt x="4295318" y="1791017"/>
                  </a:lnTo>
                  <a:lnTo>
                    <a:pt x="4295775" y="1789887"/>
                  </a:lnTo>
                  <a:lnTo>
                    <a:pt x="4295775" y="1787258"/>
                  </a:lnTo>
                  <a:close/>
                </a:path>
                <a:path w="7391400" h="4057650">
                  <a:moveTo>
                    <a:pt x="4295775" y="657491"/>
                  </a:moveTo>
                  <a:lnTo>
                    <a:pt x="4295318" y="656374"/>
                  </a:lnTo>
                  <a:lnTo>
                    <a:pt x="4293451" y="654507"/>
                  </a:lnTo>
                  <a:lnTo>
                    <a:pt x="4292333" y="654037"/>
                  </a:lnTo>
                  <a:lnTo>
                    <a:pt x="4289704" y="654037"/>
                  </a:lnTo>
                  <a:lnTo>
                    <a:pt x="4288587" y="654507"/>
                  </a:lnTo>
                  <a:lnTo>
                    <a:pt x="4286720" y="656374"/>
                  </a:lnTo>
                  <a:lnTo>
                    <a:pt x="4286250" y="657491"/>
                  </a:lnTo>
                  <a:lnTo>
                    <a:pt x="4286250" y="660120"/>
                  </a:lnTo>
                  <a:lnTo>
                    <a:pt x="4286720" y="661238"/>
                  </a:lnTo>
                  <a:lnTo>
                    <a:pt x="4288587" y="663105"/>
                  </a:lnTo>
                  <a:lnTo>
                    <a:pt x="4289704" y="663562"/>
                  </a:lnTo>
                  <a:lnTo>
                    <a:pt x="4292333" y="663562"/>
                  </a:lnTo>
                  <a:lnTo>
                    <a:pt x="4293451" y="663105"/>
                  </a:lnTo>
                  <a:lnTo>
                    <a:pt x="4295318" y="661238"/>
                  </a:lnTo>
                  <a:lnTo>
                    <a:pt x="4295775" y="660120"/>
                  </a:lnTo>
                  <a:lnTo>
                    <a:pt x="4295775" y="657491"/>
                  </a:lnTo>
                  <a:close/>
                </a:path>
                <a:path w="7391400" h="4057650">
                  <a:moveTo>
                    <a:pt x="4343400" y="4046804"/>
                  </a:moveTo>
                  <a:lnTo>
                    <a:pt x="4342943" y="4045686"/>
                  </a:lnTo>
                  <a:lnTo>
                    <a:pt x="4341076" y="4043819"/>
                  </a:lnTo>
                  <a:lnTo>
                    <a:pt x="4339958" y="4043349"/>
                  </a:lnTo>
                  <a:lnTo>
                    <a:pt x="4337329" y="4043349"/>
                  </a:lnTo>
                  <a:lnTo>
                    <a:pt x="4336199" y="4043819"/>
                  </a:lnTo>
                  <a:lnTo>
                    <a:pt x="4334345" y="4045686"/>
                  </a:lnTo>
                  <a:lnTo>
                    <a:pt x="4333875" y="4046804"/>
                  </a:lnTo>
                  <a:lnTo>
                    <a:pt x="4333875" y="4049433"/>
                  </a:lnTo>
                  <a:lnTo>
                    <a:pt x="4334345" y="4050550"/>
                  </a:lnTo>
                  <a:lnTo>
                    <a:pt x="4336199" y="4052417"/>
                  </a:lnTo>
                  <a:lnTo>
                    <a:pt x="4337329" y="4052874"/>
                  </a:lnTo>
                  <a:lnTo>
                    <a:pt x="4339958" y="4052874"/>
                  </a:lnTo>
                  <a:lnTo>
                    <a:pt x="4341076" y="4052417"/>
                  </a:lnTo>
                  <a:lnTo>
                    <a:pt x="4342943" y="4050550"/>
                  </a:lnTo>
                  <a:lnTo>
                    <a:pt x="4343400" y="4049433"/>
                  </a:lnTo>
                  <a:lnTo>
                    <a:pt x="4343400" y="4046804"/>
                  </a:lnTo>
                  <a:close/>
                </a:path>
                <a:path w="7391400" h="4057650">
                  <a:moveTo>
                    <a:pt x="4343400" y="2917037"/>
                  </a:moveTo>
                  <a:lnTo>
                    <a:pt x="4342943" y="2915907"/>
                  </a:lnTo>
                  <a:lnTo>
                    <a:pt x="4341076" y="2914053"/>
                  </a:lnTo>
                  <a:lnTo>
                    <a:pt x="4339958" y="2913583"/>
                  </a:lnTo>
                  <a:lnTo>
                    <a:pt x="4337329" y="2913583"/>
                  </a:lnTo>
                  <a:lnTo>
                    <a:pt x="4336199" y="2914053"/>
                  </a:lnTo>
                  <a:lnTo>
                    <a:pt x="4334345" y="2915907"/>
                  </a:lnTo>
                  <a:lnTo>
                    <a:pt x="4333875" y="2917037"/>
                  </a:lnTo>
                  <a:lnTo>
                    <a:pt x="4333875" y="2919666"/>
                  </a:lnTo>
                  <a:lnTo>
                    <a:pt x="4334345" y="2920784"/>
                  </a:lnTo>
                  <a:lnTo>
                    <a:pt x="4336199" y="2922651"/>
                  </a:lnTo>
                  <a:lnTo>
                    <a:pt x="4337329" y="2923108"/>
                  </a:lnTo>
                  <a:lnTo>
                    <a:pt x="4339958" y="2923108"/>
                  </a:lnTo>
                  <a:lnTo>
                    <a:pt x="4341076" y="2922651"/>
                  </a:lnTo>
                  <a:lnTo>
                    <a:pt x="4342943" y="2920784"/>
                  </a:lnTo>
                  <a:lnTo>
                    <a:pt x="4343400" y="2919666"/>
                  </a:lnTo>
                  <a:lnTo>
                    <a:pt x="4343400" y="2917037"/>
                  </a:lnTo>
                  <a:close/>
                </a:path>
                <a:path w="7391400" h="4057650">
                  <a:moveTo>
                    <a:pt x="4343400" y="1787258"/>
                  </a:moveTo>
                  <a:lnTo>
                    <a:pt x="4342943" y="1786140"/>
                  </a:lnTo>
                  <a:lnTo>
                    <a:pt x="4341076" y="1784273"/>
                  </a:lnTo>
                  <a:lnTo>
                    <a:pt x="4339958" y="1783816"/>
                  </a:lnTo>
                  <a:lnTo>
                    <a:pt x="4337329" y="1783816"/>
                  </a:lnTo>
                  <a:lnTo>
                    <a:pt x="4336199" y="1784273"/>
                  </a:lnTo>
                  <a:lnTo>
                    <a:pt x="4334345" y="1786140"/>
                  </a:lnTo>
                  <a:lnTo>
                    <a:pt x="4333875" y="1787258"/>
                  </a:lnTo>
                  <a:lnTo>
                    <a:pt x="4333875" y="1789887"/>
                  </a:lnTo>
                  <a:lnTo>
                    <a:pt x="4334345" y="1791017"/>
                  </a:lnTo>
                  <a:lnTo>
                    <a:pt x="4336199" y="1792871"/>
                  </a:lnTo>
                  <a:lnTo>
                    <a:pt x="4337329" y="1793341"/>
                  </a:lnTo>
                  <a:lnTo>
                    <a:pt x="4339958" y="1793341"/>
                  </a:lnTo>
                  <a:lnTo>
                    <a:pt x="4341076" y="1792871"/>
                  </a:lnTo>
                  <a:lnTo>
                    <a:pt x="4342943" y="1791017"/>
                  </a:lnTo>
                  <a:lnTo>
                    <a:pt x="4343400" y="1789887"/>
                  </a:lnTo>
                  <a:lnTo>
                    <a:pt x="4343400" y="1787258"/>
                  </a:lnTo>
                  <a:close/>
                </a:path>
                <a:path w="7391400" h="4057650">
                  <a:moveTo>
                    <a:pt x="4343400" y="657491"/>
                  </a:moveTo>
                  <a:lnTo>
                    <a:pt x="4342943" y="656374"/>
                  </a:lnTo>
                  <a:lnTo>
                    <a:pt x="4341076" y="654507"/>
                  </a:lnTo>
                  <a:lnTo>
                    <a:pt x="4339958" y="654037"/>
                  </a:lnTo>
                  <a:lnTo>
                    <a:pt x="4337329" y="654037"/>
                  </a:lnTo>
                  <a:lnTo>
                    <a:pt x="4336199" y="654507"/>
                  </a:lnTo>
                  <a:lnTo>
                    <a:pt x="4334345" y="656374"/>
                  </a:lnTo>
                  <a:lnTo>
                    <a:pt x="4333875" y="657491"/>
                  </a:lnTo>
                  <a:lnTo>
                    <a:pt x="4333875" y="660120"/>
                  </a:lnTo>
                  <a:lnTo>
                    <a:pt x="4334345" y="661238"/>
                  </a:lnTo>
                  <a:lnTo>
                    <a:pt x="4336199" y="663105"/>
                  </a:lnTo>
                  <a:lnTo>
                    <a:pt x="4337329" y="663562"/>
                  </a:lnTo>
                  <a:lnTo>
                    <a:pt x="4339958" y="663562"/>
                  </a:lnTo>
                  <a:lnTo>
                    <a:pt x="4341076" y="663105"/>
                  </a:lnTo>
                  <a:lnTo>
                    <a:pt x="4342943" y="661238"/>
                  </a:lnTo>
                  <a:lnTo>
                    <a:pt x="4343400" y="660120"/>
                  </a:lnTo>
                  <a:lnTo>
                    <a:pt x="4343400" y="657491"/>
                  </a:lnTo>
                  <a:close/>
                </a:path>
                <a:path w="7391400" h="4057650">
                  <a:moveTo>
                    <a:pt x="4391025" y="4046804"/>
                  </a:moveTo>
                  <a:lnTo>
                    <a:pt x="4390568" y="4045686"/>
                  </a:lnTo>
                  <a:lnTo>
                    <a:pt x="4388701" y="4043819"/>
                  </a:lnTo>
                  <a:lnTo>
                    <a:pt x="4387583" y="4043349"/>
                  </a:lnTo>
                  <a:lnTo>
                    <a:pt x="4384954" y="4043349"/>
                  </a:lnTo>
                  <a:lnTo>
                    <a:pt x="4383824" y="4043819"/>
                  </a:lnTo>
                  <a:lnTo>
                    <a:pt x="4381970" y="4045686"/>
                  </a:lnTo>
                  <a:lnTo>
                    <a:pt x="4381500" y="4046804"/>
                  </a:lnTo>
                  <a:lnTo>
                    <a:pt x="4381500" y="4049433"/>
                  </a:lnTo>
                  <a:lnTo>
                    <a:pt x="4381970" y="4050550"/>
                  </a:lnTo>
                  <a:lnTo>
                    <a:pt x="4383824" y="4052417"/>
                  </a:lnTo>
                  <a:lnTo>
                    <a:pt x="4384954" y="4052874"/>
                  </a:lnTo>
                  <a:lnTo>
                    <a:pt x="4387583" y="4052874"/>
                  </a:lnTo>
                  <a:lnTo>
                    <a:pt x="4388701" y="4052417"/>
                  </a:lnTo>
                  <a:lnTo>
                    <a:pt x="4390568" y="4050550"/>
                  </a:lnTo>
                  <a:lnTo>
                    <a:pt x="4391025" y="4049433"/>
                  </a:lnTo>
                  <a:lnTo>
                    <a:pt x="4391025" y="4046804"/>
                  </a:lnTo>
                  <a:close/>
                </a:path>
                <a:path w="7391400" h="4057650">
                  <a:moveTo>
                    <a:pt x="4391025" y="2917037"/>
                  </a:moveTo>
                  <a:lnTo>
                    <a:pt x="4390568" y="2915907"/>
                  </a:lnTo>
                  <a:lnTo>
                    <a:pt x="4388701" y="2914053"/>
                  </a:lnTo>
                  <a:lnTo>
                    <a:pt x="4387583" y="2913583"/>
                  </a:lnTo>
                  <a:lnTo>
                    <a:pt x="4384954" y="2913583"/>
                  </a:lnTo>
                  <a:lnTo>
                    <a:pt x="4383824" y="2914053"/>
                  </a:lnTo>
                  <a:lnTo>
                    <a:pt x="4381970" y="2915907"/>
                  </a:lnTo>
                  <a:lnTo>
                    <a:pt x="4381500" y="2917037"/>
                  </a:lnTo>
                  <a:lnTo>
                    <a:pt x="4381500" y="2919666"/>
                  </a:lnTo>
                  <a:lnTo>
                    <a:pt x="4381970" y="2920784"/>
                  </a:lnTo>
                  <a:lnTo>
                    <a:pt x="4383824" y="2922651"/>
                  </a:lnTo>
                  <a:lnTo>
                    <a:pt x="4384954" y="2923108"/>
                  </a:lnTo>
                  <a:lnTo>
                    <a:pt x="4387583" y="2923108"/>
                  </a:lnTo>
                  <a:lnTo>
                    <a:pt x="4388701" y="2922651"/>
                  </a:lnTo>
                  <a:lnTo>
                    <a:pt x="4390568" y="2920784"/>
                  </a:lnTo>
                  <a:lnTo>
                    <a:pt x="4391025" y="2919666"/>
                  </a:lnTo>
                  <a:lnTo>
                    <a:pt x="4391025" y="2917037"/>
                  </a:lnTo>
                  <a:close/>
                </a:path>
                <a:path w="7391400" h="4057650">
                  <a:moveTo>
                    <a:pt x="4391025" y="1787258"/>
                  </a:moveTo>
                  <a:lnTo>
                    <a:pt x="4390568" y="1786140"/>
                  </a:lnTo>
                  <a:lnTo>
                    <a:pt x="4388701" y="1784273"/>
                  </a:lnTo>
                  <a:lnTo>
                    <a:pt x="4387583" y="1783816"/>
                  </a:lnTo>
                  <a:lnTo>
                    <a:pt x="4384954" y="1783816"/>
                  </a:lnTo>
                  <a:lnTo>
                    <a:pt x="4383824" y="1784273"/>
                  </a:lnTo>
                  <a:lnTo>
                    <a:pt x="4381970" y="1786140"/>
                  </a:lnTo>
                  <a:lnTo>
                    <a:pt x="4381500" y="1787258"/>
                  </a:lnTo>
                  <a:lnTo>
                    <a:pt x="4381500" y="1789887"/>
                  </a:lnTo>
                  <a:lnTo>
                    <a:pt x="4381970" y="1791017"/>
                  </a:lnTo>
                  <a:lnTo>
                    <a:pt x="4383824" y="1792871"/>
                  </a:lnTo>
                  <a:lnTo>
                    <a:pt x="4384954" y="1793341"/>
                  </a:lnTo>
                  <a:lnTo>
                    <a:pt x="4387583" y="1793341"/>
                  </a:lnTo>
                  <a:lnTo>
                    <a:pt x="4388701" y="1792871"/>
                  </a:lnTo>
                  <a:lnTo>
                    <a:pt x="4390568" y="1791017"/>
                  </a:lnTo>
                  <a:lnTo>
                    <a:pt x="4391025" y="1789887"/>
                  </a:lnTo>
                  <a:lnTo>
                    <a:pt x="4391025" y="1787258"/>
                  </a:lnTo>
                  <a:close/>
                </a:path>
                <a:path w="7391400" h="4057650">
                  <a:moveTo>
                    <a:pt x="4391025" y="657491"/>
                  </a:moveTo>
                  <a:lnTo>
                    <a:pt x="4390568" y="656374"/>
                  </a:lnTo>
                  <a:lnTo>
                    <a:pt x="4388701" y="654507"/>
                  </a:lnTo>
                  <a:lnTo>
                    <a:pt x="4387583" y="654037"/>
                  </a:lnTo>
                  <a:lnTo>
                    <a:pt x="4384954" y="654037"/>
                  </a:lnTo>
                  <a:lnTo>
                    <a:pt x="4383824" y="654507"/>
                  </a:lnTo>
                  <a:lnTo>
                    <a:pt x="4381970" y="656374"/>
                  </a:lnTo>
                  <a:lnTo>
                    <a:pt x="4381500" y="657491"/>
                  </a:lnTo>
                  <a:lnTo>
                    <a:pt x="4381500" y="660120"/>
                  </a:lnTo>
                  <a:lnTo>
                    <a:pt x="4381970" y="661238"/>
                  </a:lnTo>
                  <a:lnTo>
                    <a:pt x="4383824" y="663105"/>
                  </a:lnTo>
                  <a:lnTo>
                    <a:pt x="4384954" y="663562"/>
                  </a:lnTo>
                  <a:lnTo>
                    <a:pt x="4387583" y="663562"/>
                  </a:lnTo>
                  <a:lnTo>
                    <a:pt x="4388701" y="663105"/>
                  </a:lnTo>
                  <a:lnTo>
                    <a:pt x="4390568" y="661238"/>
                  </a:lnTo>
                  <a:lnTo>
                    <a:pt x="4391025" y="660120"/>
                  </a:lnTo>
                  <a:lnTo>
                    <a:pt x="4391025" y="657491"/>
                  </a:lnTo>
                  <a:close/>
                </a:path>
                <a:path w="7391400" h="4057650">
                  <a:moveTo>
                    <a:pt x="4438650" y="4046804"/>
                  </a:moveTo>
                  <a:lnTo>
                    <a:pt x="4438193" y="4045686"/>
                  </a:lnTo>
                  <a:lnTo>
                    <a:pt x="4436326" y="4043819"/>
                  </a:lnTo>
                  <a:lnTo>
                    <a:pt x="4435208" y="4043349"/>
                  </a:lnTo>
                  <a:lnTo>
                    <a:pt x="4432579" y="4043349"/>
                  </a:lnTo>
                  <a:lnTo>
                    <a:pt x="4431449" y="4043819"/>
                  </a:lnTo>
                  <a:lnTo>
                    <a:pt x="4429595" y="4045686"/>
                  </a:lnTo>
                  <a:lnTo>
                    <a:pt x="4429125" y="4046804"/>
                  </a:lnTo>
                  <a:lnTo>
                    <a:pt x="4429125" y="4049433"/>
                  </a:lnTo>
                  <a:lnTo>
                    <a:pt x="4429595" y="4050550"/>
                  </a:lnTo>
                  <a:lnTo>
                    <a:pt x="4431449" y="4052417"/>
                  </a:lnTo>
                  <a:lnTo>
                    <a:pt x="4432579" y="4052874"/>
                  </a:lnTo>
                  <a:lnTo>
                    <a:pt x="4435208" y="4052874"/>
                  </a:lnTo>
                  <a:lnTo>
                    <a:pt x="4436326" y="4052417"/>
                  </a:lnTo>
                  <a:lnTo>
                    <a:pt x="4438193" y="4050550"/>
                  </a:lnTo>
                  <a:lnTo>
                    <a:pt x="4438650" y="4049433"/>
                  </a:lnTo>
                  <a:lnTo>
                    <a:pt x="4438650" y="4046804"/>
                  </a:lnTo>
                  <a:close/>
                </a:path>
                <a:path w="7391400" h="4057650">
                  <a:moveTo>
                    <a:pt x="4438650" y="2917037"/>
                  </a:moveTo>
                  <a:lnTo>
                    <a:pt x="4438193" y="2915907"/>
                  </a:lnTo>
                  <a:lnTo>
                    <a:pt x="4436326" y="2914053"/>
                  </a:lnTo>
                  <a:lnTo>
                    <a:pt x="4435208" y="2913583"/>
                  </a:lnTo>
                  <a:lnTo>
                    <a:pt x="4432579" y="2913583"/>
                  </a:lnTo>
                  <a:lnTo>
                    <a:pt x="4431449" y="2914053"/>
                  </a:lnTo>
                  <a:lnTo>
                    <a:pt x="4429595" y="2915907"/>
                  </a:lnTo>
                  <a:lnTo>
                    <a:pt x="4429125" y="2917037"/>
                  </a:lnTo>
                  <a:lnTo>
                    <a:pt x="4429125" y="2919666"/>
                  </a:lnTo>
                  <a:lnTo>
                    <a:pt x="4429595" y="2920784"/>
                  </a:lnTo>
                  <a:lnTo>
                    <a:pt x="4431449" y="2922651"/>
                  </a:lnTo>
                  <a:lnTo>
                    <a:pt x="4432579" y="2923108"/>
                  </a:lnTo>
                  <a:lnTo>
                    <a:pt x="4435208" y="2923108"/>
                  </a:lnTo>
                  <a:lnTo>
                    <a:pt x="4436326" y="2922651"/>
                  </a:lnTo>
                  <a:lnTo>
                    <a:pt x="4438193" y="2920784"/>
                  </a:lnTo>
                  <a:lnTo>
                    <a:pt x="4438650" y="2919666"/>
                  </a:lnTo>
                  <a:lnTo>
                    <a:pt x="4438650" y="2917037"/>
                  </a:lnTo>
                  <a:close/>
                </a:path>
                <a:path w="7391400" h="4057650">
                  <a:moveTo>
                    <a:pt x="4438650" y="1787258"/>
                  </a:moveTo>
                  <a:lnTo>
                    <a:pt x="4438193" y="1786140"/>
                  </a:lnTo>
                  <a:lnTo>
                    <a:pt x="4436326" y="1784273"/>
                  </a:lnTo>
                  <a:lnTo>
                    <a:pt x="4435208" y="1783816"/>
                  </a:lnTo>
                  <a:lnTo>
                    <a:pt x="4432579" y="1783816"/>
                  </a:lnTo>
                  <a:lnTo>
                    <a:pt x="4431449" y="1784273"/>
                  </a:lnTo>
                  <a:lnTo>
                    <a:pt x="4429595" y="1786140"/>
                  </a:lnTo>
                  <a:lnTo>
                    <a:pt x="4429125" y="1787258"/>
                  </a:lnTo>
                  <a:lnTo>
                    <a:pt x="4429125" y="1789887"/>
                  </a:lnTo>
                  <a:lnTo>
                    <a:pt x="4429595" y="1791017"/>
                  </a:lnTo>
                  <a:lnTo>
                    <a:pt x="4431449" y="1792871"/>
                  </a:lnTo>
                  <a:lnTo>
                    <a:pt x="4432579" y="1793341"/>
                  </a:lnTo>
                  <a:lnTo>
                    <a:pt x="4435208" y="1793341"/>
                  </a:lnTo>
                  <a:lnTo>
                    <a:pt x="4436326" y="1792871"/>
                  </a:lnTo>
                  <a:lnTo>
                    <a:pt x="4438193" y="1791017"/>
                  </a:lnTo>
                  <a:lnTo>
                    <a:pt x="4438650" y="1789887"/>
                  </a:lnTo>
                  <a:lnTo>
                    <a:pt x="4438650" y="1787258"/>
                  </a:lnTo>
                  <a:close/>
                </a:path>
                <a:path w="7391400" h="4057650">
                  <a:moveTo>
                    <a:pt x="4438650" y="657491"/>
                  </a:moveTo>
                  <a:lnTo>
                    <a:pt x="4438193" y="656374"/>
                  </a:lnTo>
                  <a:lnTo>
                    <a:pt x="4436326" y="654507"/>
                  </a:lnTo>
                  <a:lnTo>
                    <a:pt x="4435208" y="654037"/>
                  </a:lnTo>
                  <a:lnTo>
                    <a:pt x="4432579" y="654037"/>
                  </a:lnTo>
                  <a:lnTo>
                    <a:pt x="4431449" y="654507"/>
                  </a:lnTo>
                  <a:lnTo>
                    <a:pt x="4429595" y="656374"/>
                  </a:lnTo>
                  <a:lnTo>
                    <a:pt x="4429125" y="657491"/>
                  </a:lnTo>
                  <a:lnTo>
                    <a:pt x="4429125" y="660120"/>
                  </a:lnTo>
                  <a:lnTo>
                    <a:pt x="4429595" y="661238"/>
                  </a:lnTo>
                  <a:lnTo>
                    <a:pt x="4431449" y="663105"/>
                  </a:lnTo>
                  <a:lnTo>
                    <a:pt x="4432579" y="663562"/>
                  </a:lnTo>
                  <a:lnTo>
                    <a:pt x="4435208" y="663562"/>
                  </a:lnTo>
                  <a:lnTo>
                    <a:pt x="4436326" y="663105"/>
                  </a:lnTo>
                  <a:lnTo>
                    <a:pt x="4438193" y="661238"/>
                  </a:lnTo>
                  <a:lnTo>
                    <a:pt x="4438650" y="660120"/>
                  </a:lnTo>
                  <a:lnTo>
                    <a:pt x="4438650" y="657491"/>
                  </a:lnTo>
                  <a:close/>
                </a:path>
                <a:path w="7391400" h="4057650">
                  <a:moveTo>
                    <a:pt x="4486275" y="4046804"/>
                  </a:moveTo>
                  <a:lnTo>
                    <a:pt x="4485818" y="4045686"/>
                  </a:lnTo>
                  <a:lnTo>
                    <a:pt x="4483951" y="4043819"/>
                  </a:lnTo>
                  <a:lnTo>
                    <a:pt x="4482833" y="4043349"/>
                  </a:lnTo>
                  <a:lnTo>
                    <a:pt x="4480204" y="4043349"/>
                  </a:lnTo>
                  <a:lnTo>
                    <a:pt x="4479087" y="4043819"/>
                  </a:lnTo>
                  <a:lnTo>
                    <a:pt x="4477220" y="4045686"/>
                  </a:lnTo>
                  <a:lnTo>
                    <a:pt x="4476750" y="4046804"/>
                  </a:lnTo>
                  <a:lnTo>
                    <a:pt x="4476750" y="4049433"/>
                  </a:lnTo>
                  <a:lnTo>
                    <a:pt x="4477220" y="4050550"/>
                  </a:lnTo>
                  <a:lnTo>
                    <a:pt x="4479087" y="4052417"/>
                  </a:lnTo>
                  <a:lnTo>
                    <a:pt x="4480204" y="4052874"/>
                  </a:lnTo>
                  <a:lnTo>
                    <a:pt x="4482833" y="4052874"/>
                  </a:lnTo>
                  <a:lnTo>
                    <a:pt x="4483951" y="4052417"/>
                  </a:lnTo>
                  <a:lnTo>
                    <a:pt x="4485818" y="4050550"/>
                  </a:lnTo>
                  <a:lnTo>
                    <a:pt x="4486275" y="4049433"/>
                  </a:lnTo>
                  <a:lnTo>
                    <a:pt x="4486275" y="4046804"/>
                  </a:lnTo>
                  <a:close/>
                </a:path>
                <a:path w="7391400" h="4057650">
                  <a:moveTo>
                    <a:pt x="4486275" y="2917037"/>
                  </a:moveTo>
                  <a:lnTo>
                    <a:pt x="4485818" y="2915907"/>
                  </a:lnTo>
                  <a:lnTo>
                    <a:pt x="4483951" y="2914053"/>
                  </a:lnTo>
                  <a:lnTo>
                    <a:pt x="4482833" y="2913583"/>
                  </a:lnTo>
                  <a:lnTo>
                    <a:pt x="4480204" y="2913583"/>
                  </a:lnTo>
                  <a:lnTo>
                    <a:pt x="4479087" y="2914053"/>
                  </a:lnTo>
                  <a:lnTo>
                    <a:pt x="4477220" y="2915907"/>
                  </a:lnTo>
                  <a:lnTo>
                    <a:pt x="4476750" y="2917037"/>
                  </a:lnTo>
                  <a:lnTo>
                    <a:pt x="4476750" y="2919666"/>
                  </a:lnTo>
                  <a:lnTo>
                    <a:pt x="4477220" y="2920784"/>
                  </a:lnTo>
                  <a:lnTo>
                    <a:pt x="4479087" y="2922651"/>
                  </a:lnTo>
                  <a:lnTo>
                    <a:pt x="4480204" y="2923108"/>
                  </a:lnTo>
                  <a:lnTo>
                    <a:pt x="4482833" y="2923108"/>
                  </a:lnTo>
                  <a:lnTo>
                    <a:pt x="4483951" y="2922651"/>
                  </a:lnTo>
                  <a:lnTo>
                    <a:pt x="4485818" y="2920784"/>
                  </a:lnTo>
                  <a:lnTo>
                    <a:pt x="4486275" y="2919666"/>
                  </a:lnTo>
                  <a:lnTo>
                    <a:pt x="4486275" y="2917037"/>
                  </a:lnTo>
                  <a:close/>
                </a:path>
                <a:path w="7391400" h="4057650">
                  <a:moveTo>
                    <a:pt x="4486275" y="1787258"/>
                  </a:moveTo>
                  <a:lnTo>
                    <a:pt x="4485818" y="1786140"/>
                  </a:lnTo>
                  <a:lnTo>
                    <a:pt x="4483951" y="1784273"/>
                  </a:lnTo>
                  <a:lnTo>
                    <a:pt x="4482833" y="1783816"/>
                  </a:lnTo>
                  <a:lnTo>
                    <a:pt x="4480204" y="1783816"/>
                  </a:lnTo>
                  <a:lnTo>
                    <a:pt x="4479087" y="1784273"/>
                  </a:lnTo>
                  <a:lnTo>
                    <a:pt x="4477220" y="1786140"/>
                  </a:lnTo>
                  <a:lnTo>
                    <a:pt x="4476750" y="1787258"/>
                  </a:lnTo>
                  <a:lnTo>
                    <a:pt x="4476750" y="1789887"/>
                  </a:lnTo>
                  <a:lnTo>
                    <a:pt x="4477220" y="1791017"/>
                  </a:lnTo>
                  <a:lnTo>
                    <a:pt x="4479087" y="1792871"/>
                  </a:lnTo>
                  <a:lnTo>
                    <a:pt x="4480204" y="1793341"/>
                  </a:lnTo>
                  <a:lnTo>
                    <a:pt x="4482833" y="1793341"/>
                  </a:lnTo>
                  <a:lnTo>
                    <a:pt x="4483951" y="1792871"/>
                  </a:lnTo>
                  <a:lnTo>
                    <a:pt x="4485818" y="1791017"/>
                  </a:lnTo>
                  <a:lnTo>
                    <a:pt x="4486275" y="1789887"/>
                  </a:lnTo>
                  <a:lnTo>
                    <a:pt x="4486275" y="1787258"/>
                  </a:lnTo>
                  <a:close/>
                </a:path>
                <a:path w="7391400" h="4057650">
                  <a:moveTo>
                    <a:pt x="4486275" y="657491"/>
                  </a:moveTo>
                  <a:lnTo>
                    <a:pt x="4485818" y="656374"/>
                  </a:lnTo>
                  <a:lnTo>
                    <a:pt x="4483951" y="654507"/>
                  </a:lnTo>
                  <a:lnTo>
                    <a:pt x="4482833" y="654037"/>
                  </a:lnTo>
                  <a:lnTo>
                    <a:pt x="4480204" y="654037"/>
                  </a:lnTo>
                  <a:lnTo>
                    <a:pt x="4479087" y="654507"/>
                  </a:lnTo>
                  <a:lnTo>
                    <a:pt x="4477220" y="656374"/>
                  </a:lnTo>
                  <a:lnTo>
                    <a:pt x="4476750" y="657491"/>
                  </a:lnTo>
                  <a:lnTo>
                    <a:pt x="4476750" y="660120"/>
                  </a:lnTo>
                  <a:lnTo>
                    <a:pt x="4477220" y="661238"/>
                  </a:lnTo>
                  <a:lnTo>
                    <a:pt x="4479087" y="663105"/>
                  </a:lnTo>
                  <a:lnTo>
                    <a:pt x="4480204" y="663562"/>
                  </a:lnTo>
                  <a:lnTo>
                    <a:pt x="4482833" y="663562"/>
                  </a:lnTo>
                  <a:lnTo>
                    <a:pt x="4483951" y="663105"/>
                  </a:lnTo>
                  <a:lnTo>
                    <a:pt x="4485818" y="661238"/>
                  </a:lnTo>
                  <a:lnTo>
                    <a:pt x="4486275" y="660120"/>
                  </a:lnTo>
                  <a:lnTo>
                    <a:pt x="4486275" y="657491"/>
                  </a:lnTo>
                  <a:close/>
                </a:path>
                <a:path w="7391400" h="4057650">
                  <a:moveTo>
                    <a:pt x="4533900" y="4046804"/>
                  </a:moveTo>
                  <a:lnTo>
                    <a:pt x="4533443" y="4045686"/>
                  </a:lnTo>
                  <a:lnTo>
                    <a:pt x="4531576" y="4043819"/>
                  </a:lnTo>
                  <a:lnTo>
                    <a:pt x="4530458" y="4043349"/>
                  </a:lnTo>
                  <a:lnTo>
                    <a:pt x="4527829" y="4043349"/>
                  </a:lnTo>
                  <a:lnTo>
                    <a:pt x="4526712" y="4043819"/>
                  </a:lnTo>
                  <a:lnTo>
                    <a:pt x="4524845" y="4045686"/>
                  </a:lnTo>
                  <a:lnTo>
                    <a:pt x="4524375" y="4046804"/>
                  </a:lnTo>
                  <a:lnTo>
                    <a:pt x="4524375" y="4049433"/>
                  </a:lnTo>
                  <a:lnTo>
                    <a:pt x="4524845" y="4050550"/>
                  </a:lnTo>
                  <a:lnTo>
                    <a:pt x="4526712" y="4052417"/>
                  </a:lnTo>
                  <a:lnTo>
                    <a:pt x="4527829" y="4052874"/>
                  </a:lnTo>
                  <a:lnTo>
                    <a:pt x="4530458" y="4052874"/>
                  </a:lnTo>
                  <a:lnTo>
                    <a:pt x="4531576" y="4052417"/>
                  </a:lnTo>
                  <a:lnTo>
                    <a:pt x="4533443" y="4050550"/>
                  </a:lnTo>
                  <a:lnTo>
                    <a:pt x="4533900" y="4049433"/>
                  </a:lnTo>
                  <a:lnTo>
                    <a:pt x="4533900" y="4046804"/>
                  </a:lnTo>
                  <a:close/>
                </a:path>
                <a:path w="7391400" h="4057650">
                  <a:moveTo>
                    <a:pt x="4533900" y="2917037"/>
                  </a:moveTo>
                  <a:lnTo>
                    <a:pt x="4533443" y="2915907"/>
                  </a:lnTo>
                  <a:lnTo>
                    <a:pt x="4531576" y="2914053"/>
                  </a:lnTo>
                  <a:lnTo>
                    <a:pt x="4530458" y="2913583"/>
                  </a:lnTo>
                  <a:lnTo>
                    <a:pt x="4527829" y="2913583"/>
                  </a:lnTo>
                  <a:lnTo>
                    <a:pt x="4526712" y="2914053"/>
                  </a:lnTo>
                  <a:lnTo>
                    <a:pt x="4524845" y="2915907"/>
                  </a:lnTo>
                  <a:lnTo>
                    <a:pt x="4524375" y="2917037"/>
                  </a:lnTo>
                  <a:lnTo>
                    <a:pt x="4524375" y="2919666"/>
                  </a:lnTo>
                  <a:lnTo>
                    <a:pt x="4524845" y="2920784"/>
                  </a:lnTo>
                  <a:lnTo>
                    <a:pt x="4526712" y="2922651"/>
                  </a:lnTo>
                  <a:lnTo>
                    <a:pt x="4527829" y="2923108"/>
                  </a:lnTo>
                  <a:lnTo>
                    <a:pt x="4530458" y="2923108"/>
                  </a:lnTo>
                  <a:lnTo>
                    <a:pt x="4531576" y="2922651"/>
                  </a:lnTo>
                  <a:lnTo>
                    <a:pt x="4533443" y="2920784"/>
                  </a:lnTo>
                  <a:lnTo>
                    <a:pt x="4533900" y="2919666"/>
                  </a:lnTo>
                  <a:lnTo>
                    <a:pt x="4533900" y="2917037"/>
                  </a:lnTo>
                  <a:close/>
                </a:path>
                <a:path w="7391400" h="4057650">
                  <a:moveTo>
                    <a:pt x="4533900" y="1787258"/>
                  </a:moveTo>
                  <a:lnTo>
                    <a:pt x="4533443" y="1786140"/>
                  </a:lnTo>
                  <a:lnTo>
                    <a:pt x="4531576" y="1784273"/>
                  </a:lnTo>
                  <a:lnTo>
                    <a:pt x="4530458" y="1783816"/>
                  </a:lnTo>
                  <a:lnTo>
                    <a:pt x="4527829" y="1783816"/>
                  </a:lnTo>
                  <a:lnTo>
                    <a:pt x="4526712" y="1784273"/>
                  </a:lnTo>
                  <a:lnTo>
                    <a:pt x="4524845" y="1786140"/>
                  </a:lnTo>
                  <a:lnTo>
                    <a:pt x="4524375" y="1787258"/>
                  </a:lnTo>
                  <a:lnTo>
                    <a:pt x="4524375" y="1789887"/>
                  </a:lnTo>
                  <a:lnTo>
                    <a:pt x="4524845" y="1791017"/>
                  </a:lnTo>
                  <a:lnTo>
                    <a:pt x="4526712" y="1792871"/>
                  </a:lnTo>
                  <a:lnTo>
                    <a:pt x="4527829" y="1793341"/>
                  </a:lnTo>
                  <a:lnTo>
                    <a:pt x="4530458" y="1793341"/>
                  </a:lnTo>
                  <a:lnTo>
                    <a:pt x="4531576" y="1792871"/>
                  </a:lnTo>
                  <a:lnTo>
                    <a:pt x="4533443" y="1791017"/>
                  </a:lnTo>
                  <a:lnTo>
                    <a:pt x="4533900" y="1789887"/>
                  </a:lnTo>
                  <a:lnTo>
                    <a:pt x="4533900" y="1787258"/>
                  </a:lnTo>
                  <a:close/>
                </a:path>
                <a:path w="7391400" h="4057650">
                  <a:moveTo>
                    <a:pt x="4533900" y="657491"/>
                  </a:moveTo>
                  <a:lnTo>
                    <a:pt x="4533443" y="656374"/>
                  </a:lnTo>
                  <a:lnTo>
                    <a:pt x="4531576" y="654507"/>
                  </a:lnTo>
                  <a:lnTo>
                    <a:pt x="4530458" y="654037"/>
                  </a:lnTo>
                  <a:lnTo>
                    <a:pt x="4527829" y="654037"/>
                  </a:lnTo>
                  <a:lnTo>
                    <a:pt x="4526712" y="654507"/>
                  </a:lnTo>
                  <a:lnTo>
                    <a:pt x="4524845" y="656374"/>
                  </a:lnTo>
                  <a:lnTo>
                    <a:pt x="4524375" y="657491"/>
                  </a:lnTo>
                  <a:lnTo>
                    <a:pt x="4524375" y="660120"/>
                  </a:lnTo>
                  <a:lnTo>
                    <a:pt x="4524845" y="661238"/>
                  </a:lnTo>
                  <a:lnTo>
                    <a:pt x="4526712" y="663105"/>
                  </a:lnTo>
                  <a:lnTo>
                    <a:pt x="4527829" y="663562"/>
                  </a:lnTo>
                  <a:lnTo>
                    <a:pt x="4530458" y="663562"/>
                  </a:lnTo>
                  <a:lnTo>
                    <a:pt x="4531576" y="663105"/>
                  </a:lnTo>
                  <a:lnTo>
                    <a:pt x="4533443" y="661238"/>
                  </a:lnTo>
                  <a:lnTo>
                    <a:pt x="4533900" y="660120"/>
                  </a:lnTo>
                  <a:lnTo>
                    <a:pt x="4533900" y="657491"/>
                  </a:lnTo>
                  <a:close/>
                </a:path>
                <a:path w="7391400" h="4057650">
                  <a:moveTo>
                    <a:pt x="4581525" y="4046804"/>
                  </a:moveTo>
                  <a:lnTo>
                    <a:pt x="4581068" y="4045686"/>
                  </a:lnTo>
                  <a:lnTo>
                    <a:pt x="4579201" y="4043819"/>
                  </a:lnTo>
                  <a:lnTo>
                    <a:pt x="4578083" y="4043349"/>
                  </a:lnTo>
                  <a:lnTo>
                    <a:pt x="4575454" y="4043349"/>
                  </a:lnTo>
                  <a:lnTo>
                    <a:pt x="4574324" y="4043819"/>
                  </a:lnTo>
                  <a:lnTo>
                    <a:pt x="4572470" y="4045686"/>
                  </a:lnTo>
                  <a:lnTo>
                    <a:pt x="4572000" y="4046804"/>
                  </a:lnTo>
                  <a:lnTo>
                    <a:pt x="4572000" y="4049433"/>
                  </a:lnTo>
                  <a:lnTo>
                    <a:pt x="4572470" y="4050550"/>
                  </a:lnTo>
                  <a:lnTo>
                    <a:pt x="4574324" y="4052417"/>
                  </a:lnTo>
                  <a:lnTo>
                    <a:pt x="4575454" y="4052874"/>
                  </a:lnTo>
                  <a:lnTo>
                    <a:pt x="4578083" y="4052874"/>
                  </a:lnTo>
                  <a:lnTo>
                    <a:pt x="4579201" y="4052417"/>
                  </a:lnTo>
                  <a:lnTo>
                    <a:pt x="4581068" y="4050550"/>
                  </a:lnTo>
                  <a:lnTo>
                    <a:pt x="4581525" y="4049433"/>
                  </a:lnTo>
                  <a:lnTo>
                    <a:pt x="4581525" y="4046804"/>
                  </a:lnTo>
                  <a:close/>
                </a:path>
                <a:path w="7391400" h="4057650">
                  <a:moveTo>
                    <a:pt x="4581525" y="2917037"/>
                  </a:moveTo>
                  <a:lnTo>
                    <a:pt x="4581068" y="2915907"/>
                  </a:lnTo>
                  <a:lnTo>
                    <a:pt x="4579201" y="2914053"/>
                  </a:lnTo>
                  <a:lnTo>
                    <a:pt x="4578083" y="2913583"/>
                  </a:lnTo>
                  <a:lnTo>
                    <a:pt x="4575454" y="2913583"/>
                  </a:lnTo>
                  <a:lnTo>
                    <a:pt x="4574324" y="2914053"/>
                  </a:lnTo>
                  <a:lnTo>
                    <a:pt x="4572470" y="2915907"/>
                  </a:lnTo>
                  <a:lnTo>
                    <a:pt x="4572000" y="2917037"/>
                  </a:lnTo>
                  <a:lnTo>
                    <a:pt x="4572000" y="2919666"/>
                  </a:lnTo>
                  <a:lnTo>
                    <a:pt x="4572470" y="2920784"/>
                  </a:lnTo>
                  <a:lnTo>
                    <a:pt x="4574324" y="2922651"/>
                  </a:lnTo>
                  <a:lnTo>
                    <a:pt x="4575454" y="2923108"/>
                  </a:lnTo>
                  <a:lnTo>
                    <a:pt x="4578083" y="2923108"/>
                  </a:lnTo>
                  <a:lnTo>
                    <a:pt x="4579201" y="2922651"/>
                  </a:lnTo>
                  <a:lnTo>
                    <a:pt x="4581068" y="2920784"/>
                  </a:lnTo>
                  <a:lnTo>
                    <a:pt x="4581525" y="2919666"/>
                  </a:lnTo>
                  <a:lnTo>
                    <a:pt x="4581525" y="2917037"/>
                  </a:lnTo>
                  <a:close/>
                </a:path>
                <a:path w="7391400" h="4057650">
                  <a:moveTo>
                    <a:pt x="4581525" y="1787258"/>
                  </a:moveTo>
                  <a:lnTo>
                    <a:pt x="4581068" y="1786140"/>
                  </a:lnTo>
                  <a:lnTo>
                    <a:pt x="4579201" y="1784273"/>
                  </a:lnTo>
                  <a:lnTo>
                    <a:pt x="4578083" y="1783816"/>
                  </a:lnTo>
                  <a:lnTo>
                    <a:pt x="4575454" y="1783816"/>
                  </a:lnTo>
                  <a:lnTo>
                    <a:pt x="4574324" y="1784273"/>
                  </a:lnTo>
                  <a:lnTo>
                    <a:pt x="4572470" y="1786140"/>
                  </a:lnTo>
                  <a:lnTo>
                    <a:pt x="4572000" y="1787258"/>
                  </a:lnTo>
                  <a:lnTo>
                    <a:pt x="4572000" y="1789887"/>
                  </a:lnTo>
                  <a:lnTo>
                    <a:pt x="4572470" y="1791017"/>
                  </a:lnTo>
                  <a:lnTo>
                    <a:pt x="4574324" y="1792871"/>
                  </a:lnTo>
                  <a:lnTo>
                    <a:pt x="4575454" y="1793341"/>
                  </a:lnTo>
                  <a:lnTo>
                    <a:pt x="4578083" y="1793341"/>
                  </a:lnTo>
                  <a:lnTo>
                    <a:pt x="4579201" y="1792871"/>
                  </a:lnTo>
                  <a:lnTo>
                    <a:pt x="4581068" y="1791017"/>
                  </a:lnTo>
                  <a:lnTo>
                    <a:pt x="4581525" y="1789887"/>
                  </a:lnTo>
                  <a:lnTo>
                    <a:pt x="4581525" y="1787258"/>
                  </a:lnTo>
                  <a:close/>
                </a:path>
                <a:path w="7391400" h="4057650">
                  <a:moveTo>
                    <a:pt x="4581525" y="657491"/>
                  </a:moveTo>
                  <a:lnTo>
                    <a:pt x="4581068" y="656374"/>
                  </a:lnTo>
                  <a:lnTo>
                    <a:pt x="4579201" y="654507"/>
                  </a:lnTo>
                  <a:lnTo>
                    <a:pt x="4578083" y="654037"/>
                  </a:lnTo>
                  <a:lnTo>
                    <a:pt x="4575454" y="654037"/>
                  </a:lnTo>
                  <a:lnTo>
                    <a:pt x="4574324" y="654507"/>
                  </a:lnTo>
                  <a:lnTo>
                    <a:pt x="4572470" y="656374"/>
                  </a:lnTo>
                  <a:lnTo>
                    <a:pt x="4572000" y="657491"/>
                  </a:lnTo>
                  <a:lnTo>
                    <a:pt x="4572000" y="660120"/>
                  </a:lnTo>
                  <a:lnTo>
                    <a:pt x="4572470" y="661238"/>
                  </a:lnTo>
                  <a:lnTo>
                    <a:pt x="4574324" y="663105"/>
                  </a:lnTo>
                  <a:lnTo>
                    <a:pt x="4575454" y="663562"/>
                  </a:lnTo>
                  <a:lnTo>
                    <a:pt x="4578083" y="663562"/>
                  </a:lnTo>
                  <a:lnTo>
                    <a:pt x="4579201" y="663105"/>
                  </a:lnTo>
                  <a:lnTo>
                    <a:pt x="4581068" y="661238"/>
                  </a:lnTo>
                  <a:lnTo>
                    <a:pt x="4581525" y="660120"/>
                  </a:lnTo>
                  <a:lnTo>
                    <a:pt x="4581525" y="657491"/>
                  </a:lnTo>
                  <a:close/>
                </a:path>
                <a:path w="7391400" h="4057650">
                  <a:moveTo>
                    <a:pt x="4629150" y="4046804"/>
                  </a:moveTo>
                  <a:lnTo>
                    <a:pt x="4628693" y="4045686"/>
                  </a:lnTo>
                  <a:lnTo>
                    <a:pt x="4626826" y="4043819"/>
                  </a:lnTo>
                  <a:lnTo>
                    <a:pt x="4625708" y="4043349"/>
                  </a:lnTo>
                  <a:lnTo>
                    <a:pt x="4623079" y="4043349"/>
                  </a:lnTo>
                  <a:lnTo>
                    <a:pt x="4621962" y="4043819"/>
                  </a:lnTo>
                  <a:lnTo>
                    <a:pt x="4620095" y="4045686"/>
                  </a:lnTo>
                  <a:lnTo>
                    <a:pt x="4619625" y="4046804"/>
                  </a:lnTo>
                  <a:lnTo>
                    <a:pt x="4619625" y="4049433"/>
                  </a:lnTo>
                  <a:lnTo>
                    <a:pt x="4620095" y="4050550"/>
                  </a:lnTo>
                  <a:lnTo>
                    <a:pt x="4621962" y="4052417"/>
                  </a:lnTo>
                  <a:lnTo>
                    <a:pt x="4623079" y="4052874"/>
                  </a:lnTo>
                  <a:lnTo>
                    <a:pt x="4625708" y="4052874"/>
                  </a:lnTo>
                  <a:lnTo>
                    <a:pt x="4626826" y="4052417"/>
                  </a:lnTo>
                  <a:lnTo>
                    <a:pt x="4628693" y="4050550"/>
                  </a:lnTo>
                  <a:lnTo>
                    <a:pt x="4629150" y="4049433"/>
                  </a:lnTo>
                  <a:lnTo>
                    <a:pt x="4629150" y="4046804"/>
                  </a:lnTo>
                  <a:close/>
                </a:path>
                <a:path w="7391400" h="4057650">
                  <a:moveTo>
                    <a:pt x="4629150" y="2917037"/>
                  </a:moveTo>
                  <a:lnTo>
                    <a:pt x="4628693" y="2915907"/>
                  </a:lnTo>
                  <a:lnTo>
                    <a:pt x="4626826" y="2914053"/>
                  </a:lnTo>
                  <a:lnTo>
                    <a:pt x="4625708" y="2913583"/>
                  </a:lnTo>
                  <a:lnTo>
                    <a:pt x="4623079" y="2913583"/>
                  </a:lnTo>
                  <a:lnTo>
                    <a:pt x="4621962" y="2914053"/>
                  </a:lnTo>
                  <a:lnTo>
                    <a:pt x="4620095" y="2915907"/>
                  </a:lnTo>
                  <a:lnTo>
                    <a:pt x="4619625" y="2917037"/>
                  </a:lnTo>
                  <a:lnTo>
                    <a:pt x="4619625" y="2919666"/>
                  </a:lnTo>
                  <a:lnTo>
                    <a:pt x="4620095" y="2920784"/>
                  </a:lnTo>
                  <a:lnTo>
                    <a:pt x="4621962" y="2922651"/>
                  </a:lnTo>
                  <a:lnTo>
                    <a:pt x="4623079" y="2923108"/>
                  </a:lnTo>
                  <a:lnTo>
                    <a:pt x="4625708" y="2923108"/>
                  </a:lnTo>
                  <a:lnTo>
                    <a:pt x="4626826" y="2922651"/>
                  </a:lnTo>
                  <a:lnTo>
                    <a:pt x="4628693" y="2920784"/>
                  </a:lnTo>
                  <a:lnTo>
                    <a:pt x="4629150" y="2919666"/>
                  </a:lnTo>
                  <a:lnTo>
                    <a:pt x="4629150" y="2917037"/>
                  </a:lnTo>
                  <a:close/>
                </a:path>
                <a:path w="7391400" h="4057650">
                  <a:moveTo>
                    <a:pt x="4629150" y="1787258"/>
                  </a:moveTo>
                  <a:lnTo>
                    <a:pt x="4628693" y="1786140"/>
                  </a:lnTo>
                  <a:lnTo>
                    <a:pt x="4626826" y="1784273"/>
                  </a:lnTo>
                  <a:lnTo>
                    <a:pt x="4625708" y="1783816"/>
                  </a:lnTo>
                  <a:lnTo>
                    <a:pt x="4623079" y="1783816"/>
                  </a:lnTo>
                  <a:lnTo>
                    <a:pt x="4621962" y="1784273"/>
                  </a:lnTo>
                  <a:lnTo>
                    <a:pt x="4620095" y="1786140"/>
                  </a:lnTo>
                  <a:lnTo>
                    <a:pt x="4619625" y="1787258"/>
                  </a:lnTo>
                  <a:lnTo>
                    <a:pt x="4619625" y="1789887"/>
                  </a:lnTo>
                  <a:lnTo>
                    <a:pt x="4620095" y="1791017"/>
                  </a:lnTo>
                  <a:lnTo>
                    <a:pt x="4621962" y="1792871"/>
                  </a:lnTo>
                  <a:lnTo>
                    <a:pt x="4623079" y="1793341"/>
                  </a:lnTo>
                  <a:lnTo>
                    <a:pt x="4625708" y="1793341"/>
                  </a:lnTo>
                  <a:lnTo>
                    <a:pt x="4626826" y="1792871"/>
                  </a:lnTo>
                  <a:lnTo>
                    <a:pt x="4628693" y="1791017"/>
                  </a:lnTo>
                  <a:lnTo>
                    <a:pt x="4629150" y="1789887"/>
                  </a:lnTo>
                  <a:lnTo>
                    <a:pt x="4629150" y="1787258"/>
                  </a:lnTo>
                  <a:close/>
                </a:path>
                <a:path w="7391400" h="4057650">
                  <a:moveTo>
                    <a:pt x="4629150" y="657491"/>
                  </a:moveTo>
                  <a:lnTo>
                    <a:pt x="4628693" y="656374"/>
                  </a:lnTo>
                  <a:lnTo>
                    <a:pt x="4626826" y="654507"/>
                  </a:lnTo>
                  <a:lnTo>
                    <a:pt x="4625708" y="654037"/>
                  </a:lnTo>
                  <a:lnTo>
                    <a:pt x="4623079" y="654037"/>
                  </a:lnTo>
                  <a:lnTo>
                    <a:pt x="4621962" y="654507"/>
                  </a:lnTo>
                  <a:lnTo>
                    <a:pt x="4620095" y="656374"/>
                  </a:lnTo>
                  <a:lnTo>
                    <a:pt x="4619625" y="657491"/>
                  </a:lnTo>
                  <a:lnTo>
                    <a:pt x="4619625" y="660120"/>
                  </a:lnTo>
                  <a:lnTo>
                    <a:pt x="4620095" y="661238"/>
                  </a:lnTo>
                  <a:lnTo>
                    <a:pt x="4621962" y="663105"/>
                  </a:lnTo>
                  <a:lnTo>
                    <a:pt x="4623079" y="663562"/>
                  </a:lnTo>
                  <a:lnTo>
                    <a:pt x="4625708" y="663562"/>
                  </a:lnTo>
                  <a:lnTo>
                    <a:pt x="4626826" y="663105"/>
                  </a:lnTo>
                  <a:lnTo>
                    <a:pt x="4628693" y="661238"/>
                  </a:lnTo>
                  <a:lnTo>
                    <a:pt x="4629150" y="660120"/>
                  </a:lnTo>
                  <a:lnTo>
                    <a:pt x="4629150" y="657491"/>
                  </a:lnTo>
                  <a:close/>
                </a:path>
                <a:path w="7391400" h="4057650">
                  <a:moveTo>
                    <a:pt x="4676775" y="4046804"/>
                  </a:moveTo>
                  <a:lnTo>
                    <a:pt x="4676318" y="4045686"/>
                  </a:lnTo>
                  <a:lnTo>
                    <a:pt x="4674451" y="4043819"/>
                  </a:lnTo>
                  <a:lnTo>
                    <a:pt x="4673333" y="4043349"/>
                  </a:lnTo>
                  <a:lnTo>
                    <a:pt x="4670704" y="4043349"/>
                  </a:lnTo>
                  <a:lnTo>
                    <a:pt x="4669587" y="4043819"/>
                  </a:lnTo>
                  <a:lnTo>
                    <a:pt x="4667720" y="4045686"/>
                  </a:lnTo>
                  <a:lnTo>
                    <a:pt x="4667250" y="4046804"/>
                  </a:lnTo>
                  <a:lnTo>
                    <a:pt x="4667250" y="4049433"/>
                  </a:lnTo>
                  <a:lnTo>
                    <a:pt x="4667720" y="4050550"/>
                  </a:lnTo>
                  <a:lnTo>
                    <a:pt x="4669587" y="4052417"/>
                  </a:lnTo>
                  <a:lnTo>
                    <a:pt x="4670704" y="4052874"/>
                  </a:lnTo>
                  <a:lnTo>
                    <a:pt x="4673333" y="4052874"/>
                  </a:lnTo>
                  <a:lnTo>
                    <a:pt x="4674451" y="4052417"/>
                  </a:lnTo>
                  <a:lnTo>
                    <a:pt x="4676318" y="4050550"/>
                  </a:lnTo>
                  <a:lnTo>
                    <a:pt x="4676775" y="4049433"/>
                  </a:lnTo>
                  <a:lnTo>
                    <a:pt x="4676775" y="4046804"/>
                  </a:lnTo>
                  <a:close/>
                </a:path>
                <a:path w="7391400" h="4057650">
                  <a:moveTo>
                    <a:pt x="4676775" y="2917037"/>
                  </a:moveTo>
                  <a:lnTo>
                    <a:pt x="4676318" y="2915907"/>
                  </a:lnTo>
                  <a:lnTo>
                    <a:pt x="4674451" y="2914053"/>
                  </a:lnTo>
                  <a:lnTo>
                    <a:pt x="4673333" y="2913583"/>
                  </a:lnTo>
                  <a:lnTo>
                    <a:pt x="4670704" y="2913583"/>
                  </a:lnTo>
                  <a:lnTo>
                    <a:pt x="4669587" y="2914053"/>
                  </a:lnTo>
                  <a:lnTo>
                    <a:pt x="4667720" y="2915907"/>
                  </a:lnTo>
                  <a:lnTo>
                    <a:pt x="4667250" y="2917037"/>
                  </a:lnTo>
                  <a:lnTo>
                    <a:pt x="4667250" y="2919666"/>
                  </a:lnTo>
                  <a:lnTo>
                    <a:pt x="4667720" y="2920784"/>
                  </a:lnTo>
                  <a:lnTo>
                    <a:pt x="4669587" y="2922651"/>
                  </a:lnTo>
                  <a:lnTo>
                    <a:pt x="4670704" y="2923108"/>
                  </a:lnTo>
                  <a:lnTo>
                    <a:pt x="4673333" y="2923108"/>
                  </a:lnTo>
                  <a:lnTo>
                    <a:pt x="4674451" y="2922651"/>
                  </a:lnTo>
                  <a:lnTo>
                    <a:pt x="4676318" y="2920784"/>
                  </a:lnTo>
                  <a:lnTo>
                    <a:pt x="4676775" y="2919666"/>
                  </a:lnTo>
                  <a:lnTo>
                    <a:pt x="4676775" y="2917037"/>
                  </a:lnTo>
                  <a:close/>
                </a:path>
                <a:path w="7391400" h="4057650">
                  <a:moveTo>
                    <a:pt x="4676775" y="1787258"/>
                  </a:moveTo>
                  <a:lnTo>
                    <a:pt x="4676318" y="1786140"/>
                  </a:lnTo>
                  <a:lnTo>
                    <a:pt x="4674451" y="1784273"/>
                  </a:lnTo>
                  <a:lnTo>
                    <a:pt x="4673333" y="1783816"/>
                  </a:lnTo>
                  <a:lnTo>
                    <a:pt x="4670704" y="1783816"/>
                  </a:lnTo>
                  <a:lnTo>
                    <a:pt x="4669587" y="1784273"/>
                  </a:lnTo>
                  <a:lnTo>
                    <a:pt x="4667720" y="1786140"/>
                  </a:lnTo>
                  <a:lnTo>
                    <a:pt x="4667250" y="1787258"/>
                  </a:lnTo>
                  <a:lnTo>
                    <a:pt x="4667250" y="1789887"/>
                  </a:lnTo>
                  <a:lnTo>
                    <a:pt x="4667720" y="1791017"/>
                  </a:lnTo>
                  <a:lnTo>
                    <a:pt x="4669587" y="1792871"/>
                  </a:lnTo>
                  <a:lnTo>
                    <a:pt x="4670704" y="1793341"/>
                  </a:lnTo>
                  <a:lnTo>
                    <a:pt x="4673333" y="1793341"/>
                  </a:lnTo>
                  <a:lnTo>
                    <a:pt x="4674451" y="1792871"/>
                  </a:lnTo>
                  <a:lnTo>
                    <a:pt x="4676318" y="1791017"/>
                  </a:lnTo>
                  <a:lnTo>
                    <a:pt x="4676775" y="1789887"/>
                  </a:lnTo>
                  <a:lnTo>
                    <a:pt x="4676775" y="1787258"/>
                  </a:lnTo>
                  <a:close/>
                </a:path>
                <a:path w="7391400" h="4057650">
                  <a:moveTo>
                    <a:pt x="4676775" y="657491"/>
                  </a:moveTo>
                  <a:lnTo>
                    <a:pt x="4676318" y="656374"/>
                  </a:lnTo>
                  <a:lnTo>
                    <a:pt x="4674451" y="654507"/>
                  </a:lnTo>
                  <a:lnTo>
                    <a:pt x="4673333" y="654037"/>
                  </a:lnTo>
                  <a:lnTo>
                    <a:pt x="4670704" y="654037"/>
                  </a:lnTo>
                  <a:lnTo>
                    <a:pt x="4669587" y="654507"/>
                  </a:lnTo>
                  <a:lnTo>
                    <a:pt x="4667720" y="656374"/>
                  </a:lnTo>
                  <a:lnTo>
                    <a:pt x="4667250" y="657491"/>
                  </a:lnTo>
                  <a:lnTo>
                    <a:pt x="4667250" y="660120"/>
                  </a:lnTo>
                  <a:lnTo>
                    <a:pt x="4667720" y="661238"/>
                  </a:lnTo>
                  <a:lnTo>
                    <a:pt x="4669587" y="663105"/>
                  </a:lnTo>
                  <a:lnTo>
                    <a:pt x="4670704" y="663562"/>
                  </a:lnTo>
                  <a:lnTo>
                    <a:pt x="4673333" y="663562"/>
                  </a:lnTo>
                  <a:lnTo>
                    <a:pt x="4674451" y="663105"/>
                  </a:lnTo>
                  <a:lnTo>
                    <a:pt x="4676318" y="661238"/>
                  </a:lnTo>
                  <a:lnTo>
                    <a:pt x="4676775" y="660120"/>
                  </a:lnTo>
                  <a:lnTo>
                    <a:pt x="4676775" y="657491"/>
                  </a:lnTo>
                  <a:close/>
                </a:path>
                <a:path w="7391400" h="4057650">
                  <a:moveTo>
                    <a:pt x="4724400" y="4046804"/>
                  </a:moveTo>
                  <a:lnTo>
                    <a:pt x="4723943" y="4045686"/>
                  </a:lnTo>
                  <a:lnTo>
                    <a:pt x="4722076" y="4043819"/>
                  </a:lnTo>
                  <a:lnTo>
                    <a:pt x="4720958" y="4043349"/>
                  </a:lnTo>
                  <a:lnTo>
                    <a:pt x="4718329" y="4043349"/>
                  </a:lnTo>
                  <a:lnTo>
                    <a:pt x="4717212" y="4043819"/>
                  </a:lnTo>
                  <a:lnTo>
                    <a:pt x="4715345" y="4045686"/>
                  </a:lnTo>
                  <a:lnTo>
                    <a:pt x="4714875" y="4046804"/>
                  </a:lnTo>
                  <a:lnTo>
                    <a:pt x="4714875" y="4049433"/>
                  </a:lnTo>
                  <a:lnTo>
                    <a:pt x="4715345" y="4050550"/>
                  </a:lnTo>
                  <a:lnTo>
                    <a:pt x="4717212" y="4052417"/>
                  </a:lnTo>
                  <a:lnTo>
                    <a:pt x="4718329" y="4052874"/>
                  </a:lnTo>
                  <a:lnTo>
                    <a:pt x="4720958" y="4052874"/>
                  </a:lnTo>
                  <a:lnTo>
                    <a:pt x="4722076" y="4052417"/>
                  </a:lnTo>
                  <a:lnTo>
                    <a:pt x="4723943" y="4050550"/>
                  </a:lnTo>
                  <a:lnTo>
                    <a:pt x="4724400" y="4049433"/>
                  </a:lnTo>
                  <a:lnTo>
                    <a:pt x="4724400" y="4046804"/>
                  </a:lnTo>
                  <a:close/>
                </a:path>
                <a:path w="7391400" h="4057650">
                  <a:moveTo>
                    <a:pt x="4724400" y="2917037"/>
                  </a:moveTo>
                  <a:lnTo>
                    <a:pt x="4723943" y="2915907"/>
                  </a:lnTo>
                  <a:lnTo>
                    <a:pt x="4722076" y="2914053"/>
                  </a:lnTo>
                  <a:lnTo>
                    <a:pt x="4720958" y="2913583"/>
                  </a:lnTo>
                  <a:lnTo>
                    <a:pt x="4718329" y="2913583"/>
                  </a:lnTo>
                  <a:lnTo>
                    <a:pt x="4717212" y="2914053"/>
                  </a:lnTo>
                  <a:lnTo>
                    <a:pt x="4715345" y="2915907"/>
                  </a:lnTo>
                  <a:lnTo>
                    <a:pt x="4714875" y="2917037"/>
                  </a:lnTo>
                  <a:lnTo>
                    <a:pt x="4714875" y="2919666"/>
                  </a:lnTo>
                  <a:lnTo>
                    <a:pt x="4715345" y="2920784"/>
                  </a:lnTo>
                  <a:lnTo>
                    <a:pt x="4717212" y="2922651"/>
                  </a:lnTo>
                  <a:lnTo>
                    <a:pt x="4718329" y="2923108"/>
                  </a:lnTo>
                  <a:lnTo>
                    <a:pt x="4720958" y="2923108"/>
                  </a:lnTo>
                  <a:lnTo>
                    <a:pt x="4722076" y="2922651"/>
                  </a:lnTo>
                  <a:lnTo>
                    <a:pt x="4723943" y="2920784"/>
                  </a:lnTo>
                  <a:lnTo>
                    <a:pt x="4724400" y="2919666"/>
                  </a:lnTo>
                  <a:lnTo>
                    <a:pt x="4724400" y="2917037"/>
                  </a:lnTo>
                  <a:close/>
                </a:path>
                <a:path w="7391400" h="4057650">
                  <a:moveTo>
                    <a:pt x="4724400" y="1787258"/>
                  </a:moveTo>
                  <a:lnTo>
                    <a:pt x="4723943" y="1786140"/>
                  </a:lnTo>
                  <a:lnTo>
                    <a:pt x="4722076" y="1784273"/>
                  </a:lnTo>
                  <a:lnTo>
                    <a:pt x="4720958" y="1783816"/>
                  </a:lnTo>
                  <a:lnTo>
                    <a:pt x="4718329" y="1783816"/>
                  </a:lnTo>
                  <a:lnTo>
                    <a:pt x="4717212" y="1784273"/>
                  </a:lnTo>
                  <a:lnTo>
                    <a:pt x="4715345" y="1786140"/>
                  </a:lnTo>
                  <a:lnTo>
                    <a:pt x="4714875" y="1787258"/>
                  </a:lnTo>
                  <a:lnTo>
                    <a:pt x="4714875" y="1789887"/>
                  </a:lnTo>
                  <a:lnTo>
                    <a:pt x="4715345" y="1791017"/>
                  </a:lnTo>
                  <a:lnTo>
                    <a:pt x="4717212" y="1792871"/>
                  </a:lnTo>
                  <a:lnTo>
                    <a:pt x="4718329" y="1793341"/>
                  </a:lnTo>
                  <a:lnTo>
                    <a:pt x="4720958" y="1793341"/>
                  </a:lnTo>
                  <a:lnTo>
                    <a:pt x="4722076" y="1792871"/>
                  </a:lnTo>
                  <a:lnTo>
                    <a:pt x="4723943" y="1791017"/>
                  </a:lnTo>
                  <a:lnTo>
                    <a:pt x="4724400" y="1789887"/>
                  </a:lnTo>
                  <a:lnTo>
                    <a:pt x="4724400" y="1787258"/>
                  </a:lnTo>
                  <a:close/>
                </a:path>
                <a:path w="7391400" h="4057650">
                  <a:moveTo>
                    <a:pt x="4724400" y="657491"/>
                  </a:moveTo>
                  <a:lnTo>
                    <a:pt x="4723943" y="656374"/>
                  </a:lnTo>
                  <a:lnTo>
                    <a:pt x="4722076" y="654507"/>
                  </a:lnTo>
                  <a:lnTo>
                    <a:pt x="4720958" y="654037"/>
                  </a:lnTo>
                  <a:lnTo>
                    <a:pt x="4718329" y="654037"/>
                  </a:lnTo>
                  <a:lnTo>
                    <a:pt x="4717212" y="654507"/>
                  </a:lnTo>
                  <a:lnTo>
                    <a:pt x="4715345" y="656374"/>
                  </a:lnTo>
                  <a:lnTo>
                    <a:pt x="4714875" y="657491"/>
                  </a:lnTo>
                  <a:lnTo>
                    <a:pt x="4714875" y="660120"/>
                  </a:lnTo>
                  <a:lnTo>
                    <a:pt x="4715345" y="661238"/>
                  </a:lnTo>
                  <a:lnTo>
                    <a:pt x="4717212" y="663105"/>
                  </a:lnTo>
                  <a:lnTo>
                    <a:pt x="4718329" y="663562"/>
                  </a:lnTo>
                  <a:lnTo>
                    <a:pt x="4720958" y="663562"/>
                  </a:lnTo>
                  <a:lnTo>
                    <a:pt x="4722076" y="663105"/>
                  </a:lnTo>
                  <a:lnTo>
                    <a:pt x="4723943" y="661238"/>
                  </a:lnTo>
                  <a:lnTo>
                    <a:pt x="4724400" y="660120"/>
                  </a:lnTo>
                  <a:lnTo>
                    <a:pt x="4724400" y="657491"/>
                  </a:lnTo>
                  <a:close/>
                </a:path>
                <a:path w="7391400" h="4057650">
                  <a:moveTo>
                    <a:pt x="4772025" y="4046804"/>
                  </a:moveTo>
                  <a:lnTo>
                    <a:pt x="4771568" y="4045686"/>
                  </a:lnTo>
                  <a:lnTo>
                    <a:pt x="4769701" y="4043819"/>
                  </a:lnTo>
                  <a:lnTo>
                    <a:pt x="4768583" y="4043349"/>
                  </a:lnTo>
                  <a:lnTo>
                    <a:pt x="4765954" y="4043349"/>
                  </a:lnTo>
                  <a:lnTo>
                    <a:pt x="4764837" y="4043819"/>
                  </a:lnTo>
                  <a:lnTo>
                    <a:pt x="4762970" y="4045686"/>
                  </a:lnTo>
                  <a:lnTo>
                    <a:pt x="4762500" y="4046804"/>
                  </a:lnTo>
                  <a:lnTo>
                    <a:pt x="4762500" y="4049433"/>
                  </a:lnTo>
                  <a:lnTo>
                    <a:pt x="4762970" y="4050550"/>
                  </a:lnTo>
                  <a:lnTo>
                    <a:pt x="4764837" y="4052417"/>
                  </a:lnTo>
                  <a:lnTo>
                    <a:pt x="4765954" y="4052874"/>
                  </a:lnTo>
                  <a:lnTo>
                    <a:pt x="4768583" y="4052874"/>
                  </a:lnTo>
                  <a:lnTo>
                    <a:pt x="4769701" y="4052417"/>
                  </a:lnTo>
                  <a:lnTo>
                    <a:pt x="4771568" y="4050550"/>
                  </a:lnTo>
                  <a:lnTo>
                    <a:pt x="4772025" y="4049433"/>
                  </a:lnTo>
                  <a:lnTo>
                    <a:pt x="4772025" y="4046804"/>
                  </a:lnTo>
                  <a:close/>
                </a:path>
                <a:path w="7391400" h="4057650">
                  <a:moveTo>
                    <a:pt x="4772025" y="2917037"/>
                  </a:moveTo>
                  <a:lnTo>
                    <a:pt x="4771568" y="2915907"/>
                  </a:lnTo>
                  <a:lnTo>
                    <a:pt x="4769701" y="2914053"/>
                  </a:lnTo>
                  <a:lnTo>
                    <a:pt x="4768583" y="2913583"/>
                  </a:lnTo>
                  <a:lnTo>
                    <a:pt x="4765954" y="2913583"/>
                  </a:lnTo>
                  <a:lnTo>
                    <a:pt x="4764837" y="2914053"/>
                  </a:lnTo>
                  <a:lnTo>
                    <a:pt x="4762970" y="2915907"/>
                  </a:lnTo>
                  <a:lnTo>
                    <a:pt x="4762500" y="2917037"/>
                  </a:lnTo>
                  <a:lnTo>
                    <a:pt x="4762500" y="2919666"/>
                  </a:lnTo>
                  <a:lnTo>
                    <a:pt x="4762970" y="2920784"/>
                  </a:lnTo>
                  <a:lnTo>
                    <a:pt x="4764837" y="2922651"/>
                  </a:lnTo>
                  <a:lnTo>
                    <a:pt x="4765954" y="2923108"/>
                  </a:lnTo>
                  <a:lnTo>
                    <a:pt x="4768583" y="2923108"/>
                  </a:lnTo>
                  <a:lnTo>
                    <a:pt x="4769701" y="2922651"/>
                  </a:lnTo>
                  <a:lnTo>
                    <a:pt x="4771568" y="2920784"/>
                  </a:lnTo>
                  <a:lnTo>
                    <a:pt x="4772025" y="2919666"/>
                  </a:lnTo>
                  <a:lnTo>
                    <a:pt x="4772025" y="2917037"/>
                  </a:lnTo>
                  <a:close/>
                </a:path>
                <a:path w="7391400" h="4057650">
                  <a:moveTo>
                    <a:pt x="4772025" y="1787258"/>
                  </a:moveTo>
                  <a:lnTo>
                    <a:pt x="4771568" y="1786140"/>
                  </a:lnTo>
                  <a:lnTo>
                    <a:pt x="4769701" y="1784273"/>
                  </a:lnTo>
                  <a:lnTo>
                    <a:pt x="4768583" y="1783816"/>
                  </a:lnTo>
                  <a:lnTo>
                    <a:pt x="4765954" y="1783816"/>
                  </a:lnTo>
                  <a:lnTo>
                    <a:pt x="4764837" y="1784273"/>
                  </a:lnTo>
                  <a:lnTo>
                    <a:pt x="4762970" y="1786140"/>
                  </a:lnTo>
                  <a:lnTo>
                    <a:pt x="4762500" y="1787258"/>
                  </a:lnTo>
                  <a:lnTo>
                    <a:pt x="4762500" y="1789887"/>
                  </a:lnTo>
                  <a:lnTo>
                    <a:pt x="4762970" y="1791017"/>
                  </a:lnTo>
                  <a:lnTo>
                    <a:pt x="4764837" y="1792871"/>
                  </a:lnTo>
                  <a:lnTo>
                    <a:pt x="4765954" y="1793341"/>
                  </a:lnTo>
                  <a:lnTo>
                    <a:pt x="4768583" y="1793341"/>
                  </a:lnTo>
                  <a:lnTo>
                    <a:pt x="4769701" y="1792871"/>
                  </a:lnTo>
                  <a:lnTo>
                    <a:pt x="4771568" y="1791017"/>
                  </a:lnTo>
                  <a:lnTo>
                    <a:pt x="4772025" y="1789887"/>
                  </a:lnTo>
                  <a:lnTo>
                    <a:pt x="4772025" y="1787258"/>
                  </a:lnTo>
                  <a:close/>
                </a:path>
                <a:path w="7391400" h="4057650">
                  <a:moveTo>
                    <a:pt x="4772025" y="657491"/>
                  </a:moveTo>
                  <a:lnTo>
                    <a:pt x="4771568" y="656374"/>
                  </a:lnTo>
                  <a:lnTo>
                    <a:pt x="4769701" y="654507"/>
                  </a:lnTo>
                  <a:lnTo>
                    <a:pt x="4768583" y="654037"/>
                  </a:lnTo>
                  <a:lnTo>
                    <a:pt x="4765954" y="654037"/>
                  </a:lnTo>
                  <a:lnTo>
                    <a:pt x="4764837" y="654507"/>
                  </a:lnTo>
                  <a:lnTo>
                    <a:pt x="4762970" y="656374"/>
                  </a:lnTo>
                  <a:lnTo>
                    <a:pt x="4762500" y="657491"/>
                  </a:lnTo>
                  <a:lnTo>
                    <a:pt x="4762500" y="660120"/>
                  </a:lnTo>
                  <a:lnTo>
                    <a:pt x="4762970" y="661238"/>
                  </a:lnTo>
                  <a:lnTo>
                    <a:pt x="4764837" y="663105"/>
                  </a:lnTo>
                  <a:lnTo>
                    <a:pt x="4765954" y="663562"/>
                  </a:lnTo>
                  <a:lnTo>
                    <a:pt x="4768583" y="663562"/>
                  </a:lnTo>
                  <a:lnTo>
                    <a:pt x="4769701" y="663105"/>
                  </a:lnTo>
                  <a:lnTo>
                    <a:pt x="4771568" y="661238"/>
                  </a:lnTo>
                  <a:lnTo>
                    <a:pt x="4772025" y="660120"/>
                  </a:lnTo>
                  <a:lnTo>
                    <a:pt x="4772025" y="657491"/>
                  </a:lnTo>
                  <a:close/>
                </a:path>
                <a:path w="7391400" h="4057650">
                  <a:moveTo>
                    <a:pt x="4819650" y="4046804"/>
                  </a:moveTo>
                  <a:lnTo>
                    <a:pt x="4819193" y="4045686"/>
                  </a:lnTo>
                  <a:lnTo>
                    <a:pt x="4817326" y="4043819"/>
                  </a:lnTo>
                  <a:lnTo>
                    <a:pt x="4816208" y="4043349"/>
                  </a:lnTo>
                  <a:lnTo>
                    <a:pt x="4813579" y="4043349"/>
                  </a:lnTo>
                  <a:lnTo>
                    <a:pt x="4812449" y="4043819"/>
                  </a:lnTo>
                  <a:lnTo>
                    <a:pt x="4810595" y="4045686"/>
                  </a:lnTo>
                  <a:lnTo>
                    <a:pt x="4810125" y="4046804"/>
                  </a:lnTo>
                  <a:lnTo>
                    <a:pt x="4810125" y="4049433"/>
                  </a:lnTo>
                  <a:lnTo>
                    <a:pt x="4810595" y="4050550"/>
                  </a:lnTo>
                  <a:lnTo>
                    <a:pt x="4812449" y="4052417"/>
                  </a:lnTo>
                  <a:lnTo>
                    <a:pt x="4813579" y="4052874"/>
                  </a:lnTo>
                  <a:lnTo>
                    <a:pt x="4816208" y="4052874"/>
                  </a:lnTo>
                  <a:lnTo>
                    <a:pt x="4817326" y="4052417"/>
                  </a:lnTo>
                  <a:lnTo>
                    <a:pt x="4819193" y="4050550"/>
                  </a:lnTo>
                  <a:lnTo>
                    <a:pt x="4819650" y="4049433"/>
                  </a:lnTo>
                  <a:lnTo>
                    <a:pt x="4819650" y="4046804"/>
                  </a:lnTo>
                  <a:close/>
                </a:path>
                <a:path w="7391400" h="4057650">
                  <a:moveTo>
                    <a:pt x="4819650" y="2917037"/>
                  </a:moveTo>
                  <a:lnTo>
                    <a:pt x="4819193" y="2915907"/>
                  </a:lnTo>
                  <a:lnTo>
                    <a:pt x="4817326" y="2914053"/>
                  </a:lnTo>
                  <a:lnTo>
                    <a:pt x="4816208" y="2913583"/>
                  </a:lnTo>
                  <a:lnTo>
                    <a:pt x="4813579" y="2913583"/>
                  </a:lnTo>
                  <a:lnTo>
                    <a:pt x="4812449" y="2914053"/>
                  </a:lnTo>
                  <a:lnTo>
                    <a:pt x="4810595" y="2915907"/>
                  </a:lnTo>
                  <a:lnTo>
                    <a:pt x="4810125" y="2917037"/>
                  </a:lnTo>
                  <a:lnTo>
                    <a:pt x="4810125" y="2919666"/>
                  </a:lnTo>
                  <a:lnTo>
                    <a:pt x="4810595" y="2920784"/>
                  </a:lnTo>
                  <a:lnTo>
                    <a:pt x="4812449" y="2922651"/>
                  </a:lnTo>
                  <a:lnTo>
                    <a:pt x="4813579" y="2923108"/>
                  </a:lnTo>
                  <a:lnTo>
                    <a:pt x="4816208" y="2923108"/>
                  </a:lnTo>
                  <a:lnTo>
                    <a:pt x="4817326" y="2922651"/>
                  </a:lnTo>
                  <a:lnTo>
                    <a:pt x="4819193" y="2920784"/>
                  </a:lnTo>
                  <a:lnTo>
                    <a:pt x="4819650" y="2919666"/>
                  </a:lnTo>
                  <a:lnTo>
                    <a:pt x="4819650" y="2917037"/>
                  </a:lnTo>
                  <a:close/>
                </a:path>
                <a:path w="7391400" h="4057650">
                  <a:moveTo>
                    <a:pt x="4819650" y="1787258"/>
                  </a:moveTo>
                  <a:lnTo>
                    <a:pt x="4819193" y="1786140"/>
                  </a:lnTo>
                  <a:lnTo>
                    <a:pt x="4817326" y="1784273"/>
                  </a:lnTo>
                  <a:lnTo>
                    <a:pt x="4816208" y="1783816"/>
                  </a:lnTo>
                  <a:lnTo>
                    <a:pt x="4813579" y="1783816"/>
                  </a:lnTo>
                  <a:lnTo>
                    <a:pt x="4812449" y="1784273"/>
                  </a:lnTo>
                  <a:lnTo>
                    <a:pt x="4810595" y="1786140"/>
                  </a:lnTo>
                  <a:lnTo>
                    <a:pt x="4810125" y="1787258"/>
                  </a:lnTo>
                  <a:lnTo>
                    <a:pt x="4810125" y="1789887"/>
                  </a:lnTo>
                  <a:lnTo>
                    <a:pt x="4810595" y="1791017"/>
                  </a:lnTo>
                  <a:lnTo>
                    <a:pt x="4812449" y="1792871"/>
                  </a:lnTo>
                  <a:lnTo>
                    <a:pt x="4813579" y="1793341"/>
                  </a:lnTo>
                  <a:lnTo>
                    <a:pt x="4816208" y="1793341"/>
                  </a:lnTo>
                  <a:lnTo>
                    <a:pt x="4817326" y="1792871"/>
                  </a:lnTo>
                  <a:lnTo>
                    <a:pt x="4819193" y="1791017"/>
                  </a:lnTo>
                  <a:lnTo>
                    <a:pt x="4819650" y="1789887"/>
                  </a:lnTo>
                  <a:lnTo>
                    <a:pt x="4819650" y="1787258"/>
                  </a:lnTo>
                  <a:close/>
                </a:path>
                <a:path w="7391400" h="4057650">
                  <a:moveTo>
                    <a:pt x="4819650" y="657491"/>
                  </a:moveTo>
                  <a:lnTo>
                    <a:pt x="4819193" y="656374"/>
                  </a:lnTo>
                  <a:lnTo>
                    <a:pt x="4817326" y="654507"/>
                  </a:lnTo>
                  <a:lnTo>
                    <a:pt x="4816208" y="654037"/>
                  </a:lnTo>
                  <a:lnTo>
                    <a:pt x="4813579" y="654037"/>
                  </a:lnTo>
                  <a:lnTo>
                    <a:pt x="4812449" y="654507"/>
                  </a:lnTo>
                  <a:lnTo>
                    <a:pt x="4810595" y="656374"/>
                  </a:lnTo>
                  <a:lnTo>
                    <a:pt x="4810125" y="657491"/>
                  </a:lnTo>
                  <a:lnTo>
                    <a:pt x="4810125" y="660120"/>
                  </a:lnTo>
                  <a:lnTo>
                    <a:pt x="4810595" y="661238"/>
                  </a:lnTo>
                  <a:lnTo>
                    <a:pt x="4812449" y="663105"/>
                  </a:lnTo>
                  <a:lnTo>
                    <a:pt x="4813579" y="663562"/>
                  </a:lnTo>
                  <a:lnTo>
                    <a:pt x="4816208" y="663562"/>
                  </a:lnTo>
                  <a:lnTo>
                    <a:pt x="4817326" y="663105"/>
                  </a:lnTo>
                  <a:lnTo>
                    <a:pt x="4819193" y="661238"/>
                  </a:lnTo>
                  <a:lnTo>
                    <a:pt x="4819650" y="660120"/>
                  </a:lnTo>
                  <a:lnTo>
                    <a:pt x="4819650" y="657491"/>
                  </a:lnTo>
                  <a:close/>
                </a:path>
                <a:path w="7391400" h="4057650">
                  <a:moveTo>
                    <a:pt x="4867275" y="4046804"/>
                  </a:moveTo>
                  <a:lnTo>
                    <a:pt x="4866818" y="4045686"/>
                  </a:lnTo>
                  <a:lnTo>
                    <a:pt x="4864951" y="4043819"/>
                  </a:lnTo>
                  <a:lnTo>
                    <a:pt x="4863833" y="4043349"/>
                  </a:lnTo>
                  <a:lnTo>
                    <a:pt x="4861204" y="4043349"/>
                  </a:lnTo>
                  <a:lnTo>
                    <a:pt x="4860087" y="4043819"/>
                  </a:lnTo>
                  <a:lnTo>
                    <a:pt x="4858220" y="4045686"/>
                  </a:lnTo>
                  <a:lnTo>
                    <a:pt x="4857762" y="4046804"/>
                  </a:lnTo>
                  <a:lnTo>
                    <a:pt x="4857762" y="4049433"/>
                  </a:lnTo>
                  <a:lnTo>
                    <a:pt x="4858220" y="4050550"/>
                  </a:lnTo>
                  <a:lnTo>
                    <a:pt x="4860087" y="4052417"/>
                  </a:lnTo>
                  <a:lnTo>
                    <a:pt x="4861204" y="4052874"/>
                  </a:lnTo>
                  <a:lnTo>
                    <a:pt x="4863833" y="4052874"/>
                  </a:lnTo>
                  <a:lnTo>
                    <a:pt x="4864951" y="4052417"/>
                  </a:lnTo>
                  <a:lnTo>
                    <a:pt x="4866818" y="4050550"/>
                  </a:lnTo>
                  <a:lnTo>
                    <a:pt x="4867275" y="4049433"/>
                  </a:lnTo>
                  <a:lnTo>
                    <a:pt x="4867275" y="4046804"/>
                  </a:lnTo>
                  <a:close/>
                </a:path>
                <a:path w="7391400" h="4057650">
                  <a:moveTo>
                    <a:pt x="4867275" y="2917037"/>
                  </a:moveTo>
                  <a:lnTo>
                    <a:pt x="4866818" y="2915907"/>
                  </a:lnTo>
                  <a:lnTo>
                    <a:pt x="4864951" y="2914053"/>
                  </a:lnTo>
                  <a:lnTo>
                    <a:pt x="4863833" y="2913583"/>
                  </a:lnTo>
                  <a:lnTo>
                    <a:pt x="4861204" y="2913583"/>
                  </a:lnTo>
                  <a:lnTo>
                    <a:pt x="4860087" y="2914053"/>
                  </a:lnTo>
                  <a:lnTo>
                    <a:pt x="4858220" y="2915907"/>
                  </a:lnTo>
                  <a:lnTo>
                    <a:pt x="4857762" y="2917037"/>
                  </a:lnTo>
                  <a:lnTo>
                    <a:pt x="4857762" y="2919666"/>
                  </a:lnTo>
                  <a:lnTo>
                    <a:pt x="4858220" y="2920784"/>
                  </a:lnTo>
                  <a:lnTo>
                    <a:pt x="4860087" y="2922651"/>
                  </a:lnTo>
                  <a:lnTo>
                    <a:pt x="4861204" y="2923108"/>
                  </a:lnTo>
                  <a:lnTo>
                    <a:pt x="4863833" y="2923108"/>
                  </a:lnTo>
                  <a:lnTo>
                    <a:pt x="4864951" y="2922651"/>
                  </a:lnTo>
                  <a:lnTo>
                    <a:pt x="4866818" y="2920784"/>
                  </a:lnTo>
                  <a:lnTo>
                    <a:pt x="4867275" y="2919666"/>
                  </a:lnTo>
                  <a:lnTo>
                    <a:pt x="4867275" y="2917037"/>
                  </a:lnTo>
                  <a:close/>
                </a:path>
                <a:path w="7391400" h="4057650">
                  <a:moveTo>
                    <a:pt x="4867275" y="1787258"/>
                  </a:moveTo>
                  <a:lnTo>
                    <a:pt x="4866818" y="1786140"/>
                  </a:lnTo>
                  <a:lnTo>
                    <a:pt x="4864951" y="1784273"/>
                  </a:lnTo>
                  <a:lnTo>
                    <a:pt x="4863833" y="1783816"/>
                  </a:lnTo>
                  <a:lnTo>
                    <a:pt x="4861204" y="1783816"/>
                  </a:lnTo>
                  <a:lnTo>
                    <a:pt x="4860087" y="1784273"/>
                  </a:lnTo>
                  <a:lnTo>
                    <a:pt x="4858220" y="1786140"/>
                  </a:lnTo>
                  <a:lnTo>
                    <a:pt x="4857762" y="1787258"/>
                  </a:lnTo>
                  <a:lnTo>
                    <a:pt x="4857762" y="1789887"/>
                  </a:lnTo>
                  <a:lnTo>
                    <a:pt x="4858220" y="1791017"/>
                  </a:lnTo>
                  <a:lnTo>
                    <a:pt x="4860087" y="1792871"/>
                  </a:lnTo>
                  <a:lnTo>
                    <a:pt x="4861204" y="1793341"/>
                  </a:lnTo>
                  <a:lnTo>
                    <a:pt x="4863833" y="1793341"/>
                  </a:lnTo>
                  <a:lnTo>
                    <a:pt x="4864951" y="1792871"/>
                  </a:lnTo>
                  <a:lnTo>
                    <a:pt x="4866818" y="1791017"/>
                  </a:lnTo>
                  <a:lnTo>
                    <a:pt x="4867275" y="1789887"/>
                  </a:lnTo>
                  <a:lnTo>
                    <a:pt x="4867275" y="1787258"/>
                  </a:lnTo>
                  <a:close/>
                </a:path>
                <a:path w="7391400" h="4057650">
                  <a:moveTo>
                    <a:pt x="4867275" y="657491"/>
                  </a:moveTo>
                  <a:lnTo>
                    <a:pt x="4866818" y="656374"/>
                  </a:lnTo>
                  <a:lnTo>
                    <a:pt x="4864951" y="654507"/>
                  </a:lnTo>
                  <a:lnTo>
                    <a:pt x="4863833" y="654037"/>
                  </a:lnTo>
                  <a:lnTo>
                    <a:pt x="4861204" y="654037"/>
                  </a:lnTo>
                  <a:lnTo>
                    <a:pt x="4860087" y="654507"/>
                  </a:lnTo>
                  <a:lnTo>
                    <a:pt x="4858220" y="656374"/>
                  </a:lnTo>
                  <a:lnTo>
                    <a:pt x="4857762" y="657491"/>
                  </a:lnTo>
                  <a:lnTo>
                    <a:pt x="4857762" y="660120"/>
                  </a:lnTo>
                  <a:lnTo>
                    <a:pt x="4858220" y="661238"/>
                  </a:lnTo>
                  <a:lnTo>
                    <a:pt x="4860087" y="663105"/>
                  </a:lnTo>
                  <a:lnTo>
                    <a:pt x="4861204" y="663562"/>
                  </a:lnTo>
                  <a:lnTo>
                    <a:pt x="4863833" y="663562"/>
                  </a:lnTo>
                  <a:lnTo>
                    <a:pt x="4864951" y="663105"/>
                  </a:lnTo>
                  <a:lnTo>
                    <a:pt x="4866818" y="661238"/>
                  </a:lnTo>
                  <a:lnTo>
                    <a:pt x="4867275" y="660120"/>
                  </a:lnTo>
                  <a:lnTo>
                    <a:pt x="4867275" y="657491"/>
                  </a:lnTo>
                  <a:close/>
                </a:path>
                <a:path w="7391400" h="4057650">
                  <a:moveTo>
                    <a:pt x="4914900" y="4046804"/>
                  </a:moveTo>
                  <a:lnTo>
                    <a:pt x="4914443" y="4045686"/>
                  </a:lnTo>
                  <a:lnTo>
                    <a:pt x="4912576" y="4043819"/>
                  </a:lnTo>
                  <a:lnTo>
                    <a:pt x="4911458" y="4043349"/>
                  </a:lnTo>
                  <a:lnTo>
                    <a:pt x="4908829" y="4043349"/>
                  </a:lnTo>
                  <a:lnTo>
                    <a:pt x="4907699" y="4043819"/>
                  </a:lnTo>
                  <a:lnTo>
                    <a:pt x="4905845" y="4045686"/>
                  </a:lnTo>
                  <a:lnTo>
                    <a:pt x="4905375" y="4046804"/>
                  </a:lnTo>
                  <a:lnTo>
                    <a:pt x="4905375" y="4049433"/>
                  </a:lnTo>
                  <a:lnTo>
                    <a:pt x="4905845" y="4050550"/>
                  </a:lnTo>
                  <a:lnTo>
                    <a:pt x="4907699" y="4052417"/>
                  </a:lnTo>
                  <a:lnTo>
                    <a:pt x="4908829" y="4052874"/>
                  </a:lnTo>
                  <a:lnTo>
                    <a:pt x="4911458" y="4052874"/>
                  </a:lnTo>
                  <a:lnTo>
                    <a:pt x="4912576" y="4052417"/>
                  </a:lnTo>
                  <a:lnTo>
                    <a:pt x="4914443" y="4050550"/>
                  </a:lnTo>
                  <a:lnTo>
                    <a:pt x="4914900" y="4049433"/>
                  </a:lnTo>
                  <a:lnTo>
                    <a:pt x="4914900" y="4046804"/>
                  </a:lnTo>
                  <a:close/>
                </a:path>
                <a:path w="7391400" h="4057650">
                  <a:moveTo>
                    <a:pt x="4914900" y="2917037"/>
                  </a:moveTo>
                  <a:lnTo>
                    <a:pt x="4914443" y="2915907"/>
                  </a:lnTo>
                  <a:lnTo>
                    <a:pt x="4912576" y="2914053"/>
                  </a:lnTo>
                  <a:lnTo>
                    <a:pt x="4911458" y="2913583"/>
                  </a:lnTo>
                  <a:lnTo>
                    <a:pt x="4908829" y="2913583"/>
                  </a:lnTo>
                  <a:lnTo>
                    <a:pt x="4907699" y="2914053"/>
                  </a:lnTo>
                  <a:lnTo>
                    <a:pt x="4905845" y="2915907"/>
                  </a:lnTo>
                  <a:lnTo>
                    <a:pt x="4905375" y="2917037"/>
                  </a:lnTo>
                  <a:lnTo>
                    <a:pt x="4905375" y="2919666"/>
                  </a:lnTo>
                  <a:lnTo>
                    <a:pt x="4905845" y="2920784"/>
                  </a:lnTo>
                  <a:lnTo>
                    <a:pt x="4907699" y="2922651"/>
                  </a:lnTo>
                  <a:lnTo>
                    <a:pt x="4908829" y="2923108"/>
                  </a:lnTo>
                  <a:lnTo>
                    <a:pt x="4911458" y="2923108"/>
                  </a:lnTo>
                  <a:lnTo>
                    <a:pt x="4912576" y="2922651"/>
                  </a:lnTo>
                  <a:lnTo>
                    <a:pt x="4914443" y="2920784"/>
                  </a:lnTo>
                  <a:lnTo>
                    <a:pt x="4914900" y="2919666"/>
                  </a:lnTo>
                  <a:lnTo>
                    <a:pt x="4914900" y="2917037"/>
                  </a:lnTo>
                  <a:close/>
                </a:path>
                <a:path w="7391400" h="4057650">
                  <a:moveTo>
                    <a:pt x="4914900" y="1787258"/>
                  </a:moveTo>
                  <a:lnTo>
                    <a:pt x="4914443" y="1786140"/>
                  </a:lnTo>
                  <a:lnTo>
                    <a:pt x="4912576" y="1784273"/>
                  </a:lnTo>
                  <a:lnTo>
                    <a:pt x="4911458" y="1783816"/>
                  </a:lnTo>
                  <a:lnTo>
                    <a:pt x="4908829" y="1783816"/>
                  </a:lnTo>
                  <a:lnTo>
                    <a:pt x="4907699" y="1784273"/>
                  </a:lnTo>
                  <a:lnTo>
                    <a:pt x="4905845" y="1786140"/>
                  </a:lnTo>
                  <a:lnTo>
                    <a:pt x="4905375" y="1787258"/>
                  </a:lnTo>
                  <a:lnTo>
                    <a:pt x="4905375" y="1789887"/>
                  </a:lnTo>
                  <a:lnTo>
                    <a:pt x="4905845" y="1791017"/>
                  </a:lnTo>
                  <a:lnTo>
                    <a:pt x="4907699" y="1792871"/>
                  </a:lnTo>
                  <a:lnTo>
                    <a:pt x="4908829" y="1793341"/>
                  </a:lnTo>
                  <a:lnTo>
                    <a:pt x="4911458" y="1793341"/>
                  </a:lnTo>
                  <a:lnTo>
                    <a:pt x="4912576" y="1792871"/>
                  </a:lnTo>
                  <a:lnTo>
                    <a:pt x="4914443" y="1791017"/>
                  </a:lnTo>
                  <a:lnTo>
                    <a:pt x="4914900" y="1789887"/>
                  </a:lnTo>
                  <a:lnTo>
                    <a:pt x="4914900" y="1787258"/>
                  </a:lnTo>
                  <a:close/>
                </a:path>
                <a:path w="7391400" h="4057650">
                  <a:moveTo>
                    <a:pt x="4914900" y="657491"/>
                  </a:moveTo>
                  <a:lnTo>
                    <a:pt x="4914443" y="656374"/>
                  </a:lnTo>
                  <a:lnTo>
                    <a:pt x="4912576" y="654507"/>
                  </a:lnTo>
                  <a:lnTo>
                    <a:pt x="4911458" y="654037"/>
                  </a:lnTo>
                  <a:lnTo>
                    <a:pt x="4908829" y="654037"/>
                  </a:lnTo>
                  <a:lnTo>
                    <a:pt x="4907699" y="654507"/>
                  </a:lnTo>
                  <a:lnTo>
                    <a:pt x="4905845" y="656374"/>
                  </a:lnTo>
                  <a:lnTo>
                    <a:pt x="4905375" y="657491"/>
                  </a:lnTo>
                  <a:lnTo>
                    <a:pt x="4905375" y="660120"/>
                  </a:lnTo>
                  <a:lnTo>
                    <a:pt x="4905845" y="661238"/>
                  </a:lnTo>
                  <a:lnTo>
                    <a:pt x="4907699" y="663105"/>
                  </a:lnTo>
                  <a:lnTo>
                    <a:pt x="4908829" y="663562"/>
                  </a:lnTo>
                  <a:lnTo>
                    <a:pt x="4911458" y="663562"/>
                  </a:lnTo>
                  <a:lnTo>
                    <a:pt x="4912576" y="663105"/>
                  </a:lnTo>
                  <a:lnTo>
                    <a:pt x="4914443" y="661238"/>
                  </a:lnTo>
                  <a:lnTo>
                    <a:pt x="4914900" y="660120"/>
                  </a:lnTo>
                  <a:lnTo>
                    <a:pt x="4914900" y="657491"/>
                  </a:lnTo>
                  <a:close/>
                </a:path>
                <a:path w="7391400" h="4057650">
                  <a:moveTo>
                    <a:pt x="4962525" y="4046804"/>
                  </a:moveTo>
                  <a:lnTo>
                    <a:pt x="4962068" y="4045686"/>
                  </a:lnTo>
                  <a:lnTo>
                    <a:pt x="4960201" y="4043819"/>
                  </a:lnTo>
                  <a:lnTo>
                    <a:pt x="4959083" y="4043349"/>
                  </a:lnTo>
                  <a:lnTo>
                    <a:pt x="4956454" y="4043349"/>
                  </a:lnTo>
                  <a:lnTo>
                    <a:pt x="4955324" y="4043819"/>
                  </a:lnTo>
                  <a:lnTo>
                    <a:pt x="4953470" y="4045686"/>
                  </a:lnTo>
                  <a:lnTo>
                    <a:pt x="4953000" y="4046804"/>
                  </a:lnTo>
                  <a:lnTo>
                    <a:pt x="4953000" y="4049433"/>
                  </a:lnTo>
                  <a:lnTo>
                    <a:pt x="4953470" y="4050550"/>
                  </a:lnTo>
                  <a:lnTo>
                    <a:pt x="4955324" y="4052417"/>
                  </a:lnTo>
                  <a:lnTo>
                    <a:pt x="4956454" y="4052874"/>
                  </a:lnTo>
                  <a:lnTo>
                    <a:pt x="4959083" y="4052874"/>
                  </a:lnTo>
                  <a:lnTo>
                    <a:pt x="4960201" y="4052417"/>
                  </a:lnTo>
                  <a:lnTo>
                    <a:pt x="4962068" y="4050550"/>
                  </a:lnTo>
                  <a:lnTo>
                    <a:pt x="4962525" y="4049433"/>
                  </a:lnTo>
                  <a:lnTo>
                    <a:pt x="4962525" y="4046804"/>
                  </a:lnTo>
                  <a:close/>
                </a:path>
                <a:path w="7391400" h="4057650">
                  <a:moveTo>
                    <a:pt x="4962525" y="2917037"/>
                  </a:moveTo>
                  <a:lnTo>
                    <a:pt x="4962068" y="2915907"/>
                  </a:lnTo>
                  <a:lnTo>
                    <a:pt x="4960201" y="2914053"/>
                  </a:lnTo>
                  <a:lnTo>
                    <a:pt x="4959083" y="2913583"/>
                  </a:lnTo>
                  <a:lnTo>
                    <a:pt x="4956454" y="2913583"/>
                  </a:lnTo>
                  <a:lnTo>
                    <a:pt x="4955324" y="2914053"/>
                  </a:lnTo>
                  <a:lnTo>
                    <a:pt x="4953470" y="2915907"/>
                  </a:lnTo>
                  <a:lnTo>
                    <a:pt x="4953000" y="2917037"/>
                  </a:lnTo>
                  <a:lnTo>
                    <a:pt x="4953000" y="2919666"/>
                  </a:lnTo>
                  <a:lnTo>
                    <a:pt x="4953470" y="2920784"/>
                  </a:lnTo>
                  <a:lnTo>
                    <a:pt x="4955324" y="2922651"/>
                  </a:lnTo>
                  <a:lnTo>
                    <a:pt x="4956454" y="2923108"/>
                  </a:lnTo>
                  <a:lnTo>
                    <a:pt x="4959083" y="2923108"/>
                  </a:lnTo>
                  <a:lnTo>
                    <a:pt x="4960201" y="2922651"/>
                  </a:lnTo>
                  <a:lnTo>
                    <a:pt x="4962068" y="2920784"/>
                  </a:lnTo>
                  <a:lnTo>
                    <a:pt x="4962525" y="2919666"/>
                  </a:lnTo>
                  <a:lnTo>
                    <a:pt x="4962525" y="2917037"/>
                  </a:lnTo>
                  <a:close/>
                </a:path>
                <a:path w="7391400" h="4057650">
                  <a:moveTo>
                    <a:pt x="4962525" y="1787258"/>
                  </a:moveTo>
                  <a:lnTo>
                    <a:pt x="4962068" y="1786140"/>
                  </a:lnTo>
                  <a:lnTo>
                    <a:pt x="4960201" y="1784273"/>
                  </a:lnTo>
                  <a:lnTo>
                    <a:pt x="4959083" y="1783816"/>
                  </a:lnTo>
                  <a:lnTo>
                    <a:pt x="4956454" y="1783816"/>
                  </a:lnTo>
                  <a:lnTo>
                    <a:pt x="4955324" y="1784273"/>
                  </a:lnTo>
                  <a:lnTo>
                    <a:pt x="4953470" y="1786140"/>
                  </a:lnTo>
                  <a:lnTo>
                    <a:pt x="4953000" y="1787258"/>
                  </a:lnTo>
                  <a:lnTo>
                    <a:pt x="4953000" y="1789887"/>
                  </a:lnTo>
                  <a:lnTo>
                    <a:pt x="4953470" y="1791017"/>
                  </a:lnTo>
                  <a:lnTo>
                    <a:pt x="4955324" y="1792871"/>
                  </a:lnTo>
                  <a:lnTo>
                    <a:pt x="4956454" y="1793341"/>
                  </a:lnTo>
                  <a:lnTo>
                    <a:pt x="4959083" y="1793341"/>
                  </a:lnTo>
                  <a:lnTo>
                    <a:pt x="4960201" y="1792871"/>
                  </a:lnTo>
                  <a:lnTo>
                    <a:pt x="4962068" y="1791017"/>
                  </a:lnTo>
                  <a:lnTo>
                    <a:pt x="4962525" y="1789887"/>
                  </a:lnTo>
                  <a:lnTo>
                    <a:pt x="4962525" y="1787258"/>
                  </a:lnTo>
                  <a:close/>
                </a:path>
                <a:path w="7391400" h="4057650">
                  <a:moveTo>
                    <a:pt x="4962525" y="657491"/>
                  </a:moveTo>
                  <a:lnTo>
                    <a:pt x="4962068" y="656374"/>
                  </a:lnTo>
                  <a:lnTo>
                    <a:pt x="4960201" y="654507"/>
                  </a:lnTo>
                  <a:lnTo>
                    <a:pt x="4959083" y="654037"/>
                  </a:lnTo>
                  <a:lnTo>
                    <a:pt x="4956454" y="654037"/>
                  </a:lnTo>
                  <a:lnTo>
                    <a:pt x="4955324" y="654507"/>
                  </a:lnTo>
                  <a:lnTo>
                    <a:pt x="4953470" y="656374"/>
                  </a:lnTo>
                  <a:lnTo>
                    <a:pt x="4953000" y="657491"/>
                  </a:lnTo>
                  <a:lnTo>
                    <a:pt x="4953000" y="660120"/>
                  </a:lnTo>
                  <a:lnTo>
                    <a:pt x="4953470" y="661238"/>
                  </a:lnTo>
                  <a:lnTo>
                    <a:pt x="4955324" y="663105"/>
                  </a:lnTo>
                  <a:lnTo>
                    <a:pt x="4956454" y="663562"/>
                  </a:lnTo>
                  <a:lnTo>
                    <a:pt x="4959083" y="663562"/>
                  </a:lnTo>
                  <a:lnTo>
                    <a:pt x="4960201" y="663105"/>
                  </a:lnTo>
                  <a:lnTo>
                    <a:pt x="4962068" y="661238"/>
                  </a:lnTo>
                  <a:lnTo>
                    <a:pt x="4962525" y="660120"/>
                  </a:lnTo>
                  <a:lnTo>
                    <a:pt x="4962525" y="657491"/>
                  </a:lnTo>
                  <a:close/>
                </a:path>
                <a:path w="7391400" h="4057650">
                  <a:moveTo>
                    <a:pt x="5010150" y="4046804"/>
                  </a:moveTo>
                  <a:lnTo>
                    <a:pt x="5009693" y="4045686"/>
                  </a:lnTo>
                  <a:lnTo>
                    <a:pt x="5007826" y="4043819"/>
                  </a:lnTo>
                  <a:lnTo>
                    <a:pt x="5006708" y="4043349"/>
                  </a:lnTo>
                  <a:lnTo>
                    <a:pt x="5004079" y="4043349"/>
                  </a:lnTo>
                  <a:lnTo>
                    <a:pt x="5002949" y="4043819"/>
                  </a:lnTo>
                  <a:lnTo>
                    <a:pt x="5001095" y="4045686"/>
                  </a:lnTo>
                  <a:lnTo>
                    <a:pt x="5000625" y="4046804"/>
                  </a:lnTo>
                  <a:lnTo>
                    <a:pt x="5000625" y="4049433"/>
                  </a:lnTo>
                  <a:lnTo>
                    <a:pt x="5001095" y="4050550"/>
                  </a:lnTo>
                  <a:lnTo>
                    <a:pt x="5002949" y="4052417"/>
                  </a:lnTo>
                  <a:lnTo>
                    <a:pt x="5004079" y="4052874"/>
                  </a:lnTo>
                  <a:lnTo>
                    <a:pt x="5006708" y="4052874"/>
                  </a:lnTo>
                  <a:lnTo>
                    <a:pt x="5007826" y="4052417"/>
                  </a:lnTo>
                  <a:lnTo>
                    <a:pt x="5009693" y="4050550"/>
                  </a:lnTo>
                  <a:lnTo>
                    <a:pt x="5010150" y="4049433"/>
                  </a:lnTo>
                  <a:lnTo>
                    <a:pt x="5010150" y="4046804"/>
                  </a:lnTo>
                  <a:close/>
                </a:path>
                <a:path w="7391400" h="4057650">
                  <a:moveTo>
                    <a:pt x="5010150" y="2917037"/>
                  </a:moveTo>
                  <a:lnTo>
                    <a:pt x="5009693" y="2915907"/>
                  </a:lnTo>
                  <a:lnTo>
                    <a:pt x="5007826" y="2914053"/>
                  </a:lnTo>
                  <a:lnTo>
                    <a:pt x="5006708" y="2913583"/>
                  </a:lnTo>
                  <a:lnTo>
                    <a:pt x="5004079" y="2913583"/>
                  </a:lnTo>
                  <a:lnTo>
                    <a:pt x="5002949" y="2914053"/>
                  </a:lnTo>
                  <a:lnTo>
                    <a:pt x="5001095" y="2915907"/>
                  </a:lnTo>
                  <a:lnTo>
                    <a:pt x="5000625" y="2917037"/>
                  </a:lnTo>
                  <a:lnTo>
                    <a:pt x="5000625" y="2919666"/>
                  </a:lnTo>
                  <a:lnTo>
                    <a:pt x="5001095" y="2920784"/>
                  </a:lnTo>
                  <a:lnTo>
                    <a:pt x="5002949" y="2922651"/>
                  </a:lnTo>
                  <a:lnTo>
                    <a:pt x="5004079" y="2923108"/>
                  </a:lnTo>
                  <a:lnTo>
                    <a:pt x="5006708" y="2923108"/>
                  </a:lnTo>
                  <a:lnTo>
                    <a:pt x="5007826" y="2922651"/>
                  </a:lnTo>
                  <a:lnTo>
                    <a:pt x="5009693" y="2920784"/>
                  </a:lnTo>
                  <a:lnTo>
                    <a:pt x="5010150" y="2919666"/>
                  </a:lnTo>
                  <a:lnTo>
                    <a:pt x="5010150" y="2917037"/>
                  </a:lnTo>
                  <a:close/>
                </a:path>
                <a:path w="7391400" h="4057650">
                  <a:moveTo>
                    <a:pt x="5010150" y="1787258"/>
                  </a:moveTo>
                  <a:lnTo>
                    <a:pt x="5009693" y="1786140"/>
                  </a:lnTo>
                  <a:lnTo>
                    <a:pt x="5007826" y="1784273"/>
                  </a:lnTo>
                  <a:lnTo>
                    <a:pt x="5006708" y="1783816"/>
                  </a:lnTo>
                  <a:lnTo>
                    <a:pt x="5004079" y="1783816"/>
                  </a:lnTo>
                  <a:lnTo>
                    <a:pt x="5002949" y="1784273"/>
                  </a:lnTo>
                  <a:lnTo>
                    <a:pt x="5001095" y="1786140"/>
                  </a:lnTo>
                  <a:lnTo>
                    <a:pt x="5000625" y="1787258"/>
                  </a:lnTo>
                  <a:lnTo>
                    <a:pt x="5000625" y="1789887"/>
                  </a:lnTo>
                  <a:lnTo>
                    <a:pt x="5001095" y="1791017"/>
                  </a:lnTo>
                  <a:lnTo>
                    <a:pt x="5002949" y="1792871"/>
                  </a:lnTo>
                  <a:lnTo>
                    <a:pt x="5004079" y="1793341"/>
                  </a:lnTo>
                  <a:lnTo>
                    <a:pt x="5006708" y="1793341"/>
                  </a:lnTo>
                  <a:lnTo>
                    <a:pt x="5007826" y="1792871"/>
                  </a:lnTo>
                  <a:lnTo>
                    <a:pt x="5009693" y="1791017"/>
                  </a:lnTo>
                  <a:lnTo>
                    <a:pt x="5010150" y="1789887"/>
                  </a:lnTo>
                  <a:lnTo>
                    <a:pt x="5010150" y="1787258"/>
                  </a:lnTo>
                  <a:close/>
                </a:path>
                <a:path w="7391400" h="4057650">
                  <a:moveTo>
                    <a:pt x="5010150" y="657491"/>
                  </a:moveTo>
                  <a:lnTo>
                    <a:pt x="5009693" y="656374"/>
                  </a:lnTo>
                  <a:lnTo>
                    <a:pt x="5007826" y="654507"/>
                  </a:lnTo>
                  <a:lnTo>
                    <a:pt x="5006708" y="654037"/>
                  </a:lnTo>
                  <a:lnTo>
                    <a:pt x="5004079" y="654037"/>
                  </a:lnTo>
                  <a:lnTo>
                    <a:pt x="5002949" y="654507"/>
                  </a:lnTo>
                  <a:lnTo>
                    <a:pt x="5001095" y="656374"/>
                  </a:lnTo>
                  <a:lnTo>
                    <a:pt x="5000625" y="657491"/>
                  </a:lnTo>
                  <a:lnTo>
                    <a:pt x="5000625" y="660120"/>
                  </a:lnTo>
                  <a:lnTo>
                    <a:pt x="5001095" y="661238"/>
                  </a:lnTo>
                  <a:lnTo>
                    <a:pt x="5002949" y="663105"/>
                  </a:lnTo>
                  <a:lnTo>
                    <a:pt x="5004079" y="663562"/>
                  </a:lnTo>
                  <a:lnTo>
                    <a:pt x="5006708" y="663562"/>
                  </a:lnTo>
                  <a:lnTo>
                    <a:pt x="5007826" y="663105"/>
                  </a:lnTo>
                  <a:lnTo>
                    <a:pt x="5009693" y="661238"/>
                  </a:lnTo>
                  <a:lnTo>
                    <a:pt x="5010150" y="660120"/>
                  </a:lnTo>
                  <a:lnTo>
                    <a:pt x="5010150" y="657491"/>
                  </a:lnTo>
                  <a:close/>
                </a:path>
                <a:path w="7391400" h="4057650">
                  <a:moveTo>
                    <a:pt x="5057775" y="4046804"/>
                  </a:moveTo>
                  <a:lnTo>
                    <a:pt x="5057318" y="4045686"/>
                  </a:lnTo>
                  <a:lnTo>
                    <a:pt x="5055451" y="4043819"/>
                  </a:lnTo>
                  <a:lnTo>
                    <a:pt x="5054333" y="4043349"/>
                  </a:lnTo>
                  <a:lnTo>
                    <a:pt x="5051704" y="4043349"/>
                  </a:lnTo>
                  <a:lnTo>
                    <a:pt x="5050574" y="4043819"/>
                  </a:lnTo>
                  <a:lnTo>
                    <a:pt x="5048720" y="4045686"/>
                  </a:lnTo>
                  <a:lnTo>
                    <a:pt x="5048250" y="4046804"/>
                  </a:lnTo>
                  <a:lnTo>
                    <a:pt x="5048250" y="4049433"/>
                  </a:lnTo>
                  <a:lnTo>
                    <a:pt x="5048720" y="4050550"/>
                  </a:lnTo>
                  <a:lnTo>
                    <a:pt x="5050574" y="4052417"/>
                  </a:lnTo>
                  <a:lnTo>
                    <a:pt x="5051704" y="4052874"/>
                  </a:lnTo>
                  <a:lnTo>
                    <a:pt x="5054333" y="4052874"/>
                  </a:lnTo>
                  <a:lnTo>
                    <a:pt x="5055451" y="4052417"/>
                  </a:lnTo>
                  <a:lnTo>
                    <a:pt x="5057318" y="4050550"/>
                  </a:lnTo>
                  <a:lnTo>
                    <a:pt x="5057775" y="4049433"/>
                  </a:lnTo>
                  <a:lnTo>
                    <a:pt x="5057775" y="4046804"/>
                  </a:lnTo>
                  <a:close/>
                </a:path>
                <a:path w="7391400" h="4057650">
                  <a:moveTo>
                    <a:pt x="5057775" y="2917037"/>
                  </a:moveTo>
                  <a:lnTo>
                    <a:pt x="5057318" y="2915907"/>
                  </a:lnTo>
                  <a:lnTo>
                    <a:pt x="5055451" y="2914053"/>
                  </a:lnTo>
                  <a:lnTo>
                    <a:pt x="5054333" y="2913583"/>
                  </a:lnTo>
                  <a:lnTo>
                    <a:pt x="5051704" y="2913583"/>
                  </a:lnTo>
                  <a:lnTo>
                    <a:pt x="5050574" y="2914053"/>
                  </a:lnTo>
                  <a:lnTo>
                    <a:pt x="5048720" y="2915907"/>
                  </a:lnTo>
                  <a:lnTo>
                    <a:pt x="5048250" y="2917037"/>
                  </a:lnTo>
                  <a:lnTo>
                    <a:pt x="5048250" y="2919666"/>
                  </a:lnTo>
                  <a:lnTo>
                    <a:pt x="5048720" y="2920784"/>
                  </a:lnTo>
                  <a:lnTo>
                    <a:pt x="5050574" y="2922651"/>
                  </a:lnTo>
                  <a:lnTo>
                    <a:pt x="5051704" y="2923108"/>
                  </a:lnTo>
                  <a:lnTo>
                    <a:pt x="5054333" y="2923108"/>
                  </a:lnTo>
                  <a:lnTo>
                    <a:pt x="5055451" y="2922651"/>
                  </a:lnTo>
                  <a:lnTo>
                    <a:pt x="5057318" y="2920784"/>
                  </a:lnTo>
                  <a:lnTo>
                    <a:pt x="5057775" y="2919666"/>
                  </a:lnTo>
                  <a:lnTo>
                    <a:pt x="5057775" y="2917037"/>
                  </a:lnTo>
                  <a:close/>
                </a:path>
                <a:path w="7391400" h="4057650">
                  <a:moveTo>
                    <a:pt x="5057775" y="1787258"/>
                  </a:moveTo>
                  <a:lnTo>
                    <a:pt x="5057318" y="1786140"/>
                  </a:lnTo>
                  <a:lnTo>
                    <a:pt x="5055451" y="1784273"/>
                  </a:lnTo>
                  <a:lnTo>
                    <a:pt x="5054333" y="1783816"/>
                  </a:lnTo>
                  <a:lnTo>
                    <a:pt x="5051704" y="1783816"/>
                  </a:lnTo>
                  <a:lnTo>
                    <a:pt x="5050574" y="1784273"/>
                  </a:lnTo>
                  <a:lnTo>
                    <a:pt x="5048720" y="1786140"/>
                  </a:lnTo>
                  <a:lnTo>
                    <a:pt x="5048250" y="1787258"/>
                  </a:lnTo>
                  <a:lnTo>
                    <a:pt x="5048250" y="1789887"/>
                  </a:lnTo>
                  <a:lnTo>
                    <a:pt x="5048720" y="1791017"/>
                  </a:lnTo>
                  <a:lnTo>
                    <a:pt x="5050574" y="1792871"/>
                  </a:lnTo>
                  <a:lnTo>
                    <a:pt x="5051704" y="1793341"/>
                  </a:lnTo>
                  <a:lnTo>
                    <a:pt x="5054333" y="1793341"/>
                  </a:lnTo>
                  <a:lnTo>
                    <a:pt x="5055451" y="1792871"/>
                  </a:lnTo>
                  <a:lnTo>
                    <a:pt x="5057318" y="1791017"/>
                  </a:lnTo>
                  <a:lnTo>
                    <a:pt x="5057775" y="1789887"/>
                  </a:lnTo>
                  <a:lnTo>
                    <a:pt x="5057775" y="1787258"/>
                  </a:lnTo>
                  <a:close/>
                </a:path>
                <a:path w="7391400" h="4057650">
                  <a:moveTo>
                    <a:pt x="5057775" y="657491"/>
                  </a:moveTo>
                  <a:lnTo>
                    <a:pt x="5057318" y="656374"/>
                  </a:lnTo>
                  <a:lnTo>
                    <a:pt x="5055451" y="654507"/>
                  </a:lnTo>
                  <a:lnTo>
                    <a:pt x="5054333" y="654037"/>
                  </a:lnTo>
                  <a:lnTo>
                    <a:pt x="5051704" y="654037"/>
                  </a:lnTo>
                  <a:lnTo>
                    <a:pt x="5050574" y="654507"/>
                  </a:lnTo>
                  <a:lnTo>
                    <a:pt x="5048720" y="656374"/>
                  </a:lnTo>
                  <a:lnTo>
                    <a:pt x="5048250" y="657491"/>
                  </a:lnTo>
                  <a:lnTo>
                    <a:pt x="5048250" y="660120"/>
                  </a:lnTo>
                  <a:lnTo>
                    <a:pt x="5048720" y="661238"/>
                  </a:lnTo>
                  <a:lnTo>
                    <a:pt x="5050574" y="663105"/>
                  </a:lnTo>
                  <a:lnTo>
                    <a:pt x="5051704" y="663562"/>
                  </a:lnTo>
                  <a:lnTo>
                    <a:pt x="5054333" y="663562"/>
                  </a:lnTo>
                  <a:lnTo>
                    <a:pt x="5055451" y="663105"/>
                  </a:lnTo>
                  <a:lnTo>
                    <a:pt x="5057318" y="661238"/>
                  </a:lnTo>
                  <a:lnTo>
                    <a:pt x="5057775" y="660120"/>
                  </a:lnTo>
                  <a:lnTo>
                    <a:pt x="5057775" y="657491"/>
                  </a:lnTo>
                  <a:close/>
                </a:path>
                <a:path w="7391400" h="4057650">
                  <a:moveTo>
                    <a:pt x="5105400" y="4046804"/>
                  </a:moveTo>
                  <a:lnTo>
                    <a:pt x="5104943" y="4045686"/>
                  </a:lnTo>
                  <a:lnTo>
                    <a:pt x="5103076" y="4043819"/>
                  </a:lnTo>
                  <a:lnTo>
                    <a:pt x="5101958" y="4043349"/>
                  </a:lnTo>
                  <a:lnTo>
                    <a:pt x="5099329" y="4043349"/>
                  </a:lnTo>
                  <a:lnTo>
                    <a:pt x="5098212" y="4043819"/>
                  </a:lnTo>
                  <a:lnTo>
                    <a:pt x="5096345" y="4045686"/>
                  </a:lnTo>
                  <a:lnTo>
                    <a:pt x="5095875" y="4046804"/>
                  </a:lnTo>
                  <a:lnTo>
                    <a:pt x="5095875" y="4049433"/>
                  </a:lnTo>
                  <a:lnTo>
                    <a:pt x="5096345" y="4050550"/>
                  </a:lnTo>
                  <a:lnTo>
                    <a:pt x="5098212" y="4052417"/>
                  </a:lnTo>
                  <a:lnTo>
                    <a:pt x="5099329" y="4052874"/>
                  </a:lnTo>
                  <a:lnTo>
                    <a:pt x="5101958" y="4052874"/>
                  </a:lnTo>
                  <a:lnTo>
                    <a:pt x="5103076" y="4052417"/>
                  </a:lnTo>
                  <a:lnTo>
                    <a:pt x="5104943" y="4050550"/>
                  </a:lnTo>
                  <a:lnTo>
                    <a:pt x="5105400" y="4049433"/>
                  </a:lnTo>
                  <a:lnTo>
                    <a:pt x="5105400" y="4046804"/>
                  </a:lnTo>
                  <a:close/>
                </a:path>
                <a:path w="7391400" h="4057650">
                  <a:moveTo>
                    <a:pt x="5105400" y="2917037"/>
                  </a:moveTo>
                  <a:lnTo>
                    <a:pt x="5104943" y="2915907"/>
                  </a:lnTo>
                  <a:lnTo>
                    <a:pt x="5103076" y="2914053"/>
                  </a:lnTo>
                  <a:lnTo>
                    <a:pt x="5101958" y="2913583"/>
                  </a:lnTo>
                  <a:lnTo>
                    <a:pt x="5099329" y="2913583"/>
                  </a:lnTo>
                  <a:lnTo>
                    <a:pt x="5098212" y="2914053"/>
                  </a:lnTo>
                  <a:lnTo>
                    <a:pt x="5096345" y="2915907"/>
                  </a:lnTo>
                  <a:lnTo>
                    <a:pt x="5095875" y="2917037"/>
                  </a:lnTo>
                  <a:lnTo>
                    <a:pt x="5095875" y="2919666"/>
                  </a:lnTo>
                  <a:lnTo>
                    <a:pt x="5096345" y="2920784"/>
                  </a:lnTo>
                  <a:lnTo>
                    <a:pt x="5098212" y="2922651"/>
                  </a:lnTo>
                  <a:lnTo>
                    <a:pt x="5099329" y="2923108"/>
                  </a:lnTo>
                  <a:lnTo>
                    <a:pt x="5101958" y="2923108"/>
                  </a:lnTo>
                  <a:lnTo>
                    <a:pt x="5103076" y="2922651"/>
                  </a:lnTo>
                  <a:lnTo>
                    <a:pt x="5104943" y="2920784"/>
                  </a:lnTo>
                  <a:lnTo>
                    <a:pt x="5105400" y="2919666"/>
                  </a:lnTo>
                  <a:lnTo>
                    <a:pt x="5105400" y="2917037"/>
                  </a:lnTo>
                  <a:close/>
                </a:path>
                <a:path w="7391400" h="4057650">
                  <a:moveTo>
                    <a:pt x="5105400" y="1787258"/>
                  </a:moveTo>
                  <a:lnTo>
                    <a:pt x="5104943" y="1786140"/>
                  </a:lnTo>
                  <a:lnTo>
                    <a:pt x="5103076" y="1784273"/>
                  </a:lnTo>
                  <a:lnTo>
                    <a:pt x="5101958" y="1783816"/>
                  </a:lnTo>
                  <a:lnTo>
                    <a:pt x="5099329" y="1783816"/>
                  </a:lnTo>
                  <a:lnTo>
                    <a:pt x="5098212" y="1784273"/>
                  </a:lnTo>
                  <a:lnTo>
                    <a:pt x="5096345" y="1786140"/>
                  </a:lnTo>
                  <a:lnTo>
                    <a:pt x="5095875" y="1787258"/>
                  </a:lnTo>
                  <a:lnTo>
                    <a:pt x="5095875" y="1789887"/>
                  </a:lnTo>
                  <a:lnTo>
                    <a:pt x="5096345" y="1791017"/>
                  </a:lnTo>
                  <a:lnTo>
                    <a:pt x="5098212" y="1792871"/>
                  </a:lnTo>
                  <a:lnTo>
                    <a:pt x="5099329" y="1793341"/>
                  </a:lnTo>
                  <a:lnTo>
                    <a:pt x="5101958" y="1793341"/>
                  </a:lnTo>
                  <a:lnTo>
                    <a:pt x="5103076" y="1792871"/>
                  </a:lnTo>
                  <a:lnTo>
                    <a:pt x="5104943" y="1791017"/>
                  </a:lnTo>
                  <a:lnTo>
                    <a:pt x="5105400" y="1789887"/>
                  </a:lnTo>
                  <a:lnTo>
                    <a:pt x="5105400" y="1787258"/>
                  </a:lnTo>
                  <a:close/>
                </a:path>
                <a:path w="7391400" h="4057650">
                  <a:moveTo>
                    <a:pt x="5105400" y="657491"/>
                  </a:moveTo>
                  <a:lnTo>
                    <a:pt x="5104943" y="656374"/>
                  </a:lnTo>
                  <a:lnTo>
                    <a:pt x="5103076" y="654507"/>
                  </a:lnTo>
                  <a:lnTo>
                    <a:pt x="5101958" y="654037"/>
                  </a:lnTo>
                  <a:lnTo>
                    <a:pt x="5099329" y="654037"/>
                  </a:lnTo>
                  <a:lnTo>
                    <a:pt x="5098212" y="654507"/>
                  </a:lnTo>
                  <a:lnTo>
                    <a:pt x="5096345" y="656374"/>
                  </a:lnTo>
                  <a:lnTo>
                    <a:pt x="5095875" y="657491"/>
                  </a:lnTo>
                  <a:lnTo>
                    <a:pt x="5095875" y="660120"/>
                  </a:lnTo>
                  <a:lnTo>
                    <a:pt x="5096345" y="661238"/>
                  </a:lnTo>
                  <a:lnTo>
                    <a:pt x="5098212" y="663105"/>
                  </a:lnTo>
                  <a:lnTo>
                    <a:pt x="5099329" y="663562"/>
                  </a:lnTo>
                  <a:lnTo>
                    <a:pt x="5101958" y="663562"/>
                  </a:lnTo>
                  <a:lnTo>
                    <a:pt x="5103076" y="663105"/>
                  </a:lnTo>
                  <a:lnTo>
                    <a:pt x="5104943" y="661238"/>
                  </a:lnTo>
                  <a:lnTo>
                    <a:pt x="5105400" y="660120"/>
                  </a:lnTo>
                  <a:lnTo>
                    <a:pt x="5105400" y="657491"/>
                  </a:lnTo>
                  <a:close/>
                </a:path>
                <a:path w="7391400" h="4057650">
                  <a:moveTo>
                    <a:pt x="5153025" y="4046804"/>
                  </a:moveTo>
                  <a:lnTo>
                    <a:pt x="5152568" y="4045686"/>
                  </a:lnTo>
                  <a:lnTo>
                    <a:pt x="5150701" y="4043819"/>
                  </a:lnTo>
                  <a:lnTo>
                    <a:pt x="5149583" y="4043349"/>
                  </a:lnTo>
                  <a:lnTo>
                    <a:pt x="5146954" y="4043349"/>
                  </a:lnTo>
                  <a:lnTo>
                    <a:pt x="5145824" y="4043819"/>
                  </a:lnTo>
                  <a:lnTo>
                    <a:pt x="5143970" y="4045686"/>
                  </a:lnTo>
                  <a:lnTo>
                    <a:pt x="5143500" y="4046804"/>
                  </a:lnTo>
                  <a:lnTo>
                    <a:pt x="5143500" y="4049433"/>
                  </a:lnTo>
                  <a:lnTo>
                    <a:pt x="5143970" y="4050550"/>
                  </a:lnTo>
                  <a:lnTo>
                    <a:pt x="5145824" y="4052417"/>
                  </a:lnTo>
                  <a:lnTo>
                    <a:pt x="5146954" y="4052874"/>
                  </a:lnTo>
                  <a:lnTo>
                    <a:pt x="5149583" y="4052874"/>
                  </a:lnTo>
                  <a:lnTo>
                    <a:pt x="5150701" y="4052417"/>
                  </a:lnTo>
                  <a:lnTo>
                    <a:pt x="5152568" y="4050550"/>
                  </a:lnTo>
                  <a:lnTo>
                    <a:pt x="5153025" y="4049433"/>
                  </a:lnTo>
                  <a:lnTo>
                    <a:pt x="5153025" y="4046804"/>
                  </a:lnTo>
                  <a:close/>
                </a:path>
                <a:path w="7391400" h="4057650">
                  <a:moveTo>
                    <a:pt x="5153025" y="2917037"/>
                  </a:moveTo>
                  <a:lnTo>
                    <a:pt x="5152568" y="2915907"/>
                  </a:lnTo>
                  <a:lnTo>
                    <a:pt x="5150701" y="2914053"/>
                  </a:lnTo>
                  <a:lnTo>
                    <a:pt x="5149583" y="2913583"/>
                  </a:lnTo>
                  <a:lnTo>
                    <a:pt x="5146954" y="2913583"/>
                  </a:lnTo>
                  <a:lnTo>
                    <a:pt x="5145824" y="2914053"/>
                  </a:lnTo>
                  <a:lnTo>
                    <a:pt x="5143970" y="2915907"/>
                  </a:lnTo>
                  <a:lnTo>
                    <a:pt x="5143500" y="2917037"/>
                  </a:lnTo>
                  <a:lnTo>
                    <a:pt x="5143500" y="2919666"/>
                  </a:lnTo>
                  <a:lnTo>
                    <a:pt x="5143970" y="2920784"/>
                  </a:lnTo>
                  <a:lnTo>
                    <a:pt x="5145824" y="2922651"/>
                  </a:lnTo>
                  <a:lnTo>
                    <a:pt x="5146954" y="2923108"/>
                  </a:lnTo>
                  <a:lnTo>
                    <a:pt x="5149583" y="2923108"/>
                  </a:lnTo>
                  <a:lnTo>
                    <a:pt x="5150701" y="2922651"/>
                  </a:lnTo>
                  <a:lnTo>
                    <a:pt x="5152568" y="2920784"/>
                  </a:lnTo>
                  <a:lnTo>
                    <a:pt x="5153025" y="2919666"/>
                  </a:lnTo>
                  <a:lnTo>
                    <a:pt x="5153025" y="2917037"/>
                  </a:lnTo>
                  <a:close/>
                </a:path>
                <a:path w="7391400" h="4057650">
                  <a:moveTo>
                    <a:pt x="5153025" y="1787258"/>
                  </a:moveTo>
                  <a:lnTo>
                    <a:pt x="5152568" y="1786140"/>
                  </a:lnTo>
                  <a:lnTo>
                    <a:pt x="5150701" y="1784273"/>
                  </a:lnTo>
                  <a:lnTo>
                    <a:pt x="5149583" y="1783816"/>
                  </a:lnTo>
                  <a:lnTo>
                    <a:pt x="5146954" y="1783816"/>
                  </a:lnTo>
                  <a:lnTo>
                    <a:pt x="5145824" y="1784273"/>
                  </a:lnTo>
                  <a:lnTo>
                    <a:pt x="5143970" y="1786140"/>
                  </a:lnTo>
                  <a:lnTo>
                    <a:pt x="5143500" y="1787258"/>
                  </a:lnTo>
                  <a:lnTo>
                    <a:pt x="5143500" y="1789887"/>
                  </a:lnTo>
                  <a:lnTo>
                    <a:pt x="5143970" y="1791017"/>
                  </a:lnTo>
                  <a:lnTo>
                    <a:pt x="5145824" y="1792871"/>
                  </a:lnTo>
                  <a:lnTo>
                    <a:pt x="5146954" y="1793341"/>
                  </a:lnTo>
                  <a:lnTo>
                    <a:pt x="5149583" y="1793341"/>
                  </a:lnTo>
                  <a:lnTo>
                    <a:pt x="5150701" y="1792871"/>
                  </a:lnTo>
                  <a:lnTo>
                    <a:pt x="5152568" y="1791017"/>
                  </a:lnTo>
                  <a:lnTo>
                    <a:pt x="5153025" y="1789887"/>
                  </a:lnTo>
                  <a:lnTo>
                    <a:pt x="5153025" y="1787258"/>
                  </a:lnTo>
                  <a:close/>
                </a:path>
                <a:path w="7391400" h="4057650">
                  <a:moveTo>
                    <a:pt x="5153025" y="657491"/>
                  </a:moveTo>
                  <a:lnTo>
                    <a:pt x="5152568" y="656374"/>
                  </a:lnTo>
                  <a:lnTo>
                    <a:pt x="5150701" y="654507"/>
                  </a:lnTo>
                  <a:lnTo>
                    <a:pt x="5149583" y="654037"/>
                  </a:lnTo>
                  <a:lnTo>
                    <a:pt x="5146954" y="654037"/>
                  </a:lnTo>
                  <a:lnTo>
                    <a:pt x="5145824" y="654507"/>
                  </a:lnTo>
                  <a:lnTo>
                    <a:pt x="5143970" y="656374"/>
                  </a:lnTo>
                  <a:lnTo>
                    <a:pt x="5143500" y="657491"/>
                  </a:lnTo>
                  <a:lnTo>
                    <a:pt x="5143500" y="660120"/>
                  </a:lnTo>
                  <a:lnTo>
                    <a:pt x="5143970" y="661238"/>
                  </a:lnTo>
                  <a:lnTo>
                    <a:pt x="5145824" y="663105"/>
                  </a:lnTo>
                  <a:lnTo>
                    <a:pt x="5146954" y="663562"/>
                  </a:lnTo>
                  <a:lnTo>
                    <a:pt x="5149583" y="663562"/>
                  </a:lnTo>
                  <a:lnTo>
                    <a:pt x="5150701" y="663105"/>
                  </a:lnTo>
                  <a:lnTo>
                    <a:pt x="5152568" y="661238"/>
                  </a:lnTo>
                  <a:lnTo>
                    <a:pt x="5153025" y="660120"/>
                  </a:lnTo>
                  <a:lnTo>
                    <a:pt x="5153025" y="657491"/>
                  </a:lnTo>
                  <a:close/>
                </a:path>
                <a:path w="7391400" h="4057650">
                  <a:moveTo>
                    <a:pt x="5200650" y="4046804"/>
                  </a:moveTo>
                  <a:lnTo>
                    <a:pt x="5200193" y="4045686"/>
                  </a:lnTo>
                  <a:lnTo>
                    <a:pt x="5198326" y="4043819"/>
                  </a:lnTo>
                  <a:lnTo>
                    <a:pt x="5197208" y="4043349"/>
                  </a:lnTo>
                  <a:lnTo>
                    <a:pt x="5194579" y="4043349"/>
                  </a:lnTo>
                  <a:lnTo>
                    <a:pt x="5193449" y="4043819"/>
                  </a:lnTo>
                  <a:lnTo>
                    <a:pt x="5191595" y="4045686"/>
                  </a:lnTo>
                  <a:lnTo>
                    <a:pt x="5191125" y="4046804"/>
                  </a:lnTo>
                  <a:lnTo>
                    <a:pt x="5191125" y="4049433"/>
                  </a:lnTo>
                  <a:lnTo>
                    <a:pt x="5191595" y="4050550"/>
                  </a:lnTo>
                  <a:lnTo>
                    <a:pt x="5193449" y="4052417"/>
                  </a:lnTo>
                  <a:lnTo>
                    <a:pt x="5194579" y="4052874"/>
                  </a:lnTo>
                  <a:lnTo>
                    <a:pt x="5197208" y="4052874"/>
                  </a:lnTo>
                  <a:lnTo>
                    <a:pt x="5198326" y="4052417"/>
                  </a:lnTo>
                  <a:lnTo>
                    <a:pt x="5200193" y="4050550"/>
                  </a:lnTo>
                  <a:lnTo>
                    <a:pt x="5200650" y="4049433"/>
                  </a:lnTo>
                  <a:lnTo>
                    <a:pt x="5200650" y="4046804"/>
                  </a:lnTo>
                  <a:close/>
                </a:path>
                <a:path w="7391400" h="4057650">
                  <a:moveTo>
                    <a:pt x="5200650" y="2917037"/>
                  </a:moveTo>
                  <a:lnTo>
                    <a:pt x="5200193" y="2915907"/>
                  </a:lnTo>
                  <a:lnTo>
                    <a:pt x="5198326" y="2914053"/>
                  </a:lnTo>
                  <a:lnTo>
                    <a:pt x="5197208" y="2913583"/>
                  </a:lnTo>
                  <a:lnTo>
                    <a:pt x="5194579" y="2913583"/>
                  </a:lnTo>
                  <a:lnTo>
                    <a:pt x="5193449" y="2914053"/>
                  </a:lnTo>
                  <a:lnTo>
                    <a:pt x="5191595" y="2915907"/>
                  </a:lnTo>
                  <a:lnTo>
                    <a:pt x="5191125" y="2917037"/>
                  </a:lnTo>
                  <a:lnTo>
                    <a:pt x="5191125" y="2919666"/>
                  </a:lnTo>
                  <a:lnTo>
                    <a:pt x="5191595" y="2920784"/>
                  </a:lnTo>
                  <a:lnTo>
                    <a:pt x="5193449" y="2922651"/>
                  </a:lnTo>
                  <a:lnTo>
                    <a:pt x="5194579" y="2923108"/>
                  </a:lnTo>
                  <a:lnTo>
                    <a:pt x="5197208" y="2923108"/>
                  </a:lnTo>
                  <a:lnTo>
                    <a:pt x="5198326" y="2922651"/>
                  </a:lnTo>
                  <a:lnTo>
                    <a:pt x="5200193" y="2920784"/>
                  </a:lnTo>
                  <a:lnTo>
                    <a:pt x="5200650" y="2919666"/>
                  </a:lnTo>
                  <a:lnTo>
                    <a:pt x="5200650" y="2917037"/>
                  </a:lnTo>
                  <a:close/>
                </a:path>
                <a:path w="7391400" h="4057650">
                  <a:moveTo>
                    <a:pt x="5200650" y="1787258"/>
                  </a:moveTo>
                  <a:lnTo>
                    <a:pt x="5200193" y="1786140"/>
                  </a:lnTo>
                  <a:lnTo>
                    <a:pt x="5198326" y="1784273"/>
                  </a:lnTo>
                  <a:lnTo>
                    <a:pt x="5197208" y="1783816"/>
                  </a:lnTo>
                  <a:lnTo>
                    <a:pt x="5194579" y="1783816"/>
                  </a:lnTo>
                  <a:lnTo>
                    <a:pt x="5193449" y="1784273"/>
                  </a:lnTo>
                  <a:lnTo>
                    <a:pt x="5191595" y="1786140"/>
                  </a:lnTo>
                  <a:lnTo>
                    <a:pt x="5191125" y="1787258"/>
                  </a:lnTo>
                  <a:lnTo>
                    <a:pt x="5191125" y="1789887"/>
                  </a:lnTo>
                  <a:lnTo>
                    <a:pt x="5191595" y="1791017"/>
                  </a:lnTo>
                  <a:lnTo>
                    <a:pt x="5193449" y="1792871"/>
                  </a:lnTo>
                  <a:lnTo>
                    <a:pt x="5194579" y="1793341"/>
                  </a:lnTo>
                  <a:lnTo>
                    <a:pt x="5197208" y="1793341"/>
                  </a:lnTo>
                  <a:lnTo>
                    <a:pt x="5198326" y="1792871"/>
                  </a:lnTo>
                  <a:lnTo>
                    <a:pt x="5200193" y="1791017"/>
                  </a:lnTo>
                  <a:lnTo>
                    <a:pt x="5200650" y="1789887"/>
                  </a:lnTo>
                  <a:lnTo>
                    <a:pt x="5200650" y="1787258"/>
                  </a:lnTo>
                  <a:close/>
                </a:path>
                <a:path w="7391400" h="4057650">
                  <a:moveTo>
                    <a:pt x="5200650" y="657491"/>
                  </a:moveTo>
                  <a:lnTo>
                    <a:pt x="5200193" y="656374"/>
                  </a:lnTo>
                  <a:lnTo>
                    <a:pt x="5198326" y="654507"/>
                  </a:lnTo>
                  <a:lnTo>
                    <a:pt x="5197208" y="654037"/>
                  </a:lnTo>
                  <a:lnTo>
                    <a:pt x="5194579" y="654037"/>
                  </a:lnTo>
                  <a:lnTo>
                    <a:pt x="5193449" y="654507"/>
                  </a:lnTo>
                  <a:lnTo>
                    <a:pt x="5191595" y="656374"/>
                  </a:lnTo>
                  <a:lnTo>
                    <a:pt x="5191125" y="657491"/>
                  </a:lnTo>
                  <a:lnTo>
                    <a:pt x="5191125" y="660120"/>
                  </a:lnTo>
                  <a:lnTo>
                    <a:pt x="5191595" y="661238"/>
                  </a:lnTo>
                  <a:lnTo>
                    <a:pt x="5193449" y="663105"/>
                  </a:lnTo>
                  <a:lnTo>
                    <a:pt x="5194579" y="663562"/>
                  </a:lnTo>
                  <a:lnTo>
                    <a:pt x="5197208" y="663562"/>
                  </a:lnTo>
                  <a:lnTo>
                    <a:pt x="5198326" y="663105"/>
                  </a:lnTo>
                  <a:lnTo>
                    <a:pt x="5200193" y="661238"/>
                  </a:lnTo>
                  <a:lnTo>
                    <a:pt x="5200650" y="660120"/>
                  </a:lnTo>
                  <a:lnTo>
                    <a:pt x="5200650" y="657491"/>
                  </a:lnTo>
                  <a:close/>
                </a:path>
                <a:path w="7391400" h="4057650">
                  <a:moveTo>
                    <a:pt x="5248275" y="4046804"/>
                  </a:moveTo>
                  <a:lnTo>
                    <a:pt x="5247818" y="4045686"/>
                  </a:lnTo>
                  <a:lnTo>
                    <a:pt x="5245951" y="4043819"/>
                  </a:lnTo>
                  <a:lnTo>
                    <a:pt x="5244833" y="4043349"/>
                  </a:lnTo>
                  <a:lnTo>
                    <a:pt x="5242204" y="4043349"/>
                  </a:lnTo>
                  <a:lnTo>
                    <a:pt x="5241074" y="4043819"/>
                  </a:lnTo>
                  <a:lnTo>
                    <a:pt x="5239220" y="4045686"/>
                  </a:lnTo>
                  <a:lnTo>
                    <a:pt x="5238750" y="4046804"/>
                  </a:lnTo>
                  <a:lnTo>
                    <a:pt x="5238750" y="4049433"/>
                  </a:lnTo>
                  <a:lnTo>
                    <a:pt x="5239220" y="4050550"/>
                  </a:lnTo>
                  <a:lnTo>
                    <a:pt x="5241074" y="4052417"/>
                  </a:lnTo>
                  <a:lnTo>
                    <a:pt x="5242204" y="4052874"/>
                  </a:lnTo>
                  <a:lnTo>
                    <a:pt x="5244833" y="4052874"/>
                  </a:lnTo>
                  <a:lnTo>
                    <a:pt x="5245951" y="4052417"/>
                  </a:lnTo>
                  <a:lnTo>
                    <a:pt x="5247818" y="4050550"/>
                  </a:lnTo>
                  <a:lnTo>
                    <a:pt x="5248275" y="4049433"/>
                  </a:lnTo>
                  <a:lnTo>
                    <a:pt x="5248275" y="4046804"/>
                  </a:lnTo>
                  <a:close/>
                </a:path>
                <a:path w="7391400" h="4057650">
                  <a:moveTo>
                    <a:pt x="5248275" y="2917037"/>
                  </a:moveTo>
                  <a:lnTo>
                    <a:pt x="5247818" y="2915907"/>
                  </a:lnTo>
                  <a:lnTo>
                    <a:pt x="5245951" y="2914053"/>
                  </a:lnTo>
                  <a:lnTo>
                    <a:pt x="5244833" y="2913583"/>
                  </a:lnTo>
                  <a:lnTo>
                    <a:pt x="5242204" y="2913583"/>
                  </a:lnTo>
                  <a:lnTo>
                    <a:pt x="5241074" y="2914053"/>
                  </a:lnTo>
                  <a:lnTo>
                    <a:pt x="5239220" y="2915907"/>
                  </a:lnTo>
                  <a:lnTo>
                    <a:pt x="5238750" y="2917037"/>
                  </a:lnTo>
                  <a:lnTo>
                    <a:pt x="5238750" y="2919666"/>
                  </a:lnTo>
                  <a:lnTo>
                    <a:pt x="5239220" y="2920784"/>
                  </a:lnTo>
                  <a:lnTo>
                    <a:pt x="5241074" y="2922651"/>
                  </a:lnTo>
                  <a:lnTo>
                    <a:pt x="5242204" y="2923108"/>
                  </a:lnTo>
                  <a:lnTo>
                    <a:pt x="5244833" y="2923108"/>
                  </a:lnTo>
                  <a:lnTo>
                    <a:pt x="5245951" y="2922651"/>
                  </a:lnTo>
                  <a:lnTo>
                    <a:pt x="5247818" y="2920784"/>
                  </a:lnTo>
                  <a:lnTo>
                    <a:pt x="5248275" y="2919666"/>
                  </a:lnTo>
                  <a:lnTo>
                    <a:pt x="5248275" y="2917037"/>
                  </a:lnTo>
                  <a:close/>
                </a:path>
                <a:path w="7391400" h="4057650">
                  <a:moveTo>
                    <a:pt x="5248275" y="1787258"/>
                  </a:moveTo>
                  <a:lnTo>
                    <a:pt x="5247818" y="1786140"/>
                  </a:lnTo>
                  <a:lnTo>
                    <a:pt x="5245951" y="1784273"/>
                  </a:lnTo>
                  <a:lnTo>
                    <a:pt x="5244833" y="1783816"/>
                  </a:lnTo>
                  <a:lnTo>
                    <a:pt x="5242204" y="1783816"/>
                  </a:lnTo>
                  <a:lnTo>
                    <a:pt x="5241074" y="1784273"/>
                  </a:lnTo>
                  <a:lnTo>
                    <a:pt x="5239220" y="1786140"/>
                  </a:lnTo>
                  <a:lnTo>
                    <a:pt x="5238750" y="1787258"/>
                  </a:lnTo>
                  <a:lnTo>
                    <a:pt x="5238750" y="1789887"/>
                  </a:lnTo>
                  <a:lnTo>
                    <a:pt x="5239220" y="1791017"/>
                  </a:lnTo>
                  <a:lnTo>
                    <a:pt x="5241074" y="1792871"/>
                  </a:lnTo>
                  <a:lnTo>
                    <a:pt x="5242204" y="1793341"/>
                  </a:lnTo>
                  <a:lnTo>
                    <a:pt x="5244833" y="1793341"/>
                  </a:lnTo>
                  <a:lnTo>
                    <a:pt x="5245951" y="1792871"/>
                  </a:lnTo>
                  <a:lnTo>
                    <a:pt x="5247818" y="1791017"/>
                  </a:lnTo>
                  <a:lnTo>
                    <a:pt x="5248275" y="1789887"/>
                  </a:lnTo>
                  <a:lnTo>
                    <a:pt x="5248275" y="1787258"/>
                  </a:lnTo>
                  <a:close/>
                </a:path>
                <a:path w="7391400" h="4057650">
                  <a:moveTo>
                    <a:pt x="5248275" y="657491"/>
                  </a:moveTo>
                  <a:lnTo>
                    <a:pt x="5247818" y="656374"/>
                  </a:lnTo>
                  <a:lnTo>
                    <a:pt x="5245951" y="654507"/>
                  </a:lnTo>
                  <a:lnTo>
                    <a:pt x="5244833" y="654037"/>
                  </a:lnTo>
                  <a:lnTo>
                    <a:pt x="5242204" y="654037"/>
                  </a:lnTo>
                  <a:lnTo>
                    <a:pt x="5241074" y="654507"/>
                  </a:lnTo>
                  <a:lnTo>
                    <a:pt x="5239220" y="656374"/>
                  </a:lnTo>
                  <a:lnTo>
                    <a:pt x="5238750" y="657491"/>
                  </a:lnTo>
                  <a:lnTo>
                    <a:pt x="5238750" y="660120"/>
                  </a:lnTo>
                  <a:lnTo>
                    <a:pt x="5239220" y="661238"/>
                  </a:lnTo>
                  <a:lnTo>
                    <a:pt x="5241074" y="663105"/>
                  </a:lnTo>
                  <a:lnTo>
                    <a:pt x="5242204" y="663562"/>
                  </a:lnTo>
                  <a:lnTo>
                    <a:pt x="5244833" y="663562"/>
                  </a:lnTo>
                  <a:lnTo>
                    <a:pt x="5245951" y="663105"/>
                  </a:lnTo>
                  <a:lnTo>
                    <a:pt x="5247818" y="661238"/>
                  </a:lnTo>
                  <a:lnTo>
                    <a:pt x="5248275" y="660120"/>
                  </a:lnTo>
                  <a:lnTo>
                    <a:pt x="5248275" y="657491"/>
                  </a:lnTo>
                  <a:close/>
                </a:path>
                <a:path w="7391400" h="4057650">
                  <a:moveTo>
                    <a:pt x="5295900" y="4046804"/>
                  </a:moveTo>
                  <a:lnTo>
                    <a:pt x="5295443" y="4045686"/>
                  </a:lnTo>
                  <a:lnTo>
                    <a:pt x="5293576" y="4043819"/>
                  </a:lnTo>
                  <a:lnTo>
                    <a:pt x="5292458" y="4043349"/>
                  </a:lnTo>
                  <a:lnTo>
                    <a:pt x="5289829" y="4043349"/>
                  </a:lnTo>
                  <a:lnTo>
                    <a:pt x="5288699" y="4043819"/>
                  </a:lnTo>
                  <a:lnTo>
                    <a:pt x="5286845" y="4045686"/>
                  </a:lnTo>
                  <a:lnTo>
                    <a:pt x="5286375" y="4046804"/>
                  </a:lnTo>
                  <a:lnTo>
                    <a:pt x="5286375" y="4049433"/>
                  </a:lnTo>
                  <a:lnTo>
                    <a:pt x="5286845" y="4050550"/>
                  </a:lnTo>
                  <a:lnTo>
                    <a:pt x="5288699" y="4052417"/>
                  </a:lnTo>
                  <a:lnTo>
                    <a:pt x="5289829" y="4052874"/>
                  </a:lnTo>
                  <a:lnTo>
                    <a:pt x="5292458" y="4052874"/>
                  </a:lnTo>
                  <a:lnTo>
                    <a:pt x="5293576" y="4052417"/>
                  </a:lnTo>
                  <a:lnTo>
                    <a:pt x="5295443" y="4050550"/>
                  </a:lnTo>
                  <a:lnTo>
                    <a:pt x="5295900" y="4049433"/>
                  </a:lnTo>
                  <a:lnTo>
                    <a:pt x="5295900" y="4046804"/>
                  </a:lnTo>
                  <a:close/>
                </a:path>
                <a:path w="7391400" h="4057650">
                  <a:moveTo>
                    <a:pt x="5295900" y="2917037"/>
                  </a:moveTo>
                  <a:lnTo>
                    <a:pt x="5295443" y="2915907"/>
                  </a:lnTo>
                  <a:lnTo>
                    <a:pt x="5293576" y="2914053"/>
                  </a:lnTo>
                  <a:lnTo>
                    <a:pt x="5292458" y="2913583"/>
                  </a:lnTo>
                  <a:lnTo>
                    <a:pt x="5289829" y="2913583"/>
                  </a:lnTo>
                  <a:lnTo>
                    <a:pt x="5288699" y="2914053"/>
                  </a:lnTo>
                  <a:lnTo>
                    <a:pt x="5286845" y="2915907"/>
                  </a:lnTo>
                  <a:lnTo>
                    <a:pt x="5286375" y="2917037"/>
                  </a:lnTo>
                  <a:lnTo>
                    <a:pt x="5286375" y="2919666"/>
                  </a:lnTo>
                  <a:lnTo>
                    <a:pt x="5286845" y="2920784"/>
                  </a:lnTo>
                  <a:lnTo>
                    <a:pt x="5288699" y="2922651"/>
                  </a:lnTo>
                  <a:lnTo>
                    <a:pt x="5289829" y="2923108"/>
                  </a:lnTo>
                  <a:lnTo>
                    <a:pt x="5292458" y="2923108"/>
                  </a:lnTo>
                  <a:lnTo>
                    <a:pt x="5293576" y="2922651"/>
                  </a:lnTo>
                  <a:lnTo>
                    <a:pt x="5295443" y="2920784"/>
                  </a:lnTo>
                  <a:lnTo>
                    <a:pt x="5295900" y="2919666"/>
                  </a:lnTo>
                  <a:lnTo>
                    <a:pt x="5295900" y="2917037"/>
                  </a:lnTo>
                  <a:close/>
                </a:path>
                <a:path w="7391400" h="4057650">
                  <a:moveTo>
                    <a:pt x="5295900" y="1787258"/>
                  </a:moveTo>
                  <a:lnTo>
                    <a:pt x="5295443" y="1786140"/>
                  </a:lnTo>
                  <a:lnTo>
                    <a:pt x="5293576" y="1784273"/>
                  </a:lnTo>
                  <a:lnTo>
                    <a:pt x="5292458" y="1783816"/>
                  </a:lnTo>
                  <a:lnTo>
                    <a:pt x="5289829" y="1783816"/>
                  </a:lnTo>
                  <a:lnTo>
                    <a:pt x="5288699" y="1784273"/>
                  </a:lnTo>
                  <a:lnTo>
                    <a:pt x="5286845" y="1786140"/>
                  </a:lnTo>
                  <a:lnTo>
                    <a:pt x="5286375" y="1787258"/>
                  </a:lnTo>
                  <a:lnTo>
                    <a:pt x="5286375" y="1789887"/>
                  </a:lnTo>
                  <a:lnTo>
                    <a:pt x="5286845" y="1791017"/>
                  </a:lnTo>
                  <a:lnTo>
                    <a:pt x="5288699" y="1792871"/>
                  </a:lnTo>
                  <a:lnTo>
                    <a:pt x="5289829" y="1793341"/>
                  </a:lnTo>
                  <a:lnTo>
                    <a:pt x="5292458" y="1793341"/>
                  </a:lnTo>
                  <a:lnTo>
                    <a:pt x="5293576" y="1792871"/>
                  </a:lnTo>
                  <a:lnTo>
                    <a:pt x="5295443" y="1791017"/>
                  </a:lnTo>
                  <a:lnTo>
                    <a:pt x="5295900" y="1789887"/>
                  </a:lnTo>
                  <a:lnTo>
                    <a:pt x="5295900" y="1787258"/>
                  </a:lnTo>
                  <a:close/>
                </a:path>
                <a:path w="7391400" h="4057650">
                  <a:moveTo>
                    <a:pt x="5295900" y="657491"/>
                  </a:moveTo>
                  <a:lnTo>
                    <a:pt x="5295443" y="656374"/>
                  </a:lnTo>
                  <a:lnTo>
                    <a:pt x="5293576" y="654507"/>
                  </a:lnTo>
                  <a:lnTo>
                    <a:pt x="5292458" y="654037"/>
                  </a:lnTo>
                  <a:lnTo>
                    <a:pt x="5289829" y="654037"/>
                  </a:lnTo>
                  <a:lnTo>
                    <a:pt x="5288699" y="654507"/>
                  </a:lnTo>
                  <a:lnTo>
                    <a:pt x="5286845" y="656374"/>
                  </a:lnTo>
                  <a:lnTo>
                    <a:pt x="5286375" y="657491"/>
                  </a:lnTo>
                  <a:lnTo>
                    <a:pt x="5286375" y="660120"/>
                  </a:lnTo>
                  <a:lnTo>
                    <a:pt x="5286845" y="661238"/>
                  </a:lnTo>
                  <a:lnTo>
                    <a:pt x="5288699" y="663105"/>
                  </a:lnTo>
                  <a:lnTo>
                    <a:pt x="5289829" y="663562"/>
                  </a:lnTo>
                  <a:lnTo>
                    <a:pt x="5292458" y="663562"/>
                  </a:lnTo>
                  <a:lnTo>
                    <a:pt x="5293576" y="663105"/>
                  </a:lnTo>
                  <a:lnTo>
                    <a:pt x="5295443" y="661238"/>
                  </a:lnTo>
                  <a:lnTo>
                    <a:pt x="5295900" y="660120"/>
                  </a:lnTo>
                  <a:lnTo>
                    <a:pt x="5295900" y="657491"/>
                  </a:lnTo>
                  <a:close/>
                </a:path>
                <a:path w="7391400" h="4057650">
                  <a:moveTo>
                    <a:pt x="5343525" y="4046804"/>
                  </a:moveTo>
                  <a:lnTo>
                    <a:pt x="5343068" y="4045686"/>
                  </a:lnTo>
                  <a:lnTo>
                    <a:pt x="5341201" y="4043819"/>
                  </a:lnTo>
                  <a:lnTo>
                    <a:pt x="5340083" y="4043349"/>
                  </a:lnTo>
                  <a:lnTo>
                    <a:pt x="5337454" y="4043349"/>
                  </a:lnTo>
                  <a:lnTo>
                    <a:pt x="5336324" y="4043819"/>
                  </a:lnTo>
                  <a:lnTo>
                    <a:pt x="5334470" y="4045686"/>
                  </a:lnTo>
                  <a:lnTo>
                    <a:pt x="5334000" y="4046804"/>
                  </a:lnTo>
                  <a:lnTo>
                    <a:pt x="5334000" y="4049433"/>
                  </a:lnTo>
                  <a:lnTo>
                    <a:pt x="5334470" y="4050550"/>
                  </a:lnTo>
                  <a:lnTo>
                    <a:pt x="5336324" y="4052417"/>
                  </a:lnTo>
                  <a:lnTo>
                    <a:pt x="5337454" y="4052874"/>
                  </a:lnTo>
                  <a:lnTo>
                    <a:pt x="5340083" y="4052874"/>
                  </a:lnTo>
                  <a:lnTo>
                    <a:pt x="5341201" y="4052417"/>
                  </a:lnTo>
                  <a:lnTo>
                    <a:pt x="5343068" y="4050550"/>
                  </a:lnTo>
                  <a:lnTo>
                    <a:pt x="5343525" y="4049433"/>
                  </a:lnTo>
                  <a:lnTo>
                    <a:pt x="5343525" y="4046804"/>
                  </a:lnTo>
                  <a:close/>
                </a:path>
                <a:path w="7391400" h="4057650">
                  <a:moveTo>
                    <a:pt x="5343525" y="2917037"/>
                  </a:moveTo>
                  <a:lnTo>
                    <a:pt x="5343068" y="2915907"/>
                  </a:lnTo>
                  <a:lnTo>
                    <a:pt x="5341201" y="2914053"/>
                  </a:lnTo>
                  <a:lnTo>
                    <a:pt x="5340083" y="2913583"/>
                  </a:lnTo>
                  <a:lnTo>
                    <a:pt x="5337454" y="2913583"/>
                  </a:lnTo>
                  <a:lnTo>
                    <a:pt x="5336324" y="2914053"/>
                  </a:lnTo>
                  <a:lnTo>
                    <a:pt x="5334470" y="2915907"/>
                  </a:lnTo>
                  <a:lnTo>
                    <a:pt x="5334000" y="2917037"/>
                  </a:lnTo>
                  <a:lnTo>
                    <a:pt x="5334000" y="2919666"/>
                  </a:lnTo>
                  <a:lnTo>
                    <a:pt x="5334470" y="2920784"/>
                  </a:lnTo>
                  <a:lnTo>
                    <a:pt x="5336324" y="2922651"/>
                  </a:lnTo>
                  <a:lnTo>
                    <a:pt x="5337454" y="2923108"/>
                  </a:lnTo>
                  <a:lnTo>
                    <a:pt x="5340083" y="2923108"/>
                  </a:lnTo>
                  <a:lnTo>
                    <a:pt x="5341201" y="2922651"/>
                  </a:lnTo>
                  <a:lnTo>
                    <a:pt x="5343068" y="2920784"/>
                  </a:lnTo>
                  <a:lnTo>
                    <a:pt x="5343525" y="2919666"/>
                  </a:lnTo>
                  <a:lnTo>
                    <a:pt x="5343525" y="2917037"/>
                  </a:lnTo>
                  <a:close/>
                </a:path>
                <a:path w="7391400" h="4057650">
                  <a:moveTo>
                    <a:pt x="5343525" y="1787258"/>
                  </a:moveTo>
                  <a:lnTo>
                    <a:pt x="5343068" y="1786140"/>
                  </a:lnTo>
                  <a:lnTo>
                    <a:pt x="5341201" y="1784273"/>
                  </a:lnTo>
                  <a:lnTo>
                    <a:pt x="5340083" y="1783816"/>
                  </a:lnTo>
                  <a:lnTo>
                    <a:pt x="5337454" y="1783816"/>
                  </a:lnTo>
                  <a:lnTo>
                    <a:pt x="5336324" y="1784273"/>
                  </a:lnTo>
                  <a:lnTo>
                    <a:pt x="5334470" y="1786140"/>
                  </a:lnTo>
                  <a:lnTo>
                    <a:pt x="5334000" y="1787258"/>
                  </a:lnTo>
                  <a:lnTo>
                    <a:pt x="5334000" y="1789887"/>
                  </a:lnTo>
                  <a:lnTo>
                    <a:pt x="5334470" y="1791017"/>
                  </a:lnTo>
                  <a:lnTo>
                    <a:pt x="5336324" y="1792871"/>
                  </a:lnTo>
                  <a:lnTo>
                    <a:pt x="5337454" y="1793341"/>
                  </a:lnTo>
                  <a:lnTo>
                    <a:pt x="5340083" y="1793341"/>
                  </a:lnTo>
                  <a:lnTo>
                    <a:pt x="5341201" y="1792871"/>
                  </a:lnTo>
                  <a:lnTo>
                    <a:pt x="5343068" y="1791017"/>
                  </a:lnTo>
                  <a:lnTo>
                    <a:pt x="5343525" y="1789887"/>
                  </a:lnTo>
                  <a:lnTo>
                    <a:pt x="5343525" y="1787258"/>
                  </a:lnTo>
                  <a:close/>
                </a:path>
                <a:path w="7391400" h="4057650">
                  <a:moveTo>
                    <a:pt x="5343525" y="657491"/>
                  </a:moveTo>
                  <a:lnTo>
                    <a:pt x="5343068" y="656374"/>
                  </a:lnTo>
                  <a:lnTo>
                    <a:pt x="5341201" y="654507"/>
                  </a:lnTo>
                  <a:lnTo>
                    <a:pt x="5340083" y="654037"/>
                  </a:lnTo>
                  <a:lnTo>
                    <a:pt x="5337454" y="654037"/>
                  </a:lnTo>
                  <a:lnTo>
                    <a:pt x="5336324" y="654507"/>
                  </a:lnTo>
                  <a:lnTo>
                    <a:pt x="5334470" y="656374"/>
                  </a:lnTo>
                  <a:lnTo>
                    <a:pt x="5334000" y="657491"/>
                  </a:lnTo>
                  <a:lnTo>
                    <a:pt x="5334000" y="660120"/>
                  </a:lnTo>
                  <a:lnTo>
                    <a:pt x="5334470" y="661238"/>
                  </a:lnTo>
                  <a:lnTo>
                    <a:pt x="5336324" y="663105"/>
                  </a:lnTo>
                  <a:lnTo>
                    <a:pt x="5337454" y="663562"/>
                  </a:lnTo>
                  <a:lnTo>
                    <a:pt x="5340083" y="663562"/>
                  </a:lnTo>
                  <a:lnTo>
                    <a:pt x="5341201" y="663105"/>
                  </a:lnTo>
                  <a:lnTo>
                    <a:pt x="5343068" y="661238"/>
                  </a:lnTo>
                  <a:lnTo>
                    <a:pt x="5343525" y="660120"/>
                  </a:lnTo>
                  <a:lnTo>
                    <a:pt x="5343525" y="657491"/>
                  </a:lnTo>
                  <a:close/>
                </a:path>
                <a:path w="7391400" h="4057650">
                  <a:moveTo>
                    <a:pt x="5391150" y="4046804"/>
                  </a:moveTo>
                  <a:lnTo>
                    <a:pt x="5390693" y="4045686"/>
                  </a:lnTo>
                  <a:lnTo>
                    <a:pt x="5388826" y="4043819"/>
                  </a:lnTo>
                  <a:lnTo>
                    <a:pt x="5387708" y="4043349"/>
                  </a:lnTo>
                  <a:lnTo>
                    <a:pt x="5385079" y="4043349"/>
                  </a:lnTo>
                  <a:lnTo>
                    <a:pt x="5383949" y="4043819"/>
                  </a:lnTo>
                  <a:lnTo>
                    <a:pt x="5382095" y="4045686"/>
                  </a:lnTo>
                  <a:lnTo>
                    <a:pt x="5381625" y="4046804"/>
                  </a:lnTo>
                  <a:lnTo>
                    <a:pt x="5381625" y="4049433"/>
                  </a:lnTo>
                  <a:lnTo>
                    <a:pt x="5382095" y="4050550"/>
                  </a:lnTo>
                  <a:lnTo>
                    <a:pt x="5383949" y="4052417"/>
                  </a:lnTo>
                  <a:lnTo>
                    <a:pt x="5385079" y="4052874"/>
                  </a:lnTo>
                  <a:lnTo>
                    <a:pt x="5387708" y="4052874"/>
                  </a:lnTo>
                  <a:lnTo>
                    <a:pt x="5388826" y="4052417"/>
                  </a:lnTo>
                  <a:lnTo>
                    <a:pt x="5390693" y="4050550"/>
                  </a:lnTo>
                  <a:lnTo>
                    <a:pt x="5391150" y="4049433"/>
                  </a:lnTo>
                  <a:lnTo>
                    <a:pt x="5391150" y="4046804"/>
                  </a:lnTo>
                  <a:close/>
                </a:path>
                <a:path w="7391400" h="4057650">
                  <a:moveTo>
                    <a:pt x="5391150" y="2917037"/>
                  </a:moveTo>
                  <a:lnTo>
                    <a:pt x="5390693" y="2915907"/>
                  </a:lnTo>
                  <a:lnTo>
                    <a:pt x="5388826" y="2914053"/>
                  </a:lnTo>
                  <a:lnTo>
                    <a:pt x="5387708" y="2913583"/>
                  </a:lnTo>
                  <a:lnTo>
                    <a:pt x="5385079" y="2913583"/>
                  </a:lnTo>
                  <a:lnTo>
                    <a:pt x="5383949" y="2914053"/>
                  </a:lnTo>
                  <a:lnTo>
                    <a:pt x="5382095" y="2915907"/>
                  </a:lnTo>
                  <a:lnTo>
                    <a:pt x="5381625" y="2917037"/>
                  </a:lnTo>
                  <a:lnTo>
                    <a:pt x="5381625" y="2919666"/>
                  </a:lnTo>
                  <a:lnTo>
                    <a:pt x="5382095" y="2920784"/>
                  </a:lnTo>
                  <a:lnTo>
                    <a:pt x="5383949" y="2922651"/>
                  </a:lnTo>
                  <a:lnTo>
                    <a:pt x="5385079" y="2923108"/>
                  </a:lnTo>
                  <a:lnTo>
                    <a:pt x="5387708" y="2923108"/>
                  </a:lnTo>
                  <a:lnTo>
                    <a:pt x="5388826" y="2922651"/>
                  </a:lnTo>
                  <a:lnTo>
                    <a:pt x="5390693" y="2920784"/>
                  </a:lnTo>
                  <a:lnTo>
                    <a:pt x="5391150" y="2919666"/>
                  </a:lnTo>
                  <a:lnTo>
                    <a:pt x="5391150" y="2917037"/>
                  </a:lnTo>
                  <a:close/>
                </a:path>
                <a:path w="7391400" h="4057650">
                  <a:moveTo>
                    <a:pt x="5391150" y="1787258"/>
                  </a:moveTo>
                  <a:lnTo>
                    <a:pt x="5390693" y="1786140"/>
                  </a:lnTo>
                  <a:lnTo>
                    <a:pt x="5388826" y="1784273"/>
                  </a:lnTo>
                  <a:lnTo>
                    <a:pt x="5387708" y="1783816"/>
                  </a:lnTo>
                  <a:lnTo>
                    <a:pt x="5385079" y="1783816"/>
                  </a:lnTo>
                  <a:lnTo>
                    <a:pt x="5383949" y="1784273"/>
                  </a:lnTo>
                  <a:lnTo>
                    <a:pt x="5382095" y="1786140"/>
                  </a:lnTo>
                  <a:lnTo>
                    <a:pt x="5381625" y="1787258"/>
                  </a:lnTo>
                  <a:lnTo>
                    <a:pt x="5381625" y="1789887"/>
                  </a:lnTo>
                  <a:lnTo>
                    <a:pt x="5382095" y="1791017"/>
                  </a:lnTo>
                  <a:lnTo>
                    <a:pt x="5383949" y="1792871"/>
                  </a:lnTo>
                  <a:lnTo>
                    <a:pt x="5385079" y="1793341"/>
                  </a:lnTo>
                  <a:lnTo>
                    <a:pt x="5387708" y="1793341"/>
                  </a:lnTo>
                  <a:lnTo>
                    <a:pt x="5388826" y="1792871"/>
                  </a:lnTo>
                  <a:lnTo>
                    <a:pt x="5390693" y="1791017"/>
                  </a:lnTo>
                  <a:lnTo>
                    <a:pt x="5391150" y="1789887"/>
                  </a:lnTo>
                  <a:lnTo>
                    <a:pt x="5391150" y="1787258"/>
                  </a:lnTo>
                  <a:close/>
                </a:path>
                <a:path w="7391400" h="4057650">
                  <a:moveTo>
                    <a:pt x="5391150" y="657491"/>
                  </a:moveTo>
                  <a:lnTo>
                    <a:pt x="5390693" y="656374"/>
                  </a:lnTo>
                  <a:lnTo>
                    <a:pt x="5388826" y="654507"/>
                  </a:lnTo>
                  <a:lnTo>
                    <a:pt x="5387708" y="654037"/>
                  </a:lnTo>
                  <a:lnTo>
                    <a:pt x="5385079" y="654037"/>
                  </a:lnTo>
                  <a:lnTo>
                    <a:pt x="5383949" y="654507"/>
                  </a:lnTo>
                  <a:lnTo>
                    <a:pt x="5382095" y="656374"/>
                  </a:lnTo>
                  <a:lnTo>
                    <a:pt x="5381625" y="657491"/>
                  </a:lnTo>
                  <a:lnTo>
                    <a:pt x="5381625" y="660120"/>
                  </a:lnTo>
                  <a:lnTo>
                    <a:pt x="5382095" y="661238"/>
                  </a:lnTo>
                  <a:lnTo>
                    <a:pt x="5383949" y="663105"/>
                  </a:lnTo>
                  <a:lnTo>
                    <a:pt x="5385079" y="663562"/>
                  </a:lnTo>
                  <a:lnTo>
                    <a:pt x="5387708" y="663562"/>
                  </a:lnTo>
                  <a:lnTo>
                    <a:pt x="5388826" y="663105"/>
                  </a:lnTo>
                  <a:lnTo>
                    <a:pt x="5390693" y="661238"/>
                  </a:lnTo>
                  <a:lnTo>
                    <a:pt x="5391150" y="660120"/>
                  </a:lnTo>
                  <a:lnTo>
                    <a:pt x="5391150" y="657491"/>
                  </a:lnTo>
                  <a:close/>
                </a:path>
                <a:path w="7391400" h="4057650">
                  <a:moveTo>
                    <a:pt x="5438775" y="4046804"/>
                  </a:moveTo>
                  <a:lnTo>
                    <a:pt x="5438318" y="4045686"/>
                  </a:lnTo>
                  <a:lnTo>
                    <a:pt x="5436451" y="4043819"/>
                  </a:lnTo>
                  <a:lnTo>
                    <a:pt x="5435333" y="4043349"/>
                  </a:lnTo>
                  <a:lnTo>
                    <a:pt x="5432704" y="4043349"/>
                  </a:lnTo>
                  <a:lnTo>
                    <a:pt x="5431574" y="4043819"/>
                  </a:lnTo>
                  <a:lnTo>
                    <a:pt x="5429720" y="4045686"/>
                  </a:lnTo>
                  <a:lnTo>
                    <a:pt x="5429250" y="4046804"/>
                  </a:lnTo>
                  <a:lnTo>
                    <a:pt x="5429250" y="4049433"/>
                  </a:lnTo>
                  <a:lnTo>
                    <a:pt x="5429720" y="4050550"/>
                  </a:lnTo>
                  <a:lnTo>
                    <a:pt x="5431574" y="4052417"/>
                  </a:lnTo>
                  <a:lnTo>
                    <a:pt x="5432704" y="4052874"/>
                  </a:lnTo>
                  <a:lnTo>
                    <a:pt x="5435333" y="4052874"/>
                  </a:lnTo>
                  <a:lnTo>
                    <a:pt x="5436451" y="4052417"/>
                  </a:lnTo>
                  <a:lnTo>
                    <a:pt x="5438318" y="4050550"/>
                  </a:lnTo>
                  <a:lnTo>
                    <a:pt x="5438775" y="4049433"/>
                  </a:lnTo>
                  <a:lnTo>
                    <a:pt x="5438775" y="4046804"/>
                  </a:lnTo>
                  <a:close/>
                </a:path>
                <a:path w="7391400" h="4057650">
                  <a:moveTo>
                    <a:pt x="5438775" y="2917037"/>
                  </a:moveTo>
                  <a:lnTo>
                    <a:pt x="5438318" y="2915907"/>
                  </a:lnTo>
                  <a:lnTo>
                    <a:pt x="5436451" y="2914053"/>
                  </a:lnTo>
                  <a:lnTo>
                    <a:pt x="5435333" y="2913583"/>
                  </a:lnTo>
                  <a:lnTo>
                    <a:pt x="5432704" y="2913583"/>
                  </a:lnTo>
                  <a:lnTo>
                    <a:pt x="5431574" y="2914053"/>
                  </a:lnTo>
                  <a:lnTo>
                    <a:pt x="5429720" y="2915907"/>
                  </a:lnTo>
                  <a:lnTo>
                    <a:pt x="5429250" y="2917037"/>
                  </a:lnTo>
                  <a:lnTo>
                    <a:pt x="5429250" y="2919666"/>
                  </a:lnTo>
                  <a:lnTo>
                    <a:pt x="5429720" y="2920784"/>
                  </a:lnTo>
                  <a:lnTo>
                    <a:pt x="5431574" y="2922651"/>
                  </a:lnTo>
                  <a:lnTo>
                    <a:pt x="5432704" y="2923108"/>
                  </a:lnTo>
                  <a:lnTo>
                    <a:pt x="5435333" y="2923108"/>
                  </a:lnTo>
                  <a:lnTo>
                    <a:pt x="5436451" y="2922651"/>
                  </a:lnTo>
                  <a:lnTo>
                    <a:pt x="5438318" y="2920784"/>
                  </a:lnTo>
                  <a:lnTo>
                    <a:pt x="5438775" y="2919666"/>
                  </a:lnTo>
                  <a:lnTo>
                    <a:pt x="5438775" y="2917037"/>
                  </a:lnTo>
                  <a:close/>
                </a:path>
                <a:path w="7391400" h="4057650">
                  <a:moveTo>
                    <a:pt x="5438775" y="1787258"/>
                  </a:moveTo>
                  <a:lnTo>
                    <a:pt x="5438318" y="1786140"/>
                  </a:lnTo>
                  <a:lnTo>
                    <a:pt x="5436451" y="1784273"/>
                  </a:lnTo>
                  <a:lnTo>
                    <a:pt x="5435333" y="1783816"/>
                  </a:lnTo>
                  <a:lnTo>
                    <a:pt x="5432704" y="1783816"/>
                  </a:lnTo>
                  <a:lnTo>
                    <a:pt x="5431574" y="1784273"/>
                  </a:lnTo>
                  <a:lnTo>
                    <a:pt x="5429720" y="1786140"/>
                  </a:lnTo>
                  <a:lnTo>
                    <a:pt x="5429250" y="1787258"/>
                  </a:lnTo>
                  <a:lnTo>
                    <a:pt x="5429250" y="1789887"/>
                  </a:lnTo>
                  <a:lnTo>
                    <a:pt x="5429720" y="1791017"/>
                  </a:lnTo>
                  <a:lnTo>
                    <a:pt x="5431574" y="1792871"/>
                  </a:lnTo>
                  <a:lnTo>
                    <a:pt x="5432704" y="1793341"/>
                  </a:lnTo>
                  <a:lnTo>
                    <a:pt x="5435333" y="1793341"/>
                  </a:lnTo>
                  <a:lnTo>
                    <a:pt x="5436451" y="1792871"/>
                  </a:lnTo>
                  <a:lnTo>
                    <a:pt x="5438318" y="1791017"/>
                  </a:lnTo>
                  <a:lnTo>
                    <a:pt x="5438775" y="1789887"/>
                  </a:lnTo>
                  <a:lnTo>
                    <a:pt x="5438775" y="1787258"/>
                  </a:lnTo>
                  <a:close/>
                </a:path>
                <a:path w="7391400" h="4057650">
                  <a:moveTo>
                    <a:pt x="5438775" y="657491"/>
                  </a:moveTo>
                  <a:lnTo>
                    <a:pt x="5438318" y="656374"/>
                  </a:lnTo>
                  <a:lnTo>
                    <a:pt x="5436451" y="654507"/>
                  </a:lnTo>
                  <a:lnTo>
                    <a:pt x="5435333" y="654037"/>
                  </a:lnTo>
                  <a:lnTo>
                    <a:pt x="5432704" y="654037"/>
                  </a:lnTo>
                  <a:lnTo>
                    <a:pt x="5431574" y="654507"/>
                  </a:lnTo>
                  <a:lnTo>
                    <a:pt x="5429720" y="656374"/>
                  </a:lnTo>
                  <a:lnTo>
                    <a:pt x="5429250" y="657491"/>
                  </a:lnTo>
                  <a:lnTo>
                    <a:pt x="5429250" y="660120"/>
                  </a:lnTo>
                  <a:lnTo>
                    <a:pt x="5429720" y="661238"/>
                  </a:lnTo>
                  <a:lnTo>
                    <a:pt x="5431574" y="663105"/>
                  </a:lnTo>
                  <a:lnTo>
                    <a:pt x="5432704" y="663562"/>
                  </a:lnTo>
                  <a:lnTo>
                    <a:pt x="5435333" y="663562"/>
                  </a:lnTo>
                  <a:lnTo>
                    <a:pt x="5436451" y="663105"/>
                  </a:lnTo>
                  <a:lnTo>
                    <a:pt x="5438318" y="661238"/>
                  </a:lnTo>
                  <a:lnTo>
                    <a:pt x="5438775" y="660120"/>
                  </a:lnTo>
                  <a:lnTo>
                    <a:pt x="5438775" y="657491"/>
                  </a:lnTo>
                  <a:close/>
                </a:path>
                <a:path w="7391400" h="4057650">
                  <a:moveTo>
                    <a:pt x="5486400" y="4046804"/>
                  </a:moveTo>
                  <a:lnTo>
                    <a:pt x="5485943" y="4045686"/>
                  </a:lnTo>
                  <a:lnTo>
                    <a:pt x="5484076" y="4043819"/>
                  </a:lnTo>
                  <a:lnTo>
                    <a:pt x="5482958" y="4043349"/>
                  </a:lnTo>
                  <a:lnTo>
                    <a:pt x="5480329" y="4043349"/>
                  </a:lnTo>
                  <a:lnTo>
                    <a:pt x="5479199" y="4043819"/>
                  </a:lnTo>
                  <a:lnTo>
                    <a:pt x="5477345" y="4045686"/>
                  </a:lnTo>
                  <a:lnTo>
                    <a:pt x="5476875" y="4046804"/>
                  </a:lnTo>
                  <a:lnTo>
                    <a:pt x="5476875" y="4049433"/>
                  </a:lnTo>
                  <a:lnTo>
                    <a:pt x="5477345" y="4050550"/>
                  </a:lnTo>
                  <a:lnTo>
                    <a:pt x="5479199" y="4052417"/>
                  </a:lnTo>
                  <a:lnTo>
                    <a:pt x="5480329" y="4052874"/>
                  </a:lnTo>
                  <a:lnTo>
                    <a:pt x="5482958" y="4052874"/>
                  </a:lnTo>
                  <a:lnTo>
                    <a:pt x="5484076" y="4052417"/>
                  </a:lnTo>
                  <a:lnTo>
                    <a:pt x="5485943" y="4050550"/>
                  </a:lnTo>
                  <a:lnTo>
                    <a:pt x="5486400" y="4049433"/>
                  </a:lnTo>
                  <a:lnTo>
                    <a:pt x="5486400" y="4046804"/>
                  </a:lnTo>
                  <a:close/>
                </a:path>
                <a:path w="7391400" h="4057650">
                  <a:moveTo>
                    <a:pt x="5486400" y="2917037"/>
                  </a:moveTo>
                  <a:lnTo>
                    <a:pt x="5485943" y="2915907"/>
                  </a:lnTo>
                  <a:lnTo>
                    <a:pt x="5484076" y="2914053"/>
                  </a:lnTo>
                  <a:lnTo>
                    <a:pt x="5482958" y="2913583"/>
                  </a:lnTo>
                  <a:lnTo>
                    <a:pt x="5480329" y="2913583"/>
                  </a:lnTo>
                  <a:lnTo>
                    <a:pt x="5479199" y="2914053"/>
                  </a:lnTo>
                  <a:lnTo>
                    <a:pt x="5477345" y="2915907"/>
                  </a:lnTo>
                  <a:lnTo>
                    <a:pt x="5476875" y="2917037"/>
                  </a:lnTo>
                  <a:lnTo>
                    <a:pt x="5476875" y="2919666"/>
                  </a:lnTo>
                  <a:lnTo>
                    <a:pt x="5477345" y="2920784"/>
                  </a:lnTo>
                  <a:lnTo>
                    <a:pt x="5479199" y="2922651"/>
                  </a:lnTo>
                  <a:lnTo>
                    <a:pt x="5480329" y="2923108"/>
                  </a:lnTo>
                  <a:lnTo>
                    <a:pt x="5482958" y="2923108"/>
                  </a:lnTo>
                  <a:lnTo>
                    <a:pt x="5484076" y="2922651"/>
                  </a:lnTo>
                  <a:lnTo>
                    <a:pt x="5485943" y="2920784"/>
                  </a:lnTo>
                  <a:lnTo>
                    <a:pt x="5486400" y="2919666"/>
                  </a:lnTo>
                  <a:lnTo>
                    <a:pt x="5486400" y="2917037"/>
                  </a:lnTo>
                  <a:close/>
                </a:path>
                <a:path w="7391400" h="4057650">
                  <a:moveTo>
                    <a:pt x="5486400" y="1787258"/>
                  </a:moveTo>
                  <a:lnTo>
                    <a:pt x="5485943" y="1786140"/>
                  </a:lnTo>
                  <a:lnTo>
                    <a:pt x="5484076" y="1784273"/>
                  </a:lnTo>
                  <a:lnTo>
                    <a:pt x="5482958" y="1783816"/>
                  </a:lnTo>
                  <a:lnTo>
                    <a:pt x="5480329" y="1783816"/>
                  </a:lnTo>
                  <a:lnTo>
                    <a:pt x="5479199" y="1784273"/>
                  </a:lnTo>
                  <a:lnTo>
                    <a:pt x="5477345" y="1786140"/>
                  </a:lnTo>
                  <a:lnTo>
                    <a:pt x="5476875" y="1787258"/>
                  </a:lnTo>
                  <a:lnTo>
                    <a:pt x="5476875" y="1789887"/>
                  </a:lnTo>
                  <a:lnTo>
                    <a:pt x="5477345" y="1791017"/>
                  </a:lnTo>
                  <a:lnTo>
                    <a:pt x="5479199" y="1792871"/>
                  </a:lnTo>
                  <a:lnTo>
                    <a:pt x="5480329" y="1793341"/>
                  </a:lnTo>
                  <a:lnTo>
                    <a:pt x="5482958" y="1793341"/>
                  </a:lnTo>
                  <a:lnTo>
                    <a:pt x="5484076" y="1792871"/>
                  </a:lnTo>
                  <a:lnTo>
                    <a:pt x="5485943" y="1791017"/>
                  </a:lnTo>
                  <a:lnTo>
                    <a:pt x="5486400" y="1789887"/>
                  </a:lnTo>
                  <a:lnTo>
                    <a:pt x="5486400" y="1787258"/>
                  </a:lnTo>
                  <a:close/>
                </a:path>
                <a:path w="7391400" h="4057650">
                  <a:moveTo>
                    <a:pt x="5486400" y="657491"/>
                  </a:moveTo>
                  <a:lnTo>
                    <a:pt x="5485943" y="656374"/>
                  </a:lnTo>
                  <a:lnTo>
                    <a:pt x="5484076" y="654507"/>
                  </a:lnTo>
                  <a:lnTo>
                    <a:pt x="5482958" y="654037"/>
                  </a:lnTo>
                  <a:lnTo>
                    <a:pt x="5480329" y="654037"/>
                  </a:lnTo>
                  <a:lnTo>
                    <a:pt x="5479199" y="654507"/>
                  </a:lnTo>
                  <a:lnTo>
                    <a:pt x="5477345" y="656374"/>
                  </a:lnTo>
                  <a:lnTo>
                    <a:pt x="5476875" y="657491"/>
                  </a:lnTo>
                  <a:lnTo>
                    <a:pt x="5476875" y="660120"/>
                  </a:lnTo>
                  <a:lnTo>
                    <a:pt x="5477345" y="661238"/>
                  </a:lnTo>
                  <a:lnTo>
                    <a:pt x="5479199" y="663105"/>
                  </a:lnTo>
                  <a:lnTo>
                    <a:pt x="5480329" y="663562"/>
                  </a:lnTo>
                  <a:lnTo>
                    <a:pt x="5482958" y="663562"/>
                  </a:lnTo>
                  <a:lnTo>
                    <a:pt x="5484076" y="663105"/>
                  </a:lnTo>
                  <a:lnTo>
                    <a:pt x="5485943" y="661238"/>
                  </a:lnTo>
                  <a:lnTo>
                    <a:pt x="5486400" y="660120"/>
                  </a:lnTo>
                  <a:lnTo>
                    <a:pt x="5486400" y="657491"/>
                  </a:lnTo>
                  <a:close/>
                </a:path>
                <a:path w="7391400" h="4057650">
                  <a:moveTo>
                    <a:pt x="5534025" y="4046804"/>
                  </a:moveTo>
                  <a:lnTo>
                    <a:pt x="5533568" y="4045686"/>
                  </a:lnTo>
                  <a:lnTo>
                    <a:pt x="5531701" y="4043819"/>
                  </a:lnTo>
                  <a:lnTo>
                    <a:pt x="5530583" y="4043349"/>
                  </a:lnTo>
                  <a:lnTo>
                    <a:pt x="5527954" y="4043349"/>
                  </a:lnTo>
                  <a:lnTo>
                    <a:pt x="5526824" y="4043819"/>
                  </a:lnTo>
                  <a:lnTo>
                    <a:pt x="5524970" y="4045686"/>
                  </a:lnTo>
                  <a:lnTo>
                    <a:pt x="5524500" y="4046804"/>
                  </a:lnTo>
                  <a:lnTo>
                    <a:pt x="5524500" y="4049433"/>
                  </a:lnTo>
                  <a:lnTo>
                    <a:pt x="5524970" y="4050550"/>
                  </a:lnTo>
                  <a:lnTo>
                    <a:pt x="5526824" y="4052417"/>
                  </a:lnTo>
                  <a:lnTo>
                    <a:pt x="5527954" y="4052874"/>
                  </a:lnTo>
                  <a:lnTo>
                    <a:pt x="5530583" y="4052874"/>
                  </a:lnTo>
                  <a:lnTo>
                    <a:pt x="5531701" y="4052417"/>
                  </a:lnTo>
                  <a:lnTo>
                    <a:pt x="5533568" y="4050550"/>
                  </a:lnTo>
                  <a:lnTo>
                    <a:pt x="5534025" y="4049433"/>
                  </a:lnTo>
                  <a:lnTo>
                    <a:pt x="5534025" y="4046804"/>
                  </a:lnTo>
                  <a:close/>
                </a:path>
                <a:path w="7391400" h="4057650">
                  <a:moveTo>
                    <a:pt x="5534025" y="2917037"/>
                  </a:moveTo>
                  <a:lnTo>
                    <a:pt x="5533568" y="2915907"/>
                  </a:lnTo>
                  <a:lnTo>
                    <a:pt x="5531701" y="2914053"/>
                  </a:lnTo>
                  <a:lnTo>
                    <a:pt x="5530583" y="2913583"/>
                  </a:lnTo>
                  <a:lnTo>
                    <a:pt x="5527954" y="2913583"/>
                  </a:lnTo>
                  <a:lnTo>
                    <a:pt x="5526824" y="2914053"/>
                  </a:lnTo>
                  <a:lnTo>
                    <a:pt x="5524970" y="2915907"/>
                  </a:lnTo>
                  <a:lnTo>
                    <a:pt x="5524500" y="2917037"/>
                  </a:lnTo>
                  <a:lnTo>
                    <a:pt x="5524500" y="2919666"/>
                  </a:lnTo>
                  <a:lnTo>
                    <a:pt x="5524970" y="2920784"/>
                  </a:lnTo>
                  <a:lnTo>
                    <a:pt x="5526824" y="2922651"/>
                  </a:lnTo>
                  <a:lnTo>
                    <a:pt x="5527954" y="2923108"/>
                  </a:lnTo>
                  <a:lnTo>
                    <a:pt x="5530583" y="2923108"/>
                  </a:lnTo>
                  <a:lnTo>
                    <a:pt x="5531701" y="2922651"/>
                  </a:lnTo>
                  <a:lnTo>
                    <a:pt x="5533568" y="2920784"/>
                  </a:lnTo>
                  <a:lnTo>
                    <a:pt x="5534025" y="2919666"/>
                  </a:lnTo>
                  <a:lnTo>
                    <a:pt x="5534025" y="2917037"/>
                  </a:lnTo>
                  <a:close/>
                </a:path>
                <a:path w="7391400" h="4057650">
                  <a:moveTo>
                    <a:pt x="5534025" y="1787258"/>
                  </a:moveTo>
                  <a:lnTo>
                    <a:pt x="5533568" y="1786140"/>
                  </a:lnTo>
                  <a:lnTo>
                    <a:pt x="5531701" y="1784273"/>
                  </a:lnTo>
                  <a:lnTo>
                    <a:pt x="5530583" y="1783816"/>
                  </a:lnTo>
                  <a:lnTo>
                    <a:pt x="5527954" y="1783816"/>
                  </a:lnTo>
                  <a:lnTo>
                    <a:pt x="5526824" y="1784273"/>
                  </a:lnTo>
                  <a:lnTo>
                    <a:pt x="5524970" y="1786140"/>
                  </a:lnTo>
                  <a:lnTo>
                    <a:pt x="5524500" y="1787258"/>
                  </a:lnTo>
                  <a:lnTo>
                    <a:pt x="5524500" y="1789887"/>
                  </a:lnTo>
                  <a:lnTo>
                    <a:pt x="5524970" y="1791017"/>
                  </a:lnTo>
                  <a:lnTo>
                    <a:pt x="5526824" y="1792871"/>
                  </a:lnTo>
                  <a:lnTo>
                    <a:pt x="5527954" y="1793341"/>
                  </a:lnTo>
                  <a:lnTo>
                    <a:pt x="5530583" y="1793341"/>
                  </a:lnTo>
                  <a:lnTo>
                    <a:pt x="5531701" y="1792871"/>
                  </a:lnTo>
                  <a:lnTo>
                    <a:pt x="5533568" y="1791017"/>
                  </a:lnTo>
                  <a:lnTo>
                    <a:pt x="5534025" y="1789887"/>
                  </a:lnTo>
                  <a:lnTo>
                    <a:pt x="5534025" y="1787258"/>
                  </a:lnTo>
                  <a:close/>
                </a:path>
                <a:path w="7391400" h="4057650">
                  <a:moveTo>
                    <a:pt x="5534025" y="657491"/>
                  </a:moveTo>
                  <a:lnTo>
                    <a:pt x="5533568" y="656374"/>
                  </a:lnTo>
                  <a:lnTo>
                    <a:pt x="5531701" y="654507"/>
                  </a:lnTo>
                  <a:lnTo>
                    <a:pt x="5530583" y="654037"/>
                  </a:lnTo>
                  <a:lnTo>
                    <a:pt x="5527954" y="654037"/>
                  </a:lnTo>
                  <a:lnTo>
                    <a:pt x="5526824" y="654507"/>
                  </a:lnTo>
                  <a:lnTo>
                    <a:pt x="5524970" y="656374"/>
                  </a:lnTo>
                  <a:lnTo>
                    <a:pt x="5524500" y="657491"/>
                  </a:lnTo>
                  <a:lnTo>
                    <a:pt x="5524500" y="660120"/>
                  </a:lnTo>
                  <a:lnTo>
                    <a:pt x="5524970" y="661238"/>
                  </a:lnTo>
                  <a:lnTo>
                    <a:pt x="5526824" y="663105"/>
                  </a:lnTo>
                  <a:lnTo>
                    <a:pt x="5527954" y="663562"/>
                  </a:lnTo>
                  <a:lnTo>
                    <a:pt x="5530583" y="663562"/>
                  </a:lnTo>
                  <a:lnTo>
                    <a:pt x="5531701" y="663105"/>
                  </a:lnTo>
                  <a:lnTo>
                    <a:pt x="5533568" y="661238"/>
                  </a:lnTo>
                  <a:lnTo>
                    <a:pt x="5534025" y="660120"/>
                  </a:lnTo>
                  <a:lnTo>
                    <a:pt x="5534025" y="657491"/>
                  </a:lnTo>
                  <a:close/>
                </a:path>
                <a:path w="7391400" h="4057650">
                  <a:moveTo>
                    <a:pt x="5581650" y="4046804"/>
                  </a:moveTo>
                  <a:lnTo>
                    <a:pt x="5581193" y="4045686"/>
                  </a:lnTo>
                  <a:lnTo>
                    <a:pt x="5579326" y="4043819"/>
                  </a:lnTo>
                  <a:lnTo>
                    <a:pt x="5578208" y="4043349"/>
                  </a:lnTo>
                  <a:lnTo>
                    <a:pt x="5575579" y="4043349"/>
                  </a:lnTo>
                  <a:lnTo>
                    <a:pt x="5574449" y="4043819"/>
                  </a:lnTo>
                  <a:lnTo>
                    <a:pt x="5572595" y="4045686"/>
                  </a:lnTo>
                  <a:lnTo>
                    <a:pt x="5572125" y="4046804"/>
                  </a:lnTo>
                  <a:lnTo>
                    <a:pt x="5572125" y="4049433"/>
                  </a:lnTo>
                  <a:lnTo>
                    <a:pt x="5572595" y="4050550"/>
                  </a:lnTo>
                  <a:lnTo>
                    <a:pt x="5574449" y="4052417"/>
                  </a:lnTo>
                  <a:lnTo>
                    <a:pt x="5575579" y="4052874"/>
                  </a:lnTo>
                  <a:lnTo>
                    <a:pt x="5578208" y="4052874"/>
                  </a:lnTo>
                  <a:lnTo>
                    <a:pt x="5579326" y="4052417"/>
                  </a:lnTo>
                  <a:lnTo>
                    <a:pt x="5581193" y="4050550"/>
                  </a:lnTo>
                  <a:lnTo>
                    <a:pt x="5581650" y="4049433"/>
                  </a:lnTo>
                  <a:lnTo>
                    <a:pt x="5581650" y="4046804"/>
                  </a:lnTo>
                  <a:close/>
                </a:path>
                <a:path w="7391400" h="4057650">
                  <a:moveTo>
                    <a:pt x="5581650" y="2917037"/>
                  </a:moveTo>
                  <a:lnTo>
                    <a:pt x="5581193" y="2915907"/>
                  </a:lnTo>
                  <a:lnTo>
                    <a:pt x="5579326" y="2914053"/>
                  </a:lnTo>
                  <a:lnTo>
                    <a:pt x="5578208" y="2913583"/>
                  </a:lnTo>
                  <a:lnTo>
                    <a:pt x="5575579" y="2913583"/>
                  </a:lnTo>
                  <a:lnTo>
                    <a:pt x="5574449" y="2914053"/>
                  </a:lnTo>
                  <a:lnTo>
                    <a:pt x="5572595" y="2915907"/>
                  </a:lnTo>
                  <a:lnTo>
                    <a:pt x="5572125" y="2917037"/>
                  </a:lnTo>
                  <a:lnTo>
                    <a:pt x="5572125" y="2919666"/>
                  </a:lnTo>
                  <a:lnTo>
                    <a:pt x="5572595" y="2920784"/>
                  </a:lnTo>
                  <a:lnTo>
                    <a:pt x="5574449" y="2922651"/>
                  </a:lnTo>
                  <a:lnTo>
                    <a:pt x="5575579" y="2923108"/>
                  </a:lnTo>
                  <a:lnTo>
                    <a:pt x="5578208" y="2923108"/>
                  </a:lnTo>
                  <a:lnTo>
                    <a:pt x="5579326" y="2922651"/>
                  </a:lnTo>
                  <a:lnTo>
                    <a:pt x="5581193" y="2920784"/>
                  </a:lnTo>
                  <a:lnTo>
                    <a:pt x="5581650" y="2919666"/>
                  </a:lnTo>
                  <a:lnTo>
                    <a:pt x="5581650" y="2917037"/>
                  </a:lnTo>
                  <a:close/>
                </a:path>
                <a:path w="7391400" h="4057650">
                  <a:moveTo>
                    <a:pt x="5581650" y="1787258"/>
                  </a:moveTo>
                  <a:lnTo>
                    <a:pt x="5581193" y="1786140"/>
                  </a:lnTo>
                  <a:lnTo>
                    <a:pt x="5579326" y="1784273"/>
                  </a:lnTo>
                  <a:lnTo>
                    <a:pt x="5578208" y="1783816"/>
                  </a:lnTo>
                  <a:lnTo>
                    <a:pt x="5575579" y="1783816"/>
                  </a:lnTo>
                  <a:lnTo>
                    <a:pt x="5574449" y="1784273"/>
                  </a:lnTo>
                  <a:lnTo>
                    <a:pt x="5572595" y="1786140"/>
                  </a:lnTo>
                  <a:lnTo>
                    <a:pt x="5572125" y="1787258"/>
                  </a:lnTo>
                  <a:lnTo>
                    <a:pt x="5572125" y="1789887"/>
                  </a:lnTo>
                  <a:lnTo>
                    <a:pt x="5572595" y="1791017"/>
                  </a:lnTo>
                  <a:lnTo>
                    <a:pt x="5574449" y="1792871"/>
                  </a:lnTo>
                  <a:lnTo>
                    <a:pt x="5575579" y="1793341"/>
                  </a:lnTo>
                  <a:lnTo>
                    <a:pt x="5578208" y="1793341"/>
                  </a:lnTo>
                  <a:lnTo>
                    <a:pt x="5579326" y="1792871"/>
                  </a:lnTo>
                  <a:lnTo>
                    <a:pt x="5581193" y="1791017"/>
                  </a:lnTo>
                  <a:lnTo>
                    <a:pt x="5581650" y="1789887"/>
                  </a:lnTo>
                  <a:lnTo>
                    <a:pt x="5581650" y="1787258"/>
                  </a:lnTo>
                  <a:close/>
                </a:path>
                <a:path w="7391400" h="4057650">
                  <a:moveTo>
                    <a:pt x="5581650" y="657491"/>
                  </a:moveTo>
                  <a:lnTo>
                    <a:pt x="5581193" y="656374"/>
                  </a:lnTo>
                  <a:lnTo>
                    <a:pt x="5579326" y="654507"/>
                  </a:lnTo>
                  <a:lnTo>
                    <a:pt x="5578208" y="654037"/>
                  </a:lnTo>
                  <a:lnTo>
                    <a:pt x="5575579" y="654037"/>
                  </a:lnTo>
                  <a:lnTo>
                    <a:pt x="5574449" y="654507"/>
                  </a:lnTo>
                  <a:lnTo>
                    <a:pt x="5572595" y="656374"/>
                  </a:lnTo>
                  <a:lnTo>
                    <a:pt x="5572125" y="657491"/>
                  </a:lnTo>
                  <a:lnTo>
                    <a:pt x="5572125" y="660120"/>
                  </a:lnTo>
                  <a:lnTo>
                    <a:pt x="5572595" y="661238"/>
                  </a:lnTo>
                  <a:lnTo>
                    <a:pt x="5574449" y="663105"/>
                  </a:lnTo>
                  <a:lnTo>
                    <a:pt x="5575579" y="663562"/>
                  </a:lnTo>
                  <a:lnTo>
                    <a:pt x="5578208" y="663562"/>
                  </a:lnTo>
                  <a:lnTo>
                    <a:pt x="5579326" y="663105"/>
                  </a:lnTo>
                  <a:lnTo>
                    <a:pt x="5581193" y="661238"/>
                  </a:lnTo>
                  <a:lnTo>
                    <a:pt x="5581650" y="660120"/>
                  </a:lnTo>
                  <a:lnTo>
                    <a:pt x="5581650" y="657491"/>
                  </a:lnTo>
                  <a:close/>
                </a:path>
                <a:path w="7391400" h="4057650">
                  <a:moveTo>
                    <a:pt x="5629275" y="4046804"/>
                  </a:moveTo>
                  <a:lnTo>
                    <a:pt x="5628818" y="4045686"/>
                  </a:lnTo>
                  <a:lnTo>
                    <a:pt x="5626951" y="4043819"/>
                  </a:lnTo>
                  <a:lnTo>
                    <a:pt x="5625833" y="4043349"/>
                  </a:lnTo>
                  <a:lnTo>
                    <a:pt x="5623204" y="4043349"/>
                  </a:lnTo>
                  <a:lnTo>
                    <a:pt x="5622074" y="4043819"/>
                  </a:lnTo>
                  <a:lnTo>
                    <a:pt x="5620220" y="4045686"/>
                  </a:lnTo>
                  <a:lnTo>
                    <a:pt x="5619750" y="4046804"/>
                  </a:lnTo>
                  <a:lnTo>
                    <a:pt x="5619750" y="4049433"/>
                  </a:lnTo>
                  <a:lnTo>
                    <a:pt x="5620220" y="4050550"/>
                  </a:lnTo>
                  <a:lnTo>
                    <a:pt x="5622074" y="4052417"/>
                  </a:lnTo>
                  <a:lnTo>
                    <a:pt x="5623204" y="4052874"/>
                  </a:lnTo>
                  <a:lnTo>
                    <a:pt x="5625833" y="4052874"/>
                  </a:lnTo>
                  <a:lnTo>
                    <a:pt x="5626951" y="4052417"/>
                  </a:lnTo>
                  <a:lnTo>
                    <a:pt x="5628818" y="4050550"/>
                  </a:lnTo>
                  <a:lnTo>
                    <a:pt x="5629275" y="4049433"/>
                  </a:lnTo>
                  <a:lnTo>
                    <a:pt x="5629275" y="4046804"/>
                  </a:lnTo>
                  <a:close/>
                </a:path>
                <a:path w="7391400" h="4057650">
                  <a:moveTo>
                    <a:pt x="5629275" y="2917037"/>
                  </a:moveTo>
                  <a:lnTo>
                    <a:pt x="5628818" y="2915907"/>
                  </a:lnTo>
                  <a:lnTo>
                    <a:pt x="5626951" y="2914053"/>
                  </a:lnTo>
                  <a:lnTo>
                    <a:pt x="5625833" y="2913583"/>
                  </a:lnTo>
                  <a:lnTo>
                    <a:pt x="5623204" y="2913583"/>
                  </a:lnTo>
                  <a:lnTo>
                    <a:pt x="5622074" y="2914053"/>
                  </a:lnTo>
                  <a:lnTo>
                    <a:pt x="5620220" y="2915907"/>
                  </a:lnTo>
                  <a:lnTo>
                    <a:pt x="5619750" y="2917037"/>
                  </a:lnTo>
                  <a:lnTo>
                    <a:pt x="5619750" y="2919666"/>
                  </a:lnTo>
                  <a:lnTo>
                    <a:pt x="5620220" y="2920784"/>
                  </a:lnTo>
                  <a:lnTo>
                    <a:pt x="5622074" y="2922651"/>
                  </a:lnTo>
                  <a:lnTo>
                    <a:pt x="5623204" y="2923108"/>
                  </a:lnTo>
                  <a:lnTo>
                    <a:pt x="5625833" y="2923108"/>
                  </a:lnTo>
                  <a:lnTo>
                    <a:pt x="5626951" y="2922651"/>
                  </a:lnTo>
                  <a:lnTo>
                    <a:pt x="5628818" y="2920784"/>
                  </a:lnTo>
                  <a:lnTo>
                    <a:pt x="5629275" y="2919666"/>
                  </a:lnTo>
                  <a:lnTo>
                    <a:pt x="5629275" y="2917037"/>
                  </a:lnTo>
                  <a:close/>
                </a:path>
                <a:path w="7391400" h="4057650">
                  <a:moveTo>
                    <a:pt x="5629275" y="1787258"/>
                  </a:moveTo>
                  <a:lnTo>
                    <a:pt x="5628818" y="1786140"/>
                  </a:lnTo>
                  <a:lnTo>
                    <a:pt x="5626951" y="1784273"/>
                  </a:lnTo>
                  <a:lnTo>
                    <a:pt x="5625833" y="1783816"/>
                  </a:lnTo>
                  <a:lnTo>
                    <a:pt x="5623204" y="1783816"/>
                  </a:lnTo>
                  <a:lnTo>
                    <a:pt x="5622074" y="1784273"/>
                  </a:lnTo>
                  <a:lnTo>
                    <a:pt x="5620220" y="1786140"/>
                  </a:lnTo>
                  <a:lnTo>
                    <a:pt x="5619750" y="1787258"/>
                  </a:lnTo>
                  <a:lnTo>
                    <a:pt x="5619750" y="1789887"/>
                  </a:lnTo>
                  <a:lnTo>
                    <a:pt x="5620220" y="1791017"/>
                  </a:lnTo>
                  <a:lnTo>
                    <a:pt x="5622074" y="1792871"/>
                  </a:lnTo>
                  <a:lnTo>
                    <a:pt x="5623204" y="1793341"/>
                  </a:lnTo>
                  <a:lnTo>
                    <a:pt x="5625833" y="1793341"/>
                  </a:lnTo>
                  <a:lnTo>
                    <a:pt x="5626951" y="1792871"/>
                  </a:lnTo>
                  <a:lnTo>
                    <a:pt x="5628818" y="1791017"/>
                  </a:lnTo>
                  <a:lnTo>
                    <a:pt x="5629275" y="1789887"/>
                  </a:lnTo>
                  <a:lnTo>
                    <a:pt x="5629275" y="1787258"/>
                  </a:lnTo>
                  <a:close/>
                </a:path>
                <a:path w="7391400" h="4057650">
                  <a:moveTo>
                    <a:pt x="5629275" y="657491"/>
                  </a:moveTo>
                  <a:lnTo>
                    <a:pt x="5628818" y="656374"/>
                  </a:lnTo>
                  <a:lnTo>
                    <a:pt x="5626951" y="654507"/>
                  </a:lnTo>
                  <a:lnTo>
                    <a:pt x="5625833" y="654037"/>
                  </a:lnTo>
                  <a:lnTo>
                    <a:pt x="5623204" y="654037"/>
                  </a:lnTo>
                  <a:lnTo>
                    <a:pt x="5622074" y="654507"/>
                  </a:lnTo>
                  <a:lnTo>
                    <a:pt x="5620220" y="656374"/>
                  </a:lnTo>
                  <a:lnTo>
                    <a:pt x="5619750" y="657491"/>
                  </a:lnTo>
                  <a:lnTo>
                    <a:pt x="5619750" y="660120"/>
                  </a:lnTo>
                  <a:lnTo>
                    <a:pt x="5620220" y="661238"/>
                  </a:lnTo>
                  <a:lnTo>
                    <a:pt x="5622074" y="663105"/>
                  </a:lnTo>
                  <a:lnTo>
                    <a:pt x="5623204" y="663562"/>
                  </a:lnTo>
                  <a:lnTo>
                    <a:pt x="5625833" y="663562"/>
                  </a:lnTo>
                  <a:lnTo>
                    <a:pt x="5626951" y="663105"/>
                  </a:lnTo>
                  <a:lnTo>
                    <a:pt x="5628818" y="661238"/>
                  </a:lnTo>
                  <a:lnTo>
                    <a:pt x="5629275" y="660120"/>
                  </a:lnTo>
                  <a:lnTo>
                    <a:pt x="5629275" y="657491"/>
                  </a:lnTo>
                  <a:close/>
                </a:path>
                <a:path w="7391400" h="4057650">
                  <a:moveTo>
                    <a:pt x="5676900" y="4046804"/>
                  </a:moveTo>
                  <a:lnTo>
                    <a:pt x="5676443" y="4045686"/>
                  </a:lnTo>
                  <a:lnTo>
                    <a:pt x="5674576" y="4043819"/>
                  </a:lnTo>
                  <a:lnTo>
                    <a:pt x="5673458" y="4043349"/>
                  </a:lnTo>
                  <a:lnTo>
                    <a:pt x="5670829" y="4043349"/>
                  </a:lnTo>
                  <a:lnTo>
                    <a:pt x="5669699" y="4043819"/>
                  </a:lnTo>
                  <a:lnTo>
                    <a:pt x="5667845" y="4045686"/>
                  </a:lnTo>
                  <a:lnTo>
                    <a:pt x="5667375" y="4046804"/>
                  </a:lnTo>
                  <a:lnTo>
                    <a:pt x="5667375" y="4049433"/>
                  </a:lnTo>
                  <a:lnTo>
                    <a:pt x="5667845" y="4050550"/>
                  </a:lnTo>
                  <a:lnTo>
                    <a:pt x="5669699" y="4052417"/>
                  </a:lnTo>
                  <a:lnTo>
                    <a:pt x="5670829" y="4052874"/>
                  </a:lnTo>
                  <a:lnTo>
                    <a:pt x="5673458" y="4052874"/>
                  </a:lnTo>
                  <a:lnTo>
                    <a:pt x="5674576" y="4052417"/>
                  </a:lnTo>
                  <a:lnTo>
                    <a:pt x="5676443" y="4050550"/>
                  </a:lnTo>
                  <a:lnTo>
                    <a:pt x="5676900" y="4049433"/>
                  </a:lnTo>
                  <a:lnTo>
                    <a:pt x="5676900" y="4046804"/>
                  </a:lnTo>
                  <a:close/>
                </a:path>
                <a:path w="7391400" h="4057650">
                  <a:moveTo>
                    <a:pt x="5676900" y="2917037"/>
                  </a:moveTo>
                  <a:lnTo>
                    <a:pt x="5676443" y="2915907"/>
                  </a:lnTo>
                  <a:lnTo>
                    <a:pt x="5674576" y="2914053"/>
                  </a:lnTo>
                  <a:lnTo>
                    <a:pt x="5673458" y="2913583"/>
                  </a:lnTo>
                  <a:lnTo>
                    <a:pt x="5670829" y="2913583"/>
                  </a:lnTo>
                  <a:lnTo>
                    <a:pt x="5669699" y="2914053"/>
                  </a:lnTo>
                  <a:lnTo>
                    <a:pt x="5667845" y="2915907"/>
                  </a:lnTo>
                  <a:lnTo>
                    <a:pt x="5667375" y="2917037"/>
                  </a:lnTo>
                  <a:lnTo>
                    <a:pt x="5667375" y="2919666"/>
                  </a:lnTo>
                  <a:lnTo>
                    <a:pt x="5667845" y="2920784"/>
                  </a:lnTo>
                  <a:lnTo>
                    <a:pt x="5669699" y="2922651"/>
                  </a:lnTo>
                  <a:lnTo>
                    <a:pt x="5670829" y="2923108"/>
                  </a:lnTo>
                  <a:lnTo>
                    <a:pt x="5673458" y="2923108"/>
                  </a:lnTo>
                  <a:lnTo>
                    <a:pt x="5674576" y="2922651"/>
                  </a:lnTo>
                  <a:lnTo>
                    <a:pt x="5676443" y="2920784"/>
                  </a:lnTo>
                  <a:lnTo>
                    <a:pt x="5676900" y="2919666"/>
                  </a:lnTo>
                  <a:lnTo>
                    <a:pt x="5676900" y="2917037"/>
                  </a:lnTo>
                  <a:close/>
                </a:path>
                <a:path w="7391400" h="4057650">
                  <a:moveTo>
                    <a:pt x="5676900" y="1787258"/>
                  </a:moveTo>
                  <a:lnTo>
                    <a:pt x="5676443" y="1786140"/>
                  </a:lnTo>
                  <a:lnTo>
                    <a:pt x="5674576" y="1784273"/>
                  </a:lnTo>
                  <a:lnTo>
                    <a:pt x="5673458" y="1783816"/>
                  </a:lnTo>
                  <a:lnTo>
                    <a:pt x="5670829" y="1783816"/>
                  </a:lnTo>
                  <a:lnTo>
                    <a:pt x="5669699" y="1784273"/>
                  </a:lnTo>
                  <a:lnTo>
                    <a:pt x="5667845" y="1786140"/>
                  </a:lnTo>
                  <a:lnTo>
                    <a:pt x="5667375" y="1787258"/>
                  </a:lnTo>
                  <a:lnTo>
                    <a:pt x="5667375" y="1789887"/>
                  </a:lnTo>
                  <a:lnTo>
                    <a:pt x="5667845" y="1791017"/>
                  </a:lnTo>
                  <a:lnTo>
                    <a:pt x="5669699" y="1792871"/>
                  </a:lnTo>
                  <a:lnTo>
                    <a:pt x="5670829" y="1793341"/>
                  </a:lnTo>
                  <a:lnTo>
                    <a:pt x="5673458" y="1793341"/>
                  </a:lnTo>
                  <a:lnTo>
                    <a:pt x="5674576" y="1792871"/>
                  </a:lnTo>
                  <a:lnTo>
                    <a:pt x="5676443" y="1791017"/>
                  </a:lnTo>
                  <a:lnTo>
                    <a:pt x="5676900" y="1789887"/>
                  </a:lnTo>
                  <a:lnTo>
                    <a:pt x="5676900" y="1787258"/>
                  </a:lnTo>
                  <a:close/>
                </a:path>
                <a:path w="7391400" h="4057650">
                  <a:moveTo>
                    <a:pt x="5676900" y="657491"/>
                  </a:moveTo>
                  <a:lnTo>
                    <a:pt x="5676443" y="656374"/>
                  </a:lnTo>
                  <a:lnTo>
                    <a:pt x="5674576" y="654507"/>
                  </a:lnTo>
                  <a:lnTo>
                    <a:pt x="5673458" y="654037"/>
                  </a:lnTo>
                  <a:lnTo>
                    <a:pt x="5670829" y="654037"/>
                  </a:lnTo>
                  <a:lnTo>
                    <a:pt x="5669699" y="654507"/>
                  </a:lnTo>
                  <a:lnTo>
                    <a:pt x="5667845" y="656374"/>
                  </a:lnTo>
                  <a:lnTo>
                    <a:pt x="5667375" y="657491"/>
                  </a:lnTo>
                  <a:lnTo>
                    <a:pt x="5667375" y="660120"/>
                  </a:lnTo>
                  <a:lnTo>
                    <a:pt x="5667845" y="661238"/>
                  </a:lnTo>
                  <a:lnTo>
                    <a:pt x="5669699" y="663105"/>
                  </a:lnTo>
                  <a:lnTo>
                    <a:pt x="5670829" y="663562"/>
                  </a:lnTo>
                  <a:lnTo>
                    <a:pt x="5673458" y="663562"/>
                  </a:lnTo>
                  <a:lnTo>
                    <a:pt x="5674576" y="663105"/>
                  </a:lnTo>
                  <a:lnTo>
                    <a:pt x="5676443" y="661238"/>
                  </a:lnTo>
                  <a:lnTo>
                    <a:pt x="5676900" y="660120"/>
                  </a:lnTo>
                  <a:lnTo>
                    <a:pt x="5676900" y="657491"/>
                  </a:lnTo>
                  <a:close/>
                </a:path>
                <a:path w="7391400" h="4057650">
                  <a:moveTo>
                    <a:pt x="5724525" y="4046804"/>
                  </a:moveTo>
                  <a:lnTo>
                    <a:pt x="5724068" y="4045686"/>
                  </a:lnTo>
                  <a:lnTo>
                    <a:pt x="5722201" y="4043819"/>
                  </a:lnTo>
                  <a:lnTo>
                    <a:pt x="5721083" y="4043349"/>
                  </a:lnTo>
                  <a:lnTo>
                    <a:pt x="5718454" y="4043349"/>
                  </a:lnTo>
                  <a:lnTo>
                    <a:pt x="5717324" y="4043819"/>
                  </a:lnTo>
                  <a:lnTo>
                    <a:pt x="5715470" y="4045686"/>
                  </a:lnTo>
                  <a:lnTo>
                    <a:pt x="5715000" y="4046804"/>
                  </a:lnTo>
                  <a:lnTo>
                    <a:pt x="5715000" y="4049433"/>
                  </a:lnTo>
                  <a:lnTo>
                    <a:pt x="5715470" y="4050550"/>
                  </a:lnTo>
                  <a:lnTo>
                    <a:pt x="5717324" y="4052417"/>
                  </a:lnTo>
                  <a:lnTo>
                    <a:pt x="5718454" y="4052874"/>
                  </a:lnTo>
                  <a:lnTo>
                    <a:pt x="5721083" y="4052874"/>
                  </a:lnTo>
                  <a:lnTo>
                    <a:pt x="5722201" y="4052417"/>
                  </a:lnTo>
                  <a:lnTo>
                    <a:pt x="5724068" y="4050550"/>
                  </a:lnTo>
                  <a:lnTo>
                    <a:pt x="5724525" y="4049433"/>
                  </a:lnTo>
                  <a:lnTo>
                    <a:pt x="5724525" y="4046804"/>
                  </a:lnTo>
                  <a:close/>
                </a:path>
                <a:path w="7391400" h="4057650">
                  <a:moveTo>
                    <a:pt x="5724525" y="2917037"/>
                  </a:moveTo>
                  <a:lnTo>
                    <a:pt x="5724068" y="2915907"/>
                  </a:lnTo>
                  <a:lnTo>
                    <a:pt x="5722201" y="2914053"/>
                  </a:lnTo>
                  <a:lnTo>
                    <a:pt x="5721083" y="2913583"/>
                  </a:lnTo>
                  <a:lnTo>
                    <a:pt x="5718454" y="2913583"/>
                  </a:lnTo>
                  <a:lnTo>
                    <a:pt x="5717324" y="2914053"/>
                  </a:lnTo>
                  <a:lnTo>
                    <a:pt x="5715470" y="2915907"/>
                  </a:lnTo>
                  <a:lnTo>
                    <a:pt x="5715000" y="2917037"/>
                  </a:lnTo>
                  <a:lnTo>
                    <a:pt x="5715000" y="2919666"/>
                  </a:lnTo>
                  <a:lnTo>
                    <a:pt x="5715470" y="2920784"/>
                  </a:lnTo>
                  <a:lnTo>
                    <a:pt x="5717324" y="2922651"/>
                  </a:lnTo>
                  <a:lnTo>
                    <a:pt x="5718454" y="2923108"/>
                  </a:lnTo>
                  <a:lnTo>
                    <a:pt x="5721083" y="2923108"/>
                  </a:lnTo>
                  <a:lnTo>
                    <a:pt x="5722201" y="2922651"/>
                  </a:lnTo>
                  <a:lnTo>
                    <a:pt x="5724068" y="2920784"/>
                  </a:lnTo>
                  <a:lnTo>
                    <a:pt x="5724525" y="2919666"/>
                  </a:lnTo>
                  <a:lnTo>
                    <a:pt x="5724525" y="2917037"/>
                  </a:lnTo>
                  <a:close/>
                </a:path>
                <a:path w="7391400" h="4057650">
                  <a:moveTo>
                    <a:pt x="5724525" y="1787258"/>
                  </a:moveTo>
                  <a:lnTo>
                    <a:pt x="5724068" y="1786140"/>
                  </a:lnTo>
                  <a:lnTo>
                    <a:pt x="5722201" y="1784273"/>
                  </a:lnTo>
                  <a:lnTo>
                    <a:pt x="5721083" y="1783816"/>
                  </a:lnTo>
                  <a:lnTo>
                    <a:pt x="5718454" y="1783816"/>
                  </a:lnTo>
                  <a:lnTo>
                    <a:pt x="5717324" y="1784273"/>
                  </a:lnTo>
                  <a:lnTo>
                    <a:pt x="5715470" y="1786140"/>
                  </a:lnTo>
                  <a:lnTo>
                    <a:pt x="5715000" y="1787258"/>
                  </a:lnTo>
                  <a:lnTo>
                    <a:pt x="5715000" y="1789887"/>
                  </a:lnTo>
                  <a:lnTo>
                    <a:pt x="5715470" y="1791017"/>
                  </a:lnTo>
                  <a:lnTo>
                    <a:pt x="5717324" y="1792871"/>
                  </a:lnTo>
                  <a:lnTo>
                    <a:pt x="5718454" y="1793341"/>
                  </a:lnTo>
                  <a:lnTo>
                    <a:pt x="5721083" y="1793341"/>
                  </a:lnTo>
                  <a:lnTo>
                    <a:pt x="5722201" y="1792871"/>
                  </a:lnTo>
                  <a:lnTo>
                    <a:pt x="5724068" y="1791017"/>
                  </a:lnTo>
                  <a:lnTo>
                    <a:pt x="5724525" y="1789887"/>
                  </a:lnTo>
                  <a:lnTo>
                    <a:pt x="5724525" y="1787258"/>
                  </a:lnTo>
                  <a:close/>
                </a:path>
                <a:path w="7391400" h="4057650">
                  <a:moveTo>
                    <a:pt x="5724525" y="657491"/>
                  </a:moveTo>
                  <a:lnTo>
                    <a:pt x="5724068" y="656374"/>
                  </a:lnTo>
                  <a:lnTo>
                    <a:pt x="5722201" y="654507"/>
                  </a:lnTo>
                  <a:lnTo>
                    <a:pt x="5721083" y="654037"/>
                  </a:lnTo>
                  <a:lnTo>
                    <a:pt x="5718454" y="654037"/>
                  </a:lnTo>
                  <a:lnTo>
                    <a:pt x="5717324" y="654507"/>
                  </a:lnTo>
                  <a:lnTo>
                    <a:pt x="5715470" y="656374"/>
                  </a:lnTo>
                  <a:lnTo>
                    <a:pt x="5715000" y="657491"/>
                  </a:lnTo>
                  <a:lnTo>
                    <a:pt x="5715000" y="660120"/>
                  </a:lnTo>
                  <a:lnTo>
                    <a:pt x="5715470" y="661238"/>
                  </a:lnTo>
                  <a:lnTo>
                    <a:pt x="5717324" y="663105"/>
                  </a:lnTo>
                  <a:lnTo>
                    <a:pt x="5718454" y="663562"/>
                  </a:lnTo>
                  <a:lnTo>
                    <a:pt x="5721083" y="663562"/>
                  </a:lnTo>
                  <a:lnTo>
                    <a:pt x="5722201" y="663105"/>
                  </a:lnTo>
                  <a:lnTo>
                    <a:pt x="5724068" y="661238"/>
                  </a:lnTo>
                  <a:lnTo>
                    <a:pt x="5724525" y="660120"/>
                  </a:lnTo>
                  <a:lnTo>
                    <a:pt x="5724525" y="657491"/>
                  </a:lnTo>
                  <a:close/>
                </a:path>
                <a:path w="7391400" h="4057650">
                  <a:moveTo>
                    <a:pt x="5772150" y="4046804"/>
                  </a:moveTo>
                  <a:lnTo>
                    <a:pt x="5771693" y="4045686"/>
                  </a:lnTo>
                  <a:lnTo>
                    <a:pt x="5769826" y="4043819"/>
                  </a:lnTo>
                  <a:lnTo>
                    <a:pt x="5768708" y="4043349"/>
                  </a:lnTo>
                  <a:lnTo>
                    <a:pt x="5766079" y="4043349"/>
                  </a:lnTo>
                  <a:lnTo>
                    <a:pt x="5764949" y="4043819"/>
                  </a:lnTo>
                  <a:lnTo>
                    <a:pt x="5763095" y="4045686"/>
                  </a:lnTo>
                  <a:lnTo>
                    <a:pt x="5762625" y="4046804"/>
                  </a:lnTo>
                  <a:lnTo>
                    <a:pt x="5762625" y="4049433"/>
                  </a:lnTo>
                  <a:lnTo>
                    <a:pt x="5763095" y="4050550"/>
                  </a:lnTo>
                  <a:lnTo>
                    <a:pt x="5764949" y="4052417"/>
                  </a:lnTo>
                  <a:lnTo>
                    <a:pt x="5766079" y="4052874"/>
                  </a:lnTo>
                  <a:lnTo>
                    <a:pt x="5768708" y="4052874"/>
                  </a:lnTo>
                  <a:lnTo>
                    <a:pt x="5769826" y="4052417"/>
                  </a:lnTo>
                  <a:lnTo>
                    <a:pt x="5771693" y="4050550"/>
                  </a:lnTo>
                  <a:lnTo>
                    <a:pt x="5772150" y="4049433"/>
                  </a:lnTo>
                  <a:lnTo>
                    <a:pt x="5772150" y="4046804"/>
                  </a:lnTo>
                  <a:close/>
                </a:path>
                <a:path w="7391400" h="4057650">
                  <a:moveTo>
                    <a:pt x="5772150" y="2917037"/>
                  </a:moveTo>
                  <a:lnTo>
                    <a:pt x="5771693" y="2915907"/>
                  </a:lnTo>
                  <a:lnTo>
                    <a:pt x="5769826" y="2914053"/>
                  </a:lnTo>
                  <a:lnTo>
                    <a:pt x="5768708" y="2913583"/>
                  </a:lnTo>
                  <a:lnTo>
                    <a:pt x="5766079" y="2913583"/>
                  </a:lnTo>
                  <a:lnTo>
                    <a:pt x="5764949" y="2914053"/>
                  </a:lnTo>
                  <a:lnTo>
                    <a:pt x="5763095" y="2915907"/>
                  </a:lnTo>
                  <a:lnTo>
                    <a:pt x="5762625" y="2917037"/>
                  </a:lnTo>
                  <a:lnTo>
                    <a:pt x="5762625" y="2919666"/>
                  </a:lnTo>
                  <a:lnTo>
                    <a:pt x="5763095" y="2920784"/>
                  </a:lnTo>
                  <a:lnTo>
                    <a:pt x="5764949" y="2922651"/>
                  </a:lnTo>
                  <a:lnTo>
                    <a:pt x="5766079" y="2923108"/>
                  </a:lnTo>
                  <a:lnTo>
                    <a:pt x="5768708" y="2923108"/>
                  </a:lnTo>
                  <a:lnTo>
                    <a:pt x="5769826" y="2922651"/>
                  </a:lnTo>
                  <a:lnTo>
                    <a:pt x="5771693" y="2920784"/>
                  </a:lnTo>
                  <a:lnTo>
                    <a:pt x="5772150" y="2919666"/>
                  </a:lnTo>
                  <a:lnTo>
                    <a:pt x="5772150" y="2917037"/>
                  </a:lnTo>
                  <a:close/>
                </a:path>
                <a:path w="7391400" h="4057650">
                  <a:moveTo>
                    <a:pt x="5772150" y="1787258"/>
                  </a:moveTo>
                  <a:lnTo>
                    <a:pt x="5771693" y="1786140"/>
                  </a:lnTo>
                  <a:lnTo>
                    <a:pt x="5769826" y="1784273"/>
                  </a:lnTo>
                  <a:lnTo>
                    <a:pt x="5768708" y="1783816"/>
                  </a:lnTo>
                  <a:lnTo>
                    <a:pt x="5766079" y="1783816"/>
                  </a:lnTo>
                  <a:lnTo>
                    <a:pt x="5764949" y="1784273"/>
                  </a:lnTo>
                  <a:lnTo>
                    <a:pt x="5763095" y="1786140"/>
                  </a:lnTo>
                  <a:lnTo>
                    <a:pt x="5762625" y="1787258"/>
                  </a:lnTo>
                  <a:lnTo>
                    <a:pt x="5762625" y="1789887"/>
                  </a:lnTo>
                  <a:lnTo>
                    <a:pt x="5763095" y="1791017"/>
                  </a:lnTo>
                  <a:lnTo>
                    <a:pt x="5764949" y="1792871"/>
                  </a:lnTo>
                  <a:lnTo>
                    <a:pt x="5766079" y="1793341"/>
                  </a:lnTo>
                  <a:lnTo>
                    <a:pt x="5768708" y="1793341"/>
                  </a:lnTo>
                  <a:lnTo>
                    <a:pt x="5769826" y="1792871"/>
                  </a:lnTo>
                  <a:lnTo>
                    <a:pt x="5771693" y="1791017"/>
                  </a:lnTo>
                  <a:lnTo>
                    <a:pt x="5772150" y="1789887"/>
                  </a:lnTo>
                  <a:lnTo>
                    <a:pt x="5772150" y="1787258"/>
                  </a:lnTo>
                  <a:close/>
                </a:path>
                <a:path w="7391400" h="4057650">
                  <a:moveTo>
                    <a:pt x="5772150" y="657491"/>
                  </a:moveTo>
                  <a:lnTo>
                    <a:pt x="5771693" y="656374"/>
                  </a:lnTo>
                  <a:lnTo>
                    <a:pt x="5769826" y="654507"/>
                  </a:lnTo>
                  <a:lnTo>
                    <a:pt x="5768708" y="654037"/>
                  </a:lnTo>
                  <a:lnTo>
                    <a:pt x="5766079" y="654037"/>
                  </a:lnTo>
                  <a:lnTo>
                    <a:pt x="5764949" y="654507"/>
                  </a:lnTo>
                  <a:lnTo>
                    <a:pt x="5763095" y="656374"/>
                  </a:lnTo>
                  <a:lnTo>
                    <a:pt x="5762625" y="657491"/>
                  </a:lnTo>
                  <a:lnTo>
                    <a:pt x="5762625" y="660120"/>
                  </a:lnTo>
                  <a:lnTo>
                    <a:pt x="5763095" y="661238"/>
                  </a:lnTo>
                  <a:lnTo>
                    <a:pt x="5764949" y="663105"/>
                  </a:lnTo>
                  <a:lnTo>
                    <a:pt x="5766079" y="663562"/>
                  </a:lnTo>
                  <a:lnTo>
                    <a:pt x="5768708" y="663562"/>
                  </a:lnTo>
                  <a:lnTo>
                    <a:pt x="5769826" y="663105"/>
                  </a:lnTo>
                  <a:lnTo>
                    <a:pt x="5771693" y="661238"/>
                  </a:lnTo>
                  <a:lnTo>
                    <a:pt x="5772150" y="660120"/>
                  </a:lnTo>
                  <a:lnTo>
                    <a:pt x="5772150" y="657491"/>
                  </a:lnTo>
                  <a:close/>
                </a:path>
                <a:path w="7391400" h="4057650">
                  <a:moveTo>
                    <a:pt x="5819775" y="4046804"/>
                  </a:moveTo>
                  <a:lnTo>
                    <a:pt x="5819318" y="4045686"/>
                  </a:lnTo>
                  <a:lnTo>
                    <a:pt x="5817451" y="4043819"/>
                  </a:lnTo>
                  <a:lnTo>
                    <a:pt x="5816333" y="4043349"/>
                  </a:lnTo>
                  <a:lnTo>
                    <a:pt x="5813704" y="4043349"/>
                  </a:lnTo>
                  <a:lnTo>
                    <a:pt x="5812574" y="4043819"/>
                  </a:lnTo>
                  <a:lnTo>
                    <a:pt x="5810720" y="4045686"/>
                  </a:lnTo>
                  <a:lnTo>
                    <a:pt x="5810250" y="4046804"/>
                  </a:lnTo>
                  <a:lnTo>
                    <a:pt x="5810250" y="4049433"/>
                  </a:lnTo>
                  <a:lnTo>
                    <a:pt x="5810720" y="4050550"/>
                  </a:lnTo>
                  <a:lnTo>
                    <a:pt x="5812574" y="4052417"/>
                  </a:lnTo>
                  <a:lnTo>
                    <a:pt x="5813704" y="4052874"/>
                  </a:lnTo>
                  <a:lnTo>
                    <a:pt x="5816333" y="4052874"/>
                  </a:lnTo>
                  <a:lnTo>
                    <a:pt x="5817451" y="4052417"/>
                  </a:lnTo>
                  <a:lnTo>
                    <a:pt x="5819318" y="4050550"/>
                  </a:lnTo>
                  <a:lnTo>
                    <a:pt x="5819775" y="4049433"/>
                  </a:lnTo>
                  <a:lnTo>
                    <a:pt x="5819775" y="4046804"/>
                  </a:lnTo>
                  <a:close/>
                </a:path>
                <a:path w="7391400" h="4057650">
                  <a:moveTo>
                    <a:pt x="5819775" y="2917037"/>
                  </a:moveTo>
                  <a:lnTo>
                    <a:pt x="5819318" y="2915907"/>
                  </a:lnTo>
                  <a:lnTo>
                    <a:pt x="5817451" y="2914053"/>
                  </a:lnTo>
                  <a:lnTo>
                    <a:pt x="5816333" y="2913583"/>
                  </a:lnTo>
                  <a:lnTo>
                    <a:pt x="5813704" y="2913583"/>
                  </a:lnTo>
                  <a:lnTo>
                    <a:pt x="5812574" y="2914053"/>
                  </a:lnTo>
                  <a:lnTo>
                    <a:pt x="5810720" y="2915907"/>
                  </a:lnTo>
                  <a:lnTo>
                    <a:pt x="5810250" y="2917037"/>
                  </a:lnTo>
                  <a:lnTo>
                    <a:pt x="5810250" y="2919666"/>
                  </a:lnTo>
                  <a:lnTo>
                    <a:pt x="5810720" y="2920784"/>
                  </a:lnTo>
                  <a:lnTo>
                    <a:pt x="5812574" y="2922651"/>
                  </a:lnTo>
                  <a:lnTo>
                    <a:pt x="5813704" y="2923108"/>
                  </a:lnTo>
                  <a:lnTo>
                    <a:pt x="5816333" y="2923108"/>
                  </a:lnTo>
                  <a:lnTo>
                    <a:pt x="5817451" y="2922651"/>
                  </a:lnTo>
                  <a:lnTo>
                    <a:pt x="5819318" y="2920784"/>
                  </a:lnTo>
                  <a:lnTo>
                    <a:pt x="5819775" y="2919666"/>
                  </a:lnTo>
                  <a:lnTo>
                    <a:pt x="5819775" y="2917037"/>
                  </a:lnTo>
                  <a:close/>
                </a:path>
                <a:path w="7391400" h="4057650">
                  <a:moveTo>
                    <a:pt x="5819775" y="1787258"/>
                  </a:moveTo>
                  <a:lnTo>
                    <a:pt x="5819318" y="1786140"/>
                  </a:lnTo>
                  <a:lnTo>
                    <a:pt x="5817451" y="1784273"/>
                  </a:lnTo>
                  <a:lnTo>
                    <a:pt x="5816333" y="1783816"/>
                  </a:lnTo>
                  <a:lnTo>
                    <a:pt x="5813704" y="1783816"/>
                  </a:lnTo>
                  <a:lnTo>
                    <a:pt x="5812574" y="1784273"/>
                  </a:lnTo>
                  <a:lnTo>
                    <a:pt x="5810720" y="1786140"/>
                  </a:lnTo>
                  <a:lnTo>
                    <a:pt x="5810250" y="1787258"/>
                  </a:lnTo>
                  <a:lnTo>
                    <a:pt x="5810250" y="1789887"/>
                  </a:lnTo>
                  <a:lnTo>
                    <a:pt x="5810720" y="1791017"/>
                  </a:lnTo>
                  <a:lnTo>
                    <a:pt x="5812574" y="1792871"/>
                  </a:lnTo>
                  <a:lnTo>
                    <a:pt x="5813704" y="1793341"/>
                  </a:lnTo>
                  <a:lnTo>
                    <a:pt x="5816333" y="1793341"/>
                  </a:lnTo>
                  <a:lnTo>
                    <a:pt x="5817451" y="1792871"/>
                  </a:lnTo>
                  <a:lnTo>
                    <a:pt x="5819318" y="1791017"/>
                  </a:lnTo>
                  <a:lnTo>
                    <a:pt x="5819775" y="1789887"/>
                  </a:lnTo>
                  <a:lnTo>
                    <a:pt x="5819775" y="1787258"/>
                  </a:lnTo>
                  <a:close/>
                </a:path>
                <a:path w="7391400" h="4057650">
                  <a:moveTo>
                    <a:pt x="5819775" y="657491"/>
                  </a:moveTo>
                  <a:lnTo>
                    <a:pt x="5819318" y="656374"/>
                  </a:lnTo>
                  <a:lnTo>
                    <a:pt x="5817451" y="654507"/>
                  </a:lnTo>
                  <a:lnTo>
                    <a:pt x="5816333" y="654037"/>
                  </a:lnTo>
                  <a:lnTo>
                    <a:pt x="5813704" y="654037"/>
                  </a:lnTo>
                  <a:lnTo>
                    <a:pt x="5812574" y="654507"/>
                  </a:lnTo>
                  <a:lnTo>
                    <a:pt x="5810720" y="656374"/>
                  </a:lnTo>
                  <a:lnTo>
                    <a:pt x="5810250" y="657491"/>
                  </a:lnTo>
                  <a:lnTo>
                    <a:pt x="5810250" y="660120"/>
                  </a:lnTo>
                  <a:lnTo>
                    <a:pt x="5810720" y="661238"/>
                  </a:lnTo>
                  <a:lnTo>
                    <a:pt x="5812574" y="663105"/>
                  </a:lnTo>
                  <a:lnTo>
                    <a:pt x="5813704" y="663562"/>
                  </a:lnTo>
                  <a:lnTo>
                    <a:pt x="5816333" y="663562"/>
                  </a:lnTo>
                  <a:lnTo>
                    <a:pt x="5817451" y="663105"/>
                  </a:lnTo>
                  <a:lnTo>
                    <a:pt x="5819318" y="661238"/>
                  </a:lnTo>
                  <a:lnTo>
                    <a:pt x="5819775" y="660120"/>
                  </a:lnTo>
                  <a:lnTo>
                    <a:pt x="5819775" y="657491"/>
                  </a:lnTo>
                  <a:close/>
                </a:path>
                <a:path w="7391400" h="4057650">
                  <a:moveTo>
                    <a:pt x="5867400" y="4046804"/>
                  </a:moveTo>
                  <a:lnTo>
                    <a:pt x="5866943" y="4045686"/>
                  </a:lnTo>
                  <a:lnTo>
                    <a:pt x="5865076" y="4043819"/>
                  </a:lnTo>
                  <a:lnTo>
                    <a:pt x="5863958" y="4043349"/>
                  </a:lnTo>
                  <a:lnTo>
                    <a:pt x="5861329" y="4043349"/>
                  </a:lnTo>
                  <a:lnTo>
                    <a:pt x="5860199" y="4043819"/>
                  </a:lnTo>
                  <a:lnTo>
                    <a:pt x="5858345" y="4045686"/>
                  </a:lnTo>
                  <a:lnTo>
                    <a:pt x="5857875" y="4046804"/>
                  </a:lnTo>
                  <a:lnTo>
                    <a:pt x="5857875" y="4049433"/>
                  </a:lnTo>
                  <a:lnTo>
                    <a:pt x="5858345" y="4050550"/>
                  </a:lnTo>
                  <a:lnTo>
                    <a:pt x="5860199" y="4052417"/>
                  </a:lnTo>
                  <a:lnTo>
                    <a:pt x="5861329" y="4052874"/>
                  </a:lnTo>
                  <a:lnTo>
                    <a:pt x="5863958" y="4052874"/>
                  </a:lnTo>
                  <a:lnTo>
                    <a:pt x="5865076" y="4052417"/>
                  </a:lnTo>
                  <a:lnTo>
                    <a:pt x="5866943" y="4050550"/>
                  </a:lnTo>
                  <a:lnTo>
                    <a:pt x="5867400" y="4049433"/>
                  </a:lnTo>
                  <a:lnTo>
                    <a:pt x="5867400" y="4046804"/>
                  </a:lnTo>
                  <a:close/>
                </a:path>
                <a:path w="7391400" h="4057650">
                  <a:moveTo>
                    <a:pt x="5867400" y="2917037"/>
                  </a:moveTo>
                  <a:lnTo>
                    <a:pt x="5866943" y="2915907"/>
                  </a:lnTo>
                  <a:lnTo>
                    <a:pt x="5865076" y="2914053"/>
                  </a:lnTo>
                  <a:lnTo>
                    <a:pt x="5863958" y="2913583"/>
                  </a:lnTo>
                  <a:lnTo>
                    <a:pt x="5861329" y="2913583"/>
                  </a:lnTo>
                  <a:lnTo>
                    <a:pt x="5860199" y="2914053"/>
                  </a:lnTo>
                  <a:lnTo>
                    <a:pt x="5858345" y="2915907"/>
                  </a:lnTo>
                  <a:lnTo>
                    <a:pt x="5857875" y="2917037"/>
                  </a:lnTo>
                  <a:lnTo>
                    <a:pt x="5857875" y="2919666"/>
                  </a:lnTo>
                  <a:lnTo>
                    <a:pt x="5858345" y="2920784"/>
                  </a:lnTo>
                  <a:lnTo>
                    <a:pt x="5860199" y="2922651"/>
                  </a:lnTo>
                  <a:lnTo>
                    <a:pt x="5861329" y="2923108"/>
                  </a:lnTo>
                  <a:lnTo>
                    <a:pt x="5863958" y="2923108"/>
                  </a:lnTo>
                  <a:lnTo>
                    <a:pt x="5865076" y="2922651"/>
                  </a:lnTo>
                  <a:lnTo>
                    <a:pt x="5866943" y="2920784"/>
                  </a:lnTo>
                  <a:lnTo>
                    <a:pt x="5867400" y="2919666"/>
                  </a:lnTo>
                  <a:lnTo>
                    <a:pt x="5867400" y="2917037"/>
                  </a:lnTo>
                  <a:close/>
                </a:path>
                <a:path w="7391400" h="4057650">
                  <a:moveTo>
                    <a:pt x="5867400" y="1787258"/>
                  </a:moveTo>
                  <a:lnTo>
                    <a:pt x="5866943" y="1786140"/>
                  </a:lnTo>
                  <a:lnTo>
                    <a:pt x="5865076" y="1784273"/>
                  </a:lnTo>
                  <a:lnTo>
                    <a:pt x="5863958" y="1783816"/>
                  </a:lnTo>
                  <a:lnTo>
                    <a:pt x="5861329" y="1783816"/>
                  </a:lnTo>
                  <a:lnTo>
                    <a:pt x="5860199" y="1784273"/>
                  </a:lnTo>
                  <a:lnTo>
                    <a:pt x="5858345" y="1786140"/>
                  </a:lnTo>
                  <a:lnTo>
                    <a:pt x="5857875" y="1787258"/>
                  </a:lnTo>
                  <a:lnTo>
                    <a:pt x="5857875" y="1789887"/>
                  </a:lnTo>
                  <a:lnTo>
                    <a:pt x="5858345" y="1791017"/>
                  </a:lnTo>
                  <a:lnTo>
                    <a:pt x="5860199" y="1792871"/>
                  </a:lnTo>
                  <a:lnTo>
                    <a:pt x="5861329" y="1793341"/>
                  </a:lnTo>
                  <a:lnTo>
                    <a:pt x="5863958" y="1793341"/>
                  </a:lnTo>
                  <a:lnTo>
                    <a:pt x="5865076" y="1792871"/>
                  </a:lnTo>
                  <a:lnTo>
                    <a:pt x="5866943" y="1791017"/>
                  </a:lnTo>
                  <a:lnTo>
                    <a:pt x="5867400" y="1789887"/>
                  </a:lnTo>
                  <a:lnTo>
                    <a:pt x="5867400" y="1787258"/>
                  </a:lnTo>
                  <a:close/>
                </a:path>
                <a:path w="7391400" h="4057650">
                  <a:moveTo>
                    <a:pt x="5867400" y="657491"/>
                  </a:moveTo>
                  <a:lnTo>
                    <a:pt x="5866943" y="656374"/>
                  </a:lnTo>
                  <a:lnTo>
                    <a:pt x="5865076" y="654507"/>
                  </a:lnTo>
                  <a:lnTo>
                    <a:pt x="5863958" y="654037"/>
                  </a:lnTo>
                  <a:lnTo>
                    <a:pt x="5861329" y="654037"/>
                  </a:lnTo>
                  <a:lnTo>
                    <a:pt x="5860199" y="654507"/>
                  </a:lnTo>
                  <a:lnTo>
                    <a:pt x="5858345" y="656374"/>
                  </a:lnTo>
                  <a:lnTo>
                    <a:pt x="5857875" y="657491"/>
                  </a:lnTo>
                  <a:lnTo>
                    <a:pt x="5857875" y="660120"/>
                  </a:lnTo>
                  <a:lnTo>
                    <a:pt x="5858345" y="661238"/>
                  </a:lnTo>
                  <a:lnTo>
                    <a:pt x="5860199" y="663105"/>
                  </a:lnTo>
                  <a:lnTo>
                    <a:pt x="5861329" y="663562"/>
                  </a:lnTo>
                  <a:lnTo>
                    <a:pt x="5863958" y="663562"/>
                  </a:lnTo>
                  <a:lnTo>
                    <a:pt x="5865076" y="663105"/>
                  </a:lnTo>
                  <a:lnTo>
                    <a:pt x="5866943" y="661238"/>
                  </a:lnTo>
                  <a:lnTo>
                    <a:pt x="5867400" y="660120"/>
                  </a:lnTo>
                  <a:lnTo>
                    <a:pt x="5867400" y="657491"/>
                  </a:lnTo>
                  <a:close/>
                </a:path>
                <a:path w="7391400" h="4057650">
                  <a:moveTo>
                    <a:pt x="5915025" y="4046804"/>
                  </a:moveTo>
                  <a:lnTo>
                    <a:pt x="5914568" y="4045686"/>
                  </a:lnTo>
                  <a:lnTo>
                    <a:pt x="5912701" y="4043819"/>
                  </a:lnTo>
                  <a:lnTo>
                    <a:pt x="5911583" y="4043349"/>
                  </a:lnTo>
                  <a:lnTo>
                    <a:pt x="5908954" y="4043349"/>
                  </a:lnTo>
                  <a:lnTo>
                    <a:pt x="5907824" y="4043819"/>
                  </a:lnTo>
                  <a:lnTo>
                    <a:pt x="5905970" y="4045686"/>
                  </a:lnTo>
                  <a:lnTo>
                    <a:pt x="5905500" y="4046804"/>
                  </a:lnTo>
                  <a:lnTo>
                    <a:pt x="5905500" y="4049433"/>
                  </a:lnTo>
                  <a:lnTo>
                    <a:pt x="5905970" y="4050550"/>
                  </a:lnTo>
                  <a:lnTo>
                    <a:pt x="5907824" y="4052417"/>
                  </a:lnTo>
                  <a:lnTo>
                    <a:pt x="5908954" y="4052874"/>
                  </a:lnTo>
                  <a:lnTo>
                    <a:pt x="5911583" y="4052874"/>
                  </a:lnTo>
                  <a:lnTo>
                    <a:pt x="5912701" y="4052417"/>
                  </a:lnTo>
                  <a:lnTo>
                    <a:pt x="5914568" y="4050550"/>
                  </a:lnTo>
                  <a:lnTo>
                    <a:pt x="5915025" y="4049433"/>
                  </a:lnTo>
                  <a:lnTo>
                    <a:pt x="5915025" y="4046804"/>
                  </a:lnTo>
                  <a:close/>
                </a:path>
                <a:path w="7391400" h="4057650">
                  <a:moveTo>
                    <a:pt x="5915025" y="2917037"/>
                  </a:moveTo>
                  <a:lnTo>
                    <a:pt x="5914568" y="2915907"/>
                  </a:lnTo>
                  <a:lnTo>
                    <a:pt x="5912701" y="2914053"/>
                  </a:lnTo>
                  <a:lnTo>
                    <a:pt x="5911583" y="2913583"/>
                  </a:lnTo>
                  <a:lnTo>
                    <a:pt x="5908954" y="2913583"/>
                  </a:lnTo>
                  <a:lnTo>
                    <a:pt x="5907824" y="2914053"/>
                  </a:lnTo>
                  <a:lnTo>
                    <a:pt x="5905970" y="2915907"/>
                  </a:lnTo>
                  <a:lnTo>
                    <a:pt x="5905500" y="2917037"/>
                  </a:lnTo>
                  <a:lnTo>
                    <a:pt x="5905500" y="2919666"/>
                  </a:lnTo>
                  <a:lnTo>
                    <a:pt x="5905970" y="2920784"/>
                  </a:lnTo>
                  <a:lnTo>
                    <a:pt x="5907824" y="2922651"/>
                  </a:lnTo>
                  <a:lnTo>
                    <a:pt x="5908954" y="2923108"/>
                  </a:lnTo>
                  <a:lnTo>
                    <a:pt x="5911583" y="2923108"/>
                  </a:lnTo>
                  <a:lnTo>
                    <a:pt x="5912701" y="2922651"/>
                  </a:lnTo>
                  <a:lnTo>
                    <a:pt x="5914568" y="2920784"/>
                  </a:lnTo>
                  <a:lnTo>
                    <a:pt x="5915025" y="2919666"/>
                  </a:lnTo>
                  <a:lnTo>
                    <a:pt x="5915025" y="2917037"/>
                  </a:lnTo>
                  <a:close/>
                </a:path>
                <a:path w="7391400" h="4057650">
                  <a:moveTo>
                    <a:pt x="5915025" y="1787258"/>
                  </a:moveTo>
                  <a:lnTo>
                    <a:pt x="5914568" y="1786140"/>
                  </a:lnTo>
                  <a:lnTo>
                    <a:pt x="5912701" y="1784273"/>
                  </a:lnTo>
                  <a:lnTo>
                    <a:pt x="5911583" y="1783816"/>
                  </a:lnTo>
                  <a:lnTo>
                    <a:pt x="5908954" y="1783816"/>
                  </a:lnTo>
                  <a:lnTo>
                    <a:pt x="5907824" y="1784273"/>
                  </a:lnTo>
                  <a:lnTo>
                    <a:pt x="5905970" y="1786140"/>
                  </a:lnTo>
                  <a:lnTo>
                    <a:pt x="5905500" y="1787258"/>
                  </a:lnTo>
                  <a:lnTo>
                    <a:pt x="5905500" y="1789887"/>
                  </a:lnTo>
                  <a:lnTo>
                    <a:pt x="5905970" y="1791017"/>
                  </a:lnTo>
                  <a:lnTo>
                    <a:pt x="5907824" y="1792871"/>
                  </a:lnTo>
                  <a:lnTo>
                    <a:pt x="5908954" y="1793341"/>
                  </a:lnTo>
                  <a:lnTo>
                    <a:pt x="5911583" y="1793341"/>
                  </a:lnTo>
                  <a:lnTo>
                    <a:pt x="5912701" y="1792871"/>
                  </a:lnTo>
                  <a:lnTo>
                    <a:pt x="5914568" y="1791017"/>
                  </a:lnTo>
                  <a:lnTo>
                    <a:pt x="5915025" y="1789887"/>
                  </a:lnTo>
                  <a:lnTo>
                    <a:pt x="5915025" y="1787258"/>
                  </a:lnTo>
                  <a:close/>
                </a:path>
                <a:path w="7391400" h="4057650">
                  <a:moveTo>
                    <a:pt x="5915025" y="657491"/>
                  </a:moveTo>
                  <a:lnTo>
                    <a:pt x="5914568" y="656374"/>
                  </a:lnTo>
                  <a:lnTo>
                    <a:pt x="5912701" y="654507"/>
                  </a:lnTo>
                  <a:lnTo>
                    <a:pt x="5911583" y="654037"/>
                  </a:lnTo>
                  <a:lnTo>
                    <a:pt x="5908954" y="654037"/>
                  </a:lnTo>
                  <a:lnTo>
                    <a:pt x="5907824" y="654507"/>
                  </a:lnTo>
                  <a:lnTo>
                    <a:pt x="5905970" y="656374"/>
                  </a:lnTo>
                  <a:lnTo>
                    <a:pt x="5905500" y="657491"/>
                  </a:lnTo>
                  <a:lnTo>
                    <a:pt x="5905500" y="660120"/>
                  </a:lnTo>
                  <a:lnTo>
                    <a:pt x="5905970" y="661238"/>
                  </a:lnTo>
                  <a:lnTo>
                    <a:pt x="5907824" y="663105"/>
                  </a:lnTo>
                  <a:lnTo>
                    <a:pt x="5908954" y="663562"/>
                  </a:lnTo>
                  <a:lnTo>
                    <a:pt x="5911583" y="663562"/>
                  </a:lnTo>
                  <a:lnTo>
                    <a:pt x="5912701" y="663105"/>
                  </a:lnTo>
                  <a:lnTo>
                    <a:pt x="5914568" y="661238"/>
                  </a:lnTo>
                  <a:lnTo>
                    <a:pt x="5915025" y="660120"/>
                  </a:lnTo>
                  <a:lnTo>
                    <a:pt x="5915025" y="657491"/>
                  </a:lnTo>
                  <a:close/>
                </a:path>
                <a:path w="7391400" h="4057650">
                  <a:moveTo>
                    <a:pt x="5962650" y="4046804"/>
                  </a:moveTo>
                  <a:lnTo>
                    <a:pt x="5962193" y="4045686"/>
                  </a:lnTo>
                  <a:lnTo>
                    <a:pt x="5960326" y="4043819"/>
                  </a:lnTo>
                  <a:lnTo>
                    <a:pt x="5959208" y="4043349"/>
                  </a:lnTo>
                  <a:lnTo>
                    <a:pt x="5956579" y="4043349"/>
                  </a:lnTo>
                  <a:lnTo>
                    <a:pt x="5955449" y="4043819"/>
                  </a:lnTo>
                  <a:lnTo>
                    <a:pt x="5953595" y="4045686"/>
                  </a:lnTo>
                  <a:lnTo>
                    <a:pt x="5953125" y="4046804"/>
                  </a:lnTo>
                  <a:lnTo>
                    <a:pt x="5953125" y="4049433"/>
                  </a:lnTo>
                  <a:lnTo>
                    <a:pt x="5953595" y="4050550"/>
                  </a:lnTo>
                  <a:lnTo>
                    <a:pt x="5955449" y="4052417"/>
                  </a:lnTo>
                  <a:lnTo>
                    <a:pt x="5956579" y="4052874"/>
                  </a:lnTo>
                  <a:lnTo>
                    <a:pt x="5959208" y="4052874"/>
                  </a:lnTo>
                  <a:lnTo>
                    <a:pt x="5960326" y="4052417"/>
                  </a:lnTo>
                  <a:lnTo>
                    <a:pt x="5962193" y="4050550"/>
                  </a:lnTo>
                  <a:lnTo>
                    <a:pt x="5962650" y="4049433"/>
                  </a:lnTo>
                  <a:lnTo>
                    <a:pt x="5962650" y="4046804"/>
                  </a:lnTo>
                  <a:close/>
                </a:path>
                <a:path w="7391400" h="4057650">
                  <a:moveTo>
                    <a:pt x="5962650" y="2917037"/>
                  </a:moveTo>
                  <a:lnTo>
                    <a:pt x="5962193" y="2915907"/>
                  </a:lnTo>
                  <a:lnTo>
                    <a:pt x="5960326" y="2914053"/>
                  </a:lnTo>
                  <a:lnTo>
                    <a:pt x="5959208" y="2913583"/>
                  </a:lnTo>
                  <a:lnTo>
                    <a:pt x="5956579" y="2913583"/>
                  </a:lnTo>
                  <a:lnTo>
                    <a:pt x="5955449" y="2914053"/>
                  </a:lnTo>
                  <a:lnTo>
                    <a:pt x="5953595" y="2915907"/>
                  </a:lnTo>
                  <a:lnTo>
                    <a:pt x="5953125" y="2917037"/>
                  </a:lnTo>
                  <a:lnTo>
                    <a:pt x="5953125" y="2919666"/>
                  </a:lnTo>
                  <a:lnTo>
                    <a:pt x="5953595" y="2920784"/>
                  </a:lnTo>
                  <a:lnTo>
                    <a:pt x="5955449" y="2922651"/>
                  </a:lnTo>
                  <a:lnTo>
                    <a:pt x="5956579" y="2923108"/>
                  </a:lnTo>
                  <a:lnTo>
                    <a:pt x="5959208" y="2923108"/>
                  </a:lnTo>
                  <a:lnTo>
                    <a:pt x="5960326" y="2922651"/>
                  </a:lnTo>
                  <a:lnTo>
                    <a:pt x="5962193" y="2920784"/>
                  </a:lnTo>
                  <a:lnTo>
                    <a:pt x="5962650" y="2919666"/>
                  </a:lnTo>
                  <a:lnTo>
                    <a:pt x="5962650" y="2917037"/>
                  </a:lnTo>
                  <a:close/>
                </a:path>
                <a:path w="7391400" h="4057650">
                  <a:moveTo>
                    <a:pt x="5962650" y="1787258"/>
                  </a:moveTo>
                  <a:lnTo>
                    <a:pt x="5962193" y="1786140"/>
                  </a:lnTo>
                  <a:lnTo>
                    <a:pt x="5960326" y="1784273"/>
                  </a:lnTo>
                  <a:lnTo>
                    <a:pt x="5959208" y="1783816"/>
                  </a:lnTo>
                  <a:lnTo>
                    <a:pt x="5956579" y="1783816"/>
                  </a:lnTo>
                  <a:lnTo>
                    <a:pt x="5955449" y="1784273"/>
                  </a:lnTo>
                  <a:lnTo>
                    <a:pt x="5953595" y="1786140"/>
                  </a:lnTo>
                  <a:lnTo>
                    <a:pt x="5953125" y="1787258"/>
                  </a:lnTo>
                  <a:lnTo>
                    <a:pt x="5953125" y="1789887"/>
                  </a:lnTo>
                  <a:lnTo>
                    <a:pt x="5953595" y="1791017"/>
                  </a:lnTo>
                  <a:lnTo>
                    <a:pt x="5955449" y="1792871"/>
                  </a:lnTo>
                  <a:lnTo>
                    <a:pt x="5956579" y="1793341"/>
                  </a:lnTo>
                  <a:lnTo>
                    <a:pt x="5959208" y="1793341"/>
                  </a:lnTo>
                  <a:lnTo>
                    <a:pt x="5960326" y="1792871"/>
                  </a:lnTo>
                  <a:lnTo>
                    <a:pt x="5962193" y="1791017"/>
                  </a:lnTo>
                  <a:lnTo>
                    <a:pt x="5962650" y="1789887"/>
                  </a:lnTo>
                  <a:lnTo>
                    <a:pt x="5962650" y="1787258"/>
                  </a:lnTo>
                  <a:close/>
                </a:path>
                <a:path w="7391400" h="4057650">
                  <a:moveTo>
                    <a:pt x="5962650" y="657491"/>
                  </a:moveTo>
                  <a:lnTo>
                    <a:pt x="5962193" y="656374"/>
                  </a:lnTo>
                  <a:lnTo>
                    <a:pt x="5960326" y="654507"/>
                  </a:lnTo>
                  <a:lnTo>
                    <a:pt x="5959208" y="654037"/>
                  </a:lnTo>
                  <a:lnTo>
                    <a:pt x="5956579" y="654037"/>
                  </a:lnTo>
                  <a:lnTo>
                    <a:pt x="5955449" y="654507"/>
                  </a:lnTo>
                  <a:lnTo>
                    <a:pt x="5953595" y="656374"/>
                  </a:lnTo>
                  <a:lnTo>
                    <a:pt x="5953125" y="657491"/>
                  </a:lnTo>
                  <a:lnTo>
                    <a:pt x="5953125" y="660120"/>
                  </a:lnTo>
                  <a:lnTo>
                    <a:pt x="5953595" y="661238"/>
                  </a:lnTo>
                  <a:lnTo>
                    <a:pt x="5955449" y="663105"/>
                  </a:lnTo>
                  <a:lnTo>
                    <a:pt x="5956579" y="663562"/>
                  </a:lnTo>
                  <a:lnTo>
                    <a:pt x="5959208" y="663562"/>
                  </a:lnTo>
                  <a:lnTo>
                    <a:pt x="5960326" y="663105"/>
                  </a:lnTo>
                  <a:lnTo>
                    <a:pt x="5962193" y="661238"/>
                  </a:lnTo>
                  <a:lnTo>
                    <a:pt x="5962650" y="660120"/>
                  </a:lnTo>
                  <a:lnTo>
                    <a:pt x="5962650" y="657491"/>
                  </a:lnTo>
                  <a:close/>
                </a:path>
                <a:path w="7391400" h="4057650">
                  <a:moveTo>
                    <a:pt x="6010275" y="4046804"/>
                  </a:moveTo>
                  <a:lnTo>
                    <a:pt x="6009818" y="4045686"/>
                  </a:lnTo>
                  <a:lnTo>
                    <a:pt x="6007951" y="4043819"/>
                  </a:lnTo>
                  <a:lnTo>
                    <a:pt x="6006833" y="4043349"/>
                  </a:lnTo>
                  <a:lnTo>
                    <a:pt x="6004204" y="4043349"/>
                  </a:lnTo>
                  <a:lnTo>
                    <a:pt x="6003087" y="4043819"/>
                  </a:lnTo>
                  <a:lnTo>
                    <a:pt x="6001220" y="4045686"/>
                  </a:lnTo>
                  <a:lnTo>
                    <a:pt x="6000750" y="4046804"/>
                  </a:lnTo>
                  <a:lnTo>
                    <a:pt x="6000750" y="4049433"/>
                  </a:lnTo>
                  <a:lnTo>
                    <a:pt x="6001220" y="4050550"/>
                  </a:lnTo>
                  <a:lnTo>
                    <a:pt x="6003087" y="4052417"/>
                  </a:lnTo>
                  <a:lnTo>
                    <a:pt x="6004204" y="4052874"/>
                  </a:lnTo>
                  <a:lnTo>
                    <a:pt x="6006833" y="4052874"/>
                  </a:lnTo>
                  <a:lnTo>
                    <a:pt x="6007951" y="4052417"/>
                  </a:lnTo>
                  <a:lnTo>
                    <a:pt x="6009818" y="4050550"/>
                  </a:lnTo>
                  <a:lnTo>
                    <a:pt x="6010275" y="4049433"/>
                  </a:lnTo>
                  <a:lnTo>
                    <a:pt x="6010275" y="4046804"/>
                  </a:lnTo>
                  <a:close/>
                </a:path>
                <a:path w="7391400" h="4057650">
                  <a:moveTo>
                    <a:pt x="6010275" y="2917037"/>
                  </a:moveTo>
                  <a:lnTo>
                    <a:pt x="6009818" y="2915907"/>
                  </a:lnTo>
                  <a:lnTo>
                    <a:pt x="6007951" y="2914053"/>
                  </a:lnTo>
                  <a:lnTo>
                    <a:pt x="6006833" y="2913583"/>
                  </a:lnTo>
                  <a:lnTo>
                    <a:pt x="6004204" y="2913583"/>
                  </a:lnTo>
                  <a:lnTo>
                    <a:pt x="6003087" y="2914053"/>
                  </a:lnTo>
                  <a:lnTo>
                    <a:pt x="6001220" y="2915907"/>
                  </a:lnTo>
                  <a:lnTo>
                    <a:pt x="6000750" y="2917037"/>
                  </a:lnTo>
                  <a:lnTo>
                    <a:pt x="6000750" y="2919666"/>
                  </a:lnTo>
                  <a:lnTo>
                    <a:pt x="6001220" y="2920784"/>
                  </a:lnTo>
                  <a:lnTo>
                    <a:pt x="6003087" y="2922651"/>
                  </a:lnTo>
                  <a:lnTo>
                    <a:pt x="6004204" y="2923108"/>
                  </a:lnTo>
                  <a:lnTo>
                    <a:pt x="6006833" y="2923108"/>
                  </a:lnTo>
                  <a:lnTo>
                    <a:pt x="6007951" y="2922651"/>
                  </a:lnTo>
                  <a:lnTo>
                    <a:pt x="6009818" y="2920784"/>
                  </a:lnTo>
                  <a:lnTo>
                    <a:pt x="6010275" y="2919666"/>
                  </a:lnTo>
                  <a:lnTo>
                    <a:pt x="6010275" y="2917037"/>
                  </a:lnTo>
                  <a:close/>
                </a:path>
                <a:path w="7391400" h="4057650">
                  <a:moveTo>
                    <a:pt x="6010275" y="1787258"/>
                  </a:moveTo>
                  <a:lnTo>
                    <a:pt x="6009818" y="1786140"/>
                  </a:lnTo>
                  <a:lnTo>
                    <a:pt x="6007951" y="1784273"/>
                  </a:lnTo>
                  <a:lnTo>
                    <a:pt x="6006833" y="1783816"/>
                  </a:lnTo>
                  <a:lnTo>
                    <a:pt x="6004204" y="1783816"/>
                  </a:lnTo>
                  <a:lnTo>
                    <a:pt x="6003087" y="1784273"/>
                  </a:lnTo>
                  <a:lnTo>
                    <a:pt x="6001220" y="1786140"/>
                  </a:lnTo>
                  <a:lnTo>
                    <a:pt x="6000750" y="1787258"/>
                  </a:lnTo>
                  <a:lnTo>
                    <a:pt x="6000750" y="1789887"/>
                  </a:lnTo>
                  <a:lnTo>
                    <a:pt x="6001220" y="1791017"/>
                  </a:lnTo>
                  <a:lnTo>
                    <a:pt x="6003087" y="1792871"/>
                  </a:lnTo>
                  <a:lnTo>
                    <a:pt x="6004204" y="1793341"/>
                  </a:lnTo>
                  <a:lnTo>
                    <a:pt x="6006833" y="1793341"/>
                  </a:lnTo>
                  <a:lnTo>
                    <a:pt x="6007951" y="1792871"/>
                  </a:lnTo>
                  <a:lnTo>
                    <a:pt x="6009818" y="1791017"/>
                  </a:lnTo>
                  <a:lnTo>
                    <a:pt x="6010275" y="1789887"/>
                  </a:lnTo>
                  <a:lnTo>
                    <a:pt x="6010275" y="1787258"/>
                  </a:lnTo>
                  <a:close/>
                </a:path>
                <a:path w="7391400" h="4057650">
                  <a:moveTo>
                    <a:pt x="6010275" y="657491"/>
                  </a:moveTo>
                  <a:lnTo>
                    <a:pt x="6009818" y="656374"/>
                  </a:lnTo>
                  <a:lnTo>
                    <a:pt x="6007951" y="654507"/>
                  </a:lnTo>
                  <a:lnTo>
                    <a:pt x="6006833" y="654037"/>
                  </a:lnTo>
                  <a:lnTo>
                    <a:pt x="6004204" y="654037"/>
                  </a:lnTo>
                  <a:lnTo>
                    <a:pt x="6003087" y="654507"/>
                  </a:lnTo>
                  <a:lnTo>
                    <a:pt x="6001220" y="656374"/>
                  </a:lnTo>
                  <a:lnTo>
                    <a:pt x="6000750" y="657491"/>
                  </a:lnTo>
                  <a:lnTo>
                    <a:pt x="6000750" y="660120"/>
                  </a:lnTo>
                  <a:lnTo>
                    <a:pt x="6001220" y="661238"/>
                  </a:lnTo>
                  <a:lnTo>
                    <a:pt x="6003087" y="663105"/>
                  </a:lnTo>
                  <a:lnTo>
                    <a:pt x="6004204" y="663562"/>
                  </a:lnTo>
                  <a:lnTo>
                    <a:pt x="6006833" y="663562"/>
                  </a:lnTo>
                  <a:lnTo>
                    <a:pt x="6007951" y="663105"/>
                  </a:lnTo>
                  <a:lnTo>
                    <a:pt x="6009818" y="661238"/>
                  </a:lnTo>
                  <a:lnTo>
                    <a:pt x="6010275" y="660120"/>
                  </a:lnTo>
                  <a:lnTo>
                    <a:pt x="6010275" y="657491"/>
                  </a:lnTo>
                  <a:close/>
                </a:path>
                <a:path w="7391400" h="4057650">
                  <a:moveTo>
                    <a:pt x="6057900" y="4046804"/>
                  </a:moveTo>
                  <a:lnTo>
                    <a:pt x="6057443" y="4045686"/>
                  </a:lnTo>
                  <a:lnTo>
                    <a:pt x="6055576" y="4043819"/>
                  </a:lnTo>
                  <a:lnTo>
                    <a:pt x="6054458" y="4043349"/>
                  </a:lnTo>
                  <a:lnTo>
                    <a:pt x="6051829" y="4043349"/>
                  </a:lnTo>
                  <a:lnTo>
                    <a:pt x="6050699" y="4043819"/>
                  </a:lnTo>
                  <a:lnTo>
                    <a:pt x="6048845" y="4045686"/>
                  </a:lnTo>
                  <a:lnTo>
                    <a:pt x="6048375" y="4046804"/>
                  </a:lnTo>
                  <a:lnTo>
                    <a:pt x="6048375" y="4049433"/>
                  </a:lnTo>
                  <a:lnTo>
                    <a:pt x="6048845" y="4050550"/>
                  </a:lnTo>
                  <a:lnTo>
                    <a:pt x="6050699" y="4052417"/>
                  </a:lnTo>
                  <a:lnTo>
                    <a:pt x="6051829" y="4052874"/>
                  </a:lnTo>
                  <a:lnTo>
                    <a:pt x="6054458" y="4052874"/>
                  </a:lnTo>
                  <a:lnTo>
                    <a:pt x="6055576" y="4052417"/>
                  </a:lnTo>
                  <a:lnTo>
                    <a:pt x="6057443" y="4050550"/>
                  </a:lnTo>
                  <a:lnTo>
                    <a:pt x="6057900" y="4049433"/>
                  </a:lnTo>
                  <a:lnTo>
                    <a:pt x="6057900" y="4046804"/>
                  </a:lnTo>
                  <a:close/>
                </a:path>
                <a:path w="7391400" h="4057650">
                  <a:moveTo>
                    <a:pt x="6057900" y="2917037"/>
                  </a:moveTo>
                  <a:lnTo>
                    <a:pt x="6057443" y="2915907"/>
                  </a:lnTo>
                  <a:lnTo>
                    <a:pt x="6055576" y="2914053"/>
                  </a:lnTo>
                  <a:lnTo>
                    <a:pt x="6054458" y="2913583"/>
                  </a:lnTo>
                  <a:lnTo>
                    <a:pt x="6051829" y="2913583"/>
                  </a:lnTo>
                  <a:lnTo>
                    <a:pt x="6050699" y="2914053"/>
                  </a:lnTo>
                  <a:lnTo>
                    <a:pt x="6048845" y="2915907"/>
                  </a:lnTo>
                  <a:lnTo>
                    <a:pt x="6048375" y="2917037"/>
                  </a:lnTo>
                  <a:lnTo>
                    <a:pt x="6048375" y="2919666"/>
                  </a:lnTo>
                  <a:lnTo>
                    <a:pt x="6048845" y="2920784"/>
                  </a:lnTo>
                  <a:lnTo>
                    <a:pt x="6050699" y="2922651"/>
                  </a:lnTo>
                  <a:lnTo>
                    <a:pt x="6051829" y="2923108"/>
                  </a:lnTo>
                  <a:lnTo>
                    <a:pt x="6054458" y="2923108"/>
                  </a:lnTo>
                  <a:lnTo>
                    <a:pt x="6055576" y="2922651"/>
                  </a:lnTo>
                  <a:lnTo>
                    <a:pt x="6057443" y="2920784"/>
                  </a:lnTo>
                  <a:lnTo>
                    <a:pt x="6057900" y="2919666"/>
                  </a:lnTo>
                  <a:lnTo>
                    <a:pt x="6057900" y="2917037"/>
                  </a:lnTo>
                  <a:close/>
                </a:path>
                <a:path w="7391400" h="4057650">
                  <a:moveTo>
                    <a:pt x="6057900" y="1787258"/>
                  </a:moveTo>
                  <a:lnTo>
                    <a:pt x="6057443" y="1786140"/>
                  </a:lnTo>
                  <a:lnTo>
                    <a:pt x="6055576" y="1784273"/>
                  </a:lnTo>
                  <a:lnTo>
                    <a:pt x="6054458" y="1783816"/>
                  </a:lnTo>
                  <a:lnTo>
                    <a:pt x="6051829" y="1783816"/>
                  </a:lnTo>
                  <a:lnTo>
                    <a:pt x="6050699" y="1784273"/>
                  </a:lnTo>
                  <a:lnTo>
                    <a:pt x="6048845" y="1786140"/>
                  </a:lnTo>
                  <a:lnTo>
                    <a:pt x="6048375" y="1787258"/>
                  </a:lnTo>
                  <a:lnTo>
                    <a:pt x="6048375" y="1789887"/>
                  </a:lnTo>
                  <a:lnTo>
                    <a:pt x="6048845" y="1791017"/>
                  </a:lnTo>
                  <a:lnTo>
                    <a:pt x="6050699" y="1792871"/>
                  </a:lnTo>
                  <a:lnTo>
                    <a:pt x="6051829" y="1793341"/>
                  </a:lnTo>
                  <a:lnTo>
                    <a:pt x="6054458" y="1793341"/>
                  </a:lnTo>
                  <a:lnTo>
                    <a:pt x="6055576" y="1792871"/>
                  </a:lnTo>
                  <a:lnTo>
                    <a:pt x="6057443" y="1791017"/>
                  </a:lnTo>
                  <a:lnTo>
                    <a:pt x="6057900" y="1789887"/>
                  </a:lnTo>
                  <a:lnTo>
                    <a:pt x="6057900" y="1787258"/>
                  </a:lnTo>
                  <a:close/>
                </a:path>
                <a:path w="7391400" h="4057650">
                  <a:moveTo>
                    <a:pt x="6057900" y="657491"/>
                  </a:moveTo>
                  <a:lnTo>
                    <a:pt x="6057443" y="656374"/>
                  </a:lnTo>
                  <a:lnTo>
                    <a:pt x="6055576" y="654507"/>
                  </a:lnTo>
                  <a:lnTo>
                    <a:pt x="6054458" y="654037"/>
                  </a:lnTo>
                  <a:lnTo>
                    <a:pt x="6051829" y="654037"/>
                  </a:lnTo>
                  <a:lnTo>
                    <a:pt x="6050699" y="654507"/>
                  </a:lnTo>
                  <a:lnTo>
                    <a:pt x="6048845" y="656374"/>
                  </a:lnTo>
                  <a:lnTo>
                    <a:pt x="6048375" y="657491"/>
                  </a:lnTo>
                  <a:lnTo>
                    <a:pt x="6048375" y="660120"/>
                  </a:lnTo>
                  <a:lnTo>
                    <a:pt x="6048845" y="661238"/>
                  </a:lnTo>
                  <a:lnTo>
                    <a:pt x="6050699" y="663105"/>
                  </a:lnTo>
                  <a:lnTo>
                    <a:pt x="6051829" y="663562"/>
                  </a:lnTo>
                  <a:lnTo>
                    <a:pt x="6054458" y="663562"/>
                  </a:lnTo>
                  <a:lnTo>
                    <a:pt x="6055576" y="663105"/>
                  </a:lnTo>
                  <a:lnTo>
                    <a:pt x="6057443" y="661238"/>
                  </a:lnTo>
                  <a:lnTo>
                    <a:pt x="6057900" y="660120"/>
                  </a:lnTo>
                  <a:lnTo>
                    <a:pt x="6057900" y="657491"/>
                  </a:lnTo>
                  <a:close/>
                </a:path>
                <a:path w="7391400" h="4057650">
                  <a:moveTo>
                    <a:pt x="6105525" y="4046804"/>
                  </a:moveTo>
                  <a:lnTo>
                    <a:pt x="6105068" y="4045686"/>
                  </a:lnTo>
                  <a:lnTo>
                    <a:pt x="6103201" y="4043819"/>
                  </a:lnTo>
                  <a:lnTo>
                    <a:pt x="6102083" y="4043349"/>
                  </a:lnTo>
                  <a:lnTo>
                    <a:pt x="6099454" y="4043349"/>
                  </a:lnTo>
                  <a:lnTo>
                    <a:pt x="6098324" y="4043819"/>
                  </a:lnTo>
                  <a:lnTo>
                    <a:pt x="6096470" y="4045686"/>
                  </a:lnTo>
                  <a:lnTo>
                    <a:pt x="6096000" y="4046804"/>
                  </a:lnTo>
                  <a:lnTo>
                    <a:pt x="6096000" y="4049433"/>
                  </a:lnTo>
                  <a:lnTo>
                    <a:pt x="6096470" y="4050550"/>
                  </a:lnTo>
                  <a:lnTo>
                    <a:pt x="6098324" y="4052417"/>
                  </a:lnTo>
                  <a:lnTo>
                    <a:pt x="6099454" y="4052874"/>
                  </a:lnTo>
                  <a:lnTo>
                    <a:pt x="6102083" y="4052874"/>
                  </a:lnTo>
                  <a:lnTo>
                    <a:pt x="6103201" y="4052417"/>
                  </a:lnTo>
                  <a:lnTo>
                    <a:pt x="6105068" y="4050550"/>
                  </a:lnTo>
                  <a:lnTo>
                    <a:pt x="6105525" y="4049433"/>
                  </a:lnTo>
                  <a:lnTo>
                    <a:pt x="6105525" y="4046804"/>
                  </a:lnTo>
                  <a:close/>
                </a:path>
                <a:path w="7391400" h="4057650">
                  <a:moveTo>
                    <a:pt x="6105525" y="2917037"/>
                  </a:moveTo>
                  <a:lnTo>
                    <a:pt x="6105068" y="2915907"/>
                  </a:lnTo>
                  <a:lnTo>
                    <a:pt x="6103201" y="2914053"/>
                  </a:lnTo>
                  <a:lnTo>
                    <a:pt x="6102083" y="2913583"/>
                  </a:lnTo>
                  <a:lnTo>
                    <a:pt x="6099454" y="2913583"/>
                  </a:lnTo>
                  <a:lnTo>
                    <a:pt x="6098324" y="2914053"/>
                  </a:lnTo>
                  <a:lnTo>
                    <a:pt x="6096470" y="2915907"/>
                  </a:lnTo>
                  <a:lnTo>
                    <a:pt x="6096000" y="2917037"/>
                  </a:lnTo>
                  <a:lnTo>
                    <a:pt x="6096000" y="2919666"/>
                  </a:lnTo>
                  <a:lnTo>
                    <a:pt x="6096470" y="2920784"/>
                  </a:lnTo>
                  <a:lnTo>
                    <a:pt x="6098324" y="2922651"/>
                  </a:lnTo>
                  <a:lnTo>
                    <a:pt x="6099454" y="2923108"/>
                  </a:lnTo>
                  <a:lnTo>
                    <a:pt x="6102083" y="2923108"/>
                  </a:lnTo>
                  <a:lnTo>
                    <a:pt x="6103201" y="2922651"/>
                  </a:lnTo>
                  <a:lnTo>
                    <a:pt x="6105068" y="2920784"/>
                  </a:lnTo>
                  <a:lnTo>
                    <a:pt x="6105525" y="2919666"/>
                  </a:lnTo>
                  <a:lnTo>
                    <a:pt x="6105525" y="2917037"/>
                  </a:lnTo>
                  <a:close/>
                </a:path>
                <a:path w="7391400" h="4057650">
                  <a:moveTo>
                    <a:pt x="6105525" y="1787258"/>
                  </a:moveTo>
                  <a:lnTo>
                    <a:pt x="6105068" y="1786140"/>
                  </a:lnTo>
                  <a:lnTo>
                    <a:pt x="6103201" y="1784273"/>
                  </a:lnTo>
                  <a:lnTo>
                    <a:pt x="6102083" y="1783816"/>
                  </a:lnTo>
                  <a:lnTo>
                    <a:pt x="6099454" y="1783816"/>
                  </a:lnTo>
                  <a:lnTo>
                    <a:pt x="6098324" y="1784273"/>
                  </a:lnTo>
                  <a:lnTo>
                    <a:pt x="6096470" y="1786140"/>
                  </a:lnTo>
                  <a:lnTo>
                    <a:pt x="6096000" y="1787258"/>
                  </a:lnTo>
                  <a:lnTo>
                    <a:pt x="6096000" y="1789887"/>
                  </a:lnTo>
                  <a:lnTo>
                    <a:pt x="6096470" y="1791017"/>
                  </a:lnTo>
                  <a:lnTo>
                    <a:pt x="6098324" y="1792871"/>
                  </a:lnTo>
                  <a:lnTo>
                    <a:pt x="6099454" y="1793341"/>
                  </a:lnTo>
                  <a:lnTo>
                    <a:pt x="6102083" y="1793341"/>
                  </a:lnTo>
                  <a:lnTo>
                    <a:pt x="6103201" y="1792871"/>
                  </a:lnTo>
                  <a:lnTo>
                    <a:pt x="6105068" y="1791017"/>
                  </a:lnTo>
                  <a:lnTo>
                    <a:pt x="6105525" y="1789887"/>
                  </a:lnTo>
                  <a:lnTo>
                    <a:pt x="6105525" y="1787258"/>
                  </a:lnTo>
                  <a:close/>
                </a:path>
                <a:path w="7391400" h="4057650">
                  <a:moveTo>
                    <a:pt x="6105525" y="657491"/>
                  </a:moveTo>
                  <a:lnTo>
                    <a:pt x="6105068" y="656374"/>
                  </a:lnTo>
                  <a:lnTo>
                    <a:pt x="6103201" y="654507"/>
                  </a:lnTo>
                  <a:lnTo>
                    <a:pt x="6102083" y="654037"/>
                  </a:lnTo>
                  <a:lnTo>
                    <a:pt x="6099454" y="654037"/>
                  </a:lnTo>
                  <a:lnTo>
                    <a:pt x="6098324" y="654507"/>
                  </a:lnTo>
                  <a:lnTo>
                    <a:pt x="6096470" y="656374"/>
                  </a:lnTo>
                  <a:lnTo>
                    <a:pt x="6096000" y="657491"/>
                  </a:lnTo>
                  <a:lnTo>
                    <a:pt x="6096000" y="660120"/>
                  </a:lnTo>
                  <a:lnTo>
                    <a:pt x="6096470" y="661238"/>
                  </a:lnTo>
                  <a:lnTo>
                    <a:pt x="6098324" y="663105"/>
                  </a:lnTo>
                  <a:lnTo>
                    <a:pt x="6099454" y="663562"/>
                  </a:lnTo>
                  <a:lnTo>
                    <a:pt x="6102083" y="663562"/>
                  </a:lnTo>
                  <a:lnTo>
                    <a:pt x="6103201" y="663105"/>
                  </a:lnTo>
                  <a:lnTo>
                    <a:pt x="6105068" y="661238"/>
                  </a:lnTo>
                  <a:lnTo>
                    <a:pt x="6105525" y="660120"/>
                  </a:lnTo>
                  <a:lnTo>
                    <a:pt x="6105525" y="657491"/>
                  </a:lnTo>
                  <a:close/>
                </a:path>
                <a:path w="7391400" h="4057650">
                  <a:moveTo>
                    <a:pt x="6153150" y="4046804"/>
                  </a:moveTo>
                  <a:lnTo>
                    <a:pt x="6152693" y="4045686"/>
                  </a:lnTo>
                  <a:lnTo>
                    <a:pt x="6150826" y="4043819"/>
                  </a:lnTo>
                  <a:lnTo>
                    <a:pt x="6149708" y="4043349"/>
                  </a:lnTo>
                  <a:lnTo>
                    <a:pt x="6147079" y="4043349"/>
                  </a:lnTo>
                  <a:lnTo>
                    <a:pt x="6145949" y="4043819"/>
                  </a:lnTo>
                  <a:lnTo>
                    <a:pt x="6144095" y="4045686"/>
                  </a:lnTo>
                  <a:lnTo>
                    <a:pt x="6143625" y="4046804"/>
                  </a:lnTo>
                  <a:lnTo>
                    <a:pt x="6143625" y="4049433"/>
                  </a:lnTo>
                  <a:lnTo>
                    <a:pt x="6144095" y="4050550"/>
                  </a:lnTo>
                  <a:lnTo>
                    <a:pt x="6145949" y="4052417"/>
                  </a:lnTo>
                  <a:lnTo>
                    <a:pt x="6147079" y="4052874"/>
                  </a:lnTo>
                  <a:lnTo>
                    <a:pt x="6149708" y="4052874"/>
                  </a:lnTo>
                  <a:lnTo>
                    <a:pt x="6150826" y="4052417"/>
                  </a:lnTo>
                  <a:lnTo>
                    <a:pt x="6152693" y="4050550"/>
                  </a:lnTo>
                  <a:lnTo>
                    <a:pt x="6153150" y="4049433"/>
                  </a:lnTo>
                  <a:lnTo>
                    <a:pt x="6153150" y="4046804"/>
                  </a:lnTo>
                  <a:close/>
                </a:path>
                <a:path w="7391400" h="4057650">
                  <a:moveTo>
                    <a:pt x="6153150" y="2917037"/>
                  </a:moveTo>
                  <a:lnTo>
                    <a:pt x="6152693" y="2915907"/>
                  </a:lnTo>
                  <a:lnTo>
                    <a:pt x="6150826" y="2914053"/>
                  </a:lnTo>
                  <a:lnTo>
                    <a:pt x="6149708" y="2913583"/>
                  </a:lnTo>
                  <a:lnTo>
                    <a:pt x="6147079" y="2913583"/>
                  </a:lnTo>
                  <a:lnTo>
                    <a:pt x="6145949" y="2914053"/>
                  </a:lnTo>
                  <a:lnTo>
                    <a:pt x="6144095" y="2915907"/>
                  </a:lnTo>
                  <a:lnTo>
                    <a:pt x="6143625" y="2917037"/>
                  </a:lnTo>
                  <a:lnTo>
                    <a:pt x="6143625" y="2919666"/>
                  </a:lnTo>
                  <a:lnTo>
                    <a:pt x="6144095" y="2920784"/>
                  </a:lnTo>
                  <a:lnTo>
                    <a:pt x="6145949" y="2922651"/>
                  </a:lnTo>
                  <a:lnTo>
                    <a:pt x="6147079" y="2923108"/>
                  </a:lnTo>
                  <a:lnTo>
                    <a:pt x="6149708" y="2923108"/>
                  </a:lnTo>
                  <a:lnTo>
                    <a:pt x="6150826" y="2922651"/>
                  </a:lnTo>
                  <a:lnTo>
                    <a:pt x="6152693" y="2920784"/>
                  </a:lnTo>
                  <a:lnTo>
                    <a:pt x="6153150" y="2919666"/>
                  </a:lnTo>
                  <a:lnTo>
                    <a:pt x="6153150" y="2917037"/>
                  </a:lnTo>
                  <a:close/>
                </a:path>
                <a:path w="7391400" h="4057650">
                  <a:moveTo>
                    <a:pt x="6153150" y="1787258"/>
                  </a:moveTo>
                  <a:lnTo>
                    <a:pt x="6152693" y="1786140"/>
                  </a:lnTo>
                  <a:lnTo>
                    <a:pt x="6150826" y="1784273"/>
                  </a:lnTo>
                  <a:lnTo>
                    <a:pt x="6149708" y="1783816"/>
                  </a:lnTo>
                  <a:lnTo>
                    <a:pt x="6147079" y="1783816"/>
                  </a:lnTo>
                  <a:lnTo>
                    <a:pt x="6145949" y="1784273"/>
                  </a:lnTo>
                  <a:lnTo>
                    <a:pt x="6144095" y="1786140"/>
                  </a:lnTo>
                  <a:lnTo>
                    <a:pt x="6143625" y="1787258"/>
                  </a:lnTo>
                  <a:lnTo>
                    <a:pt x="6143625" y="1789887"/>
                  </a:lnTo>
                  <a:lnTo>
                    <a:pt x="6144095" y="1791017"/>
                  </a:lnTo>
                  <a:lnTo>
                    <a:pt x="6145949" y="1792871"/>
                  </a:lnTo>
                  <a:lnTo>
                    <a:pt x="6147079" y="1793341"/>
                  </a:lnTo>
                  <a:lnTo>
                    <a:pt x="6149708" y="1793341"/>
                  </a:lnTo>
                  <a:lnTo>
                    <a:pt x="6150826" y="1792871"/>
                  </a:lnTo>
                  <a:lnTo>
                    <a:pt x="6152693" y="1791017"/>
                  </a:lnTo>
                  <a:lnTo>
                    <a:pt x="6153150" y="1789887"/>
                  </a:lnTo>
                  <a:lnTo>
                    <a:pt x="6153150" y="1787258"/>
                  </a:lnTo>
                  <a:close/>
                </a:path>
                <a:path w="7391400" h="4057650">
                  <a:moveTo>
                    <a:pt x="6153150" y="657491"/>
                  </a:moveTo>
                  <a:lnTo>
                    <a:pt x="6152693" y="656374"/>
                  </a:lnTo>
                  <a:lnTo>
                    <a:pt x="6150826" y="654507"/>
                  </a:lnTo>
                  <a:lnTo>
                    <a:pt x="6149708" y="654037"/>
                  </a:lnTo>
                  <a:lnTo>
                    <a:pt x="6147079" y="654037"/>
                  </a:lnTo>
                  <a:lnTo>
                    <a:pt x="6145949" y="654507"/>
                  </a:lnTo>
                  <a:lnTo>
                    <a:pt x="6144095" y="656374"/>
                  </a:lnTo>
                  <a:lnTo>
                    <a:pt x="6143625" y="657491"/>
                  </a:lnTo>
                  <a:lnTo>
                    <a:pt x="6143625" y="660120"/>
                  </a:lnTo>
                  <a:lnTo>
                    <a:pt x="6144095" y="661238"/>
                  </a:lnTo>
                  <a:lnTo>
                    <a:pt x="6145949" y="663105"/>
                  </a:lnTo>
                  <a:lnTo>
                    <a:pt x="6147079" y="663562"/>
                  </a:lnTo>
                  <a:lnTo>
                    <a:pt x="6149708" y="663562"/>
                  </a:lnTo>
                  <a:lnTo>
                    <a:pt x="6150826" y="663105"/>
                  </a:lnTo>
                  <a:lnTo>
                    <a:pt x="6152693" y="661238"/>
                  </a:lnTo>
                  <a:lnTo>
                    <a:pt x="6153150" y="660120"/>
                  </a:lnTo>
                  <a:lnTo>
                    <a:pt x="6153150" y="657491"/>
                  </a:lnTo>
                  <a:close/>
                </a:path>
                <a:path w="7391400" h="4057650">
                  <a:moveTo>
                    <a:pt x="6200775" y="4046804"/>
                  </a:moveTo>
                  <a:lnTo>
                    <a:pt x="6200318" y="4045686"/>
                  </a:lnTo>
                  <a:lnTo>
                    <a:pt x="6198451" y="4043819"/>
                  </a:lnTo>
                  <a:lnTo>
                    <a:pt x="6197333" y="4043349"/>
                  </a:lnTo>
                  <a:lnTo>
                    <a:pt x="6194704" y="4043349"/>
                  </a:lnTo>
                  <a:lnTo>
                    <a:pt x="6193574" y="4043819"/>
                  </a:lnTo>
                  <a:lnTo>
                    <a:pt x="6191720" y="4045686"/>
                  </a:lnTo>
                  <a:lnTo>
                    <a:pt x="6191250" y="4046804"/>
                  </a:lnTo>
                  <a:lnTo>
                    <a:pt x="6191250" y="4049433"/>
                  </a:lnTo>
                  <a:lnTo>
                    <a:pt x="6191720" y="4050550"/>
                  </a:lnTo>
                  <a:lnTo>
                    <a:pt x="6193574" y="4052417"/>
                  </a:lnTo>
                  <a:lnTo>
                    <a:pt x="6194704" y="4052874"/>
                  </a:lnTo>
                  <a:lnTo>
                    <a:pt x="6197333" y="4052874"/>
                  </a:lnTo>
                  <a:lnTo>
                    <a:pt x="6198451" y="4052417"/>
                  </a:lnTo>
                  <a:lnTo>
                    <a:pt x="6200318" y="4050550"/>
                  </a:lnTo>
                  <a:lnTo>
                    <a:pt x="6200775" y="4049433"/>
                  </a:lnTo>
                  <a:lnTo>
                    <a:pt x="6200775" y="4046804"/>
                  </a:lnTo>
                  <a:close/>
                </a:path>
                <a:path w="7391400" h="4057650">
                  <a:moveTo>
                    <a:pt x="6200775" y="2917037"/>
                  </a:moveTo>
                  <a:lnTo>
                    <a:pt x="6200318" y="2915907"/>
                  </a:lnTo>
                  <a:lnTo>
                    <a:pt x="6198451" y="2914053"/>
                  </a:lnTo>
                  <a:lnTo>
                    <a:pt x="6197333" y="2913583"/>
                  </a:lnTo>
                  <a:lnTo>
                    <a:pt x="6194704" y="2913583"/>
                  </a:lnTo>
                  <a:lnTo>
                    <a:pt x="6193574" y="2914053"/>
                  </a:lnTo>
                  <a:lnTo>
                    <a:pt x="6191720" y="2915907"/>
                  </a:lnTo>
                  <a:lnTo>
                    <a:pt x="6191250" y="2917037"/>
                  </a:lnTo>
                  <a:lnTo>
                    <a:pt x="6191250" y="2919666"/>
                  </a:lnTo>
                  <a:lnTo>
                    <a:pt x="6191720" y="2920784"/>
                  </a:lnTo>
                  <a:lnTo>
                    <a:pt x="6193574" y="2922651"/>
                  </a:lnTo>
                  <a:lnTo>
                    <a:pt x="6194704" y="2923108"/>
                  </a:lnTo>
                  <a:lnTo>
                    <a:pt x="6197333" y="2923108"/>
                  </a:lnTo>
                  <a:lnTo>
                    <a:pt x="6198451" y="2922651"/>
                  </a:lnTo>
                  <a:lnTo>
                    <a:pt x="6200318" y="2920784"/>
                  </a:lnTo>
                  <a:lnTo>
                    <a:pt x="6200775" y="2919666"/>
                  </a:lnTo>
                  <a:lnTo>
                    <a:pt x="6200775" y="2917037"/>
                  </a:lnTo>
                  <a:close/>
                </a:path>
                <a:path w="7391400" h="4057650">
                  <a:moveTo>
                    <a:pt x="6200775" y="1787258"/>
                  </a:moveTo>
                  <a:lnTo>
                    <a:pt x="6200318" y="1786140"/>
                  </a:lnTo>
                  <a:lnTo>
                    <a:pt x="6198451" y="1784273"/>
                  </a:lnTo>
                  <a:lnTo>
                    <a:pt x="6197333" y="1783816"/>
                  </a:lnTo>
                  <a:lnTo>
                    <a:pt x="6194704" y="1783816"/>
                  </a:lnTo>
                  <a:lnTo>
                    <a:pt x="6193574" y="1784273"/>
                  </a:lnTo>
                  <a:lnTo>
                    <a:pt x="6191720" y="1786140"/>
                  </a:lnTo>
                  <a:lnTo>
                    <a:pt x="6191250" y="1787258"/>
                  </a:lnTo>
                  <a:lnTo>
                    <a:pt x="6191250" y="1789887"/>
                  </a:lnTo>
                  <a:lnTo>
                    <a:pt x="6191720" y="1791017"/>
                  </a:lnTo>
                  <a:lnTo>
                    <a:pt x="6193574" y="1792871"/>
                  </a:lnTo>
                  <a:lnTo>
                    <a:pt x="6194704" y="1793341"/>
                  </a:lnTo>
                  <a:lnTo>
                    <a:pt x="6197333" y="1793341"/>
                  </a:lnTo>
                  <a:lnTo>
                    <a:pt x="6198451" y="1792871"/>
                  </a:lnTo>
                  <a:lnTo>
                    <a:pt x="6200318" y="1791017"/>
                  </a:lnTo>
                  <a:lnTo>
                    <a:pt x="6200775" y="1789887"/>
                  </a:lnTo>
                  <a:lnTo>
                    <a:pt x="6200775" y="1787258"/>
                  </a:lnTo>
                  <a:close/>
                </a:path>
                <a:path w="7391400" h="4057650">
                  <a:moveTo>
                    <a:pt x="6200775" y="657491"/>
                  </a:moveTo>
                  <a:lnTo>
                    <a:pt x="6200318" y="656374"/>
                  </a:lnTo>
                  <a:lnTo>
                    <a:pt x="6198451" y="654507"/>
                  </a:lnTo>
                  <a:lnTo>
                    <a:pt x="6197333" y="654037"/>
                  </a:lnTo>
                  <a:lnTo>
                    <a:pt x="6194704" y="654037"/>
                  </a:lnTo>
                  <a:lnTo>
                    <a:pt x="6193574" y="654507"/>
                  </a:lnTo>
                  <a:lnTo>
                    <a:pt x="6191720" y="656374"/>
                  </a:lnTo>
                  <a:lnTo>
                    <a:pt x="6191250" y="657491"/>
                  </a:lnTo>
                  <a:lnTo>
                    <a:pt x="6191250" y="660120"/>
                  </a:lnTo>
                  <a:lnTo>
                    <a:pt x="6191720" y="661238"/>
                  </a:lnTo>
                  <a:lnTo>
                    <a:pt x="6193574" y="663105"/>
                  </a:lnTo>
                  <a:lnTo>
                    <a:pt x="6194704" y="663562"/>
                  </a:lnTo>
                  <a:lnTo>
                    <a:pt x="6197333" y="663562"/>
                  </a:lnTo>
                  <a:lnTo>
                    <a:pt x="6198451" y="663105"/>
                  </a:lnTo>
                  <a:lnTo>
                    <a:pt x="6200318" y="661238"/>
                  </a:lnTo>
                  <a:lnTo>
                    <a:pt x="6200775" y="660120"/>
                  </a:lnTo>
                  <a:lnTo>
                    <a:pt x="6200775" y="657491"/>
                  </a:lnTo>
                  <a:close/>
                </a:path>
                <a:path w="7391400" h="4057650">
                  <a:moveTo>
                    <a:pt x="6248400" y="4046804"/>
                  </a:moveTo>
                  <a:lnTo>
                    <a:pt x="6247943" y="4045686"/>
                  </a:lnTo>
                  <a:lnTo>
                    <a:pt x="6246076" y="4043819"/>
                  </a:lnTo>
                  <a:lnTo>
                    <a:pt x="6244958" y="4043349"/>
                  </a:lnTo>
                  <a:lnTo>
                    <a:pt x="6242329" y="4043349"/>
                  </a:lnTo>
                  <a:lnTo>
                    <a:pt x="6241199" y="4043819"/>
                  </a:lnTo>
                  <a:lnTo>
                    <a:pt x="6239345" y="4045686"/>
                  </a:lnTo>
                  <a:lnTo>
                    <a:pt x="6238875" y="4046804"/>
                  </a:lnTo>
                  <a:lnTo>
                    <a:pt x="6238875" y="4049433"/>
                  </a:lnTo>
                  <a:lnTo>
                    <a:pt x="6239345" y="4050550"/>
                  </a:lnTo>
                  <a:lnTo>
                    <a:pt x="6241199" y="4052417"/>
                  </a:lnTo>
                  <a:lnTo>
                    <a:pt x="6242329" y="4052874"/>
                  </a:lnTo>
                  <a:lnTo>
                    <a:pt x="6244958" y="4052874"/>
                  </a:lnTo>
                  <a:lnTo>
                    <a:pt x="6246076" y="4052417"/>
                  </a:lnTo>
                  <a:lnTo>
                    <a:pt x="6247943" y="4050550"/>
                  </a:lnTo>
                  <a:lnTo>
                    <a:pt x="6248400" y="4049433"/>
                  </a:lnTo>
                  <a:lnTo>
                    <a:pt x="6248400" y="4046804"/>
                  </a:lnTo>
                  <a:close/>
                </a:path>
                <a:path w="7391400" h="4057650">
                  <a:moveTo>
                    <a:pt x="6248400" y="2917037"/>
                  </a:moveTo>
                  <a:lnTo>
                    <a:pt x="6247943" y="2915907"/>
                  </a:lnTo>
                  <a:lnTo>
                    <a:pt x="6246076" y="2914053"/>
                  </a:lnTo>
                  <a:lnTo>
                    <a:pt x="6244958" y="2913583"/>
                  </a:lnTo>
                  <a:lnTo>
                    <a:pt x="6242329" y="2913583"/>
                  </a:lnTo>
                  <a:lnTo>
                    <a:pt x="6241199" y="2914053"/>
                  </a:lnTo>
                  <a:lnTo>
                    <a:pt x="6239345" y="2915907"/>
                  </a:lnTo>
                  <a:lnTo>
                    <a:pt x="6238875" y="2917037"/>
                  </a:lnTo>
                  <a:lnTo>
                    <a:pt x="6238875" y="2919666"/>
                  </a:lnTo>
                  <a:lnTo>
                    <a:pt x="6239345" y="2920784"/>
                  </a:lnTo>
                  <a:lnTo>
                    <a:pt x="6241199" y="2922651"/>
                  </a:lnTo>
                  <a:lnTo>
                    <a:pt x="6242329" y="2923108"/>
                  </a:lnTo>
                  <a:lnTo>
                    <a:pt x="6244958" y="2923108"/>
                  </a:lnTo>
                  <a:lnTo>
                    <a:pt x="6246076" y="2922651"/>
                  </a:lnTo>
                  <a:lnTo>
                    <a:pt x="6247943" y="2920784"/>
                  </a:lnTo>
                  <a:lnTo>
                    <a:pt x="6248400" y="2919666"/>
                  </a:lnTo>
                  <a:lnTo>
                    <a:pt x="6248400" y="2917037"/>
                  </a:lnTo>
                  <a:close/>
                </a:path>
                <a:path w="7391400" h="4057650">
                  <a:moveTo>
                    <a:pt x="6248400" y="1787258"/>
                  </a:moveTo>
                  <a:lnTo>
                    <a:pt x="6247943" y="1786140"/>
                  </a:lnTo>
                  <a:lnTo>
                    <a:pt x="6246076" y="1784273"/>
                  </a:lnTo>
                  <a:lnTo>
                    <a:pt x="6244958" y="1783816"/>
                  </a:lnTo>
                  <a:lnTo>
                    <a:pt x="6242329" y="1783816"/>
                  </a:lnTo>
                  <a:lnTo>
                    <a:pt x="6241199" y="1784273"/>
                  </a:lnTo>
                  <a:lnTo>
                    <a:pt x="6239345" y="1786140"/>
                  </a:lnTo>
                  <a:lnTo>
                    <a:pt x="6238875" y="1787258"/>
                  </a:lnTo>
                  <a:lnTo>
                    <a:pt x="6238875" y="1789887"/>
                  </a:lnTo>
                  <a:lnTo>
                    <a:pt x="6239345" y="1791017"/>
                  </a:lnTo>
                  <a:lnTo>
                    <a:pt x="6241199" y="1792871"/>
                  </a:lnTo>
                  <a:lnTo>
                    <a:pt x="6242329" y="1793341"/>
                  </a:lnTo>
                  <a:lnTo>
                    <a:pt x="6244958" y="1793341"/>
                  </a:lnTo>
                  <a:lnTo>
                    <a:pt x="6246076" y="1792871"/>
                  </a:lnTo>
                  <a:lnTo>
                    <a:pt x="6247943" y="1791017"/>
                  </a:lnTo>
                  <a:lnTo>
                    <a:pt x="6248400" y="1789887"/>
                  </a:lnTo>
                  <a:lnTo>
                    <a:pt x="6248400" y="1787258"/>
                  </a:lnTo>
                  <a:close/>
                </a:path>
                <a:path w="7391400" h="4057650">
                  <a:moveTo>
                    <a:pt x="6248400" y="657491"/>
                  </a:moveTo>
                  <a:lnTo>
                    <a:pt x="6247943" y="656374"/>
                  </a:lnTo>
                  <a:lnTo>
                    <a:pt x="6246076" y="654507"/>
                  </a:lnTo>
                  <a:lnTo>
                    <a:pt x="6244958" y="654037"/>
                  </a:lnTo>
                  <a:lnTo>
                    <a:pt x="6242329" y="654037"/>
                  </a:lnTo>
                  <a:lnTo>
                    <a:pt x="6241199" y="654507"/>
                  </a:lnTo>
                  <a:lnTo>
                    <a:pt x="6239345" y="656374"/>
                  </a:lnTo>
                  <a:lnTo>
                    <a:pt x="6238875" y="657491"/>
                  </a:lnTo>
                  <a:lnTo>
                    <a:pt x="6238875" y="660120"/>
                  </a:lnTo>
                  <a:lnTo>
                    <a:pt x="6239345" y="661238"/>
                  </a:lnTo>
                  <a:lnTo>
                    <a:pt x="6241199" y="663105"/>
                  </a:lnTo>
                  <a:lnTo>
                    <a:pt x="6242329" y="663562"/>
                  </a:lnTo>
                  <a:lnTo>
                    <a:pt x="6244958" y="663562"/>
                  </a:lnTo>
                  <a:lnTo>
                    <a:pt x="6246076" y="663105"/>
                  </a:lnTo>
                  <a:lnTo>
                    <a:pt x="6247943" y="661238"/>
                  </a:lnTo>
                  <a:lnTo>
                    <a:pt x="6248400" y="660120"/>
                  </a:lnTo>
                  <a:lnTo>
                    <a:pt x="6248400" y="657491"/>
                  </a:lnTo>
                  <a:close/>
                </a:path>
                <a:path w="7391400" h="4057650">
                  <a:moveTo>
                    <a:pt x="6296025" y="4046804"/>
                  </a:moveTo>
                  <a:lnTo>
                    <a:pt x="6295568" y="4045686"/>
                  </a:lnTo>
                  <a:lnTo>
                    <a:pt x="6293701" y="4043819"/>
                  </a:lnTo>
                  <a:lnTo>
                    <a:pt x="6292583" y="4043349"/>
                  </a:lnTo>
                  <a:lnTo>
                    <a:pt x="6289954" y="4043349"/>
                  </a:lnTo>
                  <a:lnTo>
                    <a:pt x="6288824" y="4043819"/>
                  </a:lnTo>
                  <a:lnTo>
                    <a:pt x="6286970" y="4045686"/>
                  </a:lnTo>
                  <a:lnTo>
                    <a:pt x="6286500" y="4046804"/>
                  </a:lnTo>
                  <a:lnTo>
                    <a:pt x="6286500" y="4049433"/>
                  </a:lnTo>
                  <a:lnTo>
                    <a:pt x="6286970" y="4050550"/>
                  </a:lnTo>
                  <a:lnTo>
                    <a:pt x="6288824" y="4052417"/>
                  </a:lnTo>
                  <a:lnTo>
                    <a:pt x="6289954" y="4052874"/>
                  </a:lnTo>
                  <a:lnTo>
                    <a:pt x="6292583" y="4052874"/>
                  </a:lnTo>
                  <a:lnTo>
                    <a:pt x="6293701" y="4052417"/>
                  </a:lnTo>
                  <a:lnTo>
                    <a:pt x="6295568" y="4050550"/>
                  </a:lnTo>
                  <a:lnTo>
                    <a:pt x="6296025" y="4049433"/>
                  </a:lnTo>
                  <a:lnTo>
                    <a:pt x="6296025" y="4046804"/>
                  </a:lnTo>
                  <a:close/>
                </a:path>
                <a:path w="7391400" h="4057650">
                  <a:moveTo>
                    <a:pt x="6296025" y="2917037"/>
                  </a:moveTo>
                  <a:lnTo>
                    <a:pt x="6295568" y="2915907"/>
                  </a:lnTo>
                  <a:lnTo>
                    <a:pt x="6293701" y="2914053"/>
                  </a:lnTo>
                  <a:lnTo>
                    <a:pt x="6292583" y="2913583"/>
                  </a:lnTo>
                  <a:lnTo>
                    <a:pt x="6289954" y="2913583"/>
                  </a:lnTo>
                  <a:lnTo>
                    <a:pt x="6288824" y="2914053"/>
                  </a:lnTo>
                  <a:lnTo>
                    <a:pt x="6286970" y="2915907"/>
                  </a:lnTo>
                  <a:lnTo>
                    <a:pt x="6286500" y="2917037"/>
                  </a:lnTo>
                  <a:lnTo>
                    <a:pt x="6286500" y="2919666"/>
                  </a:lnTo>
                  <a:lnTo>
                    <a:pt x="6286970" y="2920784"/>
                  </a:lnTo>
                  <a:lnTo>
                    <a:pt x="6288824" y="2922651"/>
                  </a:lnTo>
                  <a:lnTo>
                    <a:pt x="6289954" y="2923108"/>
                  </a:lnTo>
                  <a:lnTo>
                    <a:pt x="6292583" y="2923108"/>
                  </a:lnTo>
                  <a:lnTo>
                    <a:pt x="6293701" y="2922651"/>
                  </a:lnTo>
                  <a:lnTo>
                    <a:pt x="6295568" y="2920784"/>
                  </a:lnTo>
                  <a:lnTo>
                    <a:pt x="6296025" y="2919666"/>
                  </a:lnTo>
                  <a:lnTo>
                    <a:pt x="6296025" y="2917037"/>
                  </a:lnTo>
                  <a:close/>
                </a:path>
                <a:path w="7391400" h="4057650">
                  <a:moveTo>
                    <a:pt x="6296025" y="1787258"/>
                  </a:moveTo>
                  <a:lnTo>
                    <a:pt x="6295568" y="1786140"/>
                  </a:lnTo>
                  <a:lnTo>
                    <a:pt x="6293701" y="1784273"/>
                  </a:lnTo>
                  <a:lnTo>
                    <a:pt x="6292583" y="1783816"/>
                  </a:lnTo>
                  <a:lnTo>
                    <a:pt x="6289954" y="1783816"/>
                  </a:lnTo>
                  <a:lnTo>
                    <a:pt x="6288824" y="1784273"/>
                  </a:lnTo>
                  <a:lnTo>
                    <a:pt x="6286970" y="1786140"/>
                  </a:lnTo>
                  <a:lnTo>
                    <a:pt x="6286500" y="1787258"/>
                  </a:lnTo>
                  <a:lnTo>
                    <a:pt x="6286500" y="1789887"/>
                  </a:lnTo>
                  <a:lnTo>
                    <a:pt x="6286970" y="1791017"/>
                  </a:lnTo>
                  <a:lnTo>
                    <a:pt x="6288824" y="1792871"/>
                  </a:lnTo>
                  <a:lnTo>
                    <a:pt x="6289954" y="1793341"/>
                  </a:lnTo>
                  <a:lnTo>
                    <a:pt x="6292583" y="1793341"/>
                  </a:lnTo>
                  <a:lnTo>
                    <a:pt x="6293701" y="1792871"/>
                  </a:lnTo>
                  <a:lnTo>
                    <a:pt x="6295568" y="1791017"/>
                  </a:lnTo>
                  <a:lnTo>
                    <a:pt x="6296025" y="1789887"/>
                  </a:lnTo>
                  <a:lnTo>
                    <a:pt x="6296025" y="1787258"/>
                  </a:lnTo>
                  <a:close/>
                </a:path>
                <a:path w="7391400" h="4057650">
                  <a:moveTo>
                    <a:pt x="6296025" y="657491"/>
                  </a:moveTo>
                  <a:lnTo>
                    <a:pt x="6295568" y="656374"/>
                  </a:lnTo>
                  <a:lnTo>
                    <a:pt x="6293701" y="654507"/>
                  </a:lnTo>
                  <a:lnTo>
                    <a:pt x="6292583" y="654037"/>
                  </a:lnTo>
                  <a:lnTo>
                    <a:pt x="6289954" y="654037"/>
                  </a:lnTo>
                  <a:lnTo>
                    <a:pt x="6288824" y="654507"/>
                  </a:lnTo>
                  <a:lnTo>
                    <a:pt x="6286970" y="656374"/>
                  </a:lnTo>
                  <a:lnTo>
                    <a:pt x="6286500" y="657491"/>
                  </a:lnTo>
                  <a:lnTo>
                    <a:pt x="6286500" y="660120"/>
                  </a:lnTo>
                  <a:lnTo>
                    <a:pt x="6286970" y="661238"/>
                  </a:lnTo>
                  <a:lnTo>
                    <a:pt x="6288824" y="663105"/>
                  </a:lnTo>
                  <a:lnTo>
                    <a:pt x="6289954" y="663562"/>
                  </a:lnTo>
                  <a:lnTo>
                    <a:pt x="6292583" y="663562"/>
                  </a:lnTo>
                  <a:lnTo>
                    <a:pt x="6293701" y="663105"/>
                  </a:lnTo>
                  <a:lnTo>
                    <a:pt x="6295568" y="661238"/>
                  </a:lnTo>
                  <a:lnTo>
                    <a:pt x="6296025" y="660120"/>
                  </a:lnTo>
                  <a:lnTo>
                    <a:pt x="6296025" y="657491"/>
                  </a:lnTo>
                  <a:close/>
                </a:path>
                <a:path w="7391400" h="4057650">
                  <a:moveTo>
                    <a:pt x="6343650" y="4046804"/>
                  </a:moveTo>
                  <a:lnTo>
                    <a:pt x="6343193" y="4045686"/>
                  </a:lnTo>
                  <a:lnTo>
                    <a:pt x="6341326" y="4043819"/>
                  </a:lnTo>
                  <a:lnTo>
                    <a:pt x="6340208" y="4043349"/>
                  </a:lnTo>
                  <a:lnTo>
                    <a:pt x="6337579" y="4043349"/>
                  </a:lnTo>
                  <a:lnTo>
                    <a:pt x="6336449" y="4043819"/>
                  </a:lnTo>
                  <a:lnTo>
                    <a:pt x="6334595" y="4045686"/>
                  </a:lnTo>
                  <a:lnTo>
                    <a:pt x="6334125" y="4046804"/>
                  </a:lnTo>
                  <a:lnTo>
                    <a:pt x="6334125" y="4049433"/>
                  </a:lnTo>
                  <a:lnTo>
                    <a:pt x="6334595" y="4050550"/>
                  </a:lnTo>
                  <a:lnTo>
                    <a:pt x="6336449" y="4052417"/>
                  </a:lnTo>
                  <a:lnTo>
                    <a:pt x="6337579" y="4052874"/>
                  </a:lnTo>
                  <a:lnTo>
                    <a:pt x="6340208" y="4052874"/>
                  </a:lnTo>
                  <a:lnTo>
                    <a:pt x="6341326" y="4052417"/>
                  </a:lnTo>
                  <a:lnTo>
                    <a:pt x="6343193" y="4050550"/>
                  </a:lnTo>
                  <a:lnTo>
                    <a:pt x="6343650" y="4049433"/>
                  </a:lnTo>
                  <a:lnTo>
                    <a:pt x="6343650" y="4046804"/>
                  </a:lnTo>
                  <a:close/>
                </a:path>
                <a:path w="7391400" h="4057650">
                  <a:moveTo>
                    <a:pt x="6343650" y="2917037"/>
                  </a:moveTo>
                  <a:lnTo>
                    <a:pt x="6343193" y="2915907"/>
                  </a:lnTo>
                  <a:lnTo>
                    <a:pt x="6341326" y="2914053"/>
                  </a:lnTo>
                  <a:lnTo>
                    <a:pt x="6340208" y="2913583"/>
                  </a:lnTo>
                  <a:lnTo>
                    <a:pt x="6337579" y="2913583"/>
                  </a:lnTo>
                  <a:lnTo>
                    <a:pt x="6336449" y="2914053"/>
                  </a:lnTo>
                  <a:lnTo>
                    <a:pt x="6334595" y="2915907"/>
                  </a:lnTo>
                  <a:lnTo>
                    <a:pt x="6334125" y="2917037"/>
                  </a:lnTo>
                  <a:lnTo>
                    <a:pt x="6334125" y="2919666"/>
                  </a:lnTo>
                  <a:lnTo>
                    <a:pt x="6334595" y="2920784"/>
                  </a:lnTo>
                  <a:lnTo>
                    <a:pt x="6336449" y="2922651"/>
                  </a:lnTo>
                  <a:lnTo>
                    <a:pt x="6337579" y="2923108"/>
                  </a:lnTo>
                  <a:lnTo>
                    <a:pt x="6340208" y="2923108"/>
                  </a:lnTo>
                  <a:lnTo>
                    <a:pt x="6341326" y="2922651"/>
                  </a:lnTo>
                  <a:lnTo>
                    <a:pt x="6343193" y="2920784"/>
                  </a:lnTo>
                  <a:lnTo>
                    <a:pt x="6343650" y="2919666"/>
                  </a:lnTo>
                  <a:lnTo>
                    <a:pt x="6343650" y="2917037"/>
                  </a:lnTo>
                  <a:close/>
                </a:path>
                <a:path w="7391400" h="4057650">
                  <a:moveTo>
                    <a:pt x="6343650" y="1787258"/>
                  </a:moveTo>
                  <a:lnTo>
                    <a:pt x="6343193" y="1786140"/>
                  </a:lnTo>
                  <a:lnTo>
                    <a:pt x="6341326" y="1784273"/>
                  </a:lnTo>
                  <a:lnTo>
                    <a:pt x="6340208" y="1783816"/>
                  </a:lnTo>
                  <a:lnTo>
                    <a:pt x="6337579" y="1783816"/>
                  </a:lnTo>
                  <a:lnTo>
                    <a:pt x="6336449" y="1784273"/>
                  </a:lnTo>
                  <a:lnTo>
                    <a:pt x="6334595" y="1786140"/>
                  </a:lnTo>
                  <a:lnTo>
                    <a:pt x="6334125" y="1787258"/>
                  </a:lnTo>
                  <a:lnTo>
                    <a:pt x="6334125" y="1789887"/>
                  </a:lnTo>
                  <a:lnTo>
                    <a:pt x="6334595" y="1791017"/>
                  </a:lnTo>
                  <a:lnTo>
                    <a:pt x="6336449" y="1792871"/>
                  </a:lnTo>
                  <a:lnTo>
                    <a:pt x="6337579" y="1793341"/>
                  </a:lnTo>
                  <a:lnTo>
                    <a:pt x="6340208" y="1793341"/>
                  </a:lnTo>
                  <a:lnTo>
                    <a:pt x="6341326" y="1792871"/>
                  </a:lnTo>
                  <a:lnTo>
                    <a:pt x="6343193" y="1791017"/>
                  </a:lnTo>
                  <a:lnTo>
                    <a:pt x="6343650" y="1789887"/>
                  </a:lnTo>
                  <a:lnTo>
                    <a:pt x="6343650" y="1787258"/>
                  </a:lnTo>
                  <a:close/>
                </a:path>
                <a:path w="7391400" h="4057650">
                  <a:moveTo>
                    <a:pt x="6343650" y="657491"/>
                  </a:moveTo>
                  <a:lnTo>
                    <a:pt x="6343193" y="656374"/>
                  </a:lnTo>
                  <a:lnTo>
                    <a:pt x="6341326" y="654507"/>
                  </a:lnTo>
                  <a:lnTo>
                    <a:pt x="6340208" y="654037"/>
                  </a:lnTo>
                  <a:lnTo>
                    <a:pt x="6337579" y="654037"/>
                  </a:lnTo>
                  <a:lnTo>
                    <a:pt x="6336449" y="654507"/>
                  </a:lnTo>
                  <a:lnTo>
                    <a:pt x="6334595" y="656374"/>
                  </a:lnTo>
                  <a:lnTo>
                    <a:pt x="6334125" y="657491"/>
                  </a:lnTo>
                  <a:lnTo>
                    <a:pt x="6334125" y="660120"/>
                  </a:lnTo>
                  <a:lnTo>
                    <a:pt x="6334595" y="661238"/>
                  </a:lnTo>
                  <a:lnTo>
                    <a:pt x="6336449" y="663105"/>
                  </a:lnTo>
                  <a:lnTo>
                    <a:pt x="6337579" y="663562"/>
                  </a:lnTo>
                  <a:lnTo>
                    <a:pt x="6340208" y="663562"/>
                  </a:lnTo>
                  <a:lnTo>
                    <a:pt x="6341326" y="663105"/>
                  </a:lnTo>
                  <a:lnTo>
                    <a:pt x="6343193" y="661238"/>
                  </a:lnTo>
                  <a:lnTo>
                    <a:pt x="6343650" y="660120"/>
                  </a:lnTo>
                  <a:lnTo>
                    <a:pt x="6343650" y="657491"/>
                  </a:lnTo>
                  <a:close/>
                </a:path>
                <a:path w="7391400" h="4057650">
                  <a:moveTo>
                    <a:pt x="6391275" y="4046804"/>
                  </a:moveTo>
                  <a:lnTo>
                    <a:pt x="6390818" y="4045686"/>
                  </a:lnTo>
                  <a:lnTo>
                    <a:pt x="6388951" y="4043819"/>
                  </a:lnTo>
                  <a:lnTo>
                    <a:pt x="6387833" y="4043349"/>
                  </a:lnTo>
                  <a:lnTo>
                    <a:pt x="6385204" y="4043349"/>
                  </a:lnTo>
                  <a:lnTo>
                    <a:pt x="6384074" y="4043819"/>
                  </a:lnTo>
                  <a:lnTo>
                    <a:pt x="6382220" y="4045686"/>
                  </a:lnTo>
                  <a:lnTo>
                    <a:pt x="6381750" y="4046804"/>
                  </a:lnTo>
                  <a:lnTo>
                    <a:pt x="6381750" y="4049433"/>
                  </a:lnTo>
                  <a:lnTo>
                    <a:pt x="6382220" y="4050550"/>
                  </a:lnTo>
                  <a:lnTo>
                    <a:pt x="6384074" y="4052417"/>
                  </a:lnTo>
                  <a:lnTo>
                    <a:pt x="6385204" y="4052874"/>
                  </a:lnTo>
                  <a:lnTo>
                    <a:pt x="6387833" y="4052874"/>
                  </a:lnTo>
                  <a:lnTo>
                    <a:pt x="6388951" y="4052417"/>
                  </a:lnTo>
                  <a:lnTo>
                    <a:pt x="6390818" y="4050550"/>
                  </a:lnTo>
                  <a:lnTo>
                    <a:pt x="6391275" y="4049433"/>
                  </a:lnTo>
                  <a:lnTo>
                    <a:pt x="6391275" y="4046804"/>
                  </a:lnTo>
                  <a:close/>
                </a:path>
                <a:path w="7391400" h="4057650">
                  <a:moveTo>
                    <a:pt x="6391275" y="2917037"/>
                  </a:moveTo>
                  <a:lnTo>
                    <a:pt x="6390818" y="2915907"/>
                  </a:lnTo>
                  <a:lnTo>
                    <a:pt x="6388951" y="2914053"/>
                  </a:lnTo>
                  <a:lnTo>
                    <a:pt x="6387833" y="2913583"/>
                  </a:lnTo>
                  <a:lnTo>
                    <a:pt x="6385204" y="2913583"/>
                  </a:lnTo>
                  <a:lnTo>
                    <a:pt x="6384074" y="2914053"/>
                  </a:lnTo>
                  <a:lnTo>
                    <a:pt x="6382220" y="2915907"/>
                  </a:lnTo>
                  <a:lnTo>
                    <a:pt x="6381750" y="2917037"/>
                  </a:lnTo>
                  <a:lnTo>
                    <a:pt x="6381750" y="2919666"/>
                  </a:lnTo>
                  <a:lnTo>
                    <a:pt x="6382220" y="2920784"/>
                  </a:lnTo>
                  <a:lnTo>
                    <a:pt x="6384074" y="2922651"/>
                  </a:lnTo>
                  <a:lnTo>
                    <a:pt x="6385204" y="2923108"/>
                  </a:lnTo>
                  <a:lnTo>
                    <a:pt x="6387833" y="2923108"/>
                  </a:lnTo>
                  <a:lnTo>
                    <a:pt x="6388951" y="2922651"/>
                  </a:lnTo>
                  <a:lnTo>
                    <a:pt x="6390818" y="2920784"/>
                  </a:lnTo>
                  <a:lnTo>
                    <a:pt x="6391275" y="2919666"/>
                  </a:lnTo>
                  <a:lnTo>
                    <a:pt x="6391275" y="2917037"/>
                  </a:lnTo>
                  <a:close/>
                </a:path>
                <a:path w="7391400" h="4057650">
                  <a:moveTo>
                    <a:pt x="6391275" y="1787258"/>
                  </a:moveTo>
                  <a:lnTo>
                    <a:pt x="6390818" y="1786140"/>
                  </a:lnTo>
                  <a:lnTo>
                    <a:pt x="6388951" y="1784273"/>
                  </a:lnTo>
                  <a:lnTo>
                    <a:pt x="6387833" y="1783816"/>
                  </a:lnTo>
                  <a:lnTo>
                    <a:pt x="6385204" y="1783816"/>
                  </a:lnTo>
                  <a:lnTo>
                    <a:pt x="6384074" y="1784273"/>
                  </a:lnTo>
                  <a:lnTo>
                    <a:pt x="6382220" y="1786140"/>
                  </a:lnTo>
                  <a:lnTo>
                    <a:pt x="6381750" y="1787258"/>
                  </a:lnTo>
                  <a:lnTo>
                    <a:pt x="6381750" y="1789887"/>
                  </a:lnTo>
                  <a:lnTo>
                    <a:pt x="6382220" y="1791017"/>
                  </a:lnTo>
                  <a:lnTo>
                    <a:pt x="6384074" y="1792871"/>
                  </a:lnTo>
                  <a:lnTo>
                    <a:pt x="6385204" y="1793341"/>
                  </a:lnTo>
                  <a:lnTo>
                    <a:pt x="6387833" y="1793341"/>
                  </a:lnTo>
                  <a:lnTo>
                    <a:pt x="6388951" y="1792871"/>
                  </a:lnTo>
                  <a:lnTo>
                    <a:pt x="6390818" y="1791017"/>
                  </a:lnTo>
                  <a:lnTo>
                    <a:pt x="6391275" y="1789887"/>
                  </a:lnTo>
                  <a:lnTo>
                    <a:pt x="6391275" y="1787258"/>
                  </a:lnTo>
                  <a:close/>
                </a:path>
                <a:path w="7391400" h="4057650">
                  <a:moveTo>
                    <a:pt x="6391275" y="657491"/>
                  </a:moveTo>
                  <a:lnTo>
                    <a:pt x="6390818" y="656374"/>
                  </a:lnTo>
                  <a:lnTo>
                    <a:pt x="6388951" y="654507"/>
                  </a:lnTo>
                  <a:lnTo>
                    <a:pt x="6387833" y="654037"/>
                  </a:lnTo>
                  <a:lnTo>
                    <a:pt x="6385204" y="654037"/>
                  </a:lnTo>
                  <a:lnTo>
                    <a:pt x="6384074" y="654507"/>
                  </a:lnTo>
                  <a:lnTo>
                    <a:pt x="6382220" y="656374"/>
                  </a:lnTo>
                  <a:lnTo>
                    <a:pt x="6381750" y="657491"/>
                  </a:lnTo>
                  <a:lnTo>
                    <a:pt x="6381750" y="660120"/>
                  </a:lnTo>
                  <a:lnTo>
                    <a:pt x="6382220" y="661238"/>
                  </a:lnTo>
                  <a:lnTo>
                    <a:pt x="6384074" y="663105"/>
                  </a:lnTo>
                  <a:lnTo>
                    <a:pt x="6385204" y="663562"/>
                  </a:lnTo>
                  <a:lnTo>
                    <a:pt x="6387833" y="663562"/>
                  </a:lnTo>
                  <a:lnTo>
                    <a:pt x="6388951" y="663105"/>
                  </a:lnTo>
                  <a:lnTo>
                    <a:pt x="6390818" y="661238"/>
                  </a:lnTo>
                  <a:lnTo>
                    <a:pt x="6391275" y="660120"/>
                  </a:lnTo>
                  <a:lnTo>
                    <a:pt x="6391275" y="657491"/>
                  </a:lnTo>
                  <a:close/>
                </a:path>
                <a:path w="7391400" h="4057650">
                  <a:moveTo>
                    <a:pt x="6438900" y="4046804"/>
                  </a:moveTo>
                  <a:lnTo>
                    <a:pt x="6438443" y="4045686"/>
                  </a:lnTo>
                  <a:lnTo>
                    <a:pt x="6436576" y="4043819"/>
                  </a:lnTo>
                  <a:lnTo>
                    <a:pt x="6435458" y="4043349"/>
                  </a:lnTo>
                  <a:lnTo>
                    <a:pt x="6432829" y="4043349"/>
                  </a:lnTo>
                  <a:lnTo>
                    <a:pt x="6431699" y="4043819"/>
                  </a:lnTo>
                  <a:lnTo>
                    <a:pt x="6429845" y="4045686"/>
                  </a:lnTo>
                  <a:lnTo>
                    <a:pt x="6429375" y="4046804"/>
                  </a:lnTo>
                  <a:lnTo>
                    <a:pt x="6429375" y="4049433"/>
                  </a:lnTo>
                  <a:lnTo>
                    <a:pt x="6429845" y="4050550"/>
                  </a:lnTo>
                  <a:lnTo>
                    <a:pt x="6431699" y="4052417"/>
                  </a:lnTo>
                  <a:lnTo>
                    <a:pt x="6432829" y="4052874"/>
                  </a:lnTo>
                  <a:lnTo>
                    <a:pt x="6435458" y="4052874"/>
                  </a:lnTo>
                  <a:lnTo>
                    <a:pt x="6436576" y="4052417"/>
                  </a:lnTo>
                  <a:lnTo>
                    <a:pt x="6438443" y="4050550"/>
                  </a:lnTo>
                  <a:lnTo>
                    <a:pt x="6438900" y="4049433"/>
                  </a:lnTo>
                  <a:lnTo>
                    <a:pt x="6438900" y="4046804"/>
                  </a:lnTo>
                  <a:close/>
                </a:path>
                <a:path w="7391400" h="4057650">
                  <a:moveTo>
                    <a:pt x="6438900" y="2917037"/>
                  </a:moveTo>
                  <a:lnTo>
                    <a:pt x="6438443" y="2915907"/>
                  </a:lnTo>
                  <a:lnTo>
                    <a:pt x="6436576" y="2914053"/>
                  </a:lnTo>
                  <a:lnTo>
                    <a:pt x="6435458" y="2913583"/>
                  </a:lnTo>
                  <a:lnTo>
                    <a:pt x="6432829" y="2913583"/>
                  </a:lnTo>
                  <a:lnTo>
                    <a:pt x="6431699" y="2914053"/>
                  </a:lnTo>
                  <a:lnTo>
                    <a:pt x="6429845" y="2915907"/>
                  </a:lnTo>
                  <a:lnTo>
                    <a:pt x="6429375" y="2917037"/>
                  </a:lnTo>
                  <a:lnTo>
                    <a:pt x="6429375" y="2919666"/>
                  </a:lnTo>
                  <a:lnTo>
                    <a:pt x="6429845" y="2920784"/>
                  </a:lnTo>
                  <a:lnTo>
                    <a:pt x="6431699" y="2922651"/>
                  </a:lnTo>
                  <a:lnTo>
                    <a:pt x="6432829" y="2923108"/>
                  </a:lnTo>
                  <a:lnTo>
                    <a:pt x="6435458" y="2923108"/>
                  </a:lnTo>
                  <a:lnTo>
                    <a:pt x="6436576" y="2922651"/>
                  </a:lnTo>
                  <a:lnTo>
                    <a:pt x="6438443" y="2920784"/>
                  </a:lnTo>
                  <a:lnTo>
                    <a:pt x="6438900" y="2919666"/>
                  </a:lnTo>
                  <a:lnTo>
                    <a:pt x="6438900" y="2917037"/>
                  </a:lnTo>
                  <a:close/>
                </a:path>
                <a:path w="7391400" h="4057650">
                  <a:moveTo>
                    <a:pt x="6438900" y="1787258"/>
                  </a:moveTo>
                  <a:lnTo>
                    <a:pt x="6438443" y="1786140"/>
                  </a:lnTo>
                  <a:lnTo>
                    <a:pt x="6436576" y="1784273"/>
                  </a:lnTo>
                  <a:lnTo>
                    <a:pt x="6435458" y="1783816"/>
                  </a:lnTo>
                  <a:lnTo>
                    <a:pt x="6432829" y="1783816"/>
                  </a:lnTo>
                  <a:lnTo>
                    <a:pt x="6431699" y="1784273"/>
                  </a:lnTo>
                  <a:lnTo>
                    <a:pt x="6429845" y="1786140"/>
                  </a:lnTo>
                  <a:lnTo>
                    <a:pt x="6429375" y="1787258"/>
                  </a:lnTo>
                  <a:lnTo>
                    <a:pt x="6429375" y="1789887"/>
                  </a:lnTo>
                  <a:lnTo>
                    <a:pt x="6429845" y="1791017"/>
                  </a:lnTo>
                  <a:lnTo>
                    <a:pt x="6431699" y="1792871"/>
                  </a:lnTo>
                  <a:lnTo>
                    <a:pt x="6432829" y="1793341"/>
                  </a:lnTo>
                  <a:lnTo>
                    <a:pt x="6435458" y="1793341"/>
                  </a:lnTo>
                  <a:lnTo>
                    <a:pt x="6436576" y="1792871"/>
                  </a:lnTo>
                  <a:lnTo>
                    <a:pt x="6438443" y="1791017"/>
                  </a:lnTo>
                  <a:lnTo>
                    <a:pt x="6438900" y="1789887"/>
                  </a:lnTo>
                  <a:lnTo>
                    <a:pt x="6438900" y="1787258"/>
                  </a:lnTo>
                  <a:close/>
                </a:path>
                <a:path w="7391400" h="4057650">
                  <a:moveTo>
                    <a:pt x="6438900" y="657491"/>
                  </a:moveTo>
                  <a:lnTo>
                    <a:pt x="6438443" y="656374"/>
                  </a:lnTo>
                  <a:lnTo>
                    <a:pt x="6436576" y="654507"/>
                  </a:lnTo>
                  <a:lnTo>
                    <a:pt x="6435458" y="654037"/>
                  </a:lnTo>
                  <a:lnTo>
                    <a:pt x="6432829" y="654037"/>
                  </a:lnTo>
                  <a:lnTo>
                    <a:pt x="6431699" y="654507"/>
                  </a:lnTo>
                  <a:lnTo>
                    <a:pt x="6429845" y="656374"/>
                  </a:lnTo>
                  <a:lnTo>
                    <a:pt x="6429375" y="657491"/>
                  </a:lnTo>
                  <a:lnTo>
                    <a:pt x="6429375" y="660120"/>
                  </a:lnTo>
                  <a:lnTo>
                    <a:pt x="6429845" y="661238"/>
                  </a:lnTo>
                  <a:lnTo>
                    <a:pt x="6431699" y="663105"/>
                  </a:lnTo>
                  <a:lnTo>
                    <a:pt x="6432829" y="663562"/>
                  </a:lnTo>
                  <a:lnTo>
                    <a:pt x="6435458" y="663562"/>
                  </a:lnTo>
                  <a:lnTo>
                    <a:pt x="6436576" y="663105"/>
                  </a:lnTo>
                  <a:lnTo>
                    <a:pt x="6438443" y="661238"/>
                  </a:lnTo>
                  <a:lnTo>
                    <a:pt x="6438900" y="660120"/>
                  </a:lnTo>
                  <a:lnTo>
                    <a:pt x="6438900" y="657491"/>
                  </a:lnTo>
                  <a:close/>
                </a:path>
                <a:path w="7391400" h="4057650">
                  <a:moveTo>
                    <a:pt x="6486525" y="4046804"/>
                  </a:moveTo>
                  <a:lnTo>
                    <a:pt x="6486068" y="4045686"/>
                  </a:lnTo>
                  <a:lnTo>
                    <a:pt x="6484201" y="4043819"/>
                  </a:lnTo>
                  <a:lnTo>
                    <a:pt x="6483083" y="4043349"/>
                  </a:lnTo>
                  <a:lnTo>
                    <a:pt x="6480454" y="4043349"/>
                  </a:lnTo>
                  <a:lnTo>
                    <a:pt x="6479324" y="4043819"/>
                  </a:lnTo>
                  <a:lnTo>
                    <a:pt x="6477470" y="4045686"/>
                  </a:lnTo>
                  <a:lnTo>
                    <a:pt x="6477000" y="4046804"/>
                  </a:lnTo>
                  <a:lnTo>
                    <a:pt x="6477000" y="4049433"/>
                  </a:lnTo>
                  <a:lnTo>
                    <a:pt x="6477470" y="4050550"/>
                  </a:lnTo>
                  <a:lnTo>
                    <a:pt x="6479324" y="4052417"/>
                  </a:lnTo>
                  <a:lnTo>
                    <a:pt x="6480454" y="4052874"/>
                  </a:lnTo>
                  <a:lnTo>
                    <a:pt x="6483083" y="4052874"/>
                  </a:lnTo>
                  <a:lnTo>
                    <a:pt x="6484201" y="4052417"/>
                  </a:lnTo>
                  <a:lnTo>
                    <a:pt x="6486068" y="4050550"/>
                  </a:lnTo>
                  <a:lnTo>
                    <a:pt x="6486525" y="4049433"/>
                  </a:lnTo>
                  <a:lnTo>
                    <a:pt x="6486525" y="4046804"/>
                  </a:lnTo>
                  <a:close/>
                </a:path>
                <a:path w="7391400" h="4057650">
                  <a:moveTo>
                    <a:pt x="6486525" y="2917037"/>
                  </a:moveTo>
                  <a:lnTo>
                    <a:pt x="6486068" y="2915907"/>
                  </a:lnTo>
                  <a:lnTo>
                    <a:pt x="6484201" y="2914053"/>
                  </a:lnTo>
                  <a:lnTo>
                    <a:pt x="6483083" y="2913583"/>
                  </a:lnTo>
                  <a:lnTo>
                    <a:pt x="6480454" y="2913583"/>
                  </a:lnTo>
                  <a:lnTo>
                    <a:pt x="6479324" y="2914053"/>
                  </a:lnTo>
                  <a:lnTo>
                    <a:pt x="6477470" y="2915907"/>
                  </a:lnTo>
                  <a:lnTo>
                    <a:pt x="6477000" y="2917037"/>
                  </a:lnTo>
                  <a:lnTo>
                    <a:pt x="6477000" y="2919666"/>
                  </a:lnTo>
                  <a:lnTo>
                    <a:pt x="6477470" y="2920784"/>
                  </a:lnTo>
                  <a:lnTo>
                    <a:pt x="6479324" y="2922651"/>
                  </a:lnTo>
                  <a:lnTo>
                    <a:pt x="6480454" y="2923108"/>
                  </a:lnTo>
                  <a:lnTo>
                    <a:pt x="6483083" y="2923108"/>
                  </a:lnTo>
                  <a:lnTo>
                    <a:pt x="6484201" y="2922651"/>
                  </a:lnTo>
                  <a:lnTo>
                    <a:pt x="6486068" y="2920784"/>
                  </a:lnTo>
                  <a:lnTo>
                    <a:pt x="6486525" y="2919666"/>
                  </a:lnTo>
                  <a:lnTo>
                    <a:pt x="6486525" y="2917037"/>
                  </a:lnTo>
                  <a:close/>
                </a:path>
                <a:path w="7391400" h="4057650">
                  <a:moveTo>
                    <a:pt x="6486525" y="1787258"/>
                  </a:moveTo>
                  <a:lnTo>
                    <a:pt x="6486068" y="1786140"/>
                  </a:lnTo>
                  <a:lnTo>
                    <a:pt x="6484201" y="1784273"/>
                  </a:lnTo>
                  <a:lnTo>
                    <a:pt x="6483083" y="1783816"/>
                  </a:lnTo>
                  <a:lnTo>
                    <a:pt x="6480454" y="1783816"/>
                  </a:lnTo>
                  <a:lnTo>
                    <a:pt x="6479324" y="1784273"/>
                  </a:lnTo>
                  <a:lnTo>
                    <a:pt x="6477470" y="1786140"/>
                  </a:lnTo>
                  <a:lnTo>
                    <a:pt x="6477000" y="1787258"/>
                  </a:lnTo>
                  <a:lnTo>
                    <a:pt x="6477000" y="1789887"/>
                  </a:lnTo>
                  <a:lnTo>
                    <a:pt x="6477470" y="1791017"/>
                  </a:lnTo>
                  <a:lnTo>
                    <a:pt x="6479324" y="1792871"/>
                  </a:lnTo>
                  <a:lnTo>
                    <a:pt x="6480454" y="1793341"/>
                  </a:lnTo>
                  <a:lnTo>
                    <a:pt x="6483083" y="1793341"/>
                  </a:lnTo>
                  <a:lnTo>
                    <a:pt x="6484201" y="1792871"/>
                  </a:lnTo>
                  <a:lnTo>
                    <a:pt x="6486068" y="1791017"/>
                  </a:lnTo>
                  <a:lnTo>
                    <a:pt x="6486525" y="1789887"/>
                  </a:lnTo>
                  <a:lnTo>
                    <a:pt x="6486525" y="1787258"/>
                  </a:lnTo>
                  <a:close/>
                </a:path>
                <a:path w="7391400" h="4057650">
                  <a:moveTo>
                    <a:pt x="6486525" y="657491"/>
                  </a:moveTo>
                  <a:lnTo>
                    <a:pt x="6486068" y="656374"/>
                  </a:lnTo>
                  <a:lnTo>
                    <a:pt x="6484201" y="654507"/>
                  </a:lnTo>
                  <a:lnTo>
                    <a:pt x="6483083" y="654037"/>
                  </a:lnTo>
                  <a:lnTo>
                    <a:pt x="6480454" y="654037"/>
                  </a:lnTo>
                  <a:lnTo>
                    <a:pt x="6479324" y="654507"/>
                  </a:lnTo>
                  <a:lnTo>
                    <a:pt x="6477470" y="656374"/>
                  </a:lnTo>
                  <a:lnTo>
                    <a:pt x="6477000" y="657491"/>
                  </a:lnTo>
                  <a:lnTo>
                    <a:pt x="6477000" y="660120"/>
                  </a:lnTo>
                  <a:lnTo>
                    <a:pt x="6477470" y="661238"/>
                  </a:lnTo>
                  <a:lnTo>
                    <a:pt x="6479324" y="663105"/>
                  </a:lnTo>
                  <a:lnTo>
                    <a:pt x="6480454" y="663562"/>
                  </a:lnTo>
                  <a:lnTo>
                    <a:pt x="6483083" y="663562"/>
                  </a:lnTo>
                  <a:lnTo>
                    <a:pt x="6484201" y="663105"/>
                  </a:lnTo>
                  <a:lnTo>
                    <a:pt x="6486068" y="661238"/>
                  </a:lnTo>
                  <a:lnTo>
                    <a:pt x="6486525" y="660120"/>
                  </a:lnTo>
                  <a:lnTo>
                    <a:pt x="6486525" y="657491"/>
                  </a:lnTo>
                  <a:close/>
                </a:path>
                <a:path w="7391400" h="4057650">
                  <a:moveTo>
                    <a:pt x="6534150" y="4046804"/>
                  </a:moveTo>
                  <a:lnTo>
                    <a:pt x="6533693" y="4045686"/>
                  </a:lnTo>
                  <a:lnTo>
                    <a:pt x="6531826" y="4043819"/>
                  </a:lnTo>
                  <a:lnTo>
                    <a:pt x="6530708" y="4043349"/>
                  </a:lnTo>
                  <a:lnTo>
                    <a:pt x="6528079" y="4043349"/>
                  </a:lnTo>
                  <a:lnTo>
                    <a:pt x="6526962" y="4043819"/>
                  </a:lnTo>
                  <a:lnTo>
                    <a:pt x="6525095" y="4045686"/>
                  </a:lnTo>
                  <a:lnTo>
                    <a:pt x="6524625" y="4046804"/>
                  </a:lnTo>
                  <a:lnTo>
                    <a:pt x="6524625" y="4049433"/>
                  </a:lnTo>
                  <a:lnTo>
                    <a:pt x="6525095" y="4050550"/>
                  </a:lnTo>
                  <a:lnTo>
                    <a:pt x="6526962" y="4052417"/>
                  </a:lnTo>
                  <a:lnTo>
                    <a:pt x="6528079" y="4052874"/>
                  </a:lnTo>
                  <a:lnTo>
                    <a:pt x="6530708" y="4052874"/>
                  </a:lnTo>
                  <a:lnTo>
                    <a:pt x="6531826" y="4052417"/>
                  </a:lnTo>
                  <a:lnTo>
                    <a:pt x="6533693" y="4050550"/>
                  </a:lnTo>
                  <a:lnTo>
                    <a:pt x="6534150" y="4049433"/>
                  </a:lnTo>
                  <a:lnTo>
                    <a:pt x="6534150" y="4046804"/>
                  </a:lnTo>
                  <a:close/>
                </a:path>
                <a:path w="7391400" h="4057650">
                  <a:moveTo>
                    <a:pt x="6534150" y="2917037"/>
                  </a:moveTo>
                  <a:lnTo>
                    <a:pt x="6533693" y="2915907"/>
                  </a:lnTo>
                  <a:lnTo>
                    <a:pt x="6531826" y="2914053"/>
                  </a:lnTo>
                  <a:lnTo>
                    <a:pt x="6530708" y="2913583"/>
                  </a:lnTo>
                  <a:lnTo>
                    <a:pt x="6528079" y="2913583"/>
                  </a:lnTo>
                  <a:lnTo>
                    <a:pt x="6526962" y="2914053"/>
                  </a:lnTo>
                  <a:lnTo>
                    <a:pt x="6525095" y="2915907"/>
                  </a:lnTo>
                  <a:lnTo>
                    <a:pt x="6524625" y="2917037"/>
                  </a:lnTo>
                  <a:lnTo>
                    <a:pt x="6524625" y="2919666"/>
                  </a:lnTo>
                  <a:lnTo>
                    <a:pt x="6525095" y="2920784"/>
                  </a:lnTo>
                  <a:lnTo>
                    <a:pt x="6526962" y="2922651"/>
                  </a:lnTo>
                  <a:lnTo>
                    <a:pt x="6528079" y="2923108"/>
                  </a:lnTo>
                  <a:lnTo>
                    <a:pt x="6530708" y="2923108"/>
                  </a:lnTo>
                  <a:lnTo>
                    <a:pt x="6531826" y="2922651"/>
                  </a:lnTo>
                  <a:lnTo>
                    <a:pt x="6533693" y="2920784"/>
                  </a:lnTo>
                  <a:lnTo>
                    <a:pt x="6534150" y="2919666"/>
                  </a:lnTo>
                  <a:lnTo>
                    <a:pt x="6534150" y="2917037"/>
                  </a:lnTo>
                  <a:close/>
                </a:path>
                <a:path w="7391400" h="4057650">
                  <a:moveTo>
                    <a:pt x="6534150" y="1787258"/>
                  </a:moveTo>
                  <a:lnTo>
                    <a:pt x="6533693" y="1786140"/>
                  </a:lnTo>
                  <a:lnTo>
                    <a:pt x="6531826" y="1784273"/>
                  </a:lnTo>
                  <a:lnTo>
                    <a:pt x="6530708" y="1783816"/>
                  </a:lnTo>
                  <a:lnTo>
                    <a:pt x="6528079" y="1783816"/>
                  </a:lnTo>
                  <a:lnTo>
                    <a:pt x="6526962" y="1784273"/>
                  </a:lnTo>
                  <a:lnTo>
                    <a:pt x="6525095" y="1786140"/>
                  </a:lnTo>
                  <a:lnTo>
                    <a:pt x="6524625" y="1787258"/>
                  </a:lnTo>
                  <a:lnTo>
                    <a:pt x="6524625" y="1789887"/>
                  </a:lnTo>
                  <a:lnTo>
                    <a:pt x="6525095" y="1791017"/>
                  </a:lnTo>
                  <a:lnTo>
                    <a:pt x="6526962" y="1792871"/>
                  </a:lnTo>
                  <a:lnTo>
                    <a:pt x="6528079" y="1793341"/>
                  </a:lnTo>
                  <a:lnTo>
                    <a:pt x="6530708" y="1793341"/>
                  </a:lnTo>
                  <a:lnTo>
                    <a:pt x="6531826" y="1792871"/>
                  </a:lnTo>
                  <a:lnTo>
                    <a:pt x="6533693" y="1791017"/>
                  </a:lnTo>
                  <a:lnTo>
                    <a:pt x="6534150" y="1789887"/>
                  </a:lnTo>
                  <a:lnTo>
                    <a:pt x="6534150" y="1787258"/>
                  </a:lnTo>
                  <a:close/>
                </a:path>
                <a:path w="7391400" h="4057650">
                  <a:moveTo>
                    <a:pt x="6534150" y="657491"/>
                  </a:moveTo>
                  <a:lnTo>
                    <a:pt x="6533693" y="656374"/>
                  </a:lnTo>
                  <a:lnTo>
                    <a:pt x="6531826" y="654507"/>
                  </a:lnTo>
                  <a:lnTo>
                    <a:pt x="6530708" y="654037"/>
                  </a:lnTo>
                  <a:lnTo>
                    <a:pt x="6528079" y="654037"/>
                  </a:lnTo>
                  <a:lnTo>
                    <a:pt x="6526962" y="654507"/>
                  </a:lnTo>
                  <a:lnTo>
                    <a:pt x="6525095" y="656374"/>
                  </a:lnTo>
                  <a:lnTo>
                    <a:pt x="6524625" y="657491"/>
                  </a:lnTo>
                  <a:lnTo>
                    <a:pt x="6524625" y="660120"/>
                  </a:lnTo>
                  <a:lnTo>
                    <a:pt x="6525095" y="661238"/>
                  </a:lnTo>
                  <a:lnTo>
                    <a:pt x="6526962" y="663105"/>
                  </a:lnTo>
                  <a:lnTo>
                    <a:pt x="6528079" y="663562"/>
                  </a:lnTo>
                  <a:lnTo>
                    <a:pt x="6530708" y="663562"/>
                  </a:lnTo>
                  <a:lnTo>
                    <a:pt x="6531826" y="663105"/>
                  </a:lnTo>
                  <a:lnTo>
                    <a:pt x="6533693" y="661238"/>
                  </a:lnTo>
                  <a:lnTo>
                    <a:pt x="6534150" y="660120"/>
                  </a:lnTo>
                  <a:lnTo>
                    <a:pt x="6534150" y="657491"/>
                  </a:lnTo>
                  <a:close/>
                </a:path>
                <a:path w="7391400" h="4057650">
                  <a:moveTo>
                    <a:pt x="6581775" y="4046804"/>
                  </a:moveTo>
                  <a:lnTo>
                    <a:pt x="6581318" y="4045686"/>
                  </a:lnTo>
                  <a:lnTo>
                    <a:pt x="6579451" y="4043819"/>
                  </a:lnTo>
                  <a:lnTo>
                    <a:pt x="6578333" y="4043349"/>
                  </a:lnTo>
                  <a:lnTo>
                    <a:pt x="6575704" y="4043349"/>
                  </a:lnTo>
                  <a:lnTo>
                    <a:pt x="6574574" y="4043819"/>
                  </a:lnTo>
                  <a:lnTo>
                    <a:pt x="6572720" y="4045686"/>
                  </a:lnTo>
                  <a:lnTo>
                    <a:pt x="6572250" y="4046804"/>
                  </a:lnTo>
                  <a:lnTo>
                    <a:pt x="6572250" y="4049433"/>
                  </a:lnTo>
                  <a:lnTo>
                    <a:pt x="6572720" y="4050550"/>
                  </a:lnTo>
                  <a:lnTo>
                    <a:pt x="6574574" y="4052417"/>
                  </a:lnTo>
                  <a:lnTo>
                    <a:pt x="6575704" y="4052874"/>
                  </a:lnTo>
                  <a:lnTo>
                    <a:pt x="6578333" y="4052874"/>
                  </a:lnTo>
                  <a:lnTo>
                    <a:pt x="6579451" y="4052417"/>
                  </a:lnTo>
                  <a:lnTo>
                    <a:pt x="6581318" y="4050550"/>
                  </a:lnTo>
                  <a:lnTo>
                    <a:pt x="6581775" y="4049433"/>
                  </a:lnTo>
                  <a:lnTo>
                    <a:pt x="6581775" y="4046804"/>
                  </a:lnTo>
                  <a:close/>
                </a:path>
                <a:path w="7391400" h="4057650">
                  <a:moveTo>
                    <a:pt x="6581775" y="2917037"/>
                  </a:moveTo>
                  <a:lnTo>
                    <a:pt x="6581318" y="2915907"/>
                  </a:lnTo>
                  <a:lnTo>
                    <a:pt x="6579451" y="2914053"/>
                  </a:lnTo>
                  <a:lnTo>
                    <a:pt x="6578333" y="2913583"/>
                  </a:lnTo>
                  <a:lnTo>
                    <a:pt x="6575704" y="2913583"/>
                  </a:lnTo>
                  <a:lnTo>
                    <a:pt x="6574574" y="2914053"/>
                  </a:lnTo>
                  <a:lnTo>
                    <a:pt x="6572720" y="2915907"/>
                  </a:lnTo>
                  <a:lnTo>
                    <a:pt x="6572250" y="2917037"/>
                  </a:lnTo>
                  <a:lnTo>
                    <a:pt x="6572250" y="2919666"/>
                  </a:lnTo>
                  <a:lnTo>
                    <a:pt x="6572720" y="2920784"/>
                  </a:lnTo>
                  <a:lnTo>
                    <a:pt x="6574574" y="2922651"/>
                  </a:lnTo>
                  <a:lnTo>
                    <a:pt x="6575704" y="2923108"/>
                  </a:lnTo>
                  <a:lnTo>
                    <a:pt x="6578333" y="2923108"/>
                  </a:lnTo>
                  <a:lnTo>
                    <a:pt x="6579451" y="2922651"/>
                  </a:lnTo>
                  <a:lnTo>
                    <a:pt x="6581318" y="2920784"/>
                  </a:lnTo>
                  <a:lnTo>
                    <a:pt x="6581775" y="2919666"/>
                  </a:lnTo>
                  <a:lnTo>
                    <a:pt x="6581775" y="2917037"/>
                  </a:lnTo>
                  <a:close/>
                </a:path>
                <a:path w="7391400" h="4057650">
                  <a:moveTo>
                    <a:pt x="6581775" y="1787258"/>
                  </a:moveTo>
                  <a:lnTo>
                    <a:pt x="6581318" y="1786140"/>
                  </a:lnTo>
                  <a:lnTo>
                    <a:pt x="6579451" y="1784273"/>
                  </a:lnTo>
                  <a:lnTo>
                    <a:pt x="6578333" y="1783816"/>
                  </a:lnTo>
                  <a:lnTo>
                    <a:pt x="6575704" y="1783816"/>
                  </a:lnTo>
                  <a:lnTo>
                    <a:pt x="6574574" y="1784273"/>
                  </a:lnTo>
                  <a:lnTo>
                    <a:pt x="6572720" y="1786140"/>
                  </a:lnTo>
                  <a:lnTo>
                    <a:pt x="6572250" y="1787258"/>
                  </a:lnTo>
                  <a:lnTo>
                    <a:pt x="6572250" y="1789887"/>
                  </a:lnTo>
                  <a:lnTo>
                    <a:pt x="6572720" y="1791017"/>
                  </a:lnTo>
                  <a:lnTo>
                    <a:pt x="6574574" y="1792871"/>
                  </a:lnTo>
                  <a:lnTo>
                    <a:pt x="6575704" y="1793341"/>
                  </a:lnTo>
                  <a:lnTo>
                    <a:pt x="6578333" y="1793341"/>
                  </a:lnTo>
                  <a:lnTo>
                    <a:pt x="6579451" y="1792871"/>
                  </a:lnTo>
                  <a:lnTo>
                    <a:pt x="6581318" y="1791017"/>
                  </a:lnTo>
                  <a:lnTo>
                    <a:pt x="6581775" y="1789887"/>
                  </a:lnTo>
                  <a:lnTo>
                    <a:pt x="6581775" y="1787258"/>
                  </a:lnTo>
                  <a:close/>
                </a:path>
                <a:path w="7391400" h="4057650">
                  <a:moveTo>
                    <a:pt x="6581775" y="657491"/>
                  </a:moveTo>
                  <a:lnTo>
                    <a:pt x="6581318" y="656374"/>
                  </a:lnTo>
                  <a:lnTo>
                    <a:pt x="6579451" y="654507"/>
                  </a:lnTo>
                  <a:lnTo>
                    <a:pt x="6578333" y="654037"/>
                  </a:lnTo>
                  <a:lnTo>
                    <a:pt x="6575704" y="654037"/>
                  </a:lnTo>
                  <a:lnTo>
                    <a:pt x="6574574" y="654507"/>
                  </a:lnTo>
                  <a:lnTo>
                    <a:pt x="6572720" y="656374"/>
                  </a:lnTo>
                  <a:lnTo>
                    <a:pt x="6572250" y="657491"/>
                  </a:lnTo>
                  <a:lnTo>
                    <a:pt x="6572250" y="660120"/>
                  </a:lnTo>
                  <a:lnTo>
                    <a:pt x="6572720" y="661238"/>
                  </a:lnTo>
                  <a:lnTo>
                    <a:pt x="6574574" y="663105"/>
                  </a:lnTo>
                  <a:lnTo>
                    <a:pt x="6575704" y="663562"/>
                  </a:lnTo>
                  <a:lnTo>
                    <a:pt x="6578333" y="663562"/>
                  </a:lnTo>
                  <a:lnTo>
                    <a:pt x="6579451" y="663105"/>
                  </a:lnTo>
                  <a:lnTo>
                    <a:pt x="6581318" y="661238"/>
                  </a:lnTo>
                  <a:lnTo>
                    <a:pt x="6581775" y="660120"/>
                  </a:lnTo>
                  <a:lnTo>
                    <a:pt x="6581775" y="657491"/>
                  </a:lnTo>
                  <a:close/>
                </a:path>
                <a:path w="7391400" h="4057650">
                  <a:moveTo>
                    <a:pt x="6629400" y="4046804"/>
                  </a:moveTo>
                  <a:lnTo>
                    <a:pt x="6628943" y="4045686"/>
                  </a:lnTo>
                  <a:lnTo>
                    <a:pt x="6627076" y="4043819"/>
                  </a:lnTo>
                  <a:lnTo>
                    <a:pt x="6625958" y="4043349"/>
                  </a:lnTo>
                  <a:lnTo>
                    <a:pt x="6623329" y="4043349"/>
                  </a:lnTo>
                  <a:lnTo>
                    <a:pt x="6622199" y="4043819"/>
                  </a:lnTo>
                  <a:lnTo>
                    <a:pt x="6620345" y="4045686"/>
                  </a:lnTo>
                  <a:lnTo>
                    <a:pt x="6619875" y="4046804"/>
                  </a:lnTo>
                  <a:lnTo>
                    <a:pt x="6619875" y="4049433"/>
                  </a:lnTo>
                  <a:lnTo>
                    <a:pt x="6620345" y="4050550"/>
                  </a:lnTo>
                  <a:lnTo>
                    <a:pt x="6622199" y="4052417"/>
                  </a:lnTo>
                  <a:lnTo>
                    <a:pt x="6623329" y="4052874"/>
                  </a:lnTo>
                  <a:lnTo>
                    <a:pt x="6625958" y="4052874"/>
                  </a:lnTo>
                  <a:lnTo>
                    <a:pt x="6627076" y="4052417"/>
                  </a:lnTo>
                  <a:lnTo>
                    <a:pt x="6628943" y="4050550"/>
                  </a:lnTo>
                  <a:lnTo>
                    <a:pt x="6629400" y="4049433"/>
                  </a:lnTo>
                  <a:lnTo>
                    <a:pt x="6629400" y="4046804"/>
                  </a:lnTo>
                  <a:close/>
                </a:path>
                <a:path w="7391400" h="4057650">
                  <a:moveTo>
                    <a:pt x="6629400" y="2917037"/>
                  </a:moveTo>
                  <a:lnTo>
                    <a:pt x="6628943" y="2915907"/>
                  </a:lnTo>
                  <a:lnTo>
                    <a:pt x="6627076" y="2914053"/>
                  </a:lnTo>
                  <a:lnTo>
                    <a:pt x="6625958" y="2913583"/>
                  </a:lnTo>
                  <a:lnTo>
                    <a:pt x="6623329" y="2913583"/>
                  </a:lnTo>
                  <a:lnTo>
                    <a:pt x="6622199" y="2914053"/>
                  </a:lnTo>
                  <a:lnTo>
                    <a:pt x="6620345" y="2915907"/>
                  </a:lnTo>
                  <a:lnTo>
                    <a:pt x="6619875" y="2917037"/>
                  </a:lnTo>
                  <a:lnTo>
                    <a:pt x="6619875" y="2919666"/>
                  </a:lnTo>
                  <a:lnTo>
                    <a:pt x="6620345" y="2920784"/>
                  </a:lnTo>
                  <a:lnTo>
                    <a:pt x="6622199" y="2922651"/>
                  </a:lnTo>
                  <a:lnTo>
                    <a:pt x="6623329" y="2923108"/>
                  </a:lnTo>
                  <a:lnTo>
                    <a:pt x="6625958" y="2923108"/>
                  </a:lnTo>
                  <a:lnTo>
                    <a:pt x="6627076" y="2922651"/>
                  </a:lnTo>
                  <a:lnTo>
                    <a:pt x="6628943" y="2920784"/>
                  </a:lnTo>
                  <a:lnTo>
                    <a:pt x="6629400" y="2919666"/>
                  </a:lnTo>
                  <a:lnTo>
                    <a:pt x="6629400" y="2917037"/>
                  </a:lnTo>
                  <a:close/>
                </a:path>
                <a:path w="7391400" h="4057650">
                  <a:moveTo>
                    <a:pt x="6629400" y="1787258"/>
                  </a:moveTo>
                  <a:lnTo>
                    <a:pt x="6628943" y="1786140"/>
                  </a:lnTo>
                  <a:lnTo>
                    <a:pt x="6627076" y="1784273"/>
                  </a:lnTo>
                  <a:lnTo>
                    <a:pt x="6625958" y="1783816"/>
                  </a:lnTo>
                  <a:lnTo>
                    <a:pt x="6623329" y="1783816"/>
                  </a:lnTo>
                  <a:lnTo>
                    <a:pt x="6622199" y="1784273"/>
                  </a:lnTo>
                  <a:lnTo>
                    <a:pt x="6620345" y="1786140"/>
                  </a:lnTo>
                  <a:lnTo>
                    <a:pt x="6619875" y="1787258"/>
                  </a:lnTo>
                  <a:lnTo>
                    <a:pt x="6619875" y="1789887"/>
                  </a:lnTo>
                  <a:lnTo>
                    <a:pt x="6620345" y="1791017"/>
                  </a:lnTo>
                  <a:lnTo>
                    <a:pt x="6622199" y="1792871"/>
                  </a:lnTo>
                  <a:lnTo>
                    <a:pt x="6623329" y="1793341"/>
                  </a:lnTo>
                  <a:lnTo>
                    <a:pt x="6625958" y="1793341"/>
                  </a:lnTo>
                  <a:lnTo>
                    <a:pt x="6627076" y="1792871"/>
                  </a:lnTo>
                  <a:lnTo>
                    <a:pt x="6628943" y="1791017"/>
                  </a:lnTo>
                  <a:lnTo>
                    <a:pt x="6629400" y="1789887"/>
                  </a:lnTo>
                  <a:lnTo>
                    <a:pt x="6629400" y="1787258"/>
                  </a:lnTo>
                  <a:close/>
                </a:path>
                <a:path w="7391400" h="4057650">
                  <a:moveTo>
                    <a:pt x="6629400" y="657491"/>
                  </a:moveTo>
                  <a:lnTo>
                    <a:pt x="6628943" y="656374"/>
                  </a:lnTo>
                  <a:lnTo>
                    <a:pt x="6627076" y="654507"/>
                  </a:lnTo>
                  <a:lnTo>
                    <a:pt x="6625958" y="654037"/>
                  </a:lnTo>
                  <a:lnTo>
                    <a:pt x="6623329" y="654037"/>
                  </a:lnTo>
                  <a:lnTo>
                    <a:pt x="6622199" y="654507"/>
                  </a:lnTo>
                  <a:lnTo>
                    <a:pt x="6620345" y="656374"/>
                  </a:lnTo>
                  <a:lnTo>
                    <a:pt x="6619875" y="657491"/>
                  </a:lnTo>
                  <a:lnTo>
                    <a:pt x="6619875" y="660120"/>
                  </a:lnTo>
                  <a:lnTo>
                    <a:pt x="6620345" y="661238"/>
                  </a:lnTo>
                  <a:lnTo>
                    <a:pt x="6622199" y="663105"/>
                  </a:lnTo>
                  <a:lnTo>
                    <a:pt x="6623329" y="663562"/>
                  </a:lnTo>
                  <a:lnTo>
                    <a:pt x="6625958" y="663562"/>
                  </a:lnTo>
                  <a:lnTo>
                    <a:pt x="6627076" y="663105"/>
                  </a:lnTo>
                  <a:lnTo>
                    <a:pt x="6628943" y="661238"/>
                  </a:lnTo>
                  <a:lnTo>
                    <a:pt x="6629400" y="660120"/>
                  </a:lnTo>
                  <a:lnTo>
                    <a:pt x="6629400" y="657491"/>
                  </a:lnTo>
                  <a:close/>
                </a:path>
                <a:path w="7391400" h="4057650">
                  <a:moveTo>
                    <a:pt x="6677025" y="4046804"/>
                  </a:moveTo>
                  <a:lnTo>
                    <a:pt x="6676568" y="4045686"/>
                  </a:lnTo>
                  <a:lnTo>
                    <a:pt x="6674701" y="4043819"/>
                  </a:lnTo>
                  <a:lnTo>
                    <a:pt x="6673583" y="4043349"/>
                  </a:lnTo>
                  <a:lnTo>
                    <a:pt x="6670954" y="4043349"/>
                  </a:lnTo>
                  <a:lnTo>
                    <a:pt x="6669824" y="4043819"/>
                  </a:lnTo>
                  <a:lnTo>
                    <a:pt x="6667970" y="4045686"/>
                  </a:lnTo>
                  <a:lnTo>
                    <a:pt x="6667500" y="4046804"/>
                  </a:lnTo>
                  <a:lnTo>
                    <a:pt x="6667500" y="4049433"/>
                  </a:lnTo>
                  <a:lnTo>
                    <a:pt x="6667970" y="4050550"/>
                  </a:lnTo>
                  <a:lnTo>
                    <a:pt x="6669824" y="4052417"/>
                  </a:lnTo>
                  <a:lnTo>
                    <a:pt x="6670954" y="4052874"/>
                  </a:lnTo>
                  <a:lnTo>
                    <a:pt x="6673583" y="4052874"/>
                  </a:lnTo>
                  <a:lnTo>
                    <a:pt x="6674701" y="4052417"/>
                  </a:lnTo>
                  <a:lnTo>
                    <a:pt x="6676568" y="4050550"/>
                  </a:lnTo>
                  <a:lnTo>
                    <a:pt x="6677025" y="4049433"/>
                  </a:lnTo>
                  <a:lnTo>
                    <a:pt x="6677025" y="4046804"/>
                  </a:lnTo>
                  <a:close/>
                </a:path>
                <a:path w="7391400" h="4057650">
                  <a:moveTo>
                    <a:pt x="6677025" y="2917037"/>
                  </a:moveTo>
                  <a:lnTo>
                    <a:pt x="6676568" y="2915907"/>
                  </a:lnTo>
                  <a:lnTo>
                    <a:pt x="6674701" y="2914053"/>
                  </a:lnTo>
                  <a:lnTo>
                    <a:pt x="6673583" y="2913583"/>
                  </a:lnTo>
                  <a:lnTo>
                    <a:pt x="6670954" y="2913583"/>
                  </a:lnTo>
                  <a:lnTo>
                    <a:pt x="6669824" y="2914053"/>
                  </a:lnTo>
                  <a:lnTo>
                    <a:pt x="6667970" y="2915907"/>
                  </a:lnTo>
                  <a:lnTo>
                    <a:pt x="6667500" y="2917037"/>
                  </a:lnTo>
                  <a:lnTo>
                    <a:pt x="6667500" y="2919666"/>
                  </a:lnTo>
                  <a:lnTo>
                    <a:pt x="6667970" y="2920784"/>
                  </a:lnTo>
                  <a:lnTo>
                    <a:pt x="6669824" y="2922651"/>
                  </a:lnTo>
                  <a:lnTo>
                    <a:pt x="6670954" y="2923108"/>
                  </a:lnTo>
                  <a:lnTo>
                    <a:pt x="6673583" y="2923108"/>
                  </a:lnTo>
                  <a:lnTo>
                    <a:pt x="6674701" y="2922651"/>
                  </a:lnTo>
                  <a:lnTo>
                    <a:pt x="6676568" y="2920784"/>
                  </a:lnTo>
                  <a:lnTo>
                    <a:pt x="6677025" y="2919666"/>
                  </a:lnTo>
                  <a:lnTo>
                    <a:pt x="6677025" y="2917037"/>
                  </a:lnTo>
                  <a:close/>
                </a:path>
                <a:path w="7391400" h="4057650">
                  <a:moveTo>
                    <a:pt x="6677025" y="1787258"/>
                  </a:moveTo>
                  <a:lnTo>
                    <a:pt x="6676568" y="1786140"/>
                  </a:lnTo>
                  <a:lnTo>
                    <a:pt x="6674701" y="1784273"/>
                  </a:lnTo>
                  <a:lnTo>
                    <a:pt x="6673583" y="1783816"/>
                  </a:lnTo>
                  <a:lnTo>
                    <a:pt x="6670954" y="1783816"/>
                  </a:lnTo>
                  <a:lnTo>
                    <a:pt x="6669824" y="1784273"/>
                  </a:lnTo>
                  <a:lnTo>
                    <a:pt x="6667970" y="1786140"/>
                  </a:lnTo>
                  <a:lnTo>
                    <a:pt x="6667500" y="1787258"/>
                  </a:lnTo>
                  <a:lnTo>
                    <a:pt x="6667500" y="1789887"/>
                  </a:lnTo>
                  <a:lnTo>
                    <a:pt x="6667970" y="1791017"/>
                  </a:lnTo>
                  <a:lnTo>
                    <a:pt x="6669824" y="1792871"/>
                  </a:lnTo>
                  <a:lnTo>
                    <a:pt x="6670954" y="1793341"/>
                  </a:lnTo>
                  <a:lnTo>
                    <a:pt x="6673583" y="1793341"/>
                  </a:lnTo>
                  <a:lnTo>
                    <a:pt x="6674701" y="1792871"/>
                  </a:lnTo>
                  <a:lnTo>
                    <a:pt x="6676568" y="1791017"/>
                  </a:lnTo>
                  <a:lnTo>
                    <a:pt x="6677025" y="1789887"/>
                  </a:lnTo>
                  <a:lnTo>
                    <a:pt x="6677025" y="1787258"/>
                  </a:lnTo>
                  <a:close/>
                </a:path>
                <a:path w="7391400" h="4057650">
                  <a:moveTo>
                    <a:pt x="6677025" y="657491"/>
                  </a:moveTo>
                  <a:lnTo>
                    <a:pt x="6676568" y="656374"/>
                  </a:lnTo>
                  <a:lnTo>
                    <a:pt x="6674701" y="654507"/>
                  </a:lnTo>
                  <a:lnTo>
                    <a:pt x="6673583" y="654037"/>
                  </a:lnTo>
                  <a:lnTo>
                    <a:pt x="6670954" y="654037"/>
                  </a:lnTo>
                  <a:lnTo>
                    <a:pt x="6669824" y="654507"/>
                  </a:lnTo>
                  <a:lnTo>
                    <a:pt x="6667970" y="656374"/>
                  </a:lnTo>
                  <a:lnTo>
                    <a:pt x="6667500" y="657491"/>
                  </a:lnTo>
                  <a:lnTo>
                    <a:pt x="6667500" y="660120"/>
                  </a:lnTo>
                  <a:lnTo>
                    <a:pt x="6667970" y="661238"/>
                  </a:lnTo>
                  <a:lnTo>
                    <a:pt x="6669824" y="663105"/>
                  </a:lnTo>
                  <a:lnTo>
                    <a:pt x="6670954" y="663562"/>
                  </a:lnTo>
                  <a:lnTo>
                    <a:pt x="6673583" y="663562"/>
                  </a:lnTo>
                  <a:lnTo>
                    <a:pt x="6674701" y="663105"/>
                  </a:lnTo>
                  <a:lnTo>
                    <a:pt x="6676568" y="661238"/>
                  </a:lnTo>
                  <a:lnTo>
                    <a:pt x="6677025" y="660120"/>
                  </a:lnTo>
                  <a:lnTo>
                    <a:pt x="6677025" y="657491"/>
                  </a:lnTo>
                  <a:close/>
                </a:path>
                <a:path w="7391400" h="4057650">
                  <a:moveTo>
                    <a:pt x="6724650" y="4046804"/>
                  </a:moveTo>
                  <a:lnTo>
                    <a:pt x="6724193" y="4045686"/>
                  </a:lnTo>
                  <a:lnTo>
                    <a:pt x="6722326" y="4043819"/>
                  </a:lnTo>
                  <a:lnTo>
                    <a:pt x="6721208" y="4043349"/>
                  </a:lnTo>
                  <a:lnTo>
                    <a:pt x="6718579" y="4043349"/>
                  </a:lnTo>
                  <a:lnTo>
                    <a:pt x="6717449" y="4043819"/>
                  </a:lnTo>
                  <a:lnTo>
                    <a:pt x="6715595" y="4045686"/>
                  </a:lnTo>
                  <a:lnTo>
                    <a:pt x="6715125" y="4046804"/>
                  </a:lnTo>
                  <a:lnTo>
                    <a:pt x="6715125" y="4049433"/>
                  </a:lnTo>
                  <a:lnTo>
                    <a:pt x="6715595" y="4050550"/>
                  </a:lnTo>
                  <a:lnTo>
                    <a:pt x="6717449" y="4052417"/>
                  </a:lnTo>
                  <a:lnTo>
                    <a:pt x="6718579" y="4052874"/>
                  </a:lnTo>
                  <a:lnTo>
                    <a:pt x="6721208" y="4052874"/>
                  </a:lnTo>
                  <a:lnTo>
                    <a:pt x="6722326" y="4052417"/>
                  </a:lnTo>
                  <a:lnTo>
                    <a:pt x="6724193" y="4050550"/>
                  </a:lnTo>
                  <a:lnTo>
                    <a:pt x="6724650" y="4049433"/>
                  </a:lnTo>
                  <a:lnTo>
                    <a:pt x="6724650" y="4046804"/>
                  </a:lnTo>
                  <a:close/>
                </a:path>
                <a:path w="7391400" h="4057650">
                  <a:moveTo>
                    <a:pt x="6724650" y="2917037"/>
                  </a:moveTo>
                  <a:lnTo>
                    <a:pt x="6724193" y="2915907"/>
                  </a:lnTo>
                  <a:lnTo>
                    <a:pt x="6722326" y="2914053"/>
                  </a:lnTo>
                  <a:lnTo>
                    <a:pt x="6721208" y="2913583"/>
                  </a:lnTo>
                  <a:lnTo>
                    <a:pt x="6718579" y="2913583"/>
                  </a:lnTo>
                  <a:lnTo>
                    <a:pt x="6717449" y="2914053"/>
                  </a:lnTo>
                  <a:lnTo>
                    <a:pt x="6715595" y="2915907"/>
                  </a:lnTo>
                  <a:lnTo>
                    <a:pt x="6715125" y="2917037"/>
                  </a:lnTo>
                  <a:lnTo>
                    <a:pt x="6715125" y="2919666"/>
                  </a:lnTo>
                  <a:lnTo>
                    <a:pt x="6715595" y="2920784"/>
                  </a:lnTo>
                  <a:lnTo>
                    <a:pt x="6717449" y="2922651"/>
                  </a:lnTo>
                  <a:lnTo>
                    <a:pt x="6718579" y="2923108"/>
                  </a:lnTo>
                  <a:lnTo>
                    <a:pt x="6721208" y="2923108"/>
                  </a:lnTo>
                  <a:lnTo>
                    <a:pt x="6722326" y="2922651"/>
                  </a:lnTo>
                  <a:lnTo>
                    <a:pt x="6724193" y="2920784"/>
                  </a:lnTo>
                  <a:lnTo>
                    <a:pt x="6724650" y="2919666"/>
                  </a:lnTo>
                  <a:lnTo>
                    <a:pt x="6724650" y="2917037"/>
                  </a:lnTo>
                  <a:close/>
                </a:path>
                <a:path w="7391400" h="4057650">
                  <a:moveTo>
                    <a:pt x="6724650" y="1787258"/>
                  </a:moveTo>
                  <a:lnTo>
                    <a:pt x="6724193" y="1786140"/>
                  </a:lnTo>
                  <a:lnTo>
                    <a:pt x="6722326" y="1784273"/>
                  </a:lnTo>
                  <a:lnTo>
                    <a:pt x="6721208" y="1783816"/>
                  </a:lnTo>
                  <a:lnTo>
                    <a:pt x="6718579" y="1783816"/>
                  </a:lnTo>
                  <a:lnTo>
                    <a:pt x="6717449" y="1784273"/>
                  </a:lnTo>
                  <a:lnTo>
                    <a:pt x="6715595" y="1786140"/>
                  </a:lnTo>
                  <a:lnTo>
                    <a:pt x="6715125" y="1787258"/>
                  </a:lnTo>
                  <a:lnTo>
                    <a:pt x="6715125" y="1789887"/>
                  </a:lnTo>
                  <a:lnTo>
                    <a:pt x="6715595" y="1791017"/>
                  </a:lnTo>
                  <a:lnTo>
                    <a:pt x="6717449" y="1792871"/>
                  </a:lnTo>
                  <a:lnTo>
                    <a:pt x="6718579" y="1793341"/>
                  </a:lnTo>
                  <a:lnTo>
                    <a:pt x="6721208" y="1793341"/>
                  </a:lnTo>
                  <a:lnTo>
                    <a:pt x="6722326" y="1792871"/>
                  </a:lnTo>
                  <a:lnTo>
                    <a:pt x="6724193" y="1791017"/>
                  </a:lnTo>
                  <a:lnTo>
                    <a:pt x="6724650" y="1789887"/>
                  </a:lnTo>
                  <a:lnTo>
                    <a:pt x="6724650" y="1787258"/>
                  </a:lnTo>
                  <a:close/>
                </a:path>
                <a:path w="7391400" h="4057650">
                  <a:moveTo>
                    <a:pt x="6724650" y="657491"/>
                  </a:moveTo>
                  <a:lnTo>
                    <a:pt x="6724193" y="656374"/>
                  </a:lnTo>
                  <a:lnTo>
                    <a:pt x="6722326" y="654507"/>
                  </a:lnTo>
                  <a:lnTo>
                    <a:pt x="6721208" y="654037"/>
                  </a:lnTo>
                  <a:lnTo>
                    <a:pt x="6718579" y="654037"/>
                  </a:lnTo>
                  <a:lnTo>
                    <a:pt x="6717449" y="654507"/>
                  </a:lnTo>
                  <a:lnTo>
                    <a:pt x="6715595" y="656374"/>
                  </a:lnTo>
                  <a:lnTo>
                    <a:pt x="6715125" y="657491"/>
                  </a:lnTo>
                  <a:lnTo>
                    <a:pt x="6715125" y="660120"/>
                  </a:lnTo>
                  <a:lnTo>
                    <a:pt x="6715595" y="661238"/>
                  </a:lnTo>
                  <a:lnTo>
                    <a:pt x="6717449" y="663105"/>
                  </a:lnTo>
                  <a:lnTo>
                    <a:pt x="6718579" y="663562"/>
                  </a:lnTo>
                  <a:lnTo>
                    <a:pt x="6721208" y="663562"/>
                  </a:lnTo>
                  <a:lnTo>
                    <a:pt x="6722326" y="663105"/>
                  </a:lnTo>
                  <a:lnTo>
                    <a:pt x="6724193" y="661238"/>
                  </a:lnTo>
                  <a:lnTo>
                    <a:pt x="6724650" y="660120"/>
                  </a:lnTo>
                  <a:lnTo>
                    <a:pt x="6724650" y="657491"/>
                  </a:lnTo>
                  <a:close/>
                </a:path>
                <a:path w="7391400" h="4057650">
                  <a:moveTo>
                    <a:pt x="6772275" y="4046804"/>
                  </a:moveTo>
                  <a:lnTo>
                    <a:pt x="6771818" y="4045686"/>
                  </a:lnTo>
                  <a:lnTo>
                    <a:pt x="6769951" y="4043819"/>
                  </a:lnTo>
                  <a:lnTo>
                    <a:pt x="6768833" y="4043349"/>
                  </a:lnTo>
                  <a:lnTo>
                    <a:pt x="6766204" y="4043349"/>
                  </a:lnTo>
                  <a:lnTo>
                    <a:pt x="6765074" y="4043819"/>
                  </a:lnTo>
                  <a:lnTo>
                    <a:pt x="6763220" y="4045686"/>
                  </a:lnTo>
                  <a:lnTo>
                    <a:pt x="6762750" y="4046804"/>
                  </a:lnTo>
                  <a:lnTo>
                    <a:pt x="6762750" y="4049433"/>
                  </a:lnTo>
                  <a:lnTo>
                    <a:pt x="6763220" y="4050550"/>
                  </a:lnTo>
                  <a:lnTo>
                    <a:pt x="6765074" y="4052417"/>
                  </a:lnTo>
                  <a:lnTo>
                    <a:pt x="6766204" y="4052874"/>
                  </a:lnTo>
                  <a:lnTo>
                    <a:pt x="6768833" y="4052874"/>
                  </a:lnTo>
                  <a:lnTo>
                    <a:pt x="6769951" y="4052417"/>
                  </a:lnTo>
                  <a:lnTo>
                    <a:pt x="6771818" y="4050550"/>
                  </a:lnTo>
                  <a:lnTo>
                    <a:pt x="6772275" y="4049433"/>
                  </a:lnTo>
                  <a:lnTo>
                    <a:pt x="6772275" y="4046804"/>
                  </a:lnTo>
                  <a:close/>
                </a:path>
                <a:path w="7391400" h="4057650">
                  <a:moveTo>
                    <a:pt x="6772275" y="2917037"/>
                  </a:moveTo>
                  <a:lnTo>
                    <a:pt x="6771818" y="2915907"/>
                  </a:lnTo>
                  <a:lnTo>
                    <a:pt x="6769951" y="2914053"/>
                  </a:lnTo>
                  <a:lnTo>
                    <a:pt x="6768833" y="2913583"/>
                  </a:lnTo>
                  <a:lnTo>
                    <a:pt x="6766204" y="2913583"/>
                  </a:lnTo>
                  <a:lnTo>
                    <a:pt x="6765074" y="2914053"/>
                  </a:lnTo>
                  <a:lnTo>
                    <a:pt x="6763220" y="2915907"/>
                  </a:lnTo>
                  <a:lnTo>
                    <a:pt x="6762750" y="2917037"/>
                  </a:lnTo>
                  <a:lnTo>
                    <a:pt x="6762750" y="2919666"/>
                  </a:lnTo>
                  <a:lnTo>
                    <a:pt x="6763220" y="2920784"/>
                  </a:lnTo>
                  <a:lnTo>
                    <a:pt x="6765074" y="2922651"/>
                  </a:lnTo>
                  <a:lnTo>
                    <a:pt x="6766204" y="2923108"/>
                  </a:lnTo>
                  <a:lnTo>
                    <a:pt x="6768833" y="2923108"/>
                  </a:lnTo>
                  <a:lnTo>
                    <a:pt x="6769951" y="2922651"/>
                  </a:lnTo>
                  <a:lnTo>
                    <a:pt x="6771818" y="2920784"/>
                  </a:lnTo>
                  <a:lnTo>
                    <a:pt x="6772275" y="2919666"/>
                  </a:lnTo>
                  <a:lnTo>
                    <a:pt x="6772275" y="2917037"/>
                  </a:lnTo>
                  <a:close/>
                </a:path>
                <a:path w="7391400" h="4057650">
                  <a:moveTo>
                    <a:pt x="6772275" y="1787258"/>
                  </a:moveTo>
                  <a:lnTo>
                    <a:pt x="6771818" y="1786140"/>
                  </a:lnTo>
                  <a:lnTo>
                    <a:pt x="6769951" y="1784273"/>
                  </a:lnTo>
                  <a:lnTo>
                    <a:pt x="6768833" y="1783816"/>
                  </a:lnTo>
                  <a:lnTo>
                    <a:pt x="6766204" y="1783816"/>
                  </a:lnTo>
                  <a:lnTo>
                    <a:pt x="6765074" y="1784273"/>
                  </a:lnTo>
                  <a:lnTo>
                    <a:pt x="6763220" y="1786140"/>
                  </a:lnTo>
                  <a:lnTo>
                    <a:pt x="6762750" y="1787258"/>
                  </a:lnTo>
                  <a:lnTo>
                    <a:pt x="6762750" y="1789887"/>
                  </a:lnTo>
                  <a:lnTo>
                    <a:pt x="6763220" y="1791017"/>
                  </a:lnTo>
                  <a:lnTo>
                    <a:pt x="6765074" y="1792871"/>
                  </a:lnTo>
                  <a:lnTo>
                    <a:pt x="6766204" y="1793341"/>
                  </a:lnTo>
                  <a:lnTo>
                    <a:pt x="6768833" y="1793341"/>
                  </a:lnTo>
                  <a:lnTo>
                    <a:pt x="6769951" y="1792871"/>
                  </a:lnTo>
                  <a:lnTo>
                    <a:pt x="6771818" y="1791017"/>
                  </a:lnTo>
                  <a:lnTo>
                    <a:pt x="6772275" y="1789887"/>
                  </a:lnTo>
                  <a:lnTo>
                    <a:pt x="6772275" y="1787258"/>
                  </a:lnTo>
                  <a:close/>
                </a:path>
                <a:path w="7391400" h="4057650">
                  <a:moveTo>
                    <a:pt x="6772275" y="657491"/>
                  </a:moveTo>
                  <a:lnTo>
                    <a:pt x="6771818" y="656374"/>
                  </a:lnTo>
                  <a:lnTo>
                    <a:pt x="6769951" y="654507"/>
                  </a:lnTo>
                  <a:lnTo>
                    <a:pt x="6768833" y="654037"/>
                  </a:lnTo>
                  <a:lnTo>
                    <a:pt x="6766204" y="654037"/>
                  </a:lnTo>
                  <a:lnTo>
                    <a:pt x="6765074" y="654507"/>
                  </a:lnTo>
                  <a:lnTo>
                    <a:pt x="6763220" y="656374"/>
                  </a:lnTo>
                  <a:lnTo>
                    <a:pt x="6762750" y="657491"/>
                  </a:lnTo>
                  <a:lnTo>
                    <a:pt x="6762750" y="660120"/>
                  </a:lnTo>
                  <a:lnTo>
                    <a:pt x="6763220" y="661238"/>
                  </a:lnTo>
                  <a:lnTo>
                    <a:pt x="6765074" y="663105"/>
                  </a:lnTo>
                  <a:lnTo>
                    <a:pt x="6766204" y="663562"/>
                  </a:lnTo>
                  <a:lnTo>
                    <a:pt x="6768833" y="663562"/>
                  </a:lnTo>
                  <a:lnTo>
                    <a:pt x="6769951" y="663105"/>
                  </a:lnTo>
                  <a:lnTo>
                    <a:pt x="6771818" y="661238"/>
                  </a:lnTo>
                  <a:lnTo>
                    <a:pt x="6772275" y="660120"/>
                  </a:lnTo>
                  <a:lnTo>
                    <a:pt x="6772275" y="657491"/>
                  </a:lnTo>
                  <a:close/>
                </a:path>
                <a:path w="7391400" h="4057650">
                  <a:moveTo>
                    <a:pt x="6819900" y="4046804"/>
                  </a:moveTo>
                  <a:lnTo>
                    <a:pt x="6819443" y="4045686"/>
                  </a:lnTo>
                  <a:lnTo>
                    <a:pt x="6817576" y="4043819"/>
                  </a:lnTo>
                  <a:lnTo>
                    <a:pt x="6816458" y="4043349"/>
                  </a:lnTo>
                  <a:lnTo>
                    <a:pt x="6813829" y="4043349"/>
                  </a:lnTo>
                  <a:lnTo>
                    <a:pt x="6812699" y="4043819"/>
                  </a:lnTo>
                  <a:lnTo>
                    <a:pt x="6810845" y="4045686"/>
                  </a:lnTo>
                  <a:lnTo>
                    <a:pt x="6810375" y="4046804"/>
                  </a:lnTo>
                  <a:lnTo>
                    <a:pt x="6810375" y="4049433"/>
                  </a:lnTo>
                  <a:lnTo>
                    <a:pt x="6810845" y="4050550"/>
                  </a:lnTo>
                  <a:lnTo>
                    <a:pt x="6812699" y="4052417"/>
                  </a:lnTo>
                  <a:lnTo>
                    <a:pt x="6813829" y="4052874"/>
                  </a:lnTo>
                  <a:lnTo>
                    <a:pt x="6816458" y="4052874"/>
                  </a:lnTo>
                  <a:lnTo>
                    <a:pt x="6817576" y="4052417"/>
                  </a:lnTo>
                  <a:lnTo>
                    <a:pt x="6819443" y="4050550"/>
                  </a:lnTo>
                  <a:lnTo>
                    <a:pt x="6819900" y="4049433"/>
                  </a:lnTo>
                  <a:lnTo>
                    <a:pt x="6819900" y="4046804"/>
                  </a:lnTo>
                  <a:close/>
                </a:path>
                <a:path w="7391400" h="4057650">
                  <a:moveTo>
                    <a:pt x="6819900" y="2917037"/>
                  </a:moveTo>
                  <a:lnTo>
                    <a:pt x="6819443" y="2915907"/>
                  </a:lnTo>
                  <a:lnTo>
                    <a:pt x="6817576" y="2914053"/>
                  </a:lnTo>
                  <a:lnTo>
                    <a:pt x="6816458" y="2913583"/>
                  </a:lnTo>
                  <a:lnTo>
                    <a:pt x="6813829" y="2913583"/>
                  </a:lnTo>
                  <a:lnTo>
                    <a:pt x="6812699" y="2914053"/>
                  </a:lnTo>
                  <a:lnTo>
                    <a:pt x="6810845" y="2915907"/>
                  </a:lnTo>
                  <a:lnTo>
                    <a:pt x="6810375" y="2917037"/>
                  </a:lnTo>
                  <a:lnTo>
                    <a:pt x="6810375" y="2919666"/>
                  </a:lnTo>
                  <a:lnTo>
                    <a:pt x="6810845" y="2920784"/>
                  </a:lnTo>
                  <a:lnTo>
                    <a:pt x="6812699" y="2922651"/>
                  </a:lnTo>
                  <a:lnTo>
                    <a:pt x="6813829" y="2923108"/>
                  </a:lnTo>
                  <a:lnTo>
                    <a:pt x="6816458" y="2923108"/>
                  </a:lnTo>
                  <a:lnTo>
                    <a:pt x="6817576" y="2922651"/>
                  </a:lnTo>
                  <a:lnTo>
                    <a:pt x="6819443" y="2920784"/>
                  </a:lnTo>
                  <a:lnTo>
                    <a:pt x="6819900" y="2919666"/>
                  </a:lnTo>
                  <a:lnTo>
                    <a:pt x="6819900" y="2917037"/>
                  </a:lnTo>
                  <a:close/>
                </a:path>
                <a:path w="7391400" h="4057650">
                  <a:moveTo>
                    <a:pt x="6819900" y="1787258"/>
                  </a:moveTo>
                  <a:lnTo>
                    <a:pt x="6819443" y="1786140"/>
                  </a:lnTo>
                  <a:lnTo>
                    <a:pt x="6817576" y="1784273"/>
                  </a:lnTo>
                  <a:lnTo>
                    <a:pt x="6816458" y="1783816"/>
                  </a:lnTo>
                  <a:lnTo>
                    <a:pt x="6813829" y="1783816"/>
                  </a:lnTo>
                  <a:lnTo>
                    <a:pt x="6812699" y="1784273"/>
                  </a:lnTo>
                  <a:lnTo>
                    <a:pt x="6810845" y="1786140"/>
                  </a:lnTo>
                  <a:lnTo>
                    <a:pt x="6810375" y="1787258"/>
                  </a:lnTo>
                  <a:lnTo>
                    <a:pt x="6810375" y="1789887"/>
                  </a:lnTo>
                  <a:lnTo>
                    <a:pt x="6810845" y="1791017"/>
                  </a:lnTo>
                  <a:lnTo>
                    <a:pt x="6812699" y="1792871"/>
                  </a:lnTo>
                  <a:lnTo>
                    <a:pt x="6813829" y="1793341"/>
                  </a:lnTo>
                  <a:lnTo>
                    <a:pt x="6816458" y="1793341"/>
                  </a:lnTo>
                  <a:lnTo>
                    <a:pt x="6817576" y="1792871"/>
                  </a:lnTo>
                  <a:lnTo>
                    <a:pt x="6819443" y="1791017"/>
                  </a:lnTo>
                  <a:lnTo>
                    <a:pt x="6819900" y="1789887"/>
                  </a:lnTo>
                  <a:lnTo>
                    <a:pt x="6819900" y="1787258"/>
                  </a:lnTo>
                  <a:close/>
                </a:path>
                <a:path w="7391400" h="4057650">
                  <a:moveTo>
                    <a:pt x="6819900" y="657491"/>
                  </a:moveTo>
                  <a:lnTo>
                    <a:pt x="6819443" y="656374"/>
                  </a:lnTo>
                  <a:lnTo>
                    <a:pt x="6817576" y="654507"/>
                  </a:lnTo>
                  <a:lnTo>
                    <a:pt x="6816458" y="654037"/>
                  </a:lnTo>
                  <a:lnTo>
                    <a:pt x="6813829" y="654037"/>
                  </a:lnTo>
                  <a:lnTo>
                    <a:pt x="6812699" y="654507"/>
                  </a:lnTo>
                  <a:lnTo>
                    <a:pt x="6810845" y="656374"/>
                  </a:lnTo>
                  <a:lnTo>
                    <a:pt x="6810375" y="657491"/>
                  </a:lnTo>
                  <a:lnTo>
                    <a:pt x="6810375" y="660120"/>
                  </a:lnTo>
                  <a:lnTo>
                    <a:pt x="6810845" y="661238"/>
                  </a:lnTo>
                  <a:lnTo>
                    <a:pt x="6812699" y="663105"/>
                  </a:lnTo>
                  <a:lnTo>
                    <a:pt x="6813829" y="663562"/>
                  </a:lnTo>
                  <a:lnTo>
                    <a:pt x="6816458" y="663562"/>
                  </a:lnTo>
                  <a:lnTo>
                    <a:pt x="6817576" y="663105"/>
                  </a:lnTo>
                  <a:lnTo>
                    <a:pt x="6819443" y="661238"/>
                  </a:lnTo>
                  <a:lnTo>
                    <a:pt x="6819900" y="660120"/>
                  </a:lnTo>
                  <a:lnTo>
                    <a:pt x="6819900" y="657491"/>
                  </a:lnTo>
                  <a:close/>
                </a:path>
                <a:path w="7391400" h="4057650">
                  <a:moveTo>
                    <a:pt x="6867525" y="4046804"/>
                  </a:moveTo>
                  <a:lnTo>
                    <a:pt x="6867068" y="4045686"/>
                  </a:lnTo>
                  <a:lnTo>
                    <a:pt x="6865201" y="4043819"/>
                  </a:lnTo>
                  <a:lnTo>
                    <a:pt x="6864083" y="4043349"/>
                  </a:lnTo>
                  <a:lnTo>
                    <a:pt x="6861454" y="4043349"/>
                  </a:lnTo>
                  <a:lnTo>
                    <a:pt x="6860324" y="4043819"/>
                  </a:lnTo>
                  <a:lnTo>
                    <a:pt x="6858470" y="4045686"/>
                  </a:lnTo>
                  <a:lnTo>
                    <a:pt x="6858000" y="4046804"/>
                  </a:lnTo>
                  <a:lnTo>
                    <a:pt x="6858000" y="4049433"/>
                  </a:lnTo>
                  <a:lnTo>
                    <a:pt x="6858470" y="4050550"/>
                  </a:lnTo>
                  <a:lnTo>
                    <a:pt x="6860324" y="4052417"/>
                  </a:lnTo>
                  <a:lnTo>
                    <a:pt x="6861454" y="4052874"/>
                  </a:lnTo>
                  <a:lnTo>
                    <a:pt x="6864083" y="4052874"/>
                  </a:lnTo>
                  <a:lnTo>
                    <a:pt x="6865201" y="4052417"/>
                  </a:lnTo>
                  <a:lnTo>
                    <a:pt x="6867068" y="4050550"/>
                  </a:lnTo>
                  <a:lnTo>
                    <a:pt x="6867525" y="4049433"/>
                  </a:lnTo>
                  <a:lnTo>
                    <a:pt x="6867525" y="4046804"/>
                  </a:lnTo>
                  <a:close/>
                </a:path>
                <a:path w="7391400" h="4057650">
                  <a:moveTo>
                    <a:pt x="6867525" y="2917037"/>
                  </a:moveTo>
                  <a:lnTo>
                    <a:pt x="6867068" y="2915907"/>
                  </a:lnTo>
                  <a:lnTo>
                    <a:pt x="6865201" y="2914053"/>
                  </a:lnTo>
                  <a:lnTo>
                    <a:pt x="6864083" y="2913583"/>
                  </a:lnTo>
                  <a:lnTo>
                    <a:pt x="6861454" y="2913583"/>
                  </a:lnTo>
                  <a:lnTo>
                    <a:pt x="6860324" y="2914053"/>
                  </a:lnTo>
                  <a:lnTo>
                    <a:pt x="6858470" y="2915907"/>
                  </a:lnTo>
                  <a:lnTo>
                    <a:pt x="6858000" y="2917037"/>
                  </a:lnTo>
                  <a:lnTo>
                    <a:pt x="6858000" y="2919666"/>
                  </a:lnTo>
                  <a:lnTo>
                    <a:pt x="6858470" y="2920784"/>
                  </a:lnTo>
                  <a:lnTo>
                    <a:pt x="6860324" y="2922651"/>
                  </a:lnTo>
                  <a:lnTo>
                    <a:pt x="6861454" y="2923108"/>
                  </a:lnTo>
                  <a:lnTo>
                    <a:pt x="6864083" y="2923108"/>
                  </a:lnTo>
                  <a:lnTo>
                    <a:pt x="6865201" y="2922651"/>
                  </a:lnTo>
                  <a:lnTo>
                    <a:pt x="6867068" y="2920784"/>
                  </a:lnTo>
                  <a:lnTo>
                    <a:pt x="6867525" y="2919666"/>
                  </a:lnTo>
                  <a:lnTo>
                    <a:pt x="6867525" y="2917037"/>
                  </a:lnTo>
                  <a:close/>
                </a:path>
                <a:path w="7391400" h="4057650">
                  <a:moveTo>
                    <a:pt x="6867525" y="1787258"/>
                  </a:moveTo>
                  <a:lnTo>
                    <a:pt x="6867068" y="1786140"/>
                  </a:lnTo>
                  <a:lnTo>
                    <a:pt x="6865201" y="1784273"/>
                  </a:lnTo>
                  <a:lnTo>
                    <a:pt x="6864083" y="1783816"/>
                  </a:lnTo>
                  <a:lnTo>
                    <a:pt x="6861454" y="1783816"/>
                  </a:lnTo>
                  <a:lnTo>
                    <a:pt x="6860324" y="1784273"/>
                  </a:lnTo>
                  <a:lnTo>
                    <a:pt x="6858470" y="1786140"/>
                  </a:lnTo>
                  <a:lnTo>
                    <a:pt x="6858000" y="1787258"/>
                  </a:lnTo>
                  <a:lnTo>
                    <a:pt x="6858000" y="1789887"/>
                  </a:lnTo>
                  <a:lnTo>
                    <a:pt x="6858470" y="1791017"/>
                  </a:lnTo>
                  <a:lnTo>
                    <a:pt x="6860324" y="1792871"/>
                  </a:lnTo>
                  <a:lnTo>
                    <a:pt x="6861454" y="1793341"/>
                  </a:lnTo>
                  <a:lnTo>
                    <a:pt x="6864083" y="1793341"/>
                  </a:lnTo>
                  <a:lnTo>
                    <a:pt x="6865201" y="1792871"/>
                  </a:lnTo>
                  <a:lnTo>
                    <a:pt x="6867068" y="1791017"/>
                  </a:lnTo>
                  <a:lnTo>
                    <a:pt x="6867525" y="1789887"/>
                  </a:lnTo>
                  <a:lnTo>
                    <a:pt x="6867525" y="1787258"/>
                  </a:lnTo>
                  <a:close/>
                </a:path>
                <a:path w="7391400" h="4057650">
                  <a:moveTo>
                    <a:pt x="6867525" y="657491"/>
                  </a:moveTo>
                  <a:lnTo>
                    <a:pt x="6867068" y="656374"/>
                  </a:lnTo>
                  <a:lnTo>
                    <a:pt x="6865201" y="654507"/>
                  </a:lnTo>
                  <a:lnTo>
                    <a:pt x="6864083" y="654037"/>
                  </a:lnTo>
                  <a:lnTo>
                    <a:pt x="6861454" y="654037"/>
                  </a:lnTo>
                  <a:lnTo>
                    <a:pt x="6860324" y="654507"/>
                  </a:lnTo>
                  <a:lnTo>
                    <a:pt x="6858470" y="656374"/>
                  </a:lnTo>
                  <a:lnTo>
                    <a:pt x="6858000" y="657491"/>
                  </a:lnTo>
                  <a:lnTo>
                    <a:pt x="6858000" y="660120"/>
                  </a:lnTo>
                  <a:lnTo>
                    <a:pt x="6858470" y="661238"/>
                  </a:lnTo>
                  <a:lnTo>
                    <a:pt x="6860324" y="663105"/>
                  </a:lnTo>
                  <a:lnTo>
                    <a:pt x="6861454" y="663562"/>
                  </a:lnTo>
                  <a:lnTo>
                    <a:pt x="6864083" y="663562"/>
                  </a:lnTo>
                  <a:lnTo>
                    <a:pt x="6865201" y="663105"/>
                  </a:lnTo>
                  <a:lnTo>
                    <a:pt x="6867068" y="661238"/>
                  </a:lnTo>
                  <a:lnTo>
                    <a:pt x="6867525" y="660120"/>
                  </a:lnTo>
                  <a:lnTo>
                    <a:pt x="6867525" y="657491"/>
                  </a:lnTo>
                  <a:close/>
                </a:path>
                <a:path w="7391400" h="4057650">
                  <a:moveTo>
                    <a:pt x="6915150" y="4046804"/>
                  </a:moveTo>
                  <a:lnTo>
                    <a:pt x="6914693" y="4045686"/>
                  </a:lnTo>
                  <a:lnTo>
                    <a:pt x="6912826" y="4043819"/>
                  </a:lnTo>
                  <a:lnTo>
                    <a:pt x="6911708" y="4043349"/>
                  </a:lnTo>
                  <a:lnTo>
                    <a:pt x="6909079" y="4043349"/>
                  </a:lnTo>
                  <a:lnTo>
                    <a:pt x="6907949" y="4043819"/>
                  </a:lnTo>
                  <a:lnTo>
                    <a:pt x="6906095" y="4045686"/>
                  </a:lnTo>
                  <a:lnTo>
                    <a:pt x="6905625" y="4046804"/>
                  </a:lnTo>
                  <a:lnTo>
                    <a:pt x="6905625" y="4049433"/>
                  </a:lnTo>
                  <a:lnTo>
                    <a:pt x="6906095" y="4050550"/>
                  </a:lnTo>
                  <a:lnTo>
                    <a:pt x="6907949" y="4052417"/>
                  </a:lnTo>
                  <a:lnTo>
                    <a:pt x="6909079" y="4052874"/>
                  </a:lnTo>
                  <a:lnTo>
                    <a:pt x="6911708" y="4052874"/>
                  </a:lnTo>
                  <a:lnTo>
                    <a:pt x="6912826" y="4052417"/>
                  </a:lnTo>
                  <a:lnTo>
                    <a:pt x="6914693" y="4050550"/>
                  </a:lnTo>
                  <a:lnTo>
                    <a:pt x="6915150" y="4049433"/>
                  </a:lnTo>
                  <a:lnTo>
                    <a:pt x="6915150" y="4046804"/>
                  </a:lnTo>
                  <a:close/>
                </a:path>
                <a:path w="7391400" h="4057650">
                  <a:moveTo>
                    <a:pt x="6915150" y="2917037"/>
                  </a:moveTo>
                  <a:lnTo>
                    <a:pt x="6914693" y="2915907"/>
                  </a:lnTo>
                  <a:lnTo>
                    <a:pt x="6912826" y="2914053"/>
                  </a:lnTo>
                  <a:lnTo>
                    <a:pt x="6911708" y="2913583"/>
                  </a:lnTo>
                  <a:lnTo>
                    <a:pt x="6909079" y="2913583"/>
                  </a:lnTo>
                  <a:lnTo>
                    <a:pt x="6907949" y="2914053"/>
                  </a:lnTo>
                  <a:lnTo>
                    <a:pt x="6906095" y="2915907"/>
                  </a:lnTo>
                  <a:lnTo>
                    <a:pt x="6905625" y="2917037"/>
                  </a:lnTo>
                  <a:lnTo>
                    <a:pt x="6905625" y="2919666"/>
                  </a:lnTo>
                  <a:lnTo>
                    <a:pt x="6906095" y="2920784"/>
                  </a:lnTo>
                  <a:lnTo>
                    <a:pt x="6907949" y="2922651"/>
                  </a:lnTo>
                  <a:lnTo>
                    <a:pt x="6909079" y="2923108"/>
                  </a:lnTo>
                  <a:lnTo>
                    <a:pt x="6911708" y="2923108"/>
                  </a:lnTo>
                  <a:lnTo>
                    <a:pt x="6912826" y="2922651"/>
                  </a:lnTo>
                  <a:lnTo>
                    <a:pt x="6914693" y="2920784"/>
                  </a:lnTo>
                  <a:lnTo>
                    <a:pt x="6915150" y="2919666"/>
                  </a:lnTo>
                  <a:lnTo>
                    <a:pt x="6915150" y="2917037"/>
                  </a:lnTo>
                  <a:close/>
                </a:path>
                <a:path w="7391400" h="4057650">
                  <a:moveTo>
                    <a:pt x="6915150" y="1787258"/>
                  </a:moveTo>
                  <a:lnTo>
                    <a:pt x="6914693" y="1786140"/>
                  </a:lnTo>
                  <a:lnTo>
                    <a:pt x="6912826" y="1784273"/>
                  </a:lnTo>
                  <a:lnTo>
                    <a:pt x="6911708" y="1783816"/>
                  </a:lnTo>
                  <a:lnTo>
                    <a:pt x="6909079" y="1783816"/>
                  </a:lnTo>
                  <a:lnTo>
                    <a:pt x="6907949" y="1784273"/>
                  </a:lnTo>
                  <a:lnTo>
                    <a:pt x="6906095" y="1786140"/>
                  </a:lnTo>
                  <a:lnTo>
                    <a:pt x="6905625" y="1787258"/>
                  </a:lnTo>
                  <a:lnTo>
                    <a:pt x="6905625" y="1789887"/>
                  </a:lnTo>
                  <a:lnTo>
                    <a:pt x="6906095" y="1791017"/>
                  </a:lnTo>
                  <a:lnTo>
                    <a:pt x="6907949" y="1792871"/>
                  </a:lnTo>
                  <a:lnTo>
                    <a:pt x="6909079" y="1793341"/>
                  </a:lnTo>
                  <a:lnTo>
                    <a:pt x="6911708" y="1793341"/>
                  </a:lnTo>
                  <a:lnTo>
                    <a:pt x="6912826" y="1792871"/>
                  </a:lnTo>
                  <a:lnTo>
                    <a:pt x="6914693" y="1791017"/>
                  </a:lnTo>
                  <a:lnTo>
                    <a:pt x="6915150" y="1789887"/>
                  </a:lnTo>
                  <a:lnTo>
                    <a:pt x="6915150" y="1787258"/>
                  </a:lnTo>
                  <a:close/>
                </a:path>
                <a:path w="7391400" h="4057650">
                  <a:moveTo>
                    <a:pt x="6915150" y="657491"/>
                  </a:moveTo>
                  <a:lnTo>
                    <a:pt x="6914693" y="656374"/>
                  </a:lnTo>
                  <a:lnTo>
                    <a:pt x="6912826" y="654507"/>
                  </a:lnTo>
                  <a:lnTo>
                    <a:pt x="6911708" y="654037"/>
                  </a:lnTo>
                  <a:lnTo>
                    <a:pt x="6909079" y="654037"/>
                  </a:lnTo>
                  <a:lnTo>
                    <a:pt x="6907949" y="654507"/>
                  </a:lnTo>
                  <a:lnTo>
                    <a:pt x="6906095" y="656374"/>
                  </a:lnTo>
                  <a:lnTo>
                    <a:pt x="6905625" y="657491"/>
                  </a:lnTo>
                  <a:lnTo>
                    <a:pt x="6905625" y="660120"/>
                  </a:lnTo>
                  <a:lnTo>
                    <a:pt x="6906095" y="661238"/>
                  </a:lnTo>
                  <a:lnTo>
                    <a:pt x="6907949" y="663105"/>
                  </a:lnTo>
                  <a:lnTo>
                    <a:pt x="6909079" y="663562"/>
                  </a:lnTo>
                  <a:lnTo>
                    <a:pt x="6911708" y="663562"/>
                  </a:lnTo>
                  <a:lnTo>
                    <a:pt x="6912826" y="663105"/>
                  </a:lnTo>
                  <a:lnTo>
                    <a:pt x="6914693" y="661238"/>
                  </a:lnTo>
                  <a:lnTo>
                    <a:pt x="6915150" y="660120"/>
                  </a:lnTo>
                  <a:lnTo>
                    <a:pt x="6915150" y="657491"/>
                  </a:lnTo>
                  <a:close/>
                </a:path>
                <a:path w="7391400" h="4057650">
                  <a:moveTo>
                    <a:pt x="6962775" y="4046804"/>
                  </a:moveTo>
                  <a:lnTo>
                    <a:pt x="6962318" y="4045686"/>
                  </a:lnTo>
                  <a:lnTo>
                    <a:pt x="6960451" y="4043819"/>
                  </a:lnTo>
                  <a:lnTo>
                    <a:pt x="6959333" y="4043349"/>
                  </a:lnTo>
                  <a:lnTo>
                    <a:pt x="6956704" y="4043349"/>
                  </a:lnTo>
                  <a:lnTo>
                    <a:pt x="6955587" y="4043819"/>
                  </a:lnTo>
                  <a:lnTo>
                    <a:pt x="6953720" y="4045686"/>
                  </a:lnTo>
                  <a:lnTo>
                    <a:pt x="6953250" y="4046804"/>
                  </a:lnTo>
                  <a:lnTo>
                    <a:pt x="6953250" y="4049433"/>
                  </a:lnTo>
                  <a:lnTo>
                    <a:pt x="6953720" y="4050550"/>
                  </a:lnTo>
                  <a:lnTo>
                    <a:pt x="6955587" y="4052417"/>
                  </a:lnTo>
                  <a:lnTo>
                    <a:pt x="6956704" y="4052874"/>
                  </a:lnTo>
                  <a:lnTo>
                    <a:pt x="6959333" y="4052874"/>
                  </a:lnTo>
                  <a:lnTo>
                    <a:pt x="6960451" y="4052417"/>
                  </a:lnTo>
                  <a:lnTo>
                    <a:pt x="6962318" y="4050550"/>
                  </a:lnTo>
                  <a:lnTo>
                    <a:pt x="6962775" y="4049433"/>
                  </a:lnTo>
                  <a:lnTo>
                    <a:pt x="6962775" y="4046804"/>
                  </a:lnTo>
                  <a:close/>
                </a:path>
                <a:path w="7391400" h="4057650">
                  <a:moveTo>
                    <a:pt x="6962775" y="2917037"/>
                  </a:moveTo>
                  <a:lnTo>
                    <a:pt x="6962318" y="2915907"/>
                  </a:lnTo>
                  <a:lnTo>
                    <a:pt x="6960451" y="2914053"/>
                  </a:lnTo>
                  <a:lnTo>
                    <a:pt x="6959333" y="2913583"/>
                  </a:lnTo>
                  <a:lnTo>
                    <a:pt x="6956704" y="2913583"/>
                  </a:lnTo>
                  <a:lnTo>
                    <a:pt x="6955587" y="2914053"/>
                  </a:lnTo>
                  <a:lnTo>
                    <a:pt x="6953720" y="2915907"/>
                  </a:lnTo>
                  <a:lnTo>
                    <a:pt x="6953250" y="2917037"/>
                  </a:lnTo>
                  <a:lnTo>
                    <a:pt x="6953250" y="2919666"/>
                  </a:lnTo>
                  <a:lnTo>
                    <a:pt x="6953720" y="2920784"/>
                  </a:lnTo>
                  <a:lnTo>
                    <a:pt x="6955587" y="2922651"/>
                  </a:lnTo>
                  <a:lnTo>
                    <a:pt x="6956704" y="2923108"/>
                  </a:lnTo>
                  <a:lnTo>
                    <a:pt x="6959333" y="2923108"/>
                  </a:lnTo>
                  <a:lnTo>
                    <a:pt x="6960451" y="2922651"/>
                  </a:lnTo>
                  <a:lnTo>
                    <a:pt x="6962318" y="2920784"/>
                  </a:lnTo>
                  <a:lnTo>
                    <a:pt x="6962775" y="2919666"/>
                  </a:lnTo>
                  <a:lnTo>
                    <a:pt x="6962775" y="2917037"/>
                  </a:lnTo>
                  <a:close/>
                </a:path>
                <a:path w="7391400" h="4057650">
                  <a:moveTo>
                    <a:pt x="6962775" y="1787258"/>
                  </a:moveTo>
                  <a:lnTo>
                    <a:pt x="6962318" y="1786140"/>
                  </a:lnTo>
                  <a:lnTo>
                    <a:pt x="6960451" y="1784273"/>
                  </a:lnTo>
                  <a:lnTo>
                    <a:pt x="6959333" y="1783816"/>
                  </a:lnTo>
                  <a:lnTo>
                    <a:pt x="6956704" y="1783816"/>
                  </a:lnTo>
                  <a:lnTo>
                    <a:pt x="6955587" y="1784273"/>
                  </a:lnTo>
                  <a:lnTo>
                    <a:pt x="6953720" y="1786140"/>
                  </a:lnTo>
                  <a:lnTo>
                    <a:pt x="6953250" y="1787258"/>
                  </a:lnTo>
                  <a:lnTo>
                    <a:pt x="6953250" y="1789887"/>
                  </a:lnTo>
                  <a:lnTo>
                    <a:pt x="6953720" y="1791017"/>
                  </a:lnTo>
                  <a:lnTo>
                    <a:pt x="6955587" y="1792871"/>
                  </a:lnTo>
                  <a:lnTo>
                    <a:pt x="6956704" y="1793341"/>
                  </a:lnTo>
                  <a:lnTo>
                    <a:pt x="6959333" y="1793341"/>
                  </a:lnTo>
                  <a:lnTo>
                    <a:pt x="6960451" y="1792871"/>
                  </a:lnTo>
                  <a:lnTo>
                    <a:pt x="6962318" y="1791017"/>
                  </a:lnTo>
                  <a:lnTo>
                    <a:pt x="6962775" y="1789887"/>
                  </a:lnTo>
                  <a:lnTo>
                    <a:pt x="6962775" y="1787258"/>
                  </a:lnTo>
                  <a:close/>
                </a:path>
                <a:path w="7391400" h="4057650">
                  <a:moveTo>
                    <a:pt x="6962775" y="657491"/>
                  </a:moveTo>
                  <a:lnTo>
                    <a:pt x="6962318" y="656374"/>
                  </a:lnTo>
                  <a:lnTo>
                    <a:pt x="6960451" y="654507"/>
                  </a:lnTo>
                  <a:lnTo>
                    <a:pt x="6959333" y="654037"/>
                  </a:lnTo>
                  <a:lnTo>
                    <a:pt x="6956704" y="654037"/>
                  </a:lnTo>
                  <a:lnTo>
                    <a:pt x="6955587" y="654507"/>
                  </a:lnTo>
                  <a:lnTo>
                    <a:pt x="6953720" y="656374"/>
                  </a:lnTo>
                  <a:lnTo>
                    <a:pt x="6953250" y="657491"/>
                  </a:lnTo>
                  <a:lnTo>
                    <a:pt x="6953250" y="660120"/>
                  </a:lnTo>
                  <a:lnTo>
                    <a:pt x="6953720" y="661238"/>
                  </a:lnTo>
                  <a:lnTo>
                    <a:pt x="6955587" y="663105"/>
                  </a:lnTo>
                  <a:lnTo>
                    <a:pt x="6956704" y="663562"/>
                  </a:lnTo>
                  <a:lnTo>
                    <a:pt x="6959333" y="663562"/>
                  </a:lnTo>
                  <a:lnTo>
                    <a:pt x="6960451" y="663105"/>
                  </a:lnTo>
                  <a:lnTo>
                    <a:pt x="6962318" y="661238"/>
                  </a:lnTo>
                  <a:lnTo>
                    <a:pt x="6962775" y="660120"/>
                  </a:lnTo>
                  <a:lnTo>
                    <a:pt x="6962775" y="657491"/>
                  </a:lnTo>
                  <a:close/>
                </a:path>
                <a:path w="7391400" h="4057650">
                  <a:moveTo>
                    <a:pt x="7010400" y="4046804"/>
                  </a:moveTo>
                  <a:lnTo>
                    <a:pt x="7009943" y="4045686"/>
                  </a:lnTo>
                  <a:lnTo>
                    <a:pt x="7008076" y="4043819"/>
                  </a:lnTo>
                  <a:lnTo>
                    <a:pt x="7006958" y="4043349"/>
                  </a:lnTo>
                  <a:lnTo>
                    <a:pt x="7004329" y="4043349"/>
                  </a:lnTo>
                  <a:lnTo>
                    <a:pt x="7003199" y="4043819"/>
                  </a:lnTo>
                  <a:lnTo>
                    <a:pt x="7001345" y="4045686"/>
                  </a:lnTo>
                  <a:lnTo>
                    <a:pt x="7000875" y="4046804"/>
                  </a:lnTo>
                  <a:lnTo>
                    <a:pt x="7000875" y="4049433"/>
                  </a:lnTo>
                  <a:lnTo>
                    <a:pt x="7001345" y="4050550"/>
                  </a:lnTo>
                  <a:lnTo>
                    <a:pt x="7003199" y="4052417"/>
                  </a:lnTo>
                  <a:lnTo>
                    <a:pt x="7004329" y="4052874"/>
                  </a:lnTo>
                  <a:lnTo>
                    <a:pt x="7006958" y="4052874"/>
                  </a:lnTo>
                  <a:lnTo>
                    <a:pt x="7008076" y="4052417"/>
                  </a:lnTo>
                  <a:lnTo>
                    <a:pt x="7009943" y="4050550"/>
                  </a:lnTo>
                  <a:lnTo>
                    <a:pt x="7010400" y="4049433"/>
                  </a:lnTo>
                  <a:lnTo>
                    <a:pt x="7010400" y="4046804"/>
                  </a:lnTo>
                  <a:close/>
                </a:path>
                <a:path w="7391400" h="4057650">
                  <a:moveTo>
                    <a:pt x="7010400" y="2917037"/>
                  </a:moveTo>
                  <a:lnTo>
                    <a:pt x="7009943" y="2915907"/>
                  </a:lnTo>
                  <a:lnTo>
                    <a:pt x="7008076" y="2914053"/>
                  </a:lnTo>
                  <a:lnTo>
                    <a:pt x="7006958" y="2913583"/>
                  </a:lnTo>
                  <a:lnTo>
                    <a:pt x="7004329" y="2913583"/>
                  </a:lnTo>
                  <a:lnTo>
                    <a:pt x="7003199" y="2914053"/>
                  </a:lnTo>
                  <a:lnTo>
                    <a:pt x="7001345" y="2915907"/>
                  </a:lnTo>
                  <a:lnTo>
                    <a:pt x="7000875" y="2917037"/>
                  </a:lnTo>
                  <a:lnTo>
                    <a:pt x="7000875" y="2919666"/>
                  </a:lnTo>
                  <a:lnTo>
                    <a:pt x="7001345" y="2920784"/>
                  </a:lnTo>
                  <a:lnTo>
                    <a:pt x="7003199" y="2922651"/>
                  </a:lnTo>
                  <a:lnTo>
                    <a:pt x="7004329" y="2923108"/>
                  </a:lnTo>
                  <a:lnTo>
                    <a:pt x="7006958" y="2923108"/>
                  </a:lnTo>
                  <a:lnTo>
                    <a:pt x="7008076" y="2922651"/>
                  </a:lnTo>
                  <a:lnTo>
                    <a:pt x="7009943" y="2920784"/>
                  </a:lnTo>
                  <a:lnTo>
                    <a:pt x="7010400" y="2919666"/>
                  </a:lnTo>
                  <a:lnTo>
                    <a:pt x="7010400" y="2917037"/>
                  </a:lnTo>
                  <a:close/>
                </a:path>
                <a:path w="7391400" h="4057650">
                  <a:moveTo>
                    <a:pt x="7010400" y="1787258"/>
                  </a:moveTo>
                  <a:lnTo>
                    <a:pt x="7009943" y="1786140"/>
                  </a:lnTo>
                  <a:lnTo>
                    <a:pt x="7008076" y="1784273"/>
                  </a:lnTo>
                  <a:lnTo>
                    <a:pt x="7006958" y="1783816"/>
                  </a:lnTo>
                  <a:lnTo>
                    <a:pt x="7004329" y="1783816"/>
                  </a:lnTo>
                  <a:lnTo>
                    <a:pt x="7003199" y="1784273"/>
                  </a:lnTo>
                  <a:lnTo>
                    <a:pt x="7001345" y="1786140"/>
                  </a:lnTo>
                  <a:lnTo>
                    <a:pt x="7000875" y="1787258"/>
                  </a:lnTo>
                  <a:lnTo>
                    <a:pt x="7000875" y="1789887"/>
                  </a:lnTo>
                  <a:lnTo>
                    <a:pt x="7001345" y="1791017"/>
                  </a:lnTo>
                  <a:lnTo>
                    <a:pt x="7003199" y="1792871"/>
                  </a:lnTo>
                  <a:lnTo>
                    <a:pt x="7004329" y="1793341"/>
                  </a:lnTo>
                  <a:lnTo>
                    <a:pt x="7006958" y="1793341"/>
                  </a:lnTo>
                  <a:lnTo>
                    <a:pt x="7008076" y="1792871"/>
                  </a:lnTo>
                  <a:lnTo>
                    <a:pt x="7009943" y="1791017"/>
                  </a:lnTo>
                  <a:lnTo>
                    <a:pt x="7010400" y="1789887"/>
                  </a:lnTo>
                  <a:lnTo>
                    <a:pt x="7010400" y="1787258"/>
                  </a:lnTo>
                  <a:close/>
                </a:path>
                <a:path w="7391400" h="4057650">
                  <a:moveTo>
                    <a:pt x="7010400" y="657491"/>
                  </a:moveTo>
                  <a:lnTo>
                    <a:pt x="7009943" y="656374"/>
                  </a:lnTo>
                  <a:lnTo>
                    <a:pt x="7008076" y="654507"/>
                  </a:lnTo>
                  <a:lnTo>
                    <a:pt x="7006958" y="654037"/>
                  </a:lnTo>
                  <a:lnTo>
                    <a:pt x="7004329" y="654037"/>
                  </a:lnTo>
                  <a:lnTo>
                    <a:pt x="7003199" y="654507"/>
                  </a:lnTo>
                  <a:lnTo>
                    <a:pt x="7001345" y="656374"/>
                  </a:lnTo>
                  <a:lnTo>
                    <a:pt x="7000875" y="657491"/>
                  </a:lnTo>
                  <a:lnTo>
                    <a:pt x="7000875" y="660120"/>
                  </a:lnTo>
                  <a:lnTo>
                    <a:pt x="7001345" y="661238"/>
                  </a:lnTo>
                  <a:lnTo>
                    <a:pt x="7003199" y="663105"/>
                  </a:lnTo>
                  <a:lnTo>
                    <a:pt x="7004329" y="663562"/>
                  </a:lnTo>
                  <a:lnTo>
                    <a:pt x="7006958" y="663562"/>
                  </a:lnTo>
                  <a:lnTo>
                    <a:pt x="7008076" y="663105"/>
                  </a:lnTo>
                  <a:lnTo>
                    <a:pt x="7009943" y="661238"/>
                  </a:lnTo>
                  <a:lnTo>
                    <a:pt x="7010400" y="660120"/>
                  </a:lnTo>
                  <a:lnTo>
                    <a:pt x="7010400" y="657491"/>
                  </a:lnTo>
                  <a:close/>
                </a:path>
                <a:path w="7391400" h="4057650">
                  <a:moveTo>
                    <a:pt x="7058025" y="4046804"/>
                  </a:moveTo>
                  <a:lnTo>
                    <a:pt x="7057568" y="4045686"/>
                  </a:lnTo>
                  <a:lnTo>
                    <a:pt x="7055701" y="4043819"/>
                  </a:lnTo>
                  <a:lnTo>
                    <a:pt x="7054583" y="4043349"/>
                  </a:lnTo>
                  <a:lnTo>
                    <a:pt x="7051954" y="4043349"/>
                  </a:lnTo>
                  <a:lnTo>
                    <a:pt x="7050837" y="4043819"/>
                  </a:lnTo>
                  <a:lnTo>
                    <a:pt x="7048970" y="4045686"/>
                  </a:lnTo>
                  <a:lnTo>
                    <a:pt x="7048500" y="4046804"/>
                  </a:lnTo>
                  <a:lnTo>
                    <a:pt x="7048500" y="4049433"/>
                  </a:lnTo>
                  <a:lnTo>
                    <a:pt x="7048970" y="4050550"/>
                  </a:lnTo>
                  <a:lnTo>
                    <a:pt x="7050837" y="4052417"/>
                  </a:lnTo>
                  <a:lnTo>
                    <a:pt x="7051954" y="4052874"/>
                  </a:lnTo>
                  <a:lnTo>
                    <a:pt x="7054583" y="4052874"/>
                  </a:lnTo>
                  <a:lnTo>
                    <a:pt x="7055701" y="4052417"/>
                  </a:lnTo>
                  <a:lnTo>
                    <a:pt x="7057568" y="4050550"/>
                  </a:lnTo>
                  <a:lnTo>
                    <a:pt x="7058025" y="4049433"/>
                  </a:lnTo>
                  <a:lnTo>
                    <a:pt x="7058025" y="4046804"/>
                  </a:lnTo>
                  <a:close/>
                </a:path>
                <a:path w="7391400" h="4057650">
                  <a:moveTo>
                    <a:pt x="7058025" y="2917037"/>
                  </a:moveTo>
                  <a:lnTo>
                    <a:pt x="7057568" y="2915907"/>
                  </a:lnTo>
                  <a:lnTo>
                    <a:pt x="7055701" y="2914053"/>
                  </a:lnTo>
                  <a:lnTo>
                    <a:pt x="7054583" y="2913583"/>
                  </a:lnTo>
                  <a:lnTo>
                    <a:pt x="7051954" y="2913583"/>
                  </a:lnTo>
                  <a:lnTo>
                    <a:pt x="7050837" y="2914053"/>
                  </a:lnTo>
                  <a:lnTo>
                    <a:pt x="7048970" y="2915907"/>
                  </a:lnTo>
                  <a:lnTo>
                    <a:pt x="7048500" y="2917037"/>
                  </a:lnTo>
                  <a:lnTo>
                    <a:pt x="7048500" y="2919666"/>
                  </a:lnTo>
                  <a:lnTo>
                    <a:pt x="7048970" y="2920784"/>
                  </a:lnTo>
                  <a:lnTo>
                    <a:pt x="7050837" y="2922651"/>
                  </a:lnTo>
                  <a:lnTo>
                    <a:pt x="7051954" y="2923108"/>
                  </a:lnTo>
                  <a:lnTo>
                    <a:pt x="7054583" y="2923108"/>
                  </a:lnTo>
                  <a:lnTo>
                    <a:pt x="7055701" y="2922651"/>
                  </a:lnTo>
                  <a:lnTo>
                    <a:pt x="7057568" y="2920784"/>
                  </a:lnTo>
                  <a:lnTo>
                    <a:pt x="7058025" y="2919666"/>
                  </a:lnTo>
                  <a:lnTo>
                    <a:pt x="7058025" y="2917037"/>
                  </a:lnTo>
                  <a:close/>
                </a:path>
                <a:path w="7391400" h="4057650">
                  <a:moveTo>
                    <a:pt x="7058025" y="1787258"/>
                  </a:moveTo>
                  <a:lnTo>
                    <a:pt x="7057568" y="1786140"/>
                  </a:lnTo>
                  <a:lnTo>
                    <a:pt x="7055701" y="1784273"/>
                  </a:lnTo>
                  <a:lnTo>
                    <a:pt x="7054583" y="1783816"/>
                  </a:lnTo>
                  <a:lnTo>
                    <a:pt x="7051954" y="1783816"/>
                  </a:lnTo>
                  <a:lnTo>
                    <a:pt x="7050837" y="1784273"/>
                  </a:lnTo>
                  <a:lnTo>
                    <a:pt x="7048970" y="1786140"/>
                  </a:lnTo>
                  <a:lnTo>
                    <a:pt x="7048500" y="1787258"/>
                  </a:lnTo>
                  <a:lnTo>
                    <a:pt x="7048500" y="1789887"/>
                  </a:lnTo>
                  <a:lnTo>
                    <a:pt x="7048970" y="1791017"/>
                  </a:lnTo>
                  <a:lnTo>
                    <a:pt x="7050837" y="1792871"/>
                  </a:lnTo>
                  <a:lnTo>
                    <a:pt x="7051954" y="1793341"/>
                  </a:lnTo>
                  <a:lnTo>
                    <a:pt x="7054583" y="1793341"/>
                  </a:lnTo>
                  <a:lnTo>
                    <a:pt x="7055701" y="1792871"/>
                  </a:lnTo>
                  <a:lnTo>
                    <a:pt x="7057568" y="1791017"/>
                  </a:lnTo>
                  <a:lnTo>
                    <a:pt x="7058025" y="1789887"/>
                  </a:lnTo>
                  <a:lnTo>
                    <a:pt x="7058025" y="1787258"/>
                  </a:lnTo>
                  <a:close/>
                </a:path>
                <a:path w="7391400" h="4057650">
                  <a:moveTo>
                    <a:pt x="7058025" y="657491"/>
                  </a:moveTo>
                  <a:lnTo>
                    <a:pt x="7057568" y="656374"/>
                  </a:lnTo>
                  <a:lnTo>
                    <a:pt x="7055701" y="654507"/>
                  </a:lnTo>
                  <a:lnTo>
                    <a:pt x="7054583" y="654037"/>
                  </a:lnTo>
                  <a:lnTo>
                    <a:pt x="7051954" y="654037"/>
                  </a:lnTo>
                  <a:lnTo>
                    <a:pt x="7050837" y="654507"/>
                  </a:lnTo>
                  <a:lnTo>
                    <a:pt x="7048970" y="656374"/>
                  </a:lnTo>
                  <a:lnTo>
                    <a:pt x="7048500" y="657491"/>
                  </a:lnTo>
                  <a:lnTo>
                    <a:pt x="7048500" y="660120"/>
                  </a:lnTo>
                  <a:lnTo>
                    <a:pt x="7048970" y="661238"/>
                  </a:lnTo>
                  <a:lnTo>
                    <a:pt x="7050837" y="663105"/>
                  </a:lnTo>
                  <a:lnTo>
                    <a:pt x="7051954" y="663562"/>
                  </a:lnTo>
                  <a:lnTo>
                    <a:pt x="7054583" y="663562"/>
                  </a:lnTo>
                  <a:lnTo>
                    <a:pt x="7055701" y="663105"/>
                  </a:lnTo>
                  <a:lnTo>
                    <a:pt x="7057568" y="661238"/>
                  </a:lnTo>
                  <a:lnTo>
                    <a:pt x="7058025" y="660120"/>
                  </a:lnTo>
                  <a:lnTo>
                    <a:pt x="7058025" y="657491"/>
                  </a:lnTo>
                  <a:close/>
                </a:path>
                <a:path w="7391400" h="4057650">
                  <a:moveTo>
                    <a:pt x="7105650" y="4046804"/>
                  </a:moveTo>
                  <a:lnTo>
                    <a:pt x="7105193" y="4045686"/>
                  </a:lnTo>
                  <a:lnTo>
                    <a:pt x="7103326" y="4043819"/>
                  </a:lnTo>
                  <a:lnTo>
                    <a:pt x="7102208" y="4043349"/>
                  </a:lnTo>
                  <a:lnTo>
                    <a:pt x="7099579" y="4043349"/>
                  </a:lnTo>
                  <a:lnTo>
                    <a:pt x="7098449" y="4043819"/>
                  </a:lnTo>
                  <a:lnTo>
                    <a:pt x="7096595" y="4045686"/>
                  </a:lnTo>
                  <a:lnTo>
                    <a:pt x="7096125" y="4046804"/>
                  </a:lnTo>
                  <a:lnTo>
                    <a:pt x="7096125" y="4049433"/>
                  </a:lnTo>
                  <a:lnTo>
                    <a:pt x="7096595" y="4050550"/>
                  </a:lnTo>
                  <a:lnTo>
                    <a:pt x="7098449" y="4052417"/>
                  </a:lnTo>
                  <a:lnTo>
                    <a:pt x="7099579" y="4052874"/>
                  </a:lnTo>
                  <a:lnTo>
                    <a:pt x="7102208" y="4052874"/>
                  </a:lnTo>
                  <a:lnTo>
                    <a:pt x="7103326" y="4052417"/>
                  </a:lnTo>
                  <a:lnTo>
                    <a:pt x="7105193" y="4050550"/>
                  </a:lnTo>
                  <a:lnTo>
                    <a:pt x="7105650" y="4049433"/>
                  </a:lnTo>
                  <a:lnTo>
                    <a:pt x="7105650" y="4046804"/>
                  </a:lnTo>
                  <a:close/>
                </a:path>
                <a:path w="7391400" h="4057650">
                  <a:moveTo>
                    <a:pt x="7105650" y="2917037"/>
                  </a:moveTo>
                  <a:lnTo>
                    <a:pt x="7105193" y="2915907"/>
                  </a:lnTo>
                  <a:lnTo>
                    <a:pt x="7103326" y="2914053"/>
                  </a:lnTo>
                  <a:lnTo>
                    <a:pt x="7102208" y="2913583"/>
                  </a:lnTo>
                  <a:lnTo>
                    <a:pt x="7099579" y="2913583"/>
                  </a:lnTo>
                  <a:lnTo>
                    <a:pt x="7098449" y="2914053"/>
                  </a:lnTo>
                  <a:lnTo>
                    <a:pt x="7096595" y="2915907"/>
                  </a:lnTo>
                  <a:lnTo>
                    <a:pt x="7096125" y="2917037"/>
                  </a:lnTo>
                  <a:lnTo>
                    <a:pt x="7096125" y="2919666"/>
                  </a:lnTo>
                  <a:lnTo>
                    <a:pt x="7096595" y="2920784"/>
                  </a:lnTo>
                  <a:lnTo>
                    <a:pt x="7098449" y="2922651"/>
                  </a:lnTo>
                  <a:lnTo>
                    <a:pt x="7099579" y="2923108"/>
                  </a:lnTo>
                  <a:lnTo>
                    <a:pt x="7102208" y="2923108"/>
                  </a:lnTo>
                  <a:lnTo>
                    <a:pt x="7103326" y="2922651"/>
                  </a:lnTo>
                  <a:lnTo>
                    <a:pt x="7105193" y="2920784"/>
                  </a:lnTo>
                  <a:lnTo>
                    <a:pt x="7105650" y="2919666"/>
                  </a:lnTo>
                  <a:lnTo>
                    <a:pt x="7105650" y="2917037"/>
                  </a:lnTo>
                  <a:close/>
                </a:path>
                <a:path w="7391400" h="4057650">
                  <a:moveTo>
                    <a:pt x="7105650" y="1787258"/>
                  </a:moveTo>
                  <a:lnTo>
                    <a:pt x="7105193" y="1786140"/>
                  </a:lnTo>
                  <a:lnTo>
                    <a:pt x="7103326" y="1784273"/>
                  </a:lnTo>
                  <a:lnTo>
                    <a:pt x="7102208" y="1783816"/>
                  </a:lnTo>
                  <a:lnTo>
                    <a:pt x="7099579" y="1783816"/>
                  </a:lnTo>
                  <a:lnTo>
                    <a:pt x="7098449" y="1784273"/>
                  </a:lnTo>
                  <a:lnTo>
                    <a:pt x="7096595" y="1786140"/>
                  </a:lnTo>
                  <a:lnTo>
                    <a:pt x="7096125" y="1787258"/>
                  </a:lnTo>
                  <a:lnTo>
                    <a:pt x="7096125" y="1789887"/>
                  </a:lnTo>
                  <a:lnTo>
                    <a:pt x="7096595" y="1791017"/>
                  </a:lnTo>
                  <a:lnTo>
                    <a:pt x="7098449" y="1792871"/>
                  </a:lnTo>
                  <a:lnTo>
                    <a:pt x="7099579" y="1793341"/>
                  </a:lnTo>
                  <a:lnTo>
                    <a:pt x="7102208" y="1793341"/>
                  </a:lnTo>
                  <a:lnTo>
                    <a:pt x="7103326" y="1792871"/>
                  </a:lnTo>
                  <a:lnTo>
                    <a:pt x="7105193" y="1791017"/>
                  </a:lnTo>
                  <a:lnTo>
                    <a:pt x="7105650" y="1789887"/>
                  </a:lnTo>
                  <a:lnTo>
                    <a:pt x="7105650" y="1787258"/>
                  </a:lnTo>
                  <a:close/>
                </a:path>
                <a:path w="7391400" h="4057650">
                  <a:moveTo>
                    <a:pt x="7105650" y="657491"/>
                  </a:moveTo>
                  <a:lnTo>
                    <a:pt x="7105193" y="656374"/>
                  </a:lnTo>
                  <a:lnTo>
                    <a:pt x="7103326" y="654507"/>
                  </a:lnTo>
                  <a:lnTo>
                    <a:pt x="7102208" y="654037"/>
                  </a:lnTo>
                  <a:lnTo>
                    <a:pt x="7099579" y="654037"/>
                  </a:lnTo>
                  <a:lnTo>
                    <a:pt x="7098449" y="654507"/>
                  </a:lnTo>
                  <a:lnTo>
                    <a:pt x="7096595" y="656374"/>
                  </a:lnTo>
                  <a:lnTo>
                    <a:pt x="7096125" y="657491"/>
                  </a:lnTo>
                  <a:lnTo>
                    <a:pt x="7096125" y="660120"/>
                  </a:lnTo>
                  <a:lnTo>
                    <a:pt x="7096595" y="661238"/>
                  </a:lnTo>
                  <a:lnTo>
                    <a:pt x="7098449" y="663105"/>
                  </a:lnTo>
                  <a:lnTo>
                    <a:pt x="7099579" y="663562"/>
                  </a:lnTo>
                  <a:lnTo>
                    <a:pt x="7102208" y="663562"/>
                  </a:lnTo>
                  <a:lnTo>
                    <a:pt x="7103326" y="663105"/>
                  </a:lnTo>
                  <a:lnTo>
                    <a:pt x="7105193" y="661238"/>
                  </a:lnTo>
                  <a:lnTo>
                    <a:pt x="7105650" y="660120"/>
                  </a:lnTo>
                  <a:lnTo>
                    <a:pt x="7105650" y="657491"/>
                  </a:lnTo>
                  <a:close/>
                </a:path>
                <a:path w="7391400" h="4057650">
                  <a:moveTo>
                    <a:pt x="7153275" y="4046804"/>
                  </a:moveTo>
                  <a:lnTo>
                    <a:pt x="7152818" y="4045686"/>
                  </a:lnTo>
                  <a:lnTo>
                    <a:pt x="7150951" y="4043819"/>
                  </a:lnTo>
                  <a:lnTo>
                    <a:pt x="7149833" y="4043349"/>
                  </a:lnTo>
                  <a:lnTo>
                    <a:pt x="7147204" y="4043349"/>
                  </a:lnTo>
                  <a:lnTo>
                    <a:pt x="7146074" y="4043819"/>
                  </a:lnTo>
                  <a:lnTo>
                    <a:pt x="7144220" y="4045686"/>
                  </a:lnTo>
                  <a:lnTo>
                    <a:pt x="7143750" y="4046804"/>
                  </a:lnTo>
                  <a:lnTo>
                    <a:pt x="7143750" y="4049433"/>
                  </a:lnTo>
                  <a:lnTo>
                    <a:pt x="7144220" y="4050550"/>
                  </a:lnTo>
                  <a:lnTo>
                    <a:pt x="7146074" y="4052417"/>
                  </a:lnTo>
                  <a:lnTo>
                    <a:pt x="7147204" y="4052874"/>
                  </a:lnTo>
                  <a:lnTo>
                    <a:pt x="7149833" y="4052874"/>
                  </a:lnTo>
                  <a:lnTo>
                    <a:pt x="7150951" y="4052417"/>
                  </a:lnTo>
                  <a:lnTo>
                    <a:pt x="7152818" y="4050550"/>
                  </a:lnTo>
                  <a:lnTo>
                    <a:pt x="7153275" y="4049433"/>
                  </a:lnTo>
                  <a:lnTo>
                    <a:pt x="7153275" y="4046804"/>
                  </a:lnTo>
                  <a:close/>
                </a:path>
                <a:path w="7391400" h="4057650">
                  <a:moveTo>
                    <a:pt x="7153275" y="2917037"/>
                  </a:moveTo>
                  <a:lnTo>
                    <a:pt x="7152818" y="2915907"/>
                  </a:lnTo>
                  <a:lnTo>
                    <a:pt x="7150951" y="2914053"/>
                  </a:lnTo>
                  <a:lnTo>
                    <a:pt x="7149833" y="2913583"/>
                  </a:lnTo>
                  <a:lnTo>
                    <a:pt x="7147204" y="2913583"/>
                  </a:lnTo>
                  <a:lnTo>
                    <a:pt x="7146074" y="2914053"/>
                  </a:lnTo>
                  <a:lnTo>
                    <a:pt x="7144220" y="2915907"/>
                  </a:lnTo>
                  <a:lnTo>
                    <a:pt x="7143750" y="2917037"/>
                  </a:lnTo>
                  <a:lnTo>
                    <a:pt x="7143750" y="2919666"/>
                  </a:lnTo>
                  <a:lnTo>
                    <a:pt x="7144220" y="2920784"/>
                  </a:lnTo>
                  <a:lnTo>
                    <a:pt x="7146074" y="2922651"/>
                  </a:lnTo>
                  <a:lnTo>
                    <a:pt x="7147204" y="2923108"/>
                  </a:lnTo>
                  <a:lnTo>
                    <a:pt x="7149833" y="2923108"/>
                  </a:lnTo>
                  <a:lnTo>
                    <a:pt x="7150951" y="2922651"/>
                  </a:lnTo>
                  <a:lnTo>
                    <a:pt x="7152818" y="2920784"/>
                  </a:lnTo>
                  <a:lnTo>
                    <a:pt x="7153275" y="2919666"/>
                  </a:lnTo>
                  <a:lnTo>
                    <a:pt x="7153275" y="2917037"/>
                  </a:lnTo>
                  <a:close/>
                </a:path>
                <a:path w="7391400" h="4057650">
                  <a:moveTo>
                    <a:pt x="7153275" y="1787258"/>
                  </a:moveTo>
                  <a:lnTo>
                    <a:pt x="7152818" y="1786140"/>
                  </a:lnTo>
                  <a:lnTo>
                    <a:pt x="7150951" y="1784273"/>
                  </a:lnTo>
                  <a:lnTo>
                    <a:pt x="7149833" y="1783816"/>
                  </a:lnTo>
                  <a:lnTo>
                    <a:pt x="7147204" y="1783816"/>
                  </a:lnTo>
                  <a:lnTo>
                    <a:pt x="7146074" y="1784273"/>
                  </a:lnTo>
                  <a:lnTo>
                    <a:pt x="7144220" y="1786140"/>
                  </a:lnTo>
                  <a:lnTo>
                    <a:pt x="7143750" y="1787258"/>
                  </a:lnTo>
                  <a:lnTo>
                    <a:pt x="7143750" y="1789887"/>
                  </a:lnTo>
                  <a:lnTo>
                    <a:pt x="7144220" y="1791017"/>
                  </a:lnTo>
                  <a:lnTo>
                    <a:pt x="7146074" y="1792871"/>
                  </a:lnTo>
                  <a:lnTo>
                    <a:pt x="7147204" y="1793341"/>
                  </a:lnTo>
                  <a:lnTo>
                    <a:pt x="7149833" y="1793341"/>
                  </a:lnTo>
                  <a:lnTo>
                    <a:pt x="7150951" y="1792871"/>
                  </a:lnTo>
                  <a:lnTo>
                    <a:pt x="7152818" y="1791017"/>
                  </a:lnTo>
                  <a:lnTo>
                    <a:pt x="7153275" y="1789887"/>
                  </a:lnTo>
                  <a:lnTo>
                    <a:pt x="7153275" y="1787258"/>
                  </a:lnTo>
                  <a:close/>
                </a:path>
                <a:path w="7391400" h="4057650">
                  <a:moveTo>
                    <a:pt x="7153275" y="657491"/>
                  </a:moveTo>
                  <a:lnTo>
                    <a:pt x="7152818" y="656374"/>
                  </a:lnTo>
                  <a:lnTo>
                    <a:pt x="7150951" y="654507"/>
                  </a:lnTo>
                  <a:lnTo>
                    <a:pt x="7149833" y="654037"/>
                  </a:lnTo>
                  <a:lnTo>
                    <a:pt x="7147204" y="654037"/>
                  </a:lnTo>
                  <a:lnTo>
                    <a:pt x="7146074" y="654507"/>
                  </a:lnTo>
                  <a:lnTo>
                    <a:pt x="7144220" y="656374"/>
                  </a:lnTo>
                  <a:lnTo>
                    <a:pt x="7143750" y="657491"/>
                  </a:lnTo>
                  <a:lnTo>
                    <a:pt x="7143750" y="660120"/>
                  </a:lnTo>
                  <a:lnTo>
                    <a:pt x="7144220" y="661238"/>
                  </a:lnTo>
                  <a:lnTo>
                    <a:pt x="7146074" y="663105"/>
                  </a:lnTo>
                  <a:lnTo>
                    <a:pt x="7147204" y="663562"/>
                  </a:lnTo>
                  <a:lnTo>
                    <a:pt x="7149833" y="663562"/>
                  </a:lnTo>
                  <a:lnTo>
                    <a:pt x="7150951" y="663105"/>
                  </a:lnTo>
                  <a:lnTo>
                    <a:pt x="7152818" y="661238"/>
                  </a:lnTo>
                  <a:lnTo>
                    <a:pt x="7153275" y="660120"/>
                  </a:lnTo>
                  <a:lnTo>
                    <a:pt x="7153275" y="657491"/>
                  </a:lnTo>
                  <a:close/>
                </a:path>
                <a:path w="7391400" h="4057650">
                  <a:moveTo>
                    <a:pt x="7200900" y="4046804"/>
                  </a:moveTo>
                  <a:lnTo>
                    <a:pt x="7200443" y="4045686"/>
                  </a:lnTo>
                  <a:lnTo>
                    <a:pt x="7198576" y="4043819"/>
                  </a:lnTo>
                  <a:lnTo>
                    <a:pt x="7197458" y="4043349"/>
                  </a:lnTo>
                  <a:lnTo>
                    <a:pt x="7194829" y="4043349"/>
                  </a:lnTo>
                  <a:lnTo>
                    <a:pt x="7193699" y="4043819"/>
                  </a:lnTo>
                  <a:lnTo>
                    <a:pt x="7191845" y="4045686"/>
                  </a:lnTo>
                  <a:lnTo>
                    <a:pt x="7191375" y="4046804"/>
                  </a:lnTo>
                  <a:lnTo>
                    <a:pt x="7191375" y="4049433"/>
                  </a:lnTo>
                  <a:lnTo>
                    <a:pt x="7191845" y="4050550"/>
                  </a:lnTo>
                  <a:lnTo>
                    <a:pt x="7193699" y="4052417"/>
                  </a:lnTo>
                  <a:lnTo>
                    <a:pt x="7194829" y="4052874"/>
                  </a:lnTo>
                  <a:lnTo>
                    <a:pt x="7197458" y="4052874"/>
                  </a:lnTo>
                  <a:lnTo>
                    <a:pt x="7198576" y="4052417"/>
                  </a:lnTo>
                  <a:lnTo>
                    <a:pt x="7200443" y="4050550"/>
                  </a:lnTo>
                  <a:lnTo>
                    <a:pt x="7200900" y="4049433"/>
                  </a:lnTo>
                  <a:lnTo>
                    <a:pt x="7200900" y="4046804"/>
                  </a:lnTo>
                  <a:close/>
                </a:path>
                <a:path w="7391400" h="4057650">
                  <a:moveTo>
                    <a:pt x="7200900" y="2917037"/>
                  </a:moveTo>
                  <a:lnTo>
                    <a:pt x="7200443" y="2915907"/>
                  </a:lnTo>
                  <a:lnTo>
                    <a:pt x="7198576" y="2914053"/>
                  </a:lnTo>
                  <a:lnTo>
                    <a:pt x="7197458" y="2913583"/>
                  </a:lnTo>
                  <a:lnTo>
                    <a:pt x="7194829" y="2913583"/>
                  </a:lnTo>
                  <a:lnTo>
                    <a:pt x="7193699" y="2914053"/>
                  </a:lnTo>
                  <a:lnTo>
                    <a:pt x="7191845" y="2915907"/>
                  </a:lnTo>
                  <a:lnTo>
                    <a:pt x="7191375" y="2917037"/>
                  </a:lnTo>
                  <a:lnTo>
                    <a:pt x="7191375" y="2919666"/>
                  </a:lnTo>
                  <a:lnTo>
                    <a:pt x="7191845" y="2920784"/>
                  </a:lnTo>
                  <a:lnTo>
                    <a:pt x="7193699" y="2922651"/>
                  </a:lnTo>
                  <a:lnTo>
                    <a:pt x="7194829" y="2923108"/>
                  </a:lnTo>
                  <a:lnTo>
                    <a:pt x="7197458" y="2923108"/>
                  </a:lnTo>
                  <a:lnTo>
                    <a:pt x="7198576" y="2922651"/>
                  </a:lnTo>
                  <a:lnTo>
                    <a:pt x="7200443" y="2920784"/>
                  </a:lnTo>
                  <a:lnTo>
                    <a:pt x="7200900" y="2919666"/>
                  </a:lnTo>
                  <a:lnTo>
                    <a:pt x="7200900" y="2917037"/>
                  </a:lnTo>
                  <a:close/>
                </a:path>
                <a:path w="7391400" h="4057650">
                  <a:moveTo>
                    <a:pt x="7200900" y="1787258"/>
                  </a:moveTo>
                  <a:lnTo>
                    <a:pt x="7200443" y="1786140"/>
                  </a:lnTo>
                  <a:lnTo>
                    <a:pt x="7198576" y="1784273"/>
                  </a:lnTo>
                  <a:lnTo>
                    <a:pt x="7197458" y="1783816"/>
                  </a:lnTo>
                  <a:lnTo>
                    <a:pt x="7194829" y="1783816"/>
                  </a:lnTo>
                  <a:lnTo>
                    <a:pt x="7193699" y="1784273"/>
                  </a:lnTo>
                  <a:lnTo>
                    <a:pt x="7191845" y="1786140"/>
                  </a:lnTo>
                  <a:lnTo>
                    <a:pt x="7191375" y="1787258"/>
                  </a:lnTo>
                  <a:lnTo>
                    <a:pt x="7191375" y="1789887"/>
                  </a:lnTo>
                  <a:lnTo>
                    <a:pt x="7191845" y="1791017"/>
                  </a:lnTo>
                  <a:lnTo>
                    <a:pt x="7193699" y="1792871"/>
                  </a:lnTo>
                  <a:lnTo>
                    <a:pt x="7194829" y="1793341"/>
                  </a:lnTo>
                  <a:lnTo>
                    <a:pt x="7197458" y="1793341"/>
                  </a:lnTo>
                  <a:lnTo>
                    <a:pt x="7198576" y="1792871"/>
                  </a:lnTo>
                  <a:lnTo>
                    <a:pt x="7200443" y="1791017"/>
                  </a:lnTo>
                  <a:lnTo>
                    <a:pt x="7200900" y="1789887"/>
                  </a:lnTo>
                  <a:lnTo>
                    <a:pt x="7200900" y="1787258"/>
                  </a:lnTo>
                  <a:close/>
                </a:path>
                <a:path w="7391400" h="4057650">
                  <a:moveTo>
                    <a:pt x="7200900" y="657491"/>
                  </a:moveTo>
                  <a:lnTo>
                    <a:pt x="7200443" y="656374"/>
                  </a:lnTo>
                  <a:lnTo>
                    <a:pt x="7198576" y="654507"/>
                  </a:lnTo>
                  <a:lnTo>
                    <a:pt x="7197458" y="654037"/>
                  </a:lnTo>
                  <a:lnTo>
                    <a:pt x="7194829" y="654037"/>
                  </a:lnTo>
                  <a:lnTo>
                    <a:pt x="7193699" y="654507"/>
                  </a:lnTo>
                  <a:lnTo>
                    <a:pt x="7191845" y="656374"/>
                  </a:lnTo>
                  <a:lnTo>
                    <a:pt x="7191375" y="657491"/>
                  </a:lnTo>
                  <a:lnTo>
                    <a:pt x="7191375" y="660120"/>
                  </a:lnTo>
                  <a:lnTo>
                    <a:pt x="7191845" y="661238"/>
                  </a:lnTo>
                  <a:lnTo>
                    <a:pt x="7193699" y="663105"/>
                  </a:lnTo>
                  <a:lnTo>
                    <a:pt x="7194829" y="663562"/>
                  </a:lnTo>
                  <a:lnTo>
                    <a:pt x="7197458" y="663562"/>
                  </a:lnTo>
                  <a:lnTo>
                    <a:pt x="7198576" y="663105"/>
                  </a:lnTo>
                  <a:lnTo>
                    <a:pt x="7200443" y="661238"/>
                  </a:lnTo>
                  <a:lnTo>
                    <a:pt x="7200900" y="660120"/>
                  </a:lnTo>
                  <a:lnTo>
                    <a:pt x="7200900" y="657491"/>
                  </a:lnTo>
                  <a:close/>
                </a:path>
                <a:path w="7391400" h="4057650">
                  <a:moveTo>
                    <a:pt x="7248525" y="4046804"/>
                  </a:moveTo>
                  <a:lnTo>
                    <a:pt x="7248068" y="4045686"/>
                  </a:lnTo>
                  <a:lnTo>
                    <a:pt x="7246201" y="4043819"/>
                  </a:lnTo>
                  <a:lnTo>
                    <a:pt x="7245083" y="4043349"/>
                  </a:lnTo>
                  <a:lnTo>
                    <a:pt x="7242454" y="4043349"/>
                  </a:lnTo>
                  <a:lnTo>
                    <a:pt x="7241324" y="4043819"/>
                  </a:lnTo>
                  <a:lnTo>
                    <a:pt x="7239470" y="4045686"/>
                  </a:lnTo>
                  <a:lnTo>
                    <a:pt x="7239000" y="4046804"/>
                  </a:lnTo>
                  <a:lnTo>
                    <a:pt x="7239000" y="4049433"/>
                  </a:lnTo>
                  <a:lnTo>
                    <a:pt x="7239470" y="4050550"/>
                  </a:lnTo>
                  <a:lnTo>
                    <a:pt x="7241324" y="4052417"/>
                  </a:lnTo>
                  <a:lnTo>
                    <a:pt x="7242454" y="4052874"/>
                  </a:lnTo>
                  <a:lnTo>
                    <a:pt x="7245083" y="4052874"/>
                  </a:lnTo>
                  <a:lnTo>
                    <a:pt x="7246201" y="4052417"/>
                  </a:lnTo>
                  <a:lnTo>
                    <a:pt x="7248068" y="4050550"/>
                  </a:lnTo>
                  <a:lnTo>
                    <a:pt x="7248525" y="4049433"/>
                  </a:lnTo>
                  <a:lnTo>
                    <a:pt x="7248525" y="4046804"/>
                  </a:lnTo>
                  <a:close/>
                </a:path>
                <a:path w="7391400" h="4057650">
                  <a:moveTo>
                    <a:pt x="7248525" y="2917037"/>
                  </a:moveTo>
                  <a:lnTo>
                    <a:pt x="7248068" y="2915907"/>
                  </a:lnTo>
                  <a:lnTo>
                    <a:pt x="7246201" y="2914053"/>
                  </a:lnTo>
                  <a:lnTo>
                    <a:pt x="7245083" y="2913583"/>
                  </a:lnTo>
                  <a:lnTo>
                    <a:pt x="7242454" y="2913583"/>
                  </a:lnTo>
                  <a:lnTo>
                    <a:pt x="7241324" y="2914053"/>
                  </a:lnTo>
                  <a:lnTo>
                    <a:pt x="7239470" y="2915907"/>
                  </a:lnTo>
                  <a:lnTo>
                    <a:pt x="7239000" y="2917037"/>
                  </a:lnTo>
                  <a:lnTo>
                    <a:pt x="7239000" y="2919666"/>
                  </a:lnTo>
                  <a:lnTo>
                    <a:pt x="7239470" y="2920784"/>
                  </a:lnTo>
                  <a:lnTo>
                    <a:pt x="7241324" y="2922651"/>
                  </a:lnTo>
                  <a:lnTo>
                    <a:pt x="7242454" y="2923108"/>
                  </a:lnTo>
                  <a:lnTo>
                    <a:pt x="7245083" y="2923108"/>
                  </a:lnTo>
                  <a:lnTo>
                    <a:pt x="7246201" y="2922651"/>
                  </a:lnTo>
                  <a:lnTo>
                    <a:pt x="7248068" y="2920784"/>
                  </a:lnTo>
                  <a:lnTo>
                    <a:pt x="7248525" y="2919666"/>
                  </a:lnTo>
                  <a:lnTo>
                    <a:pt x="7248525" y="2917037"/>
                  </a:lnTo>
                  <a:close/>
                </a:path>
                <a:path w="7391400" h="4057650">
                  <a:moveTo>
                    <a:pt x="7248525" y="1787258"/>
                  </a:moveTo>
                  <a:lnTo>
                    <a:pt x="7248068" y="1786140"/>
                  </a:lnTo>
                  <a:lnTo>
                    <a:pt x="7246201" y="1784273"/>
                  </a:lnTo>
                  <a:lnTo>
                    <a:pt x="7245083" y="1783816"/>
                  </a:lnTo>
                  <a:lnTo>
                    <a:pt x="7242454" y="1783816"/>
                  </a:lnTo>
                  <a:lnTo>
                    <a:pt x="7241324" y="1784273"/>
                  </a:lnTo>
                  <a:lnTo>
                    <a:pt x="7239470" y="1786140"/>
                  </a:lnTo>
                  <a:lnTo>
                    <a:pt x="7239000" y="1787258"/>
                  </a:lnTo>
                  <a:lnTo>
                    <a:pt x="7239000" y="1789887"/>
                  </a:lnTo>
                  <a:lnTo>
                    <a:pt x="7239470" y="1791017"/>
                  </a:lnTo>
                  <a:lnTo>
                    <a:pt x="7241324" y="1792871"/>
                  </a:lnTo>
                  <a:lnTo>
                    <a:pt x="7242454" y="1793341"/>
                  </a:lnTo>
                  <a:lnTo>
                    <a:pt x="7245083" y="1793341"/>
                  </a:lnTo>
                  <a:lnTo>
                    <a:pt x="7246201" y="1792871"/>
                  </a:lnTo>
                  <a:lnTo>
                    <a:pt x="7248068" y="1791017"/>
                  </a:lnTo>
                  <a:lnTo>
                    <a:pt x="7248525" y="1789887"/>
                  </a:lnTo>
                  <a:lnTo>
                    <a:pt x="7248525" y="1787258"/>
                  </a:lnTo>
                  <a:close/>
                </a:path>
                <a:path w="7391400" h="4057650">
                  <a:moveTo>
                    <a:pt x="7248525" y="657491"/>
                  </a:moveTo>
                  <a:lnTo>
                    <a:pt x="7248068" y="656374"/>
                  </a:lnTo>
                  <a:lnTo>
                    <a:pt x="7246201" y="654507"/>
                  </a:lnTo>
                  <a:lnTo>
                    <a:pt x="7245083" y="654037"/>
                  </a:lnTo>
                  <a:lnTo>
                    <a:pt x="7242454" y="654037"/>
                  </a:lnTo>
                  <a:lnTo>
                    <a:pt x="7241324" y="654507"/>
                  </a:lnTo>
                  <a:lnTo>
                    <a:pt x="7239470" y="656374"/>
                  </a:lnTo>
                  <a:lnTo>
                    <a:pt x="7239000" y="657491"/>
                  </a:lnTo>
                  <a:lnTo>
                    <a:pt x="7239000" y="660120"/>
                  </a:lnTo>
                  <a:lnTo>
                    <a:pt x="7239470" y="661238"/>
                  </a:lnTo>
                  <a:lnTo>
                    <a:pt x="7241324" y="663105"/>
                  </a:lnTo>
                  <a:lnTo>
                    <a:pt x="7242454" y="663562"/>
                  </a:lnTo>
                  <a:lnTo>
                    <a:pt x="7245083" y="663562"/>
                  </a:lnTo>
                  <a:lnTo>
                    <a:pt x="7246201" y="663105"/>
                  </a:lnTo>
                  <a:lnTo>
                    <a:pt x="7248068" y="661238"/>
                  </a:lnTo>
                  <a:lnTo>
                    <a:pt x="7248525" y="660120"/>
                  </a:lnTo>
                  <a:lnTo>
                    <a:pt x="7248525" y="657491"/>
                  </a:lnTo>
                  <a:close/>
                </a:path>
                <a:path w="7391400" h="4057650">
                  <a:moveTo>
                    <a:pt x="7296150" y="4046804"/>
                  </a:moveTo>
                  <a:lnTo>
                    <a:pt x="7295693" y="4045686"/>
                  </a:lnTo>
                  <a:lnTo>
                    <a:pt x="7293826" y="4043819"/>
                  </a:lnTo>
                  <a:lnTo>
                    <a:pt x="7292708" y="4043349"/>
                  </a:lnTo>
                  <a:lnTo>
                    <a:pt x="7290079" y="4043349"/>
                  </a:lnTo>
                  <a:lnTo>
                    <a:pt x="7288949" y="4043819"/>
                  </a:lnTo>
                  <a:lnTo>
                    <a:pt x="7287095" y="4045686"/>
                  </a:lnTo>
                  <a:lnTo>
                    <a:pt x="7286625" y="4046804"/>
                  </a:lnTo>
                  <a:lnTo>
                    <a:pt x="7286625" y="4049433"/>
                  </a:lnTo>
                  <a:lnTo>
                    <a:pt x="7287095" y="4050550"/>
                  </a:lnTo>
                  <a:lnTo>
                    <a:pt x="7288949" y="4052417"/>
                  </a:lnTo>
                  <a:lnTo>
                    <a:pt x="7290079" y="4052874"/>
                  </a:lnTo>
                  <a:lnTo>
                    <a:pt x="7292708" y="4052874"/>
                  </a:lnTo>
                  <a:lnTo>
                    <a:pt x="7293826" y="4052417"/>
                  </a:lnTo>
                  <a:lnTo>
                    <a:pt x="7295693" y="4050550"/>
                  </a:lnTo>
                  <a:lnTo>
                    <a:pt x="7296150" y="4049433"/>
                  </a:lnTo>
                  <a:lnTo>
                    <a:pt x="7296150" y="4046804"/>
                  </a:lnTo>
                  <a:close/>
                </a:path>
                <a:path w="7391400" h="4057650">
                  <a:moveTo>
                    <a:pt x="7296150" y="2917037"/>
                  </a:moveTo>
                  <a:lnTo>
                    <a:pt x="7295693" y="2915907"/>
                  </a:lnTo>
                  <a:lnTo>
                    <a:pt x="7293826" y="2914053"/>
                  </a:lnTo>
                  <a:lnTo>
                    <a:pt x="7292708" y="2913583"/>
                  </a:lnTo>
                  <a:lnTo>
                    <a:pt x="7290079" y="2913583"/>
                  </a:lnTo>
                  <a:lnTo>
                    <a:pt x="7288949" y="2914053"/>
                  </a:lnTo>
                  <a:lnTo>
                    <a:pt x="7287095" y="2915907"/>
                  </a:lnTo>
                  <a:lnTo>
                    <a:pt x="7286625" y="2917037"/>
                  </a:lnTo>
                  <a:lnTo>
                    <a:pt x="7286625" y="2919666"/>
                  </a:lnTo>
                  <a:lnTo>
                    <a:pt x="7287095" y="2920784"/>
                  </a:lnTo>
                  <a:lnTo>
                    <a:pt x="7288949" y="2922651"/>
                  </a:lnTo>
                  <a:lnTo>
                    <a:pt x="7290079" y="2923108"/>
                  </a:lnTo>
                  <a:lnTo>
                    <a:pt x="7292708" y="2923108"/>
                  </a:lnTo>
                  <a:lnTo>
                    <a:pt x="7293826" y="2922651"/>
                  </a:lnTo>
                  <a:lnTo>
                    <a:pt x="7295693" y="2920784"/>
                  </a:lnTo>
                  <a:lnTo>
                    <a:pt x="7296150" y="2919666"/>
                  </a:lnTo>
                  <a:lnTo>
                    <a:pt x="7296150" y="2917037"/>
                  </a:lnTo>
                  <a:close/>
                </a:path>
                <a:path w="7391400" h="4057650">
                  <a:moveTo>
                    <a:pt x="7296150" y="1787258"/>
                  </a:moveTo>
                  <a:lnTo>
                    <a:pt x="7295693" y="1786140"/>
                  </a:lnTo>
                  <a:lnTo>
                    <a:pt x="7293826" y="1784273"/>
                  </a:lnTo>
                  <a:lnTo>
                    <a:pt x="7292708" y="1783816"/>
                  </a:lnTo>
                  <a:lnTo>
                    <a:pt x="7290079" y="1783816"/>
                  </a:lnTo>
                  <a:lnTo>
                    <a:pt x="7288949" y="1784273"/>
                  </a:lnTo>
                  <a:lnTo>
                    <a:pt x="7287095" y="1786140"/>
                  </a:lnTo>
                  <a:lnTo>
                    <a:pt x="7286625" y="1787258"/>
                  </a:lnTo>
                  <a:lnTo>
                    <a:pt x="7286625" y="1789887"/>
                  </a:lnTo>
                  <a:lnTo>
                    <a:pt x="7287095" y="1791017"/>
                  </a:lnTo>
                  <a:lnTo>
                    <a:pt x="7288949" y="1792871"/>
                  </a:lnTo>
                  <a:lnTo>
                    <a:pt x="7290079" y="1793341"/>
                  </a:lnTo>
                  <a:lnTo>
                    <a:pt x="7292708" y="1793341"/>
                  </a:lnTo>
                  <a:lnTo>
                    <a:pt x="7293826" y="1792871"/>
                  </a:lnTo>
                  <a:lnTo>
                    <a:pt x="7295693" y="1791017"/>
                  </a:lnTo>
                  <a:lnTo>
                    <a:pt x="7296150" y="1789887"/>
                  </a:lnTo>
                  <a:lnTo>
                    <a:pt x="7296150" y="1787258"/>
                  </a:lnTo>
                  <a:close/>
                </a:path>
                <a:path w="7391400" h="4057650">
                  <a:moveTo>
                    <a:pt x="7296150" y="657491"/>
                  </a:moveTo>
                  <a:lnTo>
                    <a:pt x="7295693" y="656374"/>
                  </a:lnTo>
                  <a:lnTo>
                    <a:pt x="7293826" y="654507"/>
                  </a:lnTo>
                  <a:lnTo>
                    <a:pt x="7292708" y="654037"/>
                  </a:lnTo>
                  <a:lnTo>
                    <a:pt x="7290079" y="654037"/>
                  </a:lnTo>
                  <a:lnTo>
                    <a:pt x="7288949" y="654507"/>
                  </a:lnTo>
                  <a:lnTo>
                    <a:pt x="7287095" y="656374"/>
                  </a:lnTo>
                  <a:lnTo>
                    <a:pt x="7286625" y="657491"/>
                  </a:lnTo>
                  <a:lnTo>
                    <a:pt x="7286625" y="660120"/>
                  </a:lnTo>
                  <a:lnTo>
                    <a:pt x="7287095" y="661238"/>
                  </a:lnTo>
                  <a:lnTo>
                    <a:pt x="7288949" y="663105"/>
                  </a:lnTo>
                  <a:lnTo>
                    <a:pt x="7290079" y="663562"/>
                  </a:lnTo>
                  <a:lnTo>
                    <a:pt x="7292708" y="663562"/>
                  </a:lnTo>
                  <a:lnTo>
                    <a:pt x="7293826" y="663105"/>
                  </a:lnTo>
                  <a:lnTo>
                    <a:pt x="7295693" y="661238"/>
                  </a:lnTo>
                  <a:lnTo>
                    <a:pt x="7296150" y="660120"/>
                  </a:lnTo>
                  <a:lnTo>
                    <a:pt x="7296150" y="657491"/>
                  </a:lnTo>
                  <a:close/>
                </a:path>
                <a:path w="7391400" h="4057650">
                  <a:moveTo>
                    <a:pt x="7343775" y="4046804"/>
                  </a:moveTo>
                  <a:lnTo>
                    <a:pt x="7343318" y="4045686"/>
                  </a:lnTo>
                  <a:lnTo>
                    <a:pt x="7341451" y="4043819"/>
                  </a:lnTo>
                  <a:lnTo>
                    <a:pt x="7340333" y="4043349"/>
                  </a:lnTo>
                  <a:lnTo>
                    <a:pt x="7337704" y="4043349"/>
                  </a:lnTo>
                  <a:lnTo>
                    <a:pt x="7336574" y="4043819"/>
                  </a:lnTo>
                  <a:lnTo>
                    <a:pt x="7334720" y="4045686"/>
                  </a:lnTo>
                  <a:lnTo>
                    <a:pt x="7334250" y="4046804"/>
                  </a:lnTo>
                  <a:lnTo>
                    <a:pt x="7334250" y="4049433"/>
                  </a:lnTo>
                  <a:lnTo>
                    <a:pt x="7334720" y="4050550"/>
                  </a:lnTo>
                  <a:lnTo>
                    <a:pt x="7336574" y="4052417"/>
                  </a:lnTo>
                  <a:lnTo>
                    <a:pt x="7337704" y="4052874"/>
                  </a:lnTo>
                  <a:lnTo>
                    <a:pt x="7340333" y="4052874"/>
                  </a:lnTo>
                  <a:lnTo>
                    <a:pt x="7341451" y="4052417"/>
                  </a:lnTo>
                  <a:lnTo>
                    <a:pt x="7343318" y="4050550"/>
                  </a:lnTo>
                  <a:lnTo>
                    <a:pt x="7343775" y="4049433"/>
                  </a:lnTo>
                  <a:lnTo>
                    <a:pt x="7343775" y="4046804"/>
                  </a:lnTo>
                  <a:close/>
                </a:path>
                <a:path w="7391400" h="4057650">
                  <a:moveTo>
                    <a:pt x="7343775" y="2917037"/>
                  </a:moveTo>
                  <a:lnTo>
                    <a:pt x="7343318" y="2915907"/>
                  </a:lnTo>
                  <a:lnTo>
                    <a:pt x="7341451" y="2914053"/>
                  </a:lnTo>
                  <a:lnTo>
                    <a:pt x="7340333" y="2913583"/>
                  </a:lnTo>
                  <a:lnTo>
                    <a:pt x="7337704" y="2913583"/>
                  </a:lnTo>
                  <a:lnTo>
                    <a:pt x="7336574" y="2914053"/>
                  </a:lnTo>
                  <a:lnTo>
                    <a:pt x="7334720" y="2915907"/>
                  </a:lnTo>
                  <a:lnTo>
                    <a:pt x="7334250" y="2917037"/>
                  </a:lnTo>
                  <a:lnTo>
                    <a:pt x="7334250" y="2919666"/>
                  </a:lnTo>
                  <a:lnTo>
                    <a:pt x="7334720" y="2920784"/>
                  </a:lnTo>
                  <a:lnTo>
                    <a:pt x="7336574" y="2922651"/>
                  </a:lnTo>
                  <a:lnTo>
                    <a:pt x="7337704" y="2923108"/>
                  </a:lnTo>
                  <a:lnTo>
                    <a:pt x="7340333" y="2923108"/>
                  </a:lnTo>
                  <a:lnTo>
                    <a:pt x="7341451" y="2922651"/>
                  </a:lnTo>
                  <a:lnTo>
                    <a:pt x="7343318" y="2920784"/>
                  </a:lnTo>
                  <a:lnTo>
                    <a:pt x="7343775" y="2919666"/>
                  </a:lnTo>
                  <a:lnTo>
                    <a:pt x="7343775" y="2917037"/>
                  </a:lnTo>
                  <a:close/>
                </a:path>
                <a:path w="7391400" h="4057650">
                  <a:moveTo>
                    <a:pt x="7343775" y="1787258"/>
                  </a:moveTo>
                  <a:lnTo>
                    <a:pt x="7343318" y="1786140"/>
                  </a:lnTo>
                  <a:lnTo>
                    <a:pt x="7341451" y="1784273"/>
                  </a:lnTo>
                  <a:lnTo>
                    <a:pt x="7340333" y="1783816"/>
                  </a:lnTo>
                  <a:lnTo>
                    <a:pt x="7337704" y="1783816"/>
                  </a:lnTo>
                  <a:lnTo>
                    <a:pt x="7336574" y="1784273"/>
                  </a:lnTo>
                  <a:lnTo>
                    <a:pt x="7334720" y="1786140"/>
                  </a:lnTo>
                  <a:lnTo>
                    <a:pt x="7334250" y="1787258"/>
                  </a:lnTo>
                  <a:lnTo>
                    <a:pt x="7334250" y="1789887"/>
                  </a:lnTo>
                  <a:lnTo>
                    <a:pt x="7334720" y="1791017"/>
                  </a:lnTo>
                  <a:lnTo>
                    <a:pt x="7336574" y="1792871"/>
                  </a:lnTo>
                  <a:lnTo>
                    <a:pt x="7337704" y="1793341"/>
                  </a:lnTo>
                  <a:lnTo>
                    <a:pt x="7340333" y="1793341"/>
                  </a:lnTo>
                  <a:lnTo>
                    <a:pt x="7341451" y="1792871"/>
                  </a:lnTo>
                  <a:lnTo>
                    <a:pt x="7343318" y="1791017"/>
                  </a:lnTo>
                  <a:lnTo>
                    <a:pt x="7343775" y="1789887"/>
                  </a:lnTo>
                  <a:lnTo>
                    <a:pt x="7343775" y="1787258"/>
                  </a:lnTo>
                  <a:close/>
                </a:path>
                <a:path w="7391400" h="4057650">
                  <a:moveTo>
                    <a:pt x="7343775" y="657491"/>
                  </a:moveTo>
                  <a:lnTo>
                    <a:pt x="7343318" y="656374"/>
                  </a:lnTo>
                  <a:lnTo>
                    <a:pt x="7341451" y="654507"/>
                  </a:lnTo>
                  <a:lnTo>
                    <a:pt x="7340333" y="654037"/>
                  </a:lnTo>
                  <a:lnTo>
                    <a:pt x="7337704" y="654037"/>
                  </a:lnTo>
                  <a:lnTo>
                    <a:pt x="7336574" y="654507"/>
                  </a:lnTo>
                  <a:lnTo>
                    <a:pt x="7334720" y="656374"/>
                  </a:lnTo>
                  <a:lnTo>
                    <a:pt x="7334250" y="657491"/>
                  </a:lnTo>
                  <a:lnTo>
                    <a:pt x="7334250" y="660120"/>
                  </a:lnTo>
                  <a:lnTo>
                    <a:pt x="7334720" y="661238"/>
                  </a:lnTo>
                  <a:lnTo>
                    <a:pt x="7336574" y="663105"/>
                  </a:lnTo>
                  <a:lnTo>
                    <a:pt x="7337704" y="663562"/>
                  </a:lnTo>
                  <a:lnTo>
                    <a:pt x="7340333" y="663562"/>
                  </a:lnTo>
                  <a:lnTo>
                    <a:pt x="7341451" y="663105"/>
                  </a:lnTo>
                  <a:lnTo>
                    <a:pt x="7343318" y="661238"/>
                  </a:lnTo>
                  <a:lnTo>
                    <a:pt x="7343775" y="660120"/>
                  </a:lnTo>
                  <a:lnTo>
                    <a:pt x="7343775" y="657491"/>
                  </a:lnTo>
                  <a:close/>
                </a:path>
                <a:path w="7391400" h="4057650">
                  <a:moveTo>
                    <a:pt x="7391400" y="4046804"/>
                  </a:moveTo>
                  <a:lnTo>
                    <a:pt x="7390943" y="4045686"/>
                  </a:lnTo>
                  <a:lnTo>
                    <a:pt x="7389076" y="4043819"/>
                  </a:lnTo>
                  <a:lnTo>
                    <a:pt x="7387958" y="4043349"/>
                  </a:lnTo>
                  <a:lnTo>
                    <a:pt x="7385329" y="4043349"/>
                  </a:lnTo>
                  <a:lnTo>
                    <a:pt x="7384199" y="4043819"/>
                  </a:lnTo>
                  <a:lnTo>
                    <a:pt x="7382345" y="4045686"/>
                  </a:lnTo>
                  <a:lnTo>
                    <a:pt x="7381875" y="4046804"/>
                  </a:lnTo>
                  <a:lnTo>
                    <a:pt x="7381875" y="4049433"/>
                  </a:lnTo>
                  <a:lnTo>
                    <a:pt x="7382345" y="4050550"/>
                  </a:lnTo>
                  <a:lnTo>
                    <a:pt x="7384199" y="4052417"/>
                  </a:lnTo>
                  <a:lnTo>
                    <a:pt x="7385329" y="4052874"/>
                  </a:lnTo>
                  <a:lnTo>
                    <a:pt x="7387958" y="4052874"/>
                  </a:lnTo>
                  <a:lnTo>
                    <a:pt x="7389076" y="4052417"/>
                  </a:lnTo>
                  <a:lnTo>
                    <a:pt x="7390943" y="4050550"/>
                  </a:lnTo>
                  <a:lnTo>
                    <a:pt x="7391400" y="4049433"/>
                  </a:lnTo>
                  <a:lnTo>
                    <a:pt x="7391400" y="4046804"/>
                  </a:lnTo>
                  <a:close/>
                </a:path>
                <a:path w="7391400" h="4057650">
                  <a:moveTo>
                    <a:pt x="7391400" y="2917037"/>
                  </a:moveTo>
                  <a:lnTo>
                    <a:pt x="7390943" y="2915907"/>
                  </a:lnTo>
                  <a:lnTo>
                    <a:pt x="7389076" y="2914053"/>
                  </a:lnTo>
                  <a:lnTo>
                    <a:pt x="7387958" y="2913583"/>
                  </a:lnTo>
                  <a:lnTo>
                    <a:pt x="7385329" y="2913583"/>
                  </a:lnTo>
                  <a:lnTo>
                    <a:pt x="7384199" y="2914053"/>
                  </a:lnTo>
                  <a:lnTo>
                    <a:pt x="7382345" y="2915907"/>
                  </a:lnTo>
                  <a:lnTo>
                    <a:pt x="7381875" y="2917037"/>
                  </a:lnTo>
                  <a:lnTo>
                    <a:pt x="7381875" y="2919666"/>
                  </a:lnTo>
                  <a:lnTo>
                    <a:pt x="7382345" y="2920784"/>
                  </a:lnTo>
                  <a:lnTo>
                    <a:pt x="7384199" y="2922651"/>
                  </a:lnTo>
                  <a:lnTo>
                    <a:pt x="7385329" y="2923108"/>
                  </a:lnTo>
                  <a:lnTo>
                    <a:pt x="7387958" y="2923108"/>
                  </a:lnTo>
                  <a:lnTo>
                    <a:pt x="7389076" y="2922651"/>
                  </a:lnTo>
                  <a:lnTo>
                    <a:pt x="7390943" y="2920784"/>
                  </a:lnTo>
                  <a:lnTo>
                    <a:pt x="7391400" y="2919666"/>
                  </a:lnTo>
                  <a:lnTo>
                    <a:pt x="7391400" y="2917037"/>
                  </a:lnTo>
                  <a:close/>
                </a:path>
                <a:path w="7391400" h="4057650">
                  <a:moveTo>
                    <a:pt x="7391400" y="1787258"/>
                  </a:moveTo>
                  <a:lnTo>
                    <a:pt x="7390943" y="1786140"/>
                  </a:lnTo>
                  <a:lnTo>
                    <a:pt x="7389076" y="1784273"/>
                  </a:lnTo>
                  <a:lnTo>
                    <a:pt x="7387958" y="1783816"/>
                  </a:lnTo>
                  <a:lnTo>
                    <a:pt x="7385329" y="1783816"/>
                  </a:lnTo>
                  <a:lnTo>
                    <a:pt x="7384199" y="1784273"/>
                  </a:lnTo>
                  <a:lnTo>
                    <a:pt x="7382345" y="1786140"/>
                  </a:lnTo>
                  <a:lnTo>
                    <a:pt x="7381875" y="1787258"/>
                  </a:lnTo>
                  <a:lnTo>
                    <a:pt x="7381875" y="1789887"/>
                  </a:lnTo>
                  <a:lnTo>
                    <a:pt x="7382345" y="1791017"/>
                  </a:lnTo>
                  <a:lnTo>
                    <a:pt x="7384199" y="1792871"/>
                  </a:lnTo>
                  <a:lnTo>
                    <a:pt x="7385329" y="1793341"/>
                  </a:lnTo>
                  <a:lnTo>
                    <a:pt x="7387958" y="1793341"/>
                  </a:lnTo>
                  <a:lnTo>
                    <a:pt x="7389076" y="1792871"/>
                  </a:lnTo>
                  <a:lnTo>
                    <a:pt x="7390943" y="1791017"/>
                  </a:lnTo>
                  <a:lnTo>
                    <a:pt x="7391400" y="1789887"/>
                  </a:lnTo>
                  <a:lnTo>
                    <a:pt x="7391400" y="1787258"/>
                  </a:lnTo>
                  <a:close/>
                </a:path>
                <a:path w="7391400" h="4057650">
                  <a:moveTo>
                    <a:pt x="7391400" y="657491"/>
                  </a:moveTo>
                  <a:lnTo>
                    <a:pt x="7390943" y="656374"/>
                  </a:lnTo>
                  <a:lnTo>
                    <a:pt x="7389076" y="654507"/>
                  </a:lnTo>
                  <a:lnTo>
                    <a:pt x="7387958" y="654037"/>
                  </a:lnTo>
                  <a:lnTo>
                    <a:pt x="7385329" y="654037"/>
                  </a:lnTo>
                  <a:lnTo>
                    <a:pt x="7384199" y="654507"/>
                  </a:lnTo>
                  <a:lnTo>
                    <a:pt x="7382345" y="656374"/>
                  </a:lnTo>
                  <a:lnTo>
                    <a:pt x="7381875" y="657491"/>
                  </a:lnTo>
                  <a:lnTo>
                    <a:pt x="7381875" y="660120"/>
                  </a:lnTo>
                  <a:lnTo>
                    <a:pt x="7382345" y="661238"/>
                  </a:lnTo>
                  <a:lnTo>
                    <a:pt x="7384199" y="663105"/>
                  </a:lnTo>
                  <a:lnTo>
                    <a:pt x="7385329" y="663562"/>
                  </a:lnTo>
                  <a:lnTo>
                    <a:pt x="7387958" y="663562"/>
                  </a:lnTo>
                  <a:lnTo>
                    <a:pt x="7389076" y="663105"/>
                  </a:lnTo>
                  <a:lnTo>
                    <a:pt x="7390943" y="661238"/>
                  </a:lnTo>
                  <a:lnTo>
                    <a:pt x="7391400" y="660120"/>
                  </a:lnTo>
                  <a:lnTo>
                    <a:pt x="7391400" y="657491"/>
                  </a:lnTo>
                  <a:close/>
                </a:path>
              </a:pathLst>
            </a:custGeom>
            <a:solidFill>
              <a:srgbClr val="C7C6C3"/>
            </a:solidFill>
          </p:spPr>
          <p:txBody>
            <a:bodyPr wrap="square" lIns="0" tIns="0" rIns="0" bIns="0" rtlCol="0"/>
            <a:lstStyle/>
            <a:p>
              <a:endParaRPr sz="1266"/>
            </a:p>
          </p:txBody>
        </p:sp>
        <p:sp>
          <p:nvSpPr>
            <p:cNvPr id="51" name="object 6"/>
            <p:cNvSpPr txBox="1"/>
            <p:nvPr/>
          </p:nvSpPr>
          <p:spPr>
            <a:xfrm>
              <a:off x="457144" y="2386901"/>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3500</a:t>
              </a:r>
              <a:endParaRPr sz="633">
                <a:latin typeface="Segoe UI"/>
                <a:cs typeface="Segoe UI"/>
              </a:endParaRPr>
            </a:p>
          </p:txBody>
        </p:sp>
        <p:sp>
          <p:nvSpPr>
            <p:cNvPr id="52" name="object 7"/>
            <p:cNvSpPr txBox="1"/>
            <p:nvPr/>
          </p:nvSpPr>
          <p:spPr>
            <a:xfrm>
              <a:off x="457144" y="1592530"/>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4000</a:t>
              </a:r>
              <a:endParaRPr sz="633">
                <a:latin typeface="Segoe UI"/>
                <a:cs typeface="Segoe UI"/>
              </a:endParaRPr>
            </a:p>
          </p:txBody>
        </p:sp>
        <p:sp>
          <p:nvSpPr>
            <p:cNvPr id="53" name="object 8"/>
            <p:cNvSpPr txBox="1"/>
            <p:nvPr/>
          </p:nvSpPr>
          <p:spPr>
            <a:xfrm>
              <a:off x="457144" y="798160"/>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4500</a:t>
              </a:r>
              <a:endParaRPr sz="633">
                <a:latin typeface="Segoe UI"/>
                <a:cs typeface="Segoe UI"/>
              </a:endParaRPr>
            </a:p>
          </p:txBody>
        </p:sp>
        <p:sp>
          <p:nvSpPr>
            <p:cNvPr id="54" name="object 9"/>
            <p:cNvSpPr txBox="1"/>
            <p:nvPr/>
          </p:nvSpPr>
          <p:spPr>
            <a:xfrm>
              <a:off x="3211708" y="3363771"/>
              <a:ext cx="208062" cy="138925"/>
            </a:xfrm>
            <a:prstGeom prst="rect">
              <a:avLst/>
            </a:prstGeom>
          </p:spPr>
          <p:txBody>
            <a:bodyPr vert="horz" wrap="square" lIns="0" tIns="8930" rIns="0" bIns="0" rtlCol="0">
              <a:spAutoFit/>
            </a:bodyPr>
            <a:lstStyle/>
            <a:p>
              <a:pPr marL="8929">
                <a:spcBef>
                  <a:spcPts val="70"/>
                </a:spcBef>
              </a:pPr>
              <a:r>
                <a:rPr sz="844" spc="-49" dirty="0">
                  <a:solidFill>
                    <a:srgbClr val="252423"/>
                  </a:solidFill>
                  <a:latin typeface="Trebuchet MS"/>
                  <a:cs typeface="Trebuchet MS"/>
                </a:rPr>
                <a:t>Year</a:t>
              </a:r>
              <a:endParaRPr sz="844">
                <a:latin typeface="Trebuchet MS"/>
                <a:cs typeface="Trebuchet MS"/>
              </a:endParaRPr>
            </a:p>
          </p:txBody>
        </p:sp>
        <p:sp>
          <p:nvSpPr>
            <p:cNvPr id="55" name="object 10"/>
            <p:cNvSpPr txBox="1"/>
            <p:nvPr/>
          </p:nvSpPr>
          <p:spPr>
            <a:xfrm>
              <a:off x="313893" y="1231529"/>
              <a:ext cx="115416" cy="1160412"/>
            </a:xfrm>
            <a:prstGeom prst="rect">
              <a:avLst/>
            </a:prstGeom>
          </p:spPr>
          <p:txBody>
            <a:bodyPr vert="vert270" wrap="square" lIns="0" tIns="0" rIns="0" bIns="0" rtlCol="0">
              <a:spAutoFit/>
            </a:bodyPr>
            <a:lstStyle/>
            <a:p>
              <a:pPr marL="8929">
                <a:lnSpc>
                  <a:spcPts val="896"/>
                </a:lnSpc>
              </a:pPr>
              <a:r>
                <a:rPr sz="844" spc="-21" dirty="0">
                  <a:solidFill>
                    <a:srgbClr val="252423"/>
                  </a:solidFill>
                  <a:latin typeface="Trebuchet MS"/>
                  <a:cs typeface="Trebuchet MS"/>
                </a:rPr>
                <a:t>Sum</a:t>
              </a:r>
              <a:r>
                <a:rPr sz="844" spc="-53" dirty="0">
                  <a:solidFill>
                    <a:srgbClr val="252423"/>
                  </a:solidFill>
                  <a:latin typeface="Trebuchet MS"/>
                  <a:cs typeface="Trebuchet MS"/>
                </a:rPr>
                <a:t> </a:t>
              </a:r>
              <a:r>
                <a:rPr sz="844" spc="-67" dirty="0">
                  <a:solidFill>
                    <a:srgbClr val="252423"/>
                  </a:solidFill>
                  <a:latin typeface="Trebuchet MS"/>
                  <a:cs typeface="Trebuchet MS"/>
                </a:rPr>
                <a:t>of</a:t>
              </a:r>
              <a:r>
                <a:rPr sz="844" spc="-49" dirty="0">
                  <a:solidFill>
                    <a:srgbClr val="252423"/>
                  </a:solidFill>
                  <a:latin typeface="Trebuchet MS"/>
                  <a:cs typeface="Trebuchet MS"/>
                </a:rPr>
                <a:t> </a:t>
              </a:r>
              <a:r>
                <a:rPr sz="844" spc="-28" dirty="0">
                  <a:solidFill>
                    <a:srgbClr val="252423"/>
                  </a:solidFill>
                  <a:latin typeface="Trebuchet MS"/>
                  <a:cs typeface="Trebuchet MS"/>
                </a:rPr>
                <a:t>Customers_Served</a:t>
              </a:r>
              <a:endParaRPr sz="844" dirty="0">
                <a:latin typeface="Trebuchet MS"/>
                <a:cs typeface="Trebuchet MS"/>
              </a:endParaRPr>
            </a:p>
          </p:txBody>
        </p:sp>
        <p:sp>
          <p:nvSpPr>
            <p:cNvPr id="56" name="object 11"/>
            <p:cNvSpPr txBox="1"/>
            <p:nvPr/>
          </p:nvSpPr>
          <p:spPr>
            <a:xfrm>
              <a:off x="623215" y="3259336"/>
              <a:ext cx="307181"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Jul</a:t>
              </a:r>
              <a:r>
                <a:rPr sz="633" spc="-11" dirty="0">
                  <a:solidFill>
                    <a:srgbClr val="605D5C"/>
                  </a:solidFill>
                  <a:latin typeface="Segoe UI"/>
                  <a:cs typeface="Segoe UI"/>
                </a:rPr>
                <a:t> </a:t>
              </a:r>
              <a:r>
                <a:rPr sz="633" spc="-14" dirty="0">
                  <a:solidFill>
                    <a:srgbClr val="605D5C"/>
                  </a:solidFill>
                  <a:latin typeface="Segoe UI"/>
                  <a:cs typeface="Segoe UI"/>
                </a:rPr>
                <a:t>2024</a:t>
              </a:r>
              <a:endParaRPr sz="633">
                <a:latin typeface="Segoe UI"/>
                <a:cs typeface="Segoe UI"/>
              </a:endParaRPr>
            </a:p>
          </p:txBody>
        </p:sp>
        <p:sp>
          <p:nvSpPr>
            <p:cNvPr id="57" name="object 12"/>
            <p:cNvSpPr/>
            <p:nvPr/>
          </p:nvSpPr>
          <p:spPr>
            <a:xfrm>
              <a:off x="1506435"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dirty="0"/>
            </a:p>
          </p:txBody>
        </p:sp>
        <p:sp>
          <p:nvSpPr>
            <p:cNvPr id="58" name="object 13"/>
            <p:cNvSpPr txBox="1"/>
            <p:nvPr/>
          </p:nvSpPr>
          <p:spPr>
            <a:xfrm>
              <a:off x="1330910" y="3259336"/>
              <a:ext cx="358080"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Aug </a:t>
              </a:r>
              <a:r>
                <a:rPr sz="633" spc="-14" dirty="0">
                  <a:solidFill>
                    <a:srgbClr val="605D5C"/>
                  </a:solidFill>
                  <a:latin typeface="Segoe UI"/>
                  <a:cs typeface="Segoe UI"/>
                </a:rPr>
                <a:t>2024</a:t>
              </a:r>
              <a:endParaRPr sz="633">
                <a:latin typeface="Segoe UI"/>
                <a:cs typeface="Segoe UI"/>
              </a:endParaRPr>
            </a:p>
          </p:txBody>
        </p:sp>
        <p:sp>
          <p:nvSpPr>
            <p:cNvPr id="59" name="object 14"/>
            <p:cNvSpPr/>
            <p:nvPr/>
          </p:nvSpPr>
          <p:spPr>
            <a:xfrm>
              <a:off x="2239558"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dirty="0"/>
            </a:p>
          </p:txBody>
        </p:sp>
        <p:sp>
          <p:nvSpPr>
            <p:cNvPr id="60" name="object 15"/>
            <p:cNvSpPr txBox="1"/>
            <p:nvPr/>
          </p:nvSpPr>
          <p:spPr>
            <a:xfrm>
              <a:off x="2070312" y="3259336"/>
              <a:ext cx="345132"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Sep </a:t>
              </a:r>
              <a:r>
                <a:rPr sz="633" spc="-14" dirty="0">
                  <a:solidFill>
                    <a:srgbClr val="605D5C"/>
                  </a:solidFill>
                  <a:latin typeface="Segoe UI"/>
                  <a:cs typeface="Segoe UI"/>
                </a:rPr>
                <a:t>2024</a:t>
              </a:r>
              <a:endParaRPr sz="633">
                <a:latin typeface="Segoe UI"/>
                <a:cs typeface="Segoe UI"/>
              </a:endParaRPr>
            </a:p>
          </p:txBody>
        </p:sp>
        <p:sp>
          <p:nvSpPr>
            <p:cNvPr id="61" name="object 16"/>
            <p:cNvSpPr/>
            <p:nvPr/>
          </p:nvSpPr>
          <p:spPr>
            <a:xfrm>
              <a:off x="2949032"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62" name="object 17"/>
            <p:cNvSpPr txBox="1"/>
            <p:nvPr/>
          </p:nvSpPr>
          <p:spPr>
            <a:xfrm>
              <a:off x="2783344" y="3259336"/>
              <a:ext cx="338435"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Oct </a:t>
              </a:r>
              <a:r>
                <a:rPr sz="633" spc="-14" dirty="0">
                  <a:solidFill>
                    <a:srgbClr val="605D5C"/>
                  </a:solidFill>
                  <a:latin typeface="Segoe UI"/>
                  <a:cs typeface="Segoe UI"/>
                </a:rPr>
                <a:t>2024</a:t>
              </a:r>
              <a:endParaRPr sz="633">
                <a:latin typeface="Segoe UI"/>
                <a:cs typeface="Segoe UI"/>
              </a:endParaRPr>
            </a:p>
          </p:txBody>
        </p:sp>
        <p:sp>
          <p:nvSpPr>
            <p:cNvPr id="63" name="object 18"/>
            <p:cNvSpPr/>
            <p:nvPr/>
          </p:nvSpPr>
          <p:spPr>
            <a:xfrm>
              <a:off x="3682154"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64" name="object 19"/>
            <p:cNvSpPr txBox="1"/>
            <p:nvPr/>
          </p:nvSpPr>
          <p:spPr>
            <a:xfrm>
              <a:off x="3506107" y="3259336"/>
              <a:ext cx="358973"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Nov </a:t>
              </a:r>
              <a:r>
                <a:rPr sz="633" spc="-14" dirty="0">
                  <a:solidFill>
                    <a:srgbClr val="605D5C"/>
                  </a:solidFill>
                  <a:latin typeface="Segoe UI"/>
                  <a:cs typeface="Segoe UI"/>
                </a:rPr>
                <a:t>2024</a:t>
              </a:r>
              <a:endParaRPr sz="633">
                <a:latin typeface="Segoe UI"/>
                <a:cs typeface="Segoe UI"/>
              </a:endParaRPr>
            </a:p>
          </p:txBody>
        </p:sp>
        <p:sp>
          <p:nvSpPr>
            <p:cNvPr id="65" name="object 20"/>
            <p:cNvSpPr/>
            <p:nvPr/>
          </p:nvSpPr>
          <p:spPr>
            <a:xfrm>
              <a:off x="4391629"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66" name="object 21"/>
            <p:cNvSpPr txBox="1"/>
            <p:nvPr/>
          </p:nvSpPr>
          <p:spPr>
            <a:xfrm>
              <a:off x="4220603" y="3259336"/>
              <a:ext cx="348704"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Dec </a:t>
              </a:r>
              <a:r>
                <a:rPr sz="633" spc="-14" dirty="0">
                  <a:solidFill>
                    <a:srgbClr val="605D5C"/>
                  </a:solidFill>
                  <a:latin typeface="Segoe UI"/>
                  <a:cs typeface="Segoe UI"/>
                </a:rPr>
                <a:t>2024</a:t>
              </a:r>
              <a:endParaRPr sz="633">
                <a:latin typeface="Segoe UI"/>
                <a:cs typeface="Segoe UI"/>
              </a:endParaRPr>
            </a:p>
          </p:txBody>
        </p:sp>
        <p:sp>
          <p:nvSpPr>
            <p:cNvPr id="67" name="object 22"/>
            <p:cNvSpPr/>
            <p:nvPr/>
          </p:nvSpPr>
          <p:spPr>
            <a:xfrm>
              <a:off x="5124751"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68" name="object 23"/>
            <p:cNvSpPr txBox="1"/>
            <p:nvPr/>
          </p:nvSpPr>
          <p:spPr>
            <a:xfrm>
              <a:off x="4963982" y="3259336"/>
              <a:ext cx="328612"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Jan</a:t>
              </a:r>
              <a:r>
                <a:rPr sz="633" spc="-11" dirty="0">
                  <a:solidFill>
                    <a:srgbClr val="605D5C"/>
                  </a:solidFill>
                  <a:latin typeface="Segoe UI"/>
                  <a:cs typeface="Segoe UI"/>
                </a:rPr>
                <a:t> </a:t>
              </a:r>
              <a:r>
                <a:rPr sz="633" spc="-14" dirty="0">
                  <a:solidFill>
                    <a:srgbClr val="605D5C"/>
                  </a:solidFill>
                  <a:latin typeface="Segoe UI"/>
                  <a:cs typeface="Segoe UI"/>
                </a:rPr>
                <a:t>2025</a:t>
              </a:r>
              <a:endParaRPr sz="633">
                <a:latin typeface="Segoe UI"/>
                <a:cs typeface="Segoe UI"/>
              </a:endParaRPr>
            </a:p>
          </p:txBody>
        </p:sp>
        <p:sp>
          <p:nvSpPr>
            <p:cNvPr id="69" name="object 24"/>
            <p:cNvSpPr/>
            <p:nvPr/>
          </p:nvSpPr>
          <p:spPr>
            <a:xfrm>
              <a:off x="5857875" y="398487"/>
              <a:ext cx="6697" cy="2853035"/>
            </a:xfrm>
            <a:custGeom>
              <a:avLst/>
              <a:gdLst/>
              <a:ahLst/>
              <a:cxnLst/>
              <a:rect l="l" t="t" r="r" b="b"/>
              <a:pathLst>
                <a:path w="9525" h="4057650">
                  <a:moveTo>
                    <a:pt x="6077" y="4057649"/>
                  </a:moveTo>
                  <a:lnTo>
                    <a:pt x="3447" y="4057649"/>
                  </a:lnTo>
                  <a:lnTo>
                    <a:pt x="2324" y="4057184"/>
                  </a:lnTo>
                  <a:lnTo>
                    <a:pt x="464" y="4055324"/>
                  </a:lnTo>
                  <a:lnTo>
                    <a:pt x="0" y="4054202"/>
                  </a:lnTo>
                  <a:lnTo>
                    <a:pt x="0" y="4051571"/>
                  </a:lnTo>
                  <a:lnTo>
                    <a:pt x="464" y="4050449"/>
                  </a:lnTo>
                  <a:lnTo>
                    <a:pt x="2324" y="4048589"/>
                  </a:lnTo>
                  <a:lnTo>
                    <a:pt x="3447" y="4048124"/>
                  </a:lnTo>
                  <a:lnTo>
                    <a:pt x="6077" y="4048124"/>
                  </a:lnTo>
                  <a:lnTo>
                    <a:pt x="7200" y="4048589"/>
                  </a:lnTo>
                  <a:lnTo>
                    <a:pt x="9060" y="4050449"/>
                  </a:lnTo>
                  <a:lnTo>
                    <a:pt x="9524" y="4051571"/>
                  </a:lnTo>
                  <a:lnTo>
                    <a:pt x="9524" y="4054202"/>
                  </a:lnTo>
                  <a:lnTo>
                    <a:pt x="9060" y="4055324"/>
                  </a:lnTo>
                  <a:lnTo>
                    <a:pt x="7200" y="4057184"/>
                  </a:lnTo>
                  <a:lnTo>
                    <a:pt x="6077" y="4057649"/>
                  </a:lnTo>
                  <a:close/>
                </a:path>
                <a:path w="9525" h="4057650">
                  <a:moveTo>
                    <a:pt x="6077" y="4010024"/>
                  </a:moveTo>
                  <a:lnTo>
                    <a:pt x="3447" y="4010024"/>
                  </a:lnTo>
                  <a:lnTo>
                    <a:pt x="2324" y="4009559"/>
                  </a:lnTo>
                  <a:lnTo>
                    <a:pt x="464" y="4007699"/>
                  </a:lnTo>
                  <a:lnTo>
                    <a:pt x="0" y="4006577"/>
                  </a:lnTo>
                  <a:lnTo>
                    <a:pt x="0" y="4003946"/>
                  </a:lnTo>
                  <a:lnTo>
                    <a:pt x="464" y="4002824"/>
                  </a:lnTo>
                  <a:lnTo>
                    <a:pt x="2324" y="4000964"/>
                  </a:lnTo>
                  <a:lnTo>
                    <a:pt x="3447" y="4000499"/>
                  </a:lnTo>
                  <a:lnTo>
                    <a:pt x="6077" y="4000499"/>
                  </a:lnTo>
                  <a:lnTo>
                    <a:pt x="7200" y="4000964"/>
                  </a:lnTo>
                  <a:lnTo>
                    <a:pt x="9060" y="4002824"/>
                  </a:lnTo>
                  <a:lnTo>
                    <a:pt x="9524" y="4003946"/>
                  </a:lnTo>
                  <a:lnTo>
                    <a:pt x="9524" y="4006577"/>
                  </a:lnTo>
                  <a:lnTo>
                    <a:pt x="9060" y="4007699"/>
                  </a:lnTo>
                  <a:lnTo>
                    <a:pt x="7200" y="4009559"/>
                  </a:lnTo>
                  <a:lnTo>
                    <a:pt x="6077" y="4010024"/>
                  </a:lnTo>
                  <a:close/>
                </a:path>
                <a:path w="9525" h="4057650">
                  <a:moveTo>
                    <a:pt x="6077" y="3962399"/>
                  </a:moveTo>
                  <a:lnTo>
                    <a:pt x="3447" y="3962399"/>
                  </a:lnTo>
                  <a:lnTo>
                    <a:pt x="2324" y="3961934"/>
                  </a:lnTo>
                  <a:lnTo>
                    <a:pt x="464" y="3960074"/>
                  </a:lnTo>
                  <a:lnTo>
                    <a:pt x="0" y="3958952"/>
                  </a:lnTo>
                  <a:lnTo>
                    <a:pt x="0" y="3956321"/>
                  </a:lnTo>
                  <a:lnTo>
                    <a:pt x="464" y="3955199"/>
                  </a:lnTo>
                  <a:lnTo>
                    <a:pt x="2324" y="3953339"/>
                  </a:lnTo>
                  <a:lnTo>
                    <a:pt x="3447" y="3952874"/>
                  </a:lnTo>
                  <a:lnTo>
                    <a:pt x="6077" y="3952874"/>
                  </a:lnTo>
                  <a:lnTo>
                    <a:pt x="7200" y="3953339"/>
                  </a:lnTo>
                  <a:lnTo>
                    <a:pt x="9060" y="3955199"/>
                  </a:lnTo>
                  <a:lnTo>
                    <a:pt x="9524" y="3956321"/>
                  </a:lnTo>
                  <a:lnTo>
                    <a:pt x="9524" y="3958952"/>
                  </a:lnTo>
                  <a:lnTo>
                    <a:pt x="9060" y="3960074"/>
                  </a:lnTo>
                  <a:lnTo>
                    <a:pt x="7200" y="3961934"/>
                  </a:lnTo>
                  <a:lnTo>
                    <a:pt x="6077" y="3962399"/>
                  </a:lnTo>
                  <a:close/>
                </a:path>
                <a:path w="9525" h="4057650">
                  <a:moveTo>
                    <a:pt x="6077" y="3914774"/>
                  </a:moveTo>
                  <a:lnTo>
                    <a:pt x="3447" y="3914774"/>
                  </a:lnTo>
                  <a:lnTo>
                    <a:pt x="2324" y="3914309"/>
                  </a:lnTo>
                  <a:lnTo>
                    <a:pt x="464" y="3912449"/>
                  </a:lnTo>
                  <a:lnTo>
                    <a:pt x="0" y="3911327"/>
                  </a:lnTo>
                  <a:lnTo>
                    <a:pt x="0" y="3908696"/>
                  </a:lnTo>
                  <a:lnTo>
                    <a:pt x="464" y="3907574"/>
                  </a:lnTo>
                  <a:lnTo>
                    <a:pt x="2324" y="3905714"/>
                  </a:lnTo>
                  <a:lnTo>
                    <a:pt x="3447" y="3905249"/>
                  </a:lnTo>
                  <a:lnTo>
                    <a:pt x="6077" y="3905249"/>
                  </a:lnTo>
                  <a:lnTo>
                    <a:pt x="7200" y="3905714"/>
                  </a:lnTo>
                  <a:lnTo>
                    <a:pt x="9060" y="3907574"/>
                  </a:lnTo>
                  <a:lnTo>
                    <a:pt x="9524" y="3908696"/>
                  </a:lnTo>
                  <a:lnTo>
                    <a:pt x="9524" y="3911327"/>
                  </a:lnTo>
                  <a:lnTo>
                    <a:pt x="9060" y="3912449"/>
                  </a:lnTo>
                  <a:lnTo>
                    <a:pt x="7200" y="3914309"/>
                  </a:lnTo>
                  <a:lnTo>
                    <a:pt x="6077" y="3914774"/>
                  </a:lnTo>
                  <a:close/>
                </a:path>
                <a:path w="9525" h="4057650">
                  <a:moveTo>
                    <a:pt x="6077" y="3867149"/>
                  </a:moveTo>
                  <a:lnTo>
                    <a:pt x="3447" y="3867149"/>
                  </a:lnTo>
                  <a:lnTo>
                    <a:pt x="2324" y="3866684"/>
                  </a:lnTo>
                  <a:lnTo>
                    <a:pt x="464" y="3864824"/>
                  </a:lnTo>
                  <a:lnTo>
                    <a:pt x="0" y="3863702"/>
                  </a:lnTo>
                  <a:lnTo>
                    <a:pt x="0" y="3861071"/>
                  </a:lnTo>
                  <a:lnTo>
                    <a:pt x="464" y="3859949"/>
                  </a:lnTo>
                  <a:lnTo>
                    <a:pt x="2324" y="3858089"/>
                  </a:lnTo>
                  <a:lnTo>
                    <a:pt x="3447" y="3857624"/>
                  </a:lnTo>
                  <a:lnTo>
                    <a:pt x="6077" y="3857624"/>
                  </a:lnTo>
                  <a:lnTo>
                    <a:pt x="7200" y="3858089"/>
                  </a:lnTo>
                  <a:lnTo>
                    <a:pt x="9060" y="3859949"/>
                  </a:lnTo>
                  <a:lnTo>
                    <a:pt x="9524" y="3861071"/>
                  </a:lnTo>
                  <a:lnTo>
                    <a:pt x="9524" y="3863702"/>
                  </a:lnTo>
                  <a:lnTo>
                    <a:pt x="9060" y="3864824"/>
                  </a:lnTo>
                  <a:lnTo>
                    <a:pt x="7200" y="3866684"/>
                  </a:lnTo>
                  <a:lnTo>
                    <a:pt x="6077" y="3867149"/>
                  </a:lnTo>
                  <a:close/>
                </a:path>
                <a:path w="9525" h="4057650">
                  <a:moveTo>
                    <a:pt x="6077" y="3819524"/>
                  </a:moveTo>
                  <a:lnTo>
                    <a:pt x="3447" y="3819524"/>
                  </a:lnTo>
                  <a:lnTo>
                    <a:pt x="2324" y="3819059"/>
                  </a:lnTo>
                  <a:lnTo>
                    <a:pt x="464" y="3817199"/>
                  </a:lnTo>
                  <a:lnTo>
                    <a:pt x="0" y="3816077"/>
                  </a:lnTo>
                  <a:lnTo>
                    <a:pt x="0" y="3813446"/>
                  </a:lnTo>
                  <a:lnTo>
                    <a:pt x="464" y="3812324"/>
                  </a:lnTo>
                  <a:lnTo>
                    <a:pt x="2324" y="3810464"/>
                  </a:lnTo>
                  <a:lnTo>
                    <a:pt x="3447" y="3809999"/>
                  </a:lnTo>
                  <a:lnTo>
                    <a:pt x="6077" y="3809999"/>
                  </a:lnTo>
                  <a:lnTo>
                    <a:pt x="7200" y="3810464"/>
                  </a:lnTo>
                  <a:lnTo>
                    <a:pt x="9060" y="3812324"/>
                  </a:lnTo>
                  <a:lnTo>
                    <a:pt x="9524" y="3813446"/>
                  </a:lnTo>
                  <a:lnTo>
                    <a:pt x="9524" y="3816077"/>
                  </a:lnTo>
                  <a:lnTo>
                    <a:pt x="9060" y="3817199"/>
                  </a:lnTo>
                  <a:lnTo>
                    <a:pt x="7200" y="3819059"/>
                  </a:lnTo>
                  <a:lnTo>
                    <a:pt x="6077" y="3819524"/>
                  </a:lnTo>
                  <a:close/>
                </a:path>
                <a:path w="9525" h="4057650">
                  <a:moveTo>
                    <a:pt x="6077" y="3771899"/>
                  </a:moveTo>
                  <a:lnTo>
                    <a:pt x="3447" y="3771899"/>
                  </a:lnTo>
                  <a:lnTo>
                    <a:pt x="2324" y="3771434"/>
                  </a:lnTo>
                  <a:lnTo>
                    <a:pt x="464" y="3769574"/>
                  </a:lnTo>
                  <a:lnTo>
                    <a:pt x="0" y="3768452"/>
                  </a:lnTo>
                  <a:lnTo>
                    <a:pt x="0" y="3765821"/>
                  </a:lnTo>
                  <a:lnTo>
                    <a:pt x="464" y="3764699"/>
                  </a:lnTo>
                  <a:lnTo>
                    <a:pt x="2324" y="3762839"/>
                  </a:lnTo>
                  <a:lnTo>
                    <a:pt x="3447" y="3762374"/>
                  </a:lnTo>
                  <a:lnTo>
                    <a:pt x="6077" y="3762374"/>
                  </a:lnTo>
                  <a:lnTo>
                    <a:pt x="7200" y="3762839"/>
                  </a:lnTo>
                  <a:lnTo>
                    <a:pt x="9060" y="3764699"/>
                  </a:lnTo>
                  <a:lnTo>
                    <a:pt x="9524" y="3765821"/>
                  </a:lnTo>
                  <a:lnTo>
                    <a:pt x="9524" y="3768452"/>
                  </a:lnTo>
                  <a:lnTo>
                    <a:pt x="9060" y="3769574"/>
                  </a:lnTo>
                  <a:lnTo>
                    <a:pt x="7200" y="3771434"/>
                  </a:lnTo>
                  <a:lnTo>
                    <a:pt x="6077" y="3771899"/>
                  </a:lnTo>
                  <a:close/>
                </a:path>
                <a:path w="9525" h="4057650">
                  <a:moveTo>
                    <a:pt x="6077" y="3724274"/>
                  </a:moveTo>
                  <a:lnTo>
                    <a:pt x="3447" y="3724274"/>
                  </a:lnTo>
                  <a:lnTo>
                    <a:pt x="2324" y="3723809"/>
                  </a:lnTo>
                  <a:lnTo>
                    <a:pt x="464" y="3721949"/>
                  </a:lnTo>
                  <a:lnTo>
                    <a:pt x="0" y="3720827"/>
                  </a:lnTo>
                  <a:lnTo>
                    <a:pt x="0" y="3718196"/>
                  </a:lnTo>
                  <a:lnTo>
                    <a:pt x="464" y="3717074"/>
                  </a:lnTo>
                  <a:lnTo>
                    <a:pt x="2324" y="3715214"/>
                  </a:lnTo>
                  <a:lnTo>
                    <a:pt x="3447" y="3714749"/>
                  </a:lnTo>
                  <a:lnTo>
                    <a:pt x="6077" y="3714749"/>
                  </a:lnTo>
                  <a:lnTo>
                    <a:pt x="7200" y="3715214"/>
                  </a:lnTo>
                  <a:lnTo>
                    <a:pt x="9060" y="3717074"/>
                  </a:lnTo>
                  <a:lnTo>
                    <a:pt x="9524" y="3718196"/>
                  </a:lnTo>
                  <a:lnTo>
                    <a:pt x="9524" y="3720827"/>
                  </a:lnTo>
                  <a:lnTo>
                    <a:pt x="9060" y="3721949"/>
                  </a:lnTo>
                  <a:lnTo>
                    <a:pt x="7200" y="3723809"/>
                  </a:lnTo>
                  <a:lnTo>
                    <a:pt x="6077" y="3724274"/>
                  </a:lnTo>
                  <a:close/>
                </a:path>
                <a:path w="9525" h="4057650">
                  <a:moveTo>
                    <a:pt x="6077" y="3676649"/>
                  </a:moveTo>
                  <a:lnTo>
                    <a:pt x="3447" y="3676649"/>
                  </a:lnTo>
                  <a:lnTo>
                    <a:pt x="2324" y="3676184"/>
                  </a:lnTo>
                  <a:lnTo>
                    <a:pt x="464" y="3674324"/>
                  </a:lnTo>
                  <a:lnTo>
                    <a:pt x="0" y="3673202"/>
                  </a:lnTo>
                  <a:lnTo>
                    <a:pt x="0" y="3670571"/>
                  </a:lnTo>
                  <a:lnTo>
                    <a:pt x="464" y="3669449"/>
                  </a:lnTo>
                  <a:lnTo>
                    <a:pt x="2324" y="3667589"/>
                  </a:lnTo>
                  <a:lnTo>
                    <a:pt x="3447" y="3667124"/>
                  </a:lnTo>
                  <a:lnTo>
                    <a:pt x="6077" y="3667124"/>
                  </a:lnTo>
                  <a:lnTo>
                    <a:pt x="7200" y="3667589"/>
                  </a:lnTo>
                  <a:lnTo>
                    <a:pt x="9060" y="3669449"/>
                  </a:lnTo>
                  <a:lnTo>
                    <a:pt x="9524" y="3670571"/>
                  </a:lnTo>
                  <a:lnTo>
                    <a:pt x="9524" y="3673202"/>
                  </a:lnTo>
                  <a:lnTo>
                    <a:pt x="9060" y="3674324"/>
                  </a:lnTo>
                  <a:lnTo>
                    <a:pt x="7200" y="3676184"/>
                  </a:lnTo>
                  <a:lnTo>
                    <a:pt x="6077" y="3676649"/>
                  </a:lnTo>
                  <a:close/>
                </a:path>
                <a:path w="9525" h="4057650">
                  <a:moveTo>
                    <a:pt x="6077" y="3629024"/>
                  </a:moveTo>
                  <a:lnTo>
                    <a:pt x="3447" y="3629024"/>
                  </a:lnTo>
                  <a:lnTo>
                    <a:pt x="2324" y="3628559"/>
                  </a:lnTo>
                  <a:lnTo>
                    <a:pt x="464" y="3626699"/>
                  </a:lnTo>
                  <a:lnTo>
                    <a:pt x="0" y="3625577"/>
                  </a:lnTo>
                  <a:lnTo>
                    <a:pt x="0" y="3622946"/>
                  </a:lnTo>
                  <a:lnTo>
                    <a:pt x="464" y="3621824"/>
                  </a:lnTo>
                  <a:lnTo>
                    <a:pt x="2324" y="3619964"/>
                  </a:lnTo>
                  <a:lnTo>
                    <a:pt x="3447" y="3619499"/>
                  </a:lnTo>
                  <a:lnTo>
                    <a:pt x="6077" y="3619499"/>
                  </a:lnTo>
                  <a:lnTo>
                    <a:pt x="7200" y="3619964"/>
                  </a:lnTo>
                  <a:lnTo>
                    <a:pt x="9060" y="3621824"/>
                  </a:lnTo>
                  <a:lnTo>
                    <a:pt x="9524" y="3622946"/>
                  </a:lnTo>
                  <a:lnTo>
                    <a:pt x="9524" y="3625577"/>
                  </a:lnTo>
                  <a:lnTo>
                    <a:pt x="9060" y="3626699"/>
                  </a:lnTo>
                  <a:lnTo>
                    <a:pt x="7200" y="3628559"/>
                  </a:lnTo>
                  <a:lnTo>
                    <a:pt x="6077" y="3629024"/>
                  </a:lnTo>
                  <a:close/>
                </a:path>
                <a:path w="9525" h="4057650">
                  <a:moveTo>
                    <a:pt x="6077" y="3581399"/>
                  </a:moveTo>
                  <a:lnTo>
                    <a:pt x="3447" y="3581399"/>
                  </a:lnTo>
                  <a:lnTo>
                    <a:pt x="2324" y="3580934"/>
                  </a:lnTo>
                  <a:lnTo>
                    <a:pt x="464" y="3579074"/>
                  </a:lnTo>
                  <a:lnTo>
                    <a:pt x="0" y="3577952"/>
                  </a:lnTo>
                  <a:lnTo>
                    <a:pt x="0" y="3575321"/>
                  </a:lnTo>
                  <a:lnTo>
                    <a:pt x="464" y="3574199"/>
                  </a:lnTo>
                  <a:lnTo>
                    <a:pt x="2324" y="3572339"/>
                  </a:lnTo>
                  <a:lnTo>
                    <a:pt x="3447" y="3571874"/>
                  </a:lnTo>
                  <a:lnTo>
                    <a:pt x="6077" y="3571874"/>
                  </a:lnTo>
                  <a:lnTo>
                    <a:pt x="7200" y="3572339"/>
                  </a:lnTo>
                  <a:lnTo>
                    <a:pt x="9060" y="3574199"/>
                  </a:lnTo>
                  <a:lnTo>
                    <a:pt x="9524" y="3575321"/>
                  </a:lnTo>
                  <a:lnTo>
                    <a:pt x="9524" y="3577952"/>
                  </a:lnTo>
                  <a:lnTo>
                    <a:pt x="9060" y="3579074"/>
                  </a:lnTo>
                  <a:lnTo>
                    <a:pt x="7200" y="3580934"/>
                  </a:lnTo>
                  <a:lnTo>
                    <a:pt x="6077" y="3581399"/>
                  </a:lnTo>
                  <a:close/>
                </a:path>
                <a:path w="9525" h="4057650">
                  <a:moveTo>
                    <a:pt x="6077" y="3533774"/>
                  </a:moveTo>
                  <a:lnTo>
                    <a:pt x="3447" y="3533774"/>
                  </a:lnTo>
                  <a:lnTo>
                    <a:pt x="2324" y="3533309"/>
                  </a:lnTo>
                  <a:lnTo>
                    <a:pt x="464" y="3531449"/>
                  </a:lnTo>
                  <a:lnTo>
                    <a:pt x="0" y="3530327"/>
                  </a:lnTo>
                  <a:lnTo>
                    <a:pt x="0" y="3527696"/>
                  </a:lnTo>
                  <a:lnTo>
                    <a:pt x="464" y="3526574"/>
                  </a:lnTo>
                  <a:lnTo>
                    <a:pt x="2324" y="3524714"/>
                  </a:lnTo>
                  <a:lnTo>
                    <a:pt x="3447" y="3524249"/>
                  </a:lnTo>
                  <a:lnTo>
                    <a:pt x="6077" y="3524249"/>
                  </a:lnTo>
                  <a:lnTo>
                    <a:pt x="7200" y="3524714"/>
                  </a:lnTo>
                  <a:lnTo>
                    <a:pt x="9060" y="3526574"/>
                  </a:lnTo>
                  <a:lnTo>
                    <a:pt x="9524" y="3527696"/>
                  </a:lnTo>
                  <a:lnTo>
                    <a:pt x="9524" y="3530327"/>
                  </a:lnTo>
                  <a:lnTo>
                    <a:pt x="9060" y="3531449"/>
                  </a:lnTo>
                  <a:lnTo>
                    <a:pt x="7200" y="3533309"/>
                  </a:lnTo>
                  <a:lnTo>
                    <a:pt x="6077" y="3533774"/>
                  </a:lnTo>
                  <a:close/>
                </a:path>
                <a:path w="9525" h="4057650">
                  <a:moveTo>
                    <a:pt x="6077" y="3486149"/>
                  </a:moveTo>
                  <a:lnTo>
                    <a:pt x="3447" y="3486149"/>
                  </a:lnTo>
                  <a:lnTo>
                    <a:pt x="2324" y="3485684"/>
                  </a:lnTo>
                  <a:lnTo>
                    <a:pt x="464" y="3483824"/>
                  </a:lnTo>
                  <a:lnTo>
                    <a:pt x="0" y="3482702"/>
                  </a:lnTo>
                  <a:lnTo>
                    <a:pt x="0" y="3480071"/>
                  </a:lnTo>
                  <a:lnTo>
                    <a:pt x="464" y="3478949"/>
                  </a:lnTo>
                  <a:lnTo>
                    <a:pt x="2324" y="3477089"/>
                  </a:lnTo>
                  <a:lnTo>
                    <a:pt x="3447" y="3476624"/>
                  </a:lnTo>
                  <a:lnTo>
                    <a:pt x="6077" y="3476624"/>
                  </a:lnTo>
                  <a:lnTo>
                    <a:pt x="7200" y="3477089"/>
                  </a:lnTo>
                  <a:lnTo>
                    <a:pt x="9060" y="3478949"/>
                  </a:lnTo>
                  <a:lnTo>
                    <a:pt x="9524" y="3480071"/>
                  </a:lnTo>
                  <a:lnTo>
                    <a:pt x="9524" y="3482702"/>
                  </a:lnTo>
                  <a:lnTo>
                    <a:pt x="9060" y="3483824"/>
                  </a:lnTo>
                  <a:lnTo>
                    <a:pt x="7200" y="3485684"/>
                  </a:lnTo>
                  <a:lnTo>
                    <a:pt x="6077" y="3486149"/>
                  </a:lnTo>
                  <a:close/>
                </a:path>
                <a:path w="9525" h="4057650">
                  <a:moveTo>
                    <a:pt x="6077" y="3438524"/>
                  </a:moveTo>
                  <a:lnTo>
                    <a:pt x="3447" y="3438524"/>
                  </a:lnTo>
                  <a:lnTo>
                    <a:pt x="2324" y="3438059"/>
                  </a:lnTo>
                  <a:lnTo>
                    <a:pt x="464" y="3436199"/>
                  </a:lnTo>
                  <a:lnTo>
                    <a:pt x="0" y="3435077"/>
                  </a:lnTo>
                  <a:lnTo>
                    <a:pt x="0" y="3432446"/>
                  </a:lnTo>
                  <a:lnTo>
                    <a:pt x="464" y="3431324"/>
                  </a:lnTo>
                  <a:lnTo>
                    <a:pt x="2324" y="3429464"/>
                  </a:lnTo>
                  <a:lnTo>
                    <a:pt x="3447" y="3428999"/>
                  </a:lnTo>
                  <a:lnTo>
                    <a:pt x="6077" y="3428999"/>
                  </a:lnTo>
                  <a:lnTo>
                    <a:pt x="7200" y="3429464"/>
                  </a:lnTo>
                  <a:lnTo>
                    <a:pt x="9060" y="3431324"/>
                  </a:lnTo>
                  <a:lnTo>
                    <a:pt x="9524" y="3432446"/>
                  </a:lnTo>
                  <a:lnTo>
                    <a:pt x="9524" y="3435077"/>
                  </a:lnTo>
                  <a:lnTo>
                    <a:pt x="9060" y="3436199"/>
                  </a:lnTo>
                  <a:lnTo>
                    <a:pt x="7200" y="3438059"/>
                  </a:lnTo>
                  <a:lnTo>
                    <a:pt x="6077" y="3438524"/>
                  </a:lnTo>
                  <a:close/>
                </a:path>
                <a:path w="9525" h="4057650">
                  <a:moveTo>
                    <a:pt x="6077" y="3390899"/>
                  </a:moveTo>
                  <a:lnTo>
                    <a:pt x="3447" y="3390899"/>
                  </a:lnTo>
                  <a:lnTo>
                    <a:pt x="2324" y="3390434"/>
                  </a:lnTo>
                  <a:lnTo>
                    <a:pt x="464" y="3388574"/>
                  </a:lnTo>
                  <a:lnTo>
                    <a:pt x="0" y="3387452"/>
                  </a:lnTo>
                  <a:lnTo>
                    <a:pt x="0" y="3384821"/>
                  </a:lnTo>
                  <a:lnTo>
                    <a:pt x="464" y="3383699"/>
                  </a:lnTo>
                  <a:lnTo>
                    <a:pt x="2324" y="3381839"/>
                  </a:lnTo>
                  <a:lnTo>
                    <a:pt x="3447" y="3381374"/>
                  </a:lnTo>
                  <a:lnTo>
                    <a:pt x="6077" y="3381374"/>
                  </a:lnTo>
                  <a:lnTo>
                    <a:pt x="7200" y="3381839"/>
                  </a:lnTo>
                  <a:lnTo>
                    <a:pt x="9060" y="3383699"/>
                  </a:lnTo>
                  <a:lnTo>
                    <a:pt x="9524" y="3384821"/>
                  </a:lnTo>
                  <a:lnTo>
                    <a:pt x="9524" y="3387452"/>
                  </a:lnTo>
                  <a:lnTo>
                    <a:pt x="9060" y="3388574"/>
                  </a:lnTo>
                  <a:lnTo>
                    <a:pt x="7200" y="3390434"/>
                  </a:lnTo>
                  <a:lnTo>
                    <a:pt x="6077" y="3390899"/>
                  </a:lnTo>
                  <a:close/>
                </a:path>
                <a:path w="9525" h="4057650">
                  <a:moveTo>
                    <a:pt x="6077" y="3343274"/>
                  </a:moveTo>
                  <a:lnTo>
                    <a:pt x="3447" y="3343274"/>
                  </a:lnTo>
                  <a:lnTo>
                    <a:pt x="2324" y="3342809"/>
                  </a:lnTo>
                  <a:lnTo>
                    <a:pt x="464" y="3340949"/>
                  </a:lnTo>
                  <a:lnTo>
                    <a:pt x="0" y="3339827"/>
                  </a:lnTo>
                  <a:lnTo>
                    <a:pt x="0" y="3337196"/>
                  </a:lnTo>
                  <a:lnTo>
                    <a:pt x="464" y="3336074"/>
                  </a:lnTo>
                  <a:lnTo>
                    <a:pt x="2324" y="3334214"/>
                  </a:lnTo>
                  <a:lnTo>
                    <a:pt x="3447" y="3333749"/>
                  </a:lnTo>
                  <a:lnTo>
                    <a:pt x="6077" y="3333749"/>
                  </a:lnTo>
                  <a:lnTo>
                    <a:pt x="7200" y="3334214"/>
                  </a:lnTo>
                  <a:lnTo>
                    <a:pt x="9060" y="3336074"/>
                  </a:lnTo>
                  <a:lnTo>
                    <a:pt x="9524" y="3337196"/>
                  </a:lnTo>
                  <a:lnTo>
                    <a:pt x="9524" y="3339827"/>
                  </a:lnTo>
                  <a:lnTo>
                    <a:pt x="9060" y="3340949"/>
                  </a:lnTo>
                  <a:lnTo>
                    <a:pt x="7200" y="3342809"/>
                  </a:lnTo>
                  <a:lnTo>
                    <a:pt x="6077" y="3343274"/>
                  </a:lnTo>
                  <a:close/>
                </a:path>
                <a:path w="9525" h="4057650">
                  <a:moveTo>
                    <a:pt x="6077" y="3295649"/>
                  </a:moveTo>
                  <a:lnTo>
                    <a:pt x="3447" y="3295649"/>
                  </a:lnTo>
                  <a:lnTo>
                    <a:pt x="2324" y="3295184"/>
                  </a:lnTo>
                  <a:lnTo>
                    <a:pt x="464" y="3293324"/>
                  </a:lnTo>
                  <a:lnTo>
                    <a:pt x="0" y="3292202"/>
                  </a:lnTo>
                  <a:lnTo>
                    <a:pt x="0" y="3289571"/>
                  </a:lnTo>
                  <a:lnTo>
                    <a:pt x="464" y="3288449"/>
                  </a:lnTo>
                  <a:lnTo>
                    <a:pt x="2324" y="3286589"/>
                  </a:lnTo>
                  <a:lnTo>
                    <a:pt x="3447" y="3286124"/>
                  </a:lnTo>
                  <a:lnTo>
                    <a:pt x="6077" y="3286124"/>
                  </a:lnTo>
                  <a:lnTo>
                    <a:pt x="7200" y="3286589"/>
                  </a:lnTo>
                  <a:lnTo>
                    <a:pt x="9060" y="3288449"/>
                  </a:lnTo>
                  <a:lnTo>
                    <a:pt x="9524" y="3289571"/>
                  </a:lnTo>
                  <a:lnTo>
                    <a:pt x="9524" y="3292202"/>
                  </a:lnTo>
                  <a:lnTo>
                    <a:pt x="9060" y="3293324"/>
                  </a:lnTo>
                  <a:lnTo>
                    <a:pt x="7200" y="3295184"/>
                  </a:lnTo>
                  <a:lnTo>
                    <a:pt x="6077" y="3295649"/>
                  </a:lnTo>
                  <a:close/>
                </a:path>
                <a:path w="9525" h="4057650">
                  <a:moveTo>
                    <a:pt x="6077" y="3248024"/>
                  </a:moveTo>
                  <a:lnTo>
                    <a:pt x="3447" y="3248024"/>
                  </a:lnTo>
                  <a:lnTo>
                    <a:pt x="2324" y="3247559"/>
                  </a:lnTo>
                  <a:lnTo>
                    <a:pt x="464" y="3245699"/>
                  </a:lnTo>
                  <a:lnTo>
                    <a:pt x="0" y="3244577"/>
                  </a:lnTo>
                  <a:lnTo>
                    <a:pt x="0" y="3241946"/>
                  </a:lnTo>
                  <a:lnTo>
                    <a:pt x="464" y="3240824"/>
                  </a:lnTo>
                  <a:lnTo>
                    <a:pt x="2324" y="3238964"/>
                  </a:lnTo>
                  <a:lnTo>
                    <a:pt x="3447" y="3238499"/>
                  </a:lnTo>
                  <a:lnTo>
                    <a:pt x="6077" y="3238499"/>
                  </a:lnTo>
                  <a:lnTo>
                    <a:pt x="7200" y="3238964"/>
                  </a:lnTo>
                  <a:lnTo>
                    <a:pt x="9060" y="3240824"/>
                  </a:lnTo>
                  <a:lnTo>
                    <a:pt x="9524" y="3241946"/>
                  </a:lnTo>
                  <a:lnTo>
                    <a:pt x="9524" y="3244577"/>
                  </a:lnTo>
                  <a:lnTo>
                    <a:pt x="9060" y="3245699"/>
                  </a:lnTo>
                  <a:lnTo>
                    <a:pt x="7200" y="3247559"/>
                  </a:lnTo>
                  <a:lnTo>
                    <a:pt x="6077" y="3248024"/>
                  </a:lnTo>
                  <a:close/>
                </a:path>
                <a:path w="9525" h="405765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4057650">
                  <a:moveTo>
                    <a:pt x="6077" y="3152774"/>
                  </a:moveTo>
                  <a:lnTo>
                    <a:pt x="3447" y="3152774"/>
                  </a:lnTo>
                  <a:lnTo>
                    <a:pt x="2324" y="3152309"/>
                  </a:lnTo>
                  <a:lnTo>
                    <a:pt x="464" y="3150449"/>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49"/>
                  </a:lnTo>
                  <a:lnTo>
                    <a:pt x="7200" y="3152309"/>
                  </a:lnTo>
                  <a:lnTo>
                    <a:pt x="6077" y="3152774"/>
                  </a:lnTo>
                  <a:close/>
                </a:path>
                <a:path w="9525" h="405765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405765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405765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405765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4057650">
                  <a:moveTo>
                    <a:pt x="6077" y="2914649"/>
                  </a:moveTo>
                  <a:lnTo>
                    <a:pt x="3447" y="2914649"/>
                  </a:lnTo>
                  <a:lnTo>
                    <a:pt x="2324" y="2914184"/>
                  </a:lnTo>
                  <a:lnTo>
                    <a:pt x="464" y="2912324"/>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4"/>
                  </a:lnTo>
                  <a:lnTo>
                    <a:pt x="7200" y="2914184"/>
                  </a:lnTo>
                  <a:lnTo>
                    <a:pt x="6077" y="2914649"/>
                  </a:lnTo>
                  <a:close/>
                </a:path>
                <a:path w="9525" h="4057650">
                  <a:moveTo>
                    <a:pt x="6077" y="2867024"/>
                  </a:moveTo>
                  <a:lnTo>
                    <a:pt x="3447" y="2867024"/>
                  </a:lnTo>
                  <a:lnTo>
                    <a:pt x="2324" y="2866559"/>
                  </a:lnTo>
                  <a:lnTo>
                    <a:pt x="464" y="2864699"/>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699"/>
                  </a:lnTo>
                  <a:lnTo>
                    <a:pt x="7200" y="2866559"/>
                  </a:lnTo>
                  <a:lnTo>
                    <a:pt x="6077" y="2867024"/>
                  </a:lnTo>
                  <a:close/>
                </a:path>
                <a:path w="9525" h="4057650">
                  <a:moveTo>
                    <a:pt x="6077" y="2819399"/>
                  </a:moveTo>
                  <a:lnTo>
                    <a:pt x="3447" y="2819399"/>
                  </a:lnTo>
                  <a:lnTo>
                    <a:pt x="2324" y="2818934"/>
                  </a:lnTo>
                  <a:lnTo>
                    <a:pt x="464" y="2817074"/>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4"/>
                  </a:lnTo>
                  <a:lnTo>
                    <a:pt x="7200" y="2818934"/>
                  </a:lnTo>
                  <a:lnTo>
                    <a:pt x="6077" y="2819399"/>
                  </a:lnTo>
                  <a:close/>
                </a:path>
                <a:path w="9525" h="4057650">
                  <a:moveTo>
                    <a:pt x="6077" y="2771774"/>
                  </a:moveTo>
                  <a:lnTo>
                    <a:pt x="3447" y="2771774"/>
                  </a:lnTo>
                  <a:lnTo>
                    <a:pt x="2324" y="2771309"/>
                  </a:lnTo>
                  <a:lnTo>
                    <a:pt x="464" y="2769449"/>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49"/>
                  </a:lnTo>
                  <a:lnTo>
                    <a:pt x="7200" y="2771309"/>
                  </a:lnTo>
                  <a:lnTo>
                    <a:pt x="6077" y="2771774"/>
                  </a:lnTo>
                  <a:close/>
                </a:path>
                <a:path w="9525" h="405765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4057650">
                  <a:moveTo>
                    <a:pt x="6077" y="2676524"/>
                  </a:moveTo>
                  <a:lnTo>
                    <a:pt x="3447" y="2676524"/>
                  </a:lnTo>
                  <a:lnTo>
                    <a:pt x="2324" y="2676059"/>
                  </a:lnTo>
                  <a:lnTo>
                    <a:pt x="464" y="2674199"/>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199"/>
                  </a:lnTo>
                  <a:lnTo>
                    <a:pt x="7200" y="2676059"/>
                  </a:lnTo>
                  <a:lnTo>
                    <a:pt x="6077" y="2676524"/>
                  </a:lnTo>
                  <a:close/>
                </a:path>
                <a:path w="9525" h="405765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405765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405765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4057650">
                  <a:moveTo>
                    <a:pt x="6077" y="2486024"/>
                  </a:moveTo>
                  <a:lnTo>
                    <a:pt x="3447" y="2486024"/>
                  </a:lnTo>
                  <a:lnTo>
                    <a:pt x="2324" y="2485559"/>
                  </a:lnTo>
                  <a:lnTo>
                    <a:pt x="464" y="2483699"/>
                  </a:lnTo>
                  <a:lnTo>
                    <a:pt x="0" y="2482577"/>
                  </a:lnTo>
                  <a:lnTo>
                    <a:pt x="0" y="2479946"/>
                  </a:lnTo>
                  <a:lnTo>
                    <a:pt x="464" y="2478824"/>
                  </a:lnTo>
                  <a:lnTo>
                    <a:pt x="2324" y="2476964"/>
                  </a:lnTo>
                  <a:lnTo>
                    <a:pt x="3447" y="2476499"/>
                  </a:lnTo>
                  <a:lnTo>
                    <a:pt x="6077" y="2476499"/>
                  </a:lnTo>
                  <a:lnTo>
                    <a:pt x="7200" y="2476964"/>
                  </a:lnTo>
                  <a:lnTo>
                    <a:pt x="9060" y="2478824"/>
                  </a:lnTo>
                  <a:lnTo>
                    <a:pt x="9524" y="2479946"/>
                  </a:lnTo>
                  <a:lnTo>
                    <a:pt x="9524" y="2482577"/>
                  </a:lnTo>
                  <a:lnTo>
                    <a:pt x="9060" y="2483699"/>
                  </a:lnTo>
                  <a:lnTo>
                    <a:pt x="7200" y="2485559"/>
                  </a:lnTo>
                  <a:lnTo>
                    <a:pt x="6077" y="2486024"/>
                  </a:lnTo>
                  <a:close/>
                </a:path>
                <a:path w="9525" h="405765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405765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4057650">
                  <a:moveTo>
                    <a:pt x="6077" y="2343149"/>
                  </a:moveTo>
                  <a:lnTo>
                    <a:pt x="3447" y="2343149"/>
                  </a:lnTo>
                  <a:lnTo>
                    <a:pt x="2324" y="2342684"/>
                  </a:lnTo>
                  <a:lnTo>
                    <a:pt x="464" y="2340824"/>
                  </a:lnTo>
                  <a:lnTo>
                    <a:pt x="0" y="2339702"/>
                  </a:lnTo>
                  <a:lnTo>
                    <a:pt x="0" y="2337071"/>
                  </a:lnTo>
                  <a:lnTo>
                    <a:pt x="464" y="2335949"/>
                  </a:lnTo>
                  <a:lnTo>
                    <a:pt x="2324" y="2334089"/>
                  </a:lnTo>
                  <a:lnTo>
                    <a:pt x="3447" y="2333624"/>
                  </a:lnTo>
                  <a:lnTo>
                    <a:pt x="6077" y="2333624"/>
                  </a:lnTo>
                  <a:lnTo>
                    <a:pt x="7200" y="2334089"/>
                  </a:lnTo>
                  <a:lnTo>
                    <a:pt x="9060" y="2335949"/>
                  </a:lnTo>
                  <a:lnTo>
                    <a:pt x="9524" y="2337071"/>
                  </a:lnTo>
                  <a:lnTo>
                    <a:pt x="9524" y="2339702"/>
                  </a:lnTo>
                  <a:lnTo>
                    <a:pt x="9060" y="2340824"/>
                  </a:lnTo>
                  <a:lnTo>
                    <a:pt x="7200" y="2342684"/>
                  </a:lnTo>
                  <a:lnTo>
                    <a:pt x="6077" y="2343149"/>
                  </a:lnTo>
                  <a:close/>
                </a:path>
                <a:path w="9525" h="405765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405765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405765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405765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405765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405765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4057650">
                  <a:moveTo>
                    <a:pt x="6077" y="2009774"/>
                  </a:moveTo>
                  <a:lnTo>
                    <a:pt x="3447" y="2009774"/>
                  </a:lnTo>
                  <a:lnTo>
                    <a:pt x="2324" y="2009309"/>
                  </a:lnTo>
                  <a:lnTo>
                    <a:pt x="464" y="2007449"/>
                  </a:lnTo>
                  <a:lnTo>
                    <a:pt x="0" y="2006327"/>
                  </a:lnTo>
                  <a:lnTo>
                    <a:pt x="0" y="2003696"/>
                  </a:lnTo>
                  <a:lnTo>
                    <a:pt x="464" y="2002574"/>
                  </a:lnTo>
                  <a:lnTo>
                    <a:pt x="2324" y="2000714"/>
                  </a:lnTo>
                  <a:lnTo>
                    <a:pt x="3447" y="2000249"/>
                  </a:lnTo>
                  <a:lnTo>
                    <a:pt x="6077" y="2000249"/>
                  </a:lnTo>
                  <a:lnTo>
                    <a:pt x="7200" y="2000714"/>
                  </a:lnTo>
                  <a:lnTo>
                    <a:pt x="9060" y="2002574"/>
                  </a:lnTo>
                  <a:lnTo>
                    <a:pt x="9524" y="2003696"/>
                  </a:lnTo>
                  <a:lnTo>
                    <a:pt x="9524" y="2006327"/>
                  </a:lnTo>
                  <a:lnTo>
                    <a:pt x="9060" y="2007449"/>
                  </a:lnTo>
                  <a:lnTo>
                    <a:pt x="7200" y="2009309"/>
                  </a:lnTo>
                  <a:lnTo>
                    <a:pt x="6077" y="2009774"/>
                  </a:lnTo>
                  <a:close/>
                </a:path>
                <a:path w="9525" h="405765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405765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4057650">
                  <a:moveTo>
                    <a:pt x="6077" y="1866899"/>
                  </a:moveTo>
                  <a:lnTo>
                    <a:pt x="3447" y="1866899"/>
                  </a:lnTo>
                  <a:lnTo>
                    <a:pt x="2324" y="1866434"/>
                  </a:lnTo>
                  <a:lnTo>
                    <a:pt x="464" y="1864574"/>
                  </a:lnTo>
                  <a:lnTo>
                    <a:pt x="0" y="1863452"/>
                  </a:lnTo>
                  <a:lnTo>
                    <a:pt x="0" y="1860822"/>
                  </a:lnTo>
                  <a:lnTo>
                    <a:pt x="464" y="1859699"/>
                  </a:lnTo>
                  <a:lnTo>
                    <a:pt x="2324" y="1857839"/>
                  </a:lnTo>
                  <a:lnTo>
                    <a:pt x="3447" y="1857374"/>
                  </a:lnTo>
                  <a:lnTo>
                    <a:pt x="6077" y="1857374"/>
                  </a:lnTo>
                  <a:lnTo>
                    <a:pt x="7200" y="1857839"/>
                  </a:lnTo>
                  <a:lnTo>
                    <a:pt x="9060" y="1859699"/>
                  </a:lnTo>
                  <a:lnTo>
                    <a:pt x="9524" y="1860822"/>
                  </a:lnTo>
                  <a:lnTo>
                    <a:pt x="9524" y="1863452"/>
                  </a:lnTo>
                  <a:lnTo>
                    <a:pt x="9060" y="1864574"/>
                  </a:lnTo>
                  <a:lnTo>
                    <a:pt x="7200" y="1866434"/>
                  </a:lnTo>
                  <a:lnTo>
                    <a:pt x="6077" y="1866899"/>
                  </a:lnTo>
                  <a:close/>
                </a:path>
                <a:path w="9525" h="405765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40576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405765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4057650">
                  <a:moveTo>
                    <a:pt x="6077" y="1676399"/>
                  </a:moveTo>
                  <a:lnTo>
                    <a:pt x="3447" y="1676399"/>
                  </a:lnTo>
                  <a:lnTo>
                    <a:pt x="2324" y="1675934"/>
                  </a:lnTo>
                  <a:lnTo>
                    <a:pt x="464" y="1674075"/>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5"/>
                  </a:lnTo>
                  <a:lnTo>
                    <a:pt x="7200" y="1675934"/>
                  </a:lnTo>
                  <a:lnTo>
                    <a:pt x="6077" y="1676399"/>
                  </a:lnTo>
                  <a:close/>
                </a:path>
                <a:path w="9525" h="4057650">
                  <a:moveTo>
                    <a:pt x="6077" y="1628774"/>
                  </a:moveTo>
                  <a:lnTo>
                    <a:pt x="3447" y="1628774"/>
                  </a:lnTo>
                  <a:lnTo>
                    <a:pt x="2324" y="1628309"/>
                  </a:lnTo>
                  <a:lnTo>
                    <a:pt x="464" y="1626449"/>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49"/>
                  </a:lnTo>
                  <a:lnTo>
                    <a:pt x="7200" y="1628309"/>
                  </a:lnTo>
                  <a:lnTo>
                    <a:pt x="6077" y="1628774"/>
                  </a:lnTo>
                  <a:close/>
                </a:path>
                <a:path w="9525" h="4057650">
                  <a:moveTo>
                    <a:pt x="6077" y="1581149"/>
                  </a:moveTo>
                  <a:lnTo>
                    <a:pt x="3447" y="1581149"/>
                  </a:lnTo>
                  <a:lnTo>
                    <a:pt x="2324" y="1580684"/>
                  </a:lnTo>
                  <a:lnTo>
                    <a:pt x="464" y="1578825"/>
                  </a:lnTo>
                  <a:lnTo>
                    <a:pt x="0" y="1577702"/>
                  </a:lnTo>
                  <a:lnTo>
                    <a:pt x="0" y="1575072"/>
                  </a:lnTo>
                  <a:lnTo>
                    <a:pt x="464" y="1573949"/>
                  </a:lnTo>
                  <a:lnTo>
                    <a:pt x="2324" y="1572090"/>
                  </a:lnTo>
                  <a:lnTo>
                    <a:pt x="3447" y="1571624"/>
                  </a:lnTo>
                  <a:lnTo>
                    <a:pt x="6077" y="1571624"/>
                  </a:lnTo>
                  <a:lnTo>
                    <a:pt x="7200" y="1572090"/>
                  </a:lnTo>
                  <a:lnTo>
                    <a:pt x="9060" y="1573949"/>
                  </a:lnTo>
                  <a:lnTo>
                    <a:pt x="9524" y="1575072"/>
                  </a:lnTo>
                  <a:lnTo>
                    <a:pt x="9524" y="1577702"/>
                  </a:lnTo>
                  <a:lnTo>
                    <a:pt x="9060" y="1578825"/>
                  </a:lnTo>
                  <a:lnTo>
                    <a:pt x="7200" y="1580684"/>
                  </a:lnTo>
                  <a:lnTo>
                    <a:pt x="6077" y="1581149"/>
                  </a:lnTo>
                  <a:close/>
                </a:path>
                <a:path w="9525" h="40576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4057650">
                  <a:moveTo>
                    <a:pt x="6077" y="1485899"/>
                  </a:moveTo>
                  <a:lnTo>
                    <a:pt x="3447" y="1485899"/>
                  </a:lnTo>
                  <a:lnTo>
                    <a:pt x="2324" y="1485434"/>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4"/>
                  </a:lnTo>
                  <a:lnTo>
                    <a:pt x="6077" y="1485899"/>
                  </a:lnTo>
                  <a:close/>
                </a:path>
                <a:path w="9525" h="40576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405765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4057650">
                  <a:moveTo>
                    <a:pt x="6077" y="1343024"/>
                  </a:moveTo>
                  <a:lnTo>
                    <a:pt x="3447" y="1343024"/>
                  </a:lnTo>
                  <a:lnTo>
                    <a:pt x="2324" y="1342559"/>
                  </a:lnTo>
                  <a:lnTo>
                    <a:pt x="464" y="1340700"/>
                  </a:lnTo>
                  <a:lnTo>
                    <a:pt x="0" y="1339577"/>
                  </a:lnTo>
                  <a:lnTo>
                    <a:pt x="0" y="1336947"/>
                  </a:lnTo>
                  <a:lnTo>
                    <a:pt x="464" y="1335824"/>
                  </a:lnTo>
                  <a:lnTo>
                    <a:pt x="2324" y="1333965"/>
                  </a:lnTo>
                  <a:lnTo>
                    <a:pt x="3447" y="1333499"/>
                  </a:lnTo>
                  <a:lnTo>
                    <a:pt x="6077" y="1333499"/>
                  </a:lnTo>
                  <a:lnTo>
                    <a:pt x="7200" y="1333965"/>
                  </a:lnTo>
                  <a:lnTo>
                    <a:pt x="9060" y="1335824"/>
                  </a:lnTo>
                  <a:lnTo>
                    <a:pt x="9524" y="1336947"/>
                  </a:lnTo>
                  <a:lnTo>
                    <a:pt x="9524" y="1339577"/>
                  </a:lnTo>
                  <a:lnTo>
                    <a:pt x="9060" y="1340700"/>
                  </a:lnTo>
                  <a:lnTo>
                    <a:pt x="7200" y="1342559"/>
                  </a:lnTo>
                  <a:lnTo>
                    <a:pt x="6077" y="1343024"/>
                  </a:lnTo>
                  <a:close/>
                </a:path>
                <a:path w="9525" h="4057650">
                  <a:moveTo>
                    <a:pt x="6077" y="1295399"/>
                  </a:moveTo>
                  <a:lnTo>
                    <a:pt x="3447" y="1295399"/>
                  </a:lnTo>
                  <a:lnTo>
                    <a:pt x="2324" y="1294934"/>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4"/>
                  </a:lnTo>
                  <a:lnTo>
                    <a:pt x="6077" y="1295399"/>
                  </a:lnTo>
                  <a:close/>
                </a:path>
                <a:path w="9525" h="40576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4057650">
                  <a:moveTo>
                    <a:pt x="6077" y="1200149"/>
                  </a:moveTo>
                  <a:lnTo>
                    <a:pt x="3447" y="1200149"/>
                  </a:lnTo>
                  <a:lnTo>
                    <a:pt x="2324" y="1199684"/>
                  </a:lnTo>
                  <a:lnTo>
                    <a:pt x="464" y="1197825"/>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5"/>
                  </a:lnTo>
                  <a:lnTo>
                    <a:pt x="7200" y="1199684"/>
                  </a:lnTo>
                  <a:lnTo>
                    <a:pt x="6077" y="1200149"/>
                  </a:lnTo>
                  <a:close/>
                </a:path>
                <a:path w="9525" h="4057650">
                  <a:moveTo>
                    <a:pt x="6077" y="1152524"/>
                  </a:moveTo>
                  <a:lnTo>
                    <a:pt x="3447" y="1152524"/>
                  </a:lnTo>
                  <a:lnTo>
                    <a:pt x="2324" y="1152059"/>
                  </a:lnTo>
                  <a:lnTo>
                    <a:pt x="464" y="1150200"/>
                  </a:lnTo>
                  <a:lnTo>
                    <a:pt x="0" y="1149077"/>
                  </a:lnTo>
                  <a:lnTo>
                    <a:pt x="0" y="1146447"/>
                  </a:lnTo>
                  <a:lnTo>
                    <a:pt x="464" y="1145324"/>
                  </a:lnTo>
                  <a:lnTo>
                    <a:pt x="2324" y="1143464"/>
                  </a:lnTo>
                  <a:lnTo>
                    <a:pt x="3447" y="1142999"/>
                  </a:lnTo>
                  <a:lnTo>
                    <a:pt x="6077" y="1142999"/>
                  </a:lnTo>
                  <a:lnTo>
                    <a:pt x="7200" y="1143464"/>
                  </a:lnTo>
                  <a:lnTo>
                    <a:pt x="9060" y="1145324"/>
                  </a:lnTo>
                  <a:lnTo>
                    <a:pt x="9524" y="1146447"/>
                  </a:lnTo>
                  <a:lnTo>
                    <a:pt x="9524" y="1149077"/>
                  </a:lnTo>
                  <a:lnTo>
                    <a:pt x="9060" y="1150200"/>
                  </a:lnTo>
                  <a:lnTo>
                    <a:pt x="7200" y="1152059"/>
                  </a:lnTo>
                  <a:lnTo>
                    <a:pt x="6077" y="1152524"/>
                  </a:lnTo>
                  <a:close/>
                </a:path>
                <a:path w="9525" h="4057650">
                  <a:moveTo>
                    <a:pt x="6077" y="1104899"/>
                  </a:moveTo>
                  <a:lnTo>
                    <a:pt x="3447" y="1104899"/>
                  </a:lnTo>
                  <a:lnTo>
                    <a:pt x="2324" y="1104434"/>
                  </a:lnTo>
                  <a:lnTo>
                    <a:pt x="464" y="1102575"/>
                  </a:lnTo>
                  <a:lnTo>
                    <a:pt x="0" y="1101452"/>
                  </a:lnTo>
                  <a:lnTo>
                    <a:pt x="0" y="1098822"/>
                  </a:lnTo>
                  <a:lnTo>
                    <a:pt x="464" y="1097699"/>
                  </a:lnTo>
                  <a:lnTo>
                    <a:pt x="2324" y="1095840"/>
                  </a:lnTo>
                  <a:lnTo>
                    <a:pt x="3447" y="1095374"/>
                  </a:lnTo>
                  <a:lnTo>
                    <a:pt x="6077" y="1095374"/>
                  </a:lnTo>
                  <a:lnTo>
                    <a:pt x="7200" y="1095840"/>
                  </a:lnTo>
                  <a:lnTo>
                    <a:pt x="9060" y="1097699"/>
                  </a:lnTo>
                  <a:lnTo>
                    <a:pt x="9524" y="1098822"/>
                  </a:lnTo>
                  <a:lnTo>
                    <a:pt x="9524" y="1101452"/>
                  </a:lnTo>
                  <a:lnTo>
                    <a:pt x="9060" y="1102575"/>
                  </a:lnTo>
                  <a:lnTo>
                    <a:pt x="7200" y="1104434"/>
                  </a:lnTo>
                  <a:lnTo>
                    <a:pt x="6077" y="1104899"/>
                  </a:lnTo>
                  <a:close/>
                </a:path>
                <a:path w="9525" h="4057650">
                  <a:moveTo>
                    <a:pt x="6077" y="1057274"/>
                  </a:moveTo>
                  <a:lnTo>
                    <a:pt x="3447" y="1057274"/>
                  </a:lnTo>
                  <a:lnTo>
                    <a:pt x="2324" y="1056809"/>
                  </a:lnTo>
                  <a:lnTo>
                    <a:pt x="464" y="1054950"/>
                  </a:lnTo>
                  <a:lnTo>
                    <a:pt x="0" y="1053827"/>
                  </a:lnTo>
                  <a:lnTo>
                    <a:pt x="0" y="1051197"/>
                  </a:lnTo>
                  <a:lnTo>
                    <a:pt x="464" y="1050074"/>
                  </a:lnTo>
                  <a:lnTo>
                    <a:pt x="2324" y="1048215"/>
                  </a:lnTo>
                  <a:lnTo>
                    <a:pt x="3447" y="1047749"/>
                  </a:lnTo>
                  <a:lnTo>
                    <a:pt x="6077" y="1047749"/>
                  </a:lnTo>
                  <a:lnTo>
                    <a:pt x="7200" y="1048215"/>
                  </a:lnTo>
                  <a:lnTo>
                    <a:pt x="9060" y="1050074"/>
                  </a:lnTo>
                  <a:lnTo>
                    <a:pt x="9524" y="1051197"/>
                  </a:lnTo>
                  <a:lnTo>
                    <a:pt x="9524" y="1053827"/>
                  </a:lnTo>
                  <a:lnTo>
                    <a:pt x="9060" y="1054950"/>
                  </a:lnTo>
                  <a:lnTo>
                    <a:pt x="7200" y="1056809"/>
                  </a:lnTo>
                  <a:lnTo>
                    <a:pt x="6077" y="1057274"/>
                  </a:lnTo>
                  <a:close/>
                </a:path>
                <a:path w="9525" h="4057650">
                  <a:moveTo>
                    <a:pt x="6077" y="1009649"/>
                  </a:moveTo>
                  <a:lnTo>
                    <a:pt x="3447" y="1009649"/>
                  </a:lnTo>
                  <a:lnTo>
                    <a:pt x="2324" y="1009184"/>
                  </a:lnTo>
                  <a:lnTo>
                    <a:pt x="464" y="1007325"/>
                  </a:lnTo>
                  <a:lnTo>
                    <a:pt x="0" y="1006202"/>
                  </a:lnTo>
                  <a:lnTo>
                    <a:pt x="0" y="1003572"/>
                  </a:lnTo>
                  <a:lnTo>
                    <a:pt x="464" y="1002449"/>
                  </a:lnTo>
                  <a:lnTo>
                    <a:pt x="2324" y="1000590"/>
                  </a:lnTo>
                  <a:lnTo>
                    <a:pt x="3447" y="1000124"/>
                  </a:lnTo>
                  <a:lnTo>
                    <a:pt x="6077" y="1000124"/>
                  </a:lnTo>
                  <a:lnTo>
                    <a:pt x="7200" y="1000590"/>
                  </a:lnTo>
                  <a:lnTo>
                    <a:pt x="9060" y="1002449"/>
                  </a:lnTo>
                  <a:lnTo>
                    <a:pt x="9524" y="1003572"/>
                  </a:lnTo>
                  <a:lnTo>
                    <a:pt x="9524" y="1006202"/>
                  </a:lnTo>
                  <a:lnTo>
                    <a:pt x="9060" y="1007325"/>
                  </a:lnTo>
                  <a:lnTo>
                    <a:pt x="7200" y="1009184"/>
                  </a:lnTo>
                  <a:lnTo>
                    <a:pt x="6077" y="1009649"/>
                  </a:lnTo>
                  <a:close/>
                </a:path>
                <a:path w="9525" h="4057650">
                  <a:moveTo>
                    <a:pt x="6077" y="962024"/>
                  </a:moveTo>
                  <a:lnTo>
                    <a:pt x="3447" y="962024"/>
                  </a:lnTo>
                  <a:lnTo>
                    <a:pt x="2324" y="961559"/>
                  </a:lnTo>
                  <a:lnTo>
                    <a:pt x="464" y="959699"/>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699"/>
                  </a:lnTo>
                  <a:lnTo>
                    <a:pt x="7200" y="961559"/>
                  </a:lnTo>
                  <a:lnTo>
                    <a:pt x="6077" y="962024"/>
                  </a:lnTo>
                  <a:close/>
                </a:path>
                <a:path w="9525" h="40576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4057650">
                  <a:moveTo>
                    <a:pt x="6077" y="866774"/>
                  </a:moveTo>
                  <a:lnTo>
                    <a:pt x="3447" y="866774"/>
                  </a:lnTo>
                  <a:lnTo>
                    <a:pt x="2324" y="866309"/>
                  </a:lnTo>
                  <a:lnTo>
                    <a:pt x="464" y="864450"/>
                  </a:lnTo>
                  <a:lnTo>
                    <a:pt x="0" y="863327"/>
                  </a:lnTo>
                  <a:lnTo>
                    <a:pt x="0" y="860697"/>
                  </a:lnTo>
                  <a:lnTo>
                    <a:pt x="464" y="859574"/>
                  </a:lnTo>
                  <a:lnTo>
                    <a:pt x="2324" y="857715"/>
                  </a:lnTo>
                  <a:lnTo>
                    <a:pt x="3447" y="857249"/>
                  </a:lnTo>
                  <a:lnTo>
                    <a:pt x="6077" y="857249"/>
                  </a:lnTo>
                  <a:lnTo>
                    <a:pt x="7200" y="857715"/>
                  </a:lnTo>
                  <a:lnTo>
                    <a:pt x="9060" y="859574"/>
                  </a:lnTo>
                  <a:lnTo>
                    <a:pt x="9524" y="860697"/>
                  </a:lnTo>
                  <a:lnTo>
                    <a:pt x="9524" y="863327"/>
                  </a:lnTo>
                  <a:lnTo>
                    <a:pt x="9060" y="864450"/>
                  </a:lnTo>
                  <a:lnTo>
                    <a:pt x="7200" y="866309"/>
                  </a:lnTo>
                  <a:lnTo>
                    <a:pt x="6077" y="866774"/>
                  </a:lnTo>
                  <a:close/>
                </a:path>
                <a:path w="9525" h="4057650">
                  <a:moveTo>
                    <a:pt x="6077" y="819149"/>
                  </a:moveTo>
                  <a:lnTo>
                    <a:pt x="3447" y="819149"/>
                  </a:lnTo>
                  <a:lnTo>
                    <a:pt x="2324" y="818684"/>
                  </a:lnTo>
                  <a:lnTo>
                    <a:pt x="464" y="816825"/>
                  </a:lnTo>
                  <a:lnTo>
                    <a:pt x="0" y="815702"/>
                  </a:lnTo>
                  <a:lnTo>
                    <a:pt x="0" y="813072"/>
                  </a:lnTo>
                  <a:lnTo>
                    <a:pt x="464" y="811949"/>
                  </a:lnTo>
                  <a:lnTo>
                    <a:pt x="2324" y="810090"/>
                  </a:lnTo>
                  <a:lnTo>
                    <a:pt x="3447" y="809624"/>
                  </a:lnTo>
                  <a:lnTo>
                    <a:pt x="6077" y="809624"/>
                  </a:lnTo>
                  <a:lnTo>
                    <a:pt x="7200" y="810090"/>
                  </a:lnTo>
                  <a:lnTo>
                    <a:pt x="9060" y="811949"/>
                  </a:lnTo>
                  <a:lnTo>
                    <a:pt x="9524" y="813072"/>
                  </a:lnTo>
                  <a:lnTo>
                    <a:pt x="9524" y="815702"/>
                  </a:lnTo>
                  <a:lnTo>
                    <a:pt x="9060" y="816825"/>
                  </a:lnTo>
                  <a:lnTo>
                    <a:pt x="7200" y="818684"/>
                  </a:lnTo>
                  <a:lnTo>
                    <a:pt x="6077" y="819149"/>
                  </a:lnTo>
                  <a:close/>
                </a:path>
                <a:path w="9525" h="405765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4057650">
                  <a:moveTo>
                    <a:pt x="6077" y="723899"/>
                  </a:moveTo>
                  <a:lnTo>
                    <a:pt x="3447" y="723899"/>
                  </a:lnTo>
                  <a:lnTo>
                    <a:pt x="2324" y="723434"/>
                  </a:lnTo>
                  <a:lnTo>
                    <a:pt x="464" y="721575"/>
                  </a:lnTo>
                  <a:lnTo>
                    <a:pt x="0" y="720452"/>
                  </a:lnTo>
                  <a:lnTo>
                    <a:pt x="0" y="717822"/>
                  </a:lnTo>
                  <a:lnTo>
                    <a:pt x="464" y="716699"/>
                  </a:lnTo>
                  <a:lnTo>
                    <a:pt x="2324" y="714839"/>
                  </a:lnTo>
                  <a:lnTo>
                    <a:pt x="3447" y="714374"/>
                  </a:lnTo>
                  <a:lnTo>
                    <a:pt x="6077" y="714374"/>
                  </a:lnTo>
                  <a:lnTo>
                    <a:pt x="7200" y="714839"/>
                  </a:lnTo>
                  <a:lnTo>
                    <a:pt x="9060" y="716699"/>
                  </a:lnTo>
                  <a:lnTo>
                    <a:pt x="9524" y="717822"/>
                  </a:lnTo>
                  <a:lnTo>
                    <a:pt x="9524" y="720452"/>
                  </a:lnTo>
                  <a:lnTo>
                    <a:pt x="9060" y="721575"/>
                  </a:lnTo>
                  <a:lnTo>
                    <a:pt x="7200" y="723434"/>
                  </a:lnTo>
                  <a:lnTo>
                    <a:pt x="6077" y="723899"/>
                  </a:lnTo>
                  <a:close/>
                </a:path>
                <a:path w="9525" h="405765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4057650">
                  <a:moveTo>
                    <a:pt x="6077" y="628649"/>
                  </a:moveTo>
                  <a:lnTo>
                    <a:pt x="3447" y="628649"/>
                  </a:lnTo>
                  <a:lnTo>
                    <a:pt x="2324" y="628184"/>
                  </a:lnTo>
                  <a:lnTo>
                    <a:pt x="464" y="626325"/>
                  </a:lnTo>
                  <a:lnTo>
                    <a:pt x="0" y="625202"/>
                  </a:lnTo>
                  <a:lnTo>
                    <a:pt x="0" y="622572"/>
                  </a:lnTo>
                  <a:lnTo>
                    <a:pt x="464" y="621449"/>
                  </a:lnTo>
                  <a:lnTo>
                    <a:pt x="2324" y="619590"/>
                  </a:lnTo>
                  <a:lnTo>
                    <a:pt x="3447" y="619124"/>
                  </a:lnTo>
                  <a:lnTo>
                    <a:pt x="6077" y="619124"/>
                  </a:lnTo>
                  <a:lnTo>
                    <a:pt x="7200" y="619590"/>
                  </a:lnTo>
                  <a:lnTo>
                    <a:pt x="9060" y="621449"/>
                  </a:lnTo>
                  <a:lnTo>
                    <a:pt x="9524" y="622572"/>
                  </a:lnTo>
                  <a:lnTo>
                    <a:pt x="9524" y="625202"/>
                  </a:lnTo>
                  <a:lnTo>
                    <a:pt x="9060" y="626325"/>
                  </a:lnTo>
                  <a:lnTo>
                    <a:pt x="7200" y="628184"/>
                  </a:lnTo>
                  <a:lnTo>
                    <a:pt x="6077" y="628649"/>
                  </a:lnTo>
                  <a:close/>
                </a:path>
                <a:path w="9525" h="4057650">
                  <a:moveTo>
                    <a:pt x="6077" y="581024"/>
                  </a:moveTo>
                  <a:lnTo>
                    <a:pt x="3447" y="581024"/>
                  </a:lnTo>
                  <a:lnTo>
                    <a:pt x="2324" y="580559"/>
                  </a:lnTo>
                  <a:lnTo>
                    <a:pt x="464" y="578700"/>
                  </a:lnTo>
                  <a:lnTo>
                    <a:pt x="0" y="577577"/>
                  </a:lnTo>
                  <a:lnTo>
                    <a:pt x="0" y="574947"/>
                  </a:lnTo>
                  <a:lnTo>
                    <a:pt x="464" y="573824"/>
                  </a:lnTo>
                  <a:lnTo>
                    <a:pt x="2324" y="571965"/>
                  </a:lnTo>
                  <a:lnTo>
                    <a:pt x="3447" y="571499"/>
                  </a:lnTo>
                  <a:lnTo>
                    <a:pt x="6077" y="571499"/>
                  </a:lnTo>
                  <a:lnTo>
                    <a:pt x="7200" y="571965"/>
                  </a:lnTo>
                  <a:lnTo>
                    <a:pt x="9060" y="573824"/>
                  </a:lnTo>
                  <a:lnTo>
                    <a:pt x="9524" y="574947"/>
                  </a:lnTo>
                  <a:lnTo>
                    <a:pt x="9524" y="577577"/>
                  </a:lnTo>
                  <a:lnTo>
                    <a:pt x="9060" y="578700"/>
                  </a:lnTo>
                  <a:lnTo>
                    <a:pt x="7200" y="580559"/>
                  </a:lnTo>
                  <a:lnTo>
                    <a:pt x="6077" y="581024"/>
                  </a:lnTo>
                  <a:close/>
                </a:path>
                <a:path w="9525" h="4057650">
                  <a:moveTo>
                    <a:pt x="6077" y="533399"/>
                  </a:moveTo>
                  <a:lnTo>
                    <a:pt x="3447" y="533399"/>
                  </a:lnTo>
                  <a:lnTo>
                    <a:pt x="2324" y="532934"/>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4"/>
                  </a:lnTo>
                  <a:lnTo>
                    <a:pt x="6077" y="533399"/>
                  </a:lnTo>
                  <a:close/>
                </a:path>
                <a:path w="9525" h="4057650">
                  <a:moveTo>
                    <a:pt x="6077" y="485774"/>
                  </a:moveTo>
                  <a:lnTo>
                    <a:pt x="3447" y="485774"/>
                  </a:lnTo>
                  <a:lnTo>
                    <a:pt x="2324" y="485309"/>
                  </a:lnTo>
                  <a:lnTo>
                    <a:pt x="464" y="483449"/>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49"/>
                  </a:lnTo>
                  <a:lnTo>
                    <a:pt x="7200" y="485309"/>
                  </a:lnTo>
                  <a:lnTo>
                    <a:pt x="6077" y="485774"/>
                  </a:lnTo>
                  <a:close/>
                </a:path>
                <a:path w="9525" h="405765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405765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4057650">
                  <a:moveTo>
                    <a:pt x="6077" y="342899"/>
                  </a:moveTo>
                  <a:lnTo>
                    <a:pt x="3447" y="342899"/>
                  </a:lnTo>
                  <a:lnTo>
                    <a:pt x="2324" y="342434"/>
                  </a:lnTo>
                  <a:lnTo>
                    <a:pt x="464" y="340575"/>
                  </a:lnTo>
                  <a:lnTo>
                    <a:pt x="0" y="339452"/>
                  </a:lnTo>
                  <a:lnTo>
                    <a:pt x="0" y="336822"/>
                  </a:lnTo>
                  <a:lnTo>
                    <a:pt x="464" y="335699"/>
                  </a:lnTo>
                  <a:lnTo>
                    <a:pt x="2324" y="333840"/>
                  </a:lnTo>
                  <a:lnTo>
                    <a:pt x="3447" y="333374"/>
                  </a:lnTo>
                  <a:lnTo>
                    <a:pt x="6077" y="333374"/>
                  </a:lnTo>
                  <a:lnTo>
                    <a:pt x="7200" y="333840"/>
                  </a:lnTo>
                  <a:lnTo>
                    <a:pt x="9060" y="335699"/>
                  </a:lnTo>
                  <a:lnTo>
                    <a:pt x="9524" y="336822"/>
                  </a:lnTo>
                  <a:lnTo>
                    <a:pt x="9524" y="339452"/>
                  </a:lnTo>
                  <a:lnTo>
                    <a:pt x="9060" y="340575"/>
                  </a:lnTo>
                  <a:lnTo>
                    <a:pt x="7200" y="342434"/>
                  </a:lnTo>
                  <a:lnTo>
                    <a:pt x="6077" y="342899"/>
                  </a:lnTo>
                  <a:close/>
                </a:path>
                <a:path w="9525" h="405765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4057650">
                  <a:moveTo>
                    <a:pt x="6077" y="247649"/>
                  </a:moveTo>
                  <a:lnTo>
                    <a:pt x="3447" y="247649"/>
                  </a:lnTo>
                  <a:lnTo>
                    <a:pt x="2324" y="247184"/>
                  </a:lnTo>
                  <a:lnTo>
                    <a:pt x="464" y="245325"/>
                  </a:lnTo>
                  <a:lnTo>
                    <a:pt x="0" y="244202"/>
                  </a:lnTo>
                  <a:lnTo>
                    <a:pt x="0" y="241572"/>
                  </a:lnTo>
                  <a:lnTo>
                    <a:pt x="464" y="240449"/>
                  </a:lnTo>
                  <a:lnTo>
                    <a:pt x="2324" y="238589"/>
                  </a:lnTo>
                  <a:lnTo>
                    <a:pt x="3447" y="238124"/>
                  </a:lnTo>
                  <a:lnTo>
                    <a:pt x="6077" y="238124"/>
                  </a:lnTo>
                  <a:lnTo>
                    <a:pt x="7200" y="238589"/>
                  </a:lnTo>
                  <a:lnTo>
                    <a:pt x="9060" y="240449"/>
                  </a:lnTo>
                  <a:lnTo>
                    <a:pt x="9524" y="241572"/>
                  </a:lnTo>
                  <a:lnTo>
                    <a:pt x="9524" y="244202"/>
                  </a:lnTo>
                  <a:lnTo>
                    <a:pt x="9060" y="245325"/>
                  </a:lnTo>
                  <a:lnTo>
                    <a:pt x="7200" y="247184"/>
                  </a:lnTo>
                  <a:lnTo>
                    <a:pt x="6077" y="247649"/>
                  </a:lnTo>
                  <a:close/>
                </a:path>
                <a:path w="9525" h="4057650">
                  <a:moveTo>
                    <a:pt x="6077" y="200024"/>
                  </a:moveTo>
                  <a:lnTo>
                    <a:pt x="3447" y="200024"/>
                  </a:lnTo>
                  <a:lnTo>
                    <a:pt x="2324" y="199559"/>
                  </a:lnTo>
                  <a:lnTo>
                    <a:pt x="464" y="197700"/>
                  </a:lnTo>
                  <a:lnTo>
                    <a:pt x="0" y="196577"/>
                  </a:lnTo>
                  <a:lnTo>
                    <a:pt x="0" y="193947"/>
                  </a:lnTo>
                  <a:lnTo>
                    <a:pt x="464" y="192824"/>
                  </a:lnTo>
                  <a:lnTo>
                    <a:pt x="2324" y="190964"/>
                  </a:lnTo>
                  <a:lnTo>
                    <a:pt x="3447" y="190499"/>
                  </a:lnTo>
                  <a:lnTo>
                    <a:pt x="6077" y="190499"/>
                  </a:lnTo>
                  <a:lnTo>
                    <a:pt x="7200" y="190964"/>
                  </a:lnTo>
                  <a:lnTo>
                    <a:pt x="9060" y="192824"/>
                  </a:lnTo>
                  <a:lnTo>
                    <a:pt x="9524" y="193947"/>
                  </a:lnTo>
                  <a:lnTo>
                    <a:pt x="9524" y="196577"/>
                  </a:lnTo>
                  <a:lnTo>
                    <a:pt x="9060" y="197700"/>
                  </a:lnTo>
                  <a:lnTo>
                    <a:pt x="7200" y="199559"/>
                  </a:lnTo>
                  <a:lnTo>
                    <a:pt x="6077" y="200024"/>
                  </a:lnTo>
                  <a:close/>
                </a:path>
                <a:path w="9525" h="405765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4057650">
                  <a:moveTo>
                    <a:pt x="6077" y="104774"/>
                  </a:moveTo>
                  <a:lnTo>
                    <a:pt x="3447" y="104774"/>
                  </a:lnTo>
                  <a:lnTo>
                    <a:pt x="2324" y="104309"/>
                  </a:lnTo>
                  <a:lnTo>
                    <a:pt x="464" y="102450"/>
                  </a:lnTo>
                  <a:lnTo>
                    <a:pt x="0" y="101327"/>
                  </a:lnTo>
                  <a:lnTo>
                    <a:pt x="0" y="98697"/>
                  </a:lnTo>
                  <a:lnTo>
                    <a:pt x="464" y="97574"/>
                  </a:lnTo>
                  <a:lnTo>
                    <a:pt x="2324" y="95715"/>
                  </a:lnTo>
                  <a:lnTo>
                    <a:pt x="3447" y="95249"/>
                  </a:lnTo>
                  <a:lnTo>
                    <a:pt x="6077" y="95249"/>
                  </a:lnTo>
                  <a:lnTo>
                    <a:pt x="7200" y="95715"/>
                  </a:lnTo>
                  <a:lnTo>
                    <a:pt x="9060" y="97574"/>
                  </a:lnTo>
                  <a:lnTo>
                    <a:pt x="9524" y="98697"/>
                  </a:lnTo>
                  <a:lnTo>
                    <a:pt x="9524" y="101327"/>
                  </a:lnTo>
                  <a:lnTo>
                    <a:pt x="9060" y="102450"/>
                  </a:lnTo>
                  <a:lnTo>
                    <a:pt x="7200" y="104309"/>
                  </a:lnTo>
                  <a:lnTo>
                    <a:pt x="6077" y="104774"/>
                  </a:lnTo>
                  <a:close/>
                </a:path>
                <a:path w="9525" h="4057650">
                  <a:moveTo>
                    <a:pt x="6077" y="57149"/>
                  </a:moveTo>
                  <a:lnTo>
                    <a:pt x="3447" y="57149"/>
                  </a:lnTo>
                  <a:lnTo>
                    <a:pt x="2324" y="56684"/>
                  </a:lnTo>
                  <a:lnTo>
                    <a:pt x="464" y="54825"/>
                  </a:lnTo>
                  <a:lnTo>
                    <a:pt x="0" y="53702"/>
                  </a:lnTo>
                  <a:lnTo>
                    <a:pt x="0" y="51072"/>
                  </a:lnTo>
                  <a:lnTo>
                    <a:pt x="464" y="49949"/>
                  </a:lnTo>
                  <a:lnTo>
                    <a:pt x="2324" y="48090"/>
                  </a:lnTo>
                  <a:lnTo>
                    <a:pt x="3447" y="47624"/>
                  </a:lnTo>
                  <a:lnTo>
                    <a:pt x="6077" y="47624"/>
                  </a:lnTo>
                  <a:lnTo>
                    <a:pt x="7200" y="48090"/>
                  </a:lnTo>
                  <a:lnTo>
                    <a:pt x="9060" y="49949"/>
                  </a:lnTo>
                  <a:lnTo>
                    <a:pt x="9524" y="51072"/>
                  </a:lnTo>
                  <a:lnTo>
                    <a:pt x="9524" y="53702"/>
                  </a:lnTo>
                  <a:lnTo>
                    <a:pt x="9060" y="54825"/>
                  </a:lnTo>
                  <a:lnTo>
                    <a:pt x="7200" y="56684"/>
                  </a:lnTo>
                  <a:lnTo>
                    <a:pt x="6077" y="57149"/>
                  </a:lnTo>
                  <a:close/>
                </a:path>
                <a:path w="9525" h="40576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70" name="object 25"/>
            <p:cNvSpPr txBox="1"/>
            <p:nvPr/>
          </p:nvSpPr>
          <p:spPr>
            <a:xfrm>
              <a:off x="5690409" y="3259336"/>
              <a:ext cx="342006"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Feb </a:t>
              </a:r>
              <a:r>
                <a:rPr sz="633" spc="-14" dirty="0">
                  <a:solidFill>
                    <a:srgbClr val="605D5C"/>
                  </a:solidFill>
                  <a:latin typeface="Segoe UI"/>
                  <a:cs typeface="Segoe UI"/>
                </a:rPr>
                <a:t>2025</a:t>
              </a:r>
              <a:endParaRPr sz="633">
                <a:latin typeface="Segoe UI"/>
                <a:cs typeface="Segoe UI"/>
              </a:endParaRPr>
            </a:p>
          </p:txBody>
        </p:sp>
        <p:sp>
          <p:nvSpPr>
            <p:cNvPr id="71" name="object 26"/>
            <p:cNvSpPr/>
            <p:nvPr/>
          </p:nvSpPr>
          <p:spPr>
            <a:xfrm>
              <a:off x="773310" y="477068"/>
              <a:ext cx="5084564" cy="2569071"/>
            </a:xfrm>
            <a:custGeom>
              <a:avLst/>
              <a:gdLst/>
              <a:ahLst/>
              <a:cxnLst/>
              <a:rect l="l" t="t" r="r" b="b"/>
              <a:pathLst>
                <a:path w="7231380" h="3653790">
                  <a:moveTo>
                    <a:pt x="0" y="3653678"/>
                  </a:moveTo>
                  <a:lnTo>
                    <a:pt x="1042664" y="2266320"/>
                  </a:lnTo>
                  <a:lnTo>
                    <a:pt x="2085328" y="1258564"/>
                  </a:lnTo>
                  <a:lnTo>
                    <a:pt x="3094357" y="0"/>
                  </a:lnTo>
                  <a:lnTo>
                    <a:pt x="4137021" y="1211114"/>
                  </a:lnTo>
                  <a:lnTo>
                    <a:pt x="5146051" y="1048427"/>
                  </a:lnTo>
                  <a:lnTo>
                    <a:pt x="6188715" y="991938"/>
                  </a:lnTo>
                  <a:lnTo>
                    <a:pt x="7231379" y="2266320"/>
                  </a:lnTo>
                </a:path>
              </a:pathLst>
            </a:custGeom>
            <a:ln w="28574">
              <a:solidFill>
                <a:srgbClr val="118CFF"/>
              </a:solidFill>
            </a:ln>
          </p:spPr>
          <p:txBody>
            <a:bodyPr wrap="square" lIns="0" tIns="0" rIns="0" bIns="0" rtlCol="0"/>
            <a:lstStyle/>
            <a:p>
              <a:endParaRPr sz="1266"/>
            </a:p>
          </p:txBody>
        </p:sp>
        <p:sp>
          <p:nvSpPr>
            <p:cNvPr id="72" name="object 27"/>
            <p:cNvSpPr txBox="1"/>
            <p:nvPr/>
          </p:nvSpPr>
          <p:spPr>
            <a:xfrm>
              <a:off x="457144" y="3067163"/>
              <a:ext cx="431750" cy="225204"/>
            </a:xfrm>
            <a:prstGeom prst="rect">
              <a:avLst/>
            </a:prstGeom>
          </p:spPr>
          <p:txBody>
            <a:bodyPr vert="horz" wrap="square" lIns="0" tIns="17413" rIns="0" bIns="0" rtlCol="0">
              <a:spAutoFit/>
            </a:bodyPr>
            <a:lstStyle/>
            <a:p>
              <a:pPr marL="249129">
                <a:spcBef>
                  <a:spcPts val="137"/>
                </a:spcBef>
              </a:pPr>
              <a:r>
                <a:rPr sz="633" spc="-14" dirty="0">
                  <a:solidFill>
                    <a:srgbClr val="605D5C"/>
                  </a:solidFill>
                  <a:latin typeface="Segoe UI"/>
                  <a:cs typeface="Segoe UI"/>
                </a:rPr>
                <a:t>3123</a:t>
              </a:r>
              <a:endParaRPr sz="633">
                <a:latin typeface="Segoe UI"/>
                <a:cs typeface="Segoe UI"/>
              </a:endParaRPr>
            </a:p>
            <a:p>
              <a:pPr marL="8929">
                <a:spcBef>
                  <a:spcPts val="70"/>
                </a:spcBef>
              </a:pPr>
              <a:r>
                <a:rPr sz="633" spc="-14" dirty="0">
                  <a:solidFill>
                    <a:srgbClr val="605D5C"/>
                  </a:solidFill>
                  <a:latin typeface="Segoe UI"/>
                  <a:cs typeface="Segoe UI"/>
                </a:rPr>
                <a:t>3000</a:t>
              </a:r>
              <a:endParaRPr sz="633">
                <a:latin typeface="Segoe UI"/>
                <a:cs typeface="Segoe UI"/>
              </a:endParaRPr>
            </a:p>
          </p:txBody>
        </p:sp>
        <p:sp>
          <p:nvSpPr>
            <p:cNvPr id="73" name="object 28"/>
            <p:cNvSpPr txBox="1"/>
            <p:nvPr/>
          </p:nvSpPr>
          <p:spPr>
            <a:xfrm>
              <a:off x="5742626" y="2100510"/>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3737</a:t>
              </a:r>
              <a:endParaRPr sz="633">
                <a:latin typeface="Segoe UI"/>
                <a:cs typeface="Segoe UI"/>
              </a:endParaRPr>
            </a:p>
          </p:txBody>
        </p:sp>
        <p:sp>
          <p:nvSpPr>
            <p:cNvPr id="74" name="object 29"/>
            <p:cNvSpPr txBox="1"/>
            <p:nvPr/>
          </p:nvSpPr>
          <p:spPr>
            <a:xfrm>
              <a:off x="2853456" y="507004"/>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4740</a:t>
              </a:r>
              <a:endParaRPr sz="633">
                <a:latin typeface="Segoe UI"/>
                <a:cs typeface="Segoe UI"/>
              </a:endParaRPr>
            </a:p>
          </p:txBody>
        </p:sp>
        <p:sp>
          <p:nvSpPr>
            <p:cNvPr id="75" name="object 30"/>
            <p:cNvSpPr txBox="1"/>
            <p:nvPr/>
          </p:nvSpPr>
          <p:spPr>
            <a:xfrm>
              <a:off x="5029176" y="1022295"/>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4301</a:t>
              </a:r>
              <a:endParaRPr sz="633">
                <a:latin typeface="Segoe UI"/>
                <a:cs typeface="Segoe UI"/>
              </a:endParaRPr>
            </a:p>
          </p:txBody>
        </p:sp>
        <p:sp>
          <p:nvSpPr>
            <p:cNvPr id="76" name="object 31"/>
            <p:cNvSpPr txBox="1"/>
            <p:nvPr/>
          </p:nvSpPr>
          <p:spPr>
            <a:xfrm>
              <a:off x="3586578" y="1358568"/>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4204</a:t>
              </a:r>
              <a:endParaRPr sz="633">
                <a:latin typeface="Segoe UI"/>
                <a:cs typeface="Segoe UI"/>
              </a:endParaRPr>
            </a:p>
          </p:txBody>
        </p:sp>
        <p:sp>
          <p:nvSpPr>
            <p:cNvPr id="77" name="object 32"/>
            <p:cNvSpPr txBox="1"/>
            <p:nvPr/>
          </p:nvSpPr>
          <p:spPr>
            <a:xfrm>
              <a:off x="2143982" y="1209766"/>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4183</a:t>
              </a:r>
              <a:endParaRPr sz="633">
                <a:latin typeface="Segoe UI"/>
                <a:cs typeface="Segoe UI"/>
              </a:endParaRPr>
            </a:p>
          </p:txBody>
        </p:sp>
        <p:sp>
          <p:nvSpPr>
            <p:cNvPr id="78" name="object 33"/>
            <p:cNvSpPr txBox="1"/>
            <p:nvPr/>
          </p:nvSpPr>
          <p:spPr>
            <a:xfrm>
              <a:off x="4296053" y="1062013"/>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4276</a:t>
              </a:r>
              <a:endParaRPr sz="633">
                <a:latin typeface="Segoe UI"/>
                <a:cs typeface="Segoe UI"/>
              </a:endParaRPr>
            </a:p>
          </p:txBody>
        </p:sp>
        <p:sp>
          <p:nvSpPr>
            <p:cNvPr id="79" name="object 34"/>
            <p:cNvSpPr txBox="1"/>
            <p:nvPr/>
          </p:nvSpPr>
          <p:spPr>
            <a:xfrm>
              <a:off x="1410859" y="1918345"/>
              <a:ext cx="191542"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3737</a:t>
              </a:r>
              <a:endParaRPr sz="633">
                <a:latin typeface="Segoe UI"/>
                <a:cs typeface="Segoe UI"/>
              </a:endParaRPr>
            </a:p>
          </p:txBody>
        </p:sp>
        <p:sp>
          <p:nvSpPr>
            <p:cNvPr id="80" name="object 35"/>
            <p:cNvSpPr/>
            <p:nvPr/>
          </p:nvSpPr>
          <p:spPr>
            <a:xfrm>
              <a:off x="791394" y="4135562"/>
              <a:ext cx="636240" cy="180826"/>
            </a:xfrm>
            <a:custGeom>
              <a:avLst/>
              <a:gdLst/>
              <a:ahLst/>
              <a:cxnLst/>
              <a:rect l="l" t="t" r="r" b="b"/>
              <a:pathLst>
                <a:path w="904875" h="257175">
                  <a:moveTo>
                    <a:pt x="0" y="0"/>
                  </a:moveTo>
                  <a:lnTo>
                    <a:pt x="904874" y="0"/>
                  </a:lnTo>
                  <a:lnTo>
                    <a:pt x="904874" y="257174"/>
                  </a:lnTo>
                  <a:lnTo>
                    <a:pt x="0" y="257174"/>
                  </a:lnTo>
                  <a:lnTo>
                    <a:pt x="0" y="0"/>
                  </a:lnTo>
                  <a:close/>
                </a:path>
              </a:pathLst>
            </a:custGeom>
            <a:ln w="9524">
              <a:solidFill>
                <a:srgbClr val="E9E9E9"/>
              </a:solidFill>
            </a:ln>
          </p:spPr>
          <p:txBody>
            <a:bodyPr wrap="square" lIns="0" tIns="0" rIns="0" bIns="0" rtlCol="0"/>
            <a:lstStyle/>
            <a:p>
              <a:endParaRPr sz="1266"/>
            </a:p>
          </p:txBody>
        </p:sp>
        <p:sp>
          <p:nvSpPr>
            <p:cNvPr id="81" name="object 36"/>
            <p:cNvSpPr/>
            <p:nvPr/>
          </p:nvSpPr>
          <p:spPr>
            <a:xfrm>
              <a:off x="1474515" y="4135562"/>
              <a:ext cx="636240" cy="180826"/>
            </a:xfrm>
            <a:custGeom>
              <a:avLst/>
              <a:gdLst/>
              <a:ahLst/>
              <a:cxnLst/>
              <a:rect l="l" t="t" r="r" b="b"/>
              <a:pathLst>
                <a:path w="904875" h="257175">
                  <a:moveTo>
                    <a:pt x="0" y="0"/>
                  </a:moveTo>
                  <a:lnTo>
                    <a:pt x="904874" y="0"/>
                  </a:lnTo>
                  <a:lnTo>
                    <a:pt x="904874" y="257174"/>
                  </a:lnTo>
                  <a:lnTo>
                    <a:pt x="0" y="257174"/>
                  </a:lnTo>
                  <a:lnTo>
                    <a:pt x="0" y="0"/>
                  </a:lnTo>
                  <a:close/>
                </a:path>
              </a:pathLst>
            </a:custGeom>
            <a:ln w="9524">
              <a:solidFill>
                <a:srgbClr val="E9E9E9"/>
              </a:solidFill>
            </a:ln>
          </p:spPr>
          <p:txBody>
            <a:bodyPr wrap="square" lIns="0" tIns="0" rIns="0" bIns="0" rtlCol="0"/>
            <a:lstStyle/>
            <a:p>
              <a:endParaRPr sz="1266"/>
            </a:p>
          </p:txBody>
        </p:sp>
        <p:grpSp>
          <p:nvGrpSpPr>
            <p:cNvPr id="82" name="object 37"/>
            <p:cNvGrpSpPr/>
            <p:nvPr/>
          </p:nvGrpSpPr>
          <p:grpSpPr>
            <a:xfrm>
              <a:off x="805416" y="4366616"/>
              <a:ext cx="1745754" cy="174129"/>
              <a:chOff x="967680" y="6210299"/>
              <a:chExt cx="2482850" cy="247650"/>
            </a:xfrm>
          </p:grpSpPr>
          <p:sp>
            <p:nvSpPr>
              <p:cNvPr id="86" name="object 38"/>
              <p:cNvSpPr/>
              <p:nvPr/>
            </p:nvSpPr>
            <p:spPr>
              <a:xfrm>
                <a:off x="1066799" y="6315074"/>
                <a:ext cx="2324100" cy="28575"/>
              </a:xfrm>
              <a:custGeom>
                <a:avLst/>
                <a:gdLst/>
                <a:ahLst/>
                <a:cxnLst/>
                <a:rect l="l" t="t" r="r" b="b"/>
                <a:pathLst>
                  <a:path w="2324100" h="28575">
                    <a:moveTo>
                      <a:pt x="2311706" y="28574"/>
                    </a:moveTo>
                    <a:lnTo>
                      <a:pt x="12392" y="28574"/>
                    </a:lnTo>
                    <a:lnTo>
                      <a:pt x="10570" y="28212"/>
                    </a:lnTo>
                    <a:lnTo>
                      <a:pt x="0" y="16182"/>
                    </a:lnTo>
                    <a:lnTo>
                      <a:pt x="0" y="14287"/>
                    </a:lnTo>
                    <a:lnTo>
                      <a:pt x="0" y="12392"/>
                    </a:lnTo>
                    <a:lnTo>
                      <a:pt x="12392" y="0"/>
                    </a:lnTo>
                    <a:lnTo>
                      <a:pt x="2311706" y="0"/>
                    </a:lnTo>
                    <a:lnTo>
                      <a:pt x="2324099" y="12392"/>
                    </a:lnTo>
                    <a:lnTo>
                      <a:pt x="2324099" y="16182"/>
                    </a:lnTo>
                    <a:lnTo>
                      <a:pt x="2313529" y="28212"/>
                    </a:lnTo>
                    <a:lnTo>
                      <a:pt x="2311706" y="28574"/>
                    </a:lnTo>
                    <a:close/>
                  </a:path>
                </a:pathLst>
              </a:custGeom>
              <a:solidFill>
                <a:srgbClr val="FAFAFA"/>
              </a:solidFill>
            </p:spPr>
            <p:txBody>
              <a:bodyPr wrap="square" lIns="0" tIns="0" rIns="0" bIns="0" rtlCol="0"/>
              <a:lstStyle/>
              <a:p>
                <a:endParaRPr sz="1266"/>
              </a:p>
            </p:txBody>
          </p:sp>
          <p:sp>
            <p:nvSpPr>
              <p:cNvPr id="87" name="object 39"/>
              <p:cNvSpPr/>
              <p:nvPr/>
            </p:nvSpPr>
            <p:spPr>
              <a:xfrm>
                <a:off x="1066799" y="6315074"/>
                <a:ext cx="2305050" cy="28575"/>
              </a:xfrm>
              <a:custGeom>
                <a:avLst/>
                <a:gdLst/>
                <a:ahLst/>
                <a:cxnLst/>
                <a:rect l="l" t="t" r="r" b="b"/>
                <a:pathLst>
                  <a:path w="2305050" h="28575">
                    <a:moveTo>
                      <a:pt x="2305049" y="28574"/>
                    </a:moveTo>
                    <a:lnTo>
                      <a:pt x="0" y="28574"/>
                    </a:lnTo>
                    <a:lnTo>
                      <a:pt x="0" y="0"/>
                    </a:lnTo>
                    <a:lnTo>
                      <a:pt x="2305049" y="0"/>
                    </a:lnTo>
                    <a:lnTo>
                      <a:pt x="2305049" y="28574"/>
                    </a:lnTo>
                    <a:close/>
                  </a:path>
                </a:pathLst>
              </a:custGeom>
              <a:solidFill>
                <a:srgbClr val="F2F1F1"/>
              </a:solidFill>
            </p:spPr>
            <p:txBody>
              <a:bodyPr wrap="square" lIns="0" tIns="0" rIns="0" bIns="0" rtlCol="0"/>
              <a:lstStyle/>
              <a:p>
                <a:endParaRPr sz="1266"/>
              </a:p>
            </p:txBody>
          </p:sp>
          <p:sp>
            <p:nvSpPr>
              <p:cNvPr id="88" name="object 40"/>
              <p:cNvSpPr/>
              <p:nvPr/>
            </p:nvSpPr>
            <p:spPr>
              <a:xfrm>
                <a:off x="1066799" y="6315074"/>
                <a:ext cx="2240280" cy="28575"/>
              </a:xfrm>
              <a:custGeom>
                <a:avLst/>
                <a:gdLst/>
                <a:ahLst/>
                <a:cxnLst/>
                <a:rect l="l" t="t" r="r" b="b"/>
                <a:pathLst>
                  <a:path w="2240279" h="28575">
                    <a:moveTo>
                      <a:pt x="2240249" y="28574"/>
                    </a:moveTo>
                    <a:lnTo>
                      <a:pt x="0" y="28574"/>
                    </a:lnTo>
                    <a:lnTo>
                      <a:pt x="0" y="0"/>
                    </a:lnTo>
                    <a:lnTo>
                      <a:pt x="2240249" y="0"/>
                    </a:lnTo>
                    <a:lnTo>
                      <a:pt x="2240249" y="28574"/>
                    </a:lnTo>
                    <a:close/>
                  </a:path>
                </a:pathLst>
              </a:custGeom>
              <a:solidFill>
                <a:srgbClr val="605D5C"/>
              </a:solidFill>
            </p:spPr>
            <p:txBody>
              <a:bodyPr wrap="square" lIns="0" tIns="0" rIns="0" bIns="0" rtlCol="0"/>
              <a:lstStyle/>
              <a:p>
                <a:endParaRPr sz="1266"/>
              </a:p>
            </p:txBody>
          </p:sp>
          <p:pic>
            <p:nvPicPr>
              <p:cNvPr id="89" name="object 41"/>
              <p:cNvPicPr/>
              <p:nvPr/>
            </p:nvPicPr>
            <p:blipFill>
              <a:blip r:embed="rId2" cstate="print"/>
              <a:stretch>
                <a:fillRect/>
              </a:stretch>
            </p:blipFill>
            <p:spPr>
              <a:xfrm>
                <a:off x="3202433" y="6210299"/>
                <a:ext cx="247649" cy="247649"/>
              </a:xfrm>
              <a:prstGeom prst="rect">
                <a:avLst/>
              </a:prstGeom>
            </p:spPr>
          </p:pic>
          <p:pic>
            <p:nvPicPr>
              <p:cNvPr id="90" name="object 42"/>
              <p:cNvPicPr/>
              <p:nvPr/>
            </p:nvPicPr>
            <p:blipFill>
              <a:blip r:embed="rId2" cstate="print"/>
              <a:stretch>
                <a:fillRect/>
              </a:stretch>
            </p:blipFill>
            <p:spPr>
              <a:xfrm>
                <a:off x="967680" y="6210299"/>
                <a:ext cx="247649" cy="247649"/>
              </a:xfrm>
              <a:prstGeom prst="rect">
                <a:avLst/>
              </a:prstGeom>
            </p:spPr>
          </p:pic>
        </p:grpSp>
        <p:sp>
          <p:nvSpPr>
            <p:cNvPr id="83" name="object 43"/>
            <p:cNvSpPr txBox="1"/>
            <p:nvPr/>
          </p:nvSpPr>
          <p:spPr>
            <a:xfrm>
              <a:off x="2473523" y="3969245"/>
              <a:ext cx="98227" cy="98785"/>
            </a:xfrm>
            <a:prstGeom prst="rect">
              <a:avLst/>
            </a:prstGeom>
          </p:spPr>
          <p:txBody>
            <a:bodyPr vert="horz" wrap="square" lIns="0" tIns="8930" rIns="0" bIns="0" rtlCol="0">
              <a:spAutoFit/>
            </a:bodyPr>
            <a:lstStyle/>
            <a:p>
              <a:pPr marL="8929">
                <a:lnSpc>
                  <a:spcPts val="703"/>
                </a:lnSpc>
                <a:spcBef>
                  <a:spcPts val="70"/>
                </a:spcBef>
              </a:pPr>
              <a:r>
                <a:rPr sz="633" spc="176" dirty="0">
                  <a:solidFill>
                    <a:srgbClr val="605D5C"/>
                  </a:solidFill>
                  <a:latin typeface="Arial MT"/>
                  <a:cs typeface="Arial MT"/>
                </a:rPr>
                <a:t>V</a:t>
              </a:r>
              <a:endParaRPr sz="633">
                <a:latin typeface="Arial MT"/>
                <a:cs typeface="Arial MT"/>
              </a:endParaRPr>
            </a:p>
          </p:txBody>
        </p:sp>
        <p:sp>
          <p:nvSpPr>
            <p:cNvPr id="84" name="object 44"/>
            <p:cNvSpPr txBox="1"/>
            <p:nvPr/>
          </p:nvSpPr>
          <p:spPr>
            <a:xfrm>
              <a:off x="779115" y="3972811"/>
              <a:ext cx="400943" cy="302583"/>
            </a:xfrm>
            <a:prstGeom prst="rect">
              <a:avLst/>
            </a:prstGeom>
          </p:spPr>
          <p:txBody>
            <a:bodyPr vert="horz" wrap="square" lIns="0" tIns="0" rIns="0" bIns="0" rtlCol="0">
              <a:spAutoFit/>
            </a:bodyPr>
            <a:lstStyle/>
            <a:p>
              <a:pPr marL="8929">
                <a:lnSpc>
                  <a:spcPts val="896"/>
                </a:lnSpc>
              </a:pPr>
              <a:r>
                <a:rPr sz="844" spc="-14" dirty="0">
                  <a:solidFill>
                    <a:srgbClr val="252423"/>
                  </a:solidFill>
                  <a:latin typeface="Trebuchet MS"/>
                  <a:cs typeface="Trebuchet MS"/>
                </a:rPr>
                <a:t>Date</a:t>
              </a:r>
              <a:endParaRPr sz="844">
                <a:latin typeface="Trebuchet MS"/>
                <a:cs typeface="Trebuchet MS"/>
              </a:endParaRPr>
            </a:p>
            <a:p>
              <a:pPr marL="68756">
                <a:spcBef>
                  <a:spcPts val="728"/>
                </a:spcBef>
              </a:pPr>
              <a:r>
                <a:rPr sz="633" spc="-7" dirty="0">
                  <a:solidFill>
                    <a:srgbClr val="252423"/>
                  </a:solidFill>
                  <a:latin typeface="Segoe UI"/>
                  <a:cs typeface="Segoe UI"/>
                </a:rPr>
                <a:t>7/1/2024</a:t>
              </a:r>
              <a:endParaRPr sz="633">
                <a:latin typeface="Segoe UI"/>
                <a:cs typeface="Segoe UI"/>
              </a:endParaRPr>
            </a:p>
          </p:txBody>
        </p:sp>
        <p:sp>
          <p:nvSpPr>
            <p:cNvPr id="85" name="object 45"/>
            <p:cNvSpPr txBox="1"/>
            <p:nvPr/>
          </p:nvSpPr>
          <p:spPr>
            <a:xfrm>
              <a:off x="1307572" y="4163806"/>
              <a:ext cx="780901" cy="112727"/>
            </a:xfrm>
            <a:prstGeom prst="rect">
              <a:avLst/>
            </a:prstGeom>
          </p:spPr>
          <p:txBody>
            <a:bodyPr vert="horz" wrap="square" lIns="0" tIns="15180" rIns="0" bIns="0" rtlCol="0">
              <a:spAutoFit/>
            </a:bodyPr>
            <a:lstStyle/>
            <a:p>
              <a:pPr marL="8929">
                <a:spcBef>
                  <a:spcPts val="120"/>
                </a:spcBef>
                <a:tabLst>
                  <a:tab pos="222788" algn="l"/>
                  <a:tab pos="691133" algn="l"/>
                </a:tabLst>
              </a:pPr>
              <a:r>
                <a:rPr sz="633" spc="-35" dirty="0">
                  <a:solidFill>
                    <a:srgbClr val="252423"/>
                  </a:solidFill>
                  <a:latin typeface="Arial MT"/>
                  <a:cs typeface="Arial MT"/>
                </a:rPr>
                <a:t></a:t>
              </a:r>
              <a:r>
                <a:rPr sz="633" dirty="0">
                  <a:solidFill>
                    <a:srgbClr val="252423"/>
                  </a:solidFill>
                  <a:latin typeface="Arial MT"/>
                  <a:cs typeface="Arial MT"/>
                </a:rPr>
                <a:t>	</a:t>
              </a:r>
              <a:r>
                <a:rPr sz="633" spc="-7" dirty="0">
                  <a:solidFill>
                    <a:srgbClr val="252423"/>
                  </a:solidFill>
                  <a:latin typeface="Segoe UI"/>
                  <a:cs typeface="Segoe UI"/>
                </a:rPr>
                <a:t>2/28/2025</a:t>
              </a:r>
              <a:r>
                <a:rPr sz="633" dirty="0">
                  <a:solidFill>
                    <a:srgbClr val="252423"/>
                  </a:solidFill>
                  <a:latin typeface="Segoe UI"/>
                  <a:cs typeface="Segoe UI"/>
                </a:rPr>
                <a:t>	</a:t>
              </a:r>
              <a:r>
                <a:rPr sz="633" spc="-35" dirty="0">
                  <a:solidFill>
                    <a:srgbClr val="252423"/>
                  </a:solidFill>
                  <a:latin typeface="Arial MT"/>
                  <a:cs typeface="Arial MT"/>
                </a:rPr>
                <a:t></a:t>
              </a:r>
              <a:endParaRPr sz="633">
                <a:latin typeface="Arial MT"/>
                <a:cs typeface="Arial MT"/>
              </a:endParaRPr>
            </a:p>
          </p:txBody>
        </p:sp>
      </p:grpSp>
      <p:sp>
        <p:nvSpPr>
          <p:cNvPr id="92" name="Text 0">
            <a:extLst>
              <a:ext uri="{FF2B5EF4-FFF2-40B4-BE49-F238E27FC236}">
                <a16:creationId xmlns:a16="http://schemas.microsoft.com/office/drawing/2014/main" id="{1AF2F199-B0BC-E65A-E3B4-6FB6E69C427D}"/>
              </a:ext>
            </a:extLst>
          </p:cNvPr>
          <p:cNvSpPr/>
          <p:nvPr/>
        </p:nvSpPr>
        <p:spPr>
          <a:xfrm>
            <a:off x="184417" y="56853"/>
            <a:ext cx="61722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Sales &amp; Customer Trends</a:t>
            </a:r>
            <a:endParaRPr lang="en-US" sz="2250" dirty="0"/>
          </a:p>
        </p:txBody>
      </p:sp>
      <p:sp>
        <p:nvSpPr>
          <p:cNvPr id="94" name="Text 1">
            <a:extLst>
              <a:ext uri="{FF2B5EF4-FFF2-40B4-BE49-F238E27FC236}">
                <a16:creationId xmlns:a16="http://schemas.microsoft.com/office/drawing/2014/main" id="{FC85220E-ED0F-BE32-EF04-1054E301D7AA}"/>
              </a:ext>
            </a:extLst>
          </p:cNvPr>
          <p:cNvSpPr/>
          <p:nvPr/>
        </p:nvSpPr>
        <p:spPr>
          <a:xfrm>
            <a:off x="189213" y="376155"/>
            <a:ext cx="68580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Monthly  Sales Performance, July 2024 – February 2025 (March excluded — incomplete)</a:t>
            </a:r>
            <a:endParaRPr lang="en-US" sz="938" dirty="0"/>
          </a:p>
        </p:txBody>
      </p:sp>
      <p:grpSp>
        <p:nvGrpSpPr>
          <p:cNvPr id="95" name="Group 94">
            <a:extLst>
              <a:ext uri="{FF2B5EF4-FFF2-40B4-BE49-F238E27FC236}">
                <a16:creationId xmlns:a16="http://schemas.microsoft.com/office/drawing/2014/main" id="{66C9347C-3436-51C6-342A-290051700689}"/>
              </a:ext>
            </a:extLst>
          </p:cNvPr>
          <p:cNvGrpSpPr/>
          <p:nvPr/>
        </p:nvGrpSpPr>
        <p:grpSpPr>
          <a:xfrm>
            <a:off x="141604" y="3903660"/>
            <a:ext cx="8277871" cy="1057400"/>
            <a:chOff x="411480" y="3394710"/>
            <a:chExt cx="8332470" cy="1268730"/>
          </a:xfrm>
        </p:grpSpPr>
        <p:sp>
          <p:nvSpPr>
            <p:cNvPr id="96" name="Shape 2">
              <a:extLst>
                <a:ext uri="{FF2B5EF4-FFF2-40B4-BE49-F238E27FC236}">
                  <a16:creationId xmlns:a16="http://schemas.microsoft.com/office/drawing/2014/main" id="{BF15C735-4DE1-A89D-CA7A-320C97D3BE00}"/>
                </a:ext>
              </a:extLst>
            </p:cNvPr>
            <p:cNvSpPr/>
            <p:nvPr/>
          </p:nvSpPr>
          <p:spPr>
            <a:xfrm>
              <a:off x="411480" y="3394710"/>
              <a:ext cx="8332470" cy="1268730"/>
            </a:xfrm>
            <a:prstGeom prst="roundRect">
              <a:avLst>
                <a:gd name="adj" fmla="val 4865"/>
              </a:avLst>
            </a:prstGeom>
            <a:solidFill>
              <a:srgbClr val="F3F4F6"/>
            </a:solidFill>
            <a:ln/>
            <a:effectLst>
              <a:outerShdw blurRad="127000" dist="38100" dir="5400000" algn="bl" rotWithShape="0">
                <a:srgbClr val="1F2937">
                  <a:alpha val="14000"/>
                </a:srgbClr>
              </a:outerShdw>
            </a:effectLst>
          </p:spPr>
          <p:txBody>
            <a:bodyPr/>
            <a:lstStyle/>
            <a:p>
              <a:endParaRPr lang="en-US" dirty="0"/>
            </a:p>
          </p:txBody>
        </p:sp>
        <p:sp>
          <p:nvSpPr>
            <p:cNvPr id="97" name="Text 3">
              <a:extLst>
                <a:ext uri="{FF2B5EF4-FFF2-40B4-BE49-F238E27FC236}">
                  <a16:creationId xmlns:a16="http://schemas.microsoft.com/office/drawing/2014/main" id="{8A8C3A0F-B98D-AB53-608E-77B91E3EA71F}"/>
                </a:ext>
              </a:extLst>
            </p:cNvPr>
            <p:cNvSpPr/>
            <p:nvPr/>
          </p:nvSpPr>
          <p:spPr>
            <a:xfrm>
              <a:off x="651510" y="3518154"/>
              <a:ext cx="4114800" cy="205740"/>
            </a:xfrm>
            <a:prstGeom prst="rect">
              <a:avLst/>
            </a:prstGeom>
            <a:noFill/>
            <a:ln/>
          </p:spPr>
          <p:txBody>
            <a:bodyPr wrap="square" rtlCol="0" anchor="ctr"/>
            <a:lstStyle/>
            <a:p>
              <a:r>
                <a:rPr lang="en-US" sz="825" b="1" kern="0" spc="75" dirty="0">
                  <a:solidFill>
                    <a:srgbClr val="F59E0B"/>
                  </a:solidFill>
                  <a:latin typeface="Calibri" pitchFamily="34" charset="0"/>
                  <a:ea typeface="Calibri" pitchFamily="34" charset="-122"/>
                  <a:cs typeface="Calibri" pitchFamily="34" charset="-120"/>
                </a:rPr>
                <a:t>EXECUTIVE INSIGHTS</a:t>
              </a:r>
              <a:endParaRPr lang="en-US" sz="825" dirty="0"/>
            </a:p>
          </p:txBody>
        </p:sp>
        <p:pic>
          <p:nvPicPr>
            <p:cNvPr id="98" name="Image 0" descr="icons/growth_1E3A8A.png">
              <a:extLst>
                <a:ext uri="{FF2B5EF4-FFF2-40B4-BE49-F238E27FC236}">
                  <a16:creationId xmlns:a16="http://schemas.microsoft.com/office/drawing/2014/main" id="{54620CA6-44C9-DC74-6C07-50EC5A4B3231}"/>
                </a:ext>
              </a:extLst>
            </p:cNvPr>
            <p:cNvPicPr>
              <a:picLocks noChangeAspect="1"/>
            </p:cNvPicPr>
            <p:nvPr/>
          </p:nvPicPr>
          <p:blipFill>
            <a:blip r:embed="rId3"/>
            <a:stretch>
              <a:fillRect/>
            </a:stretch>
          </p:blipFill>
          <p:spPr>
            <a:xfrm>
              <a:off x="651510" y="3806190"/>
              <a:ext cx="274320" cy="274320"/>
            </a:xfrm>
            <a:prstGeom prst="rect">
              <a:avLst/>
            </a:prstGeom>
          </p:spPr>
        </p:pic>
        <p:sp>
          <p:nvSpPr>
            <p:cNvPr id="99" name="Text 4">
              <a:extLst>
                <a:ext uri="{FF2B5EF4-FFF2-40B4-BE49-F238E27FC236}">
                  <a16:creationId xmlns:a16="http://schemas.microsoft.com/office/drawing/2014/main" id="{2563668E-BD89-ECFF-DF7D-FEEBB3FE00FC}"/>
                </a:ext>
              </a:extLst>
            </p:cNvPr>
            <p:cNvSpPr/>
            <p:nvPr/>
          </p:nvSpPr>
          <p:spPr>
            <a:xfrm>
              <a:off x="99441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PEAK MONTH</a:t>
              </a:r>
              <a:endParaRPr lang="en-US" sz="713" dirty="0"/>
            </a:p>
          </p:txBody>
        </p:sp>
        <p:sp>
          <p:nvSpPr>
            <p:cNvPr id="100" name="Text 5">
              <a:extLst>
                <a:ext uri="{FF2B5EF4-FFF2-40B4-BE49-F238E27FC236}">
                  <a16:creationId xmlns:a16="http://schemas.microsoft.com/office/drawing/2014/main" id="{05D05B8A-3A6C-E424-F385-23D600CC0848}"/>
                </a:ext>
              </a:extLst>
            </p:cNvPr>
            <p:cNvSpPr/>
            <p:nvPr/>
          </p:nvSpPr>
          <p:spPr>
            <a:xfrm>
              <a:off x="99441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October 2024</a:t>
              </a:r>
              <a:endParaRPr lang="en-US" sz="1088" dirty="0"/>
            </a:p>
          </p:txBody>
        </p:sp>
        <p:sp>
          <p:nvSpPr>
            <p:cNvPr id="101" name="Text 6">
              <a:extLst>
                <a:ext uri="{FF2B5EF4-FFF2-40B4-BE49-F238E27FC236}">
                  <a16:creationId xmlns:a16="http://schemas.microsoft.com/office/drawing/2014/main" id="{DD84FA6A-7F43-CBAE-F8A3-836E4855849E}"/>
                </a:ext>
              </a:extLst>
            </p:cNvPr>
            <p:cNvSpPr/>
            <p:nvPr/>
          </p:nvSpPr>
          <p:spPr>
            <a:xfrm>
              <a:off x="651510" y="4183380"/>
              <a:ext cx="2023110"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GHS 189,000 in sales</a:t>
              </a:r>
              <a:endParaRPr lang="en-US" sz="788" dirty="0"/>
            </a:p>
          </p:txBody>
        </p:sp>
        <p:pic>
          <p:nvPicPr>
            <p:cNvPr id="102" name="Image 1" descr="icons/sales_1E3A8A.png">
              <a:extLst>
                <a:ext uri="{FF2B5EF4-FFF2-40B4-BE49-F238E27FC236}">
                  <a16:creationId xmlns:a16="http://schemas.microsoft.com/office/drawing/2014/main" id="{32C5AF26-FE37-8219-2CB9-750EDE9F767E}"/>
                </a:ext>
              </a:extLst>
            </p:cNvPr>
            <p:cNvPicPr>
              <a:picLocks noChangeAspect="1"/>
            </p:cNvPicPr>
            <p:nvPr/>
          </p:nvPicPr>
          <p:blipFill>
            <a:blip r:embed="rId4"/>
            <a:stretch>
              <a:fillRect/>
            </a:stretch>
          </p:blipFill>
          <p:spPr>
            <a:xfrm>
              <a:off x="2674620" y="3806190"/>
              <a:ext cx="274320" cy="274320"/>
            </a:xfrm>
            <a:prstGeom prst="rect">
              <a:avLst/>
            </a:prstGeom>
          </p:spPr>
        </p:pic>
        <p:sp>
          <p:nvSpPr>
            <p:cNvPr id="103" name="Text 7">
              <a:extLst>
                <a:ext uri="{FF2B5EF4-FFF2-40B4-BE49-F238E27FC236}">
                  <a16:creationId xmlns:a16="http://schemas.microsoft.com/office/drawing/2014/main" id="{B41854A8-123B-84EB-80C7-D7A253FAADC0}"/>
                </a:ext>
              </a:extLst>
            </p:cNvPr>
            <p:cNvSpPr/>
            <p:nvPr/>
          </p:nvSpPr>
          <p:spPr>
            <a:xfrm>
              <a:off x="301752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LOWEST MONTH</a:t>
              </a:r>
              <a:endParaRPr lang="en-US" sz="713" dirty="0"/>
            </a:p>
          </p:txBody>
        </p:sp>
        <p:sp>
          <p:nvSpPr>
            <p:cNvPr id="104" name="Text 8">
              <a:extLst>
                <a:ext uri="{FF2B5EF4-FFF2-40B4-BE49-F238E27FC236}">
                  <a16:creationId xmlns:a16="http://schemas.microsoft.com/office/drawing/2014/main" id="{E48A973E-0E24-26EF-2566-1089FB3F9CC9}"/>
                </a:ext>
              </a:extLst>
            </p:cNvPr>
            <p:cNvSpPr/>
            <p:nvPr/>
          </p:nvSpPr>
          <p:spPr>
            <a:xfrm>
              <a:off x="301752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July 2024</a:t>
              </a:r>
              <a:endParaRPr lang="en-US" sz="1088" dirty="0"/>
            </a:p>
          </p:txBody>
        </p:sp>
        <p:sp>
          <p:nvSpPr>
            <p:cNvPr id="105" name="Text 9">
              <a:extLst>
                <a:ext uri="{FF2B5EF4-FFF2-40B4-BE49-F238E27FC236}">
                  <a16:creationId xmlns:a16="http://schemas.microsoft.com/office/drawing/2014/main" id="{94A4F69E-958B-12FC-50D0-FAD30D0416F0}"/>
                </a:ext>
              </a:extLst>
            </p:cNvPr>
            <p:cNvSpPr/>
            <p:nvPr/>
          </p:nvSpPr>
          <p:spPr>
            <a:xfrm>
              <a:off x="2870779" y="4156184"/>
              <a:ext cx="1201024"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GHS 128,700 in sales </a:t>
              </a:r>
              <a:endParaRPr lang="en-US" sz="788" dirty="0"/>
            </a:p>
          </p:txBody>
        </p:sp>
        <p:sp>
          <p:nvSpPr>
            <p:cNvPr id="106" name="Text 10">
              <a:extLst>
                <a:ext uri="{FF2B5EF4-FFF2-40B4-BE49-F238E27FC236}">
                  <a16:creationId xmlns:a16="http://schemas.microsoft.com/office/drawing/2014/main" id="{0C0F9E4C-6D49-C51A-72A9-26FBEE2192C1}"/>
                </a:ext>
              </a:extLst>
            </p:cNvPr>
            <p:cNvSpPr/>
            <p:nvPr/>
          </p:nvSpPr>
          <p:spPr>
            <a:xfrm>
              <a:off x="504063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OVERALL TREND</a:t>
              </a:r>
              <a:endParaRPr lang="en-US" sz="713" dirty="0"/>
            </a:p>
          </p:txBody>
        </p:sp>
        <p:sp>
          <p:nvSpPr>
            <p:cNvPr id="107" name="Text 11">
              <a:extLst>
                <a:ext uri="{FF2B5EF4-FFF2-40B4-BE49-F238E27FC236}">
                  <a16:creationId xmlns:a16="http://schemas.microsoft.com/office/drawing/2014/main" id="{F232E6D7-B164-4CDA-DD43-50C2E5297CFD}"/>
                </a:ext>
              </a:extLst>
            </p:cNvPr>
            <p:cNvSpPr/>
            <p:nvPr/>
          </p:nvSpPr>
          <p:spPr>
            <a:xfrm>
              <a:off x="504063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+31% growth</a:t>
              </a:r>
              <a:endParaRPr lang="en-US" sz="1088" dirty="0"/>
            </a:p>
          </p:txBody>
        </p:sp>
        <p:sp>
          <p:nvSpPr>
            <p:cNvPr id="108" name="Text 12">
              <a:extLst>
                <a:ext uri="{FF2B5EF4-FFF2-40B4-BE49-F238E27FC236}">
                  <a16:creationId xmlns:a16="http://schemas.microsoft.com/office/drawing/2014/main" id="{8381E648-8CFB-8095-3BFA-85AAA322666E}"/>
                </a:ext>
              </a:extLst>
            </p:cNvPr>
            <p:cNvSpPr/>
            <p:nvPr/>
          </p:nvSpPr>
          <p:spPr>
            <a:xfrm>
              <a:off x="4697730" y="4183380"/>
              <a:ext cx="2023110"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Jul → Oct 2024, then plateaus</a:t>
              </a:r>
              <a:endParaRPr lang="en-US" sz="788" dirty="0"/>
            </a:p>
          </p:txBody>
        </p:sp>
        <p:pic>
          <p:nvPicPr>
            <p:cNvPr id="109" name="Image 3" descr="icons/customers_1E3A8A.png">
              <a:extLst>
                <a:ext uri="{FF2B5EF4-FFF2-40B4-BE49-F238E27FC236}">
                  <a16:creationId xmlns:a16="http://schemas.microsoft.com/office/drawing/2014/main" id="{1BD6CB9C-8844-EEED-6146-616DA059478C}"/>
                </a:ext>
              </a:extLst>
            </p:cNvPr>
            <p:cNvPicPr>
              <a:picLocks noChangeAspect="1"/>
            </p:cNvPicPr>
            <p:nvPr/>
          </p:nvPicPr>
          <p:blipFill>
            <a:blip r:embed="rId5"/>
            <a:stretch>
              <a:fillRect/>
            </a:stretch>
          </p:blipFill>
          <p:spPr>
            <a:xfrm>
              <a:off x="6720840" y="3806190"/>
              <a:ext cx="274320" cy="274320"/>
            </a:xfrm>
            <a:prstGeom prst="rect">
              <a:avLst/>
            </a:prstGeom>
          </p:spPr>
        </p:pic>
        <p:sp>
          <p:nvSpPr>
            <p:cNvPr id="110" name="Text 13">
              <a:extLst>
                <a:ext uri="{FF2B5EF4-FFF2-40B4-BE49-F238E27FC236}">
                  <a16:creationId xmlns:a16="http://schemas.microsoft.com/office/drawing/2014/main" id="{C9F507C6-76F0-37D5-13E5-EAE8D2D7086B}"/>
                </a:ext>
              </a:extLst>
            </p:cNvPr>
            <p:cNvSpPr/>
            <p:nvPr/>
          </p:nvSpPr>
          <p:spPr>
            <a:xfrm>
              <a:off x="7063740" y="3785616"/>
              <a:ext cx="1680210" cy="171450"/>
            </a:xfrm>
            <a:prstGeom prst="rect">
              <a:avLst/>
            </a:prstGeom>
            <a:noFill/>
            <a:ln/>
          </p:spPr>
          <p:txBody>
            <a:bodyPr wrap="square" rtlCol="0" anchor="ctr"/>
            <a:lstStyle/>
            <a:p>
              <a:r>
                <a:rPr lang="en-US" sz="713" b="1" dirty="0">
                  <a:solidFill>
                    <a:srgbClr val="6B7280"/>
                  </a:solidFill>
                  <a:latin typeface="Calibri" pitchFamily="34" charset="0"/>
                  <a:ea typeface="Calibri" pitchFamily="34" charset="-122"/>
                  <a:cs typeface="Calibri" pitchFamily="34" charset="-120"/>
                </a:rPr>
                <a:t>CUSTOMER PATTERN</a:t>
              </a:r>
              <a:endParaRPr lang="en-US" sz="713" dirty="0"/>
            </a:p>
          </p:txBody>
        </p:sp>
        <p:sp>
          <p:nvSpPr>
            <p:cNvPr id="111" name="Text 14">
              <a:extLst>
                <a:ext uri="{FF2B5EF4-FFF2-40B4-BE49-F238E27FC236}">
                  <a16:creationId xmlns:a16="http://schemas.microsoft.com/office/drawing/2014/main" id="{9C00A865-2D7C-1AC2-6C27-6D9E38CDA582}"/>
                </a:ext>
              </a:extLst>
            </p:cNvPr>
            <p:cNvSpPr/>
            <p:nvPr/>
          </p:nvSpPr>
          <p:spPr>
            <a:xfrm>
              <a:off x="7063740" y="3950208"/>
              <a:ext cx="1680210" cy="219456"/>
            </a:xfrm>
            <a:prstGeom prst="rect">
              <a:avLst/>
            </a:prstGeom>
            <a:noFill/>
            <a:ln/>
          </p:spPr>
          <p:txBody>
            <a:bodyPr wrap="square" rtlCol="0" anchor="ctr"/>
            <a:lstStyle/>
            <a:p>
              <a:r>
                <a:rPr lang="en-US" sz="1088" b="1" dirty="0">
                  <a:solidFill>
                    <a:srgbClr val="1F2937"/>
                  </a:solidFill>
                  <a:latin typeface="Calibri" pitchFamily="34" charset="0"/>
                  <a:ea typeface="Calibri" pitchFamily="34" charset="-122"/>
                  <a:cs typeface="Calibri" pitchFamily="34" charset="-120"/>
                </a:rPr>
                <a:t>Tracks sales closely</a:t>
              </a:r>
              <a:endParaRPr lang="en-US" sz="1088" dirty="0"/>
            </a:p>
          </p:txBody>
        </p:sp>
        <p:sp>
          <p:nvSpPr>
            <p:cNvPr id="112" name="Text 15">
              <a:extLst>
                <a:ext uri="{FF2B5EF4-FFF2-40B4-BE49-F238E27FC236}">
                  <a16:creationId xmlns:a16="http://schemas.microsoft.com/office/drawing/2014/main" id="{309F2F4E-4326-4244-C3B1-E5A47D3D5EC3}"/>
                </a:ext>
              </a:extLst>
            </p:cNvPr>
            <p:cNvSpPr/>
            <p:nvPr/>
          </p:nvSpPr>
          <p:spPr>
            <a:xfrm>
              <a:off x="6720840" y="4183380"/>
              <a:ext cx="2023110" cy="377190"/>
            </a:xfrm>
            <a:prstGeom prst="rect">
              <a:avLst/>
            </a:prstGeom>
            <a:noFill/>
            <a:ln/>
          </p:spPr>
          <p:txBody>
            <a:bodyPr wrap="square" rtlCol="0" anchor="ctr"/>
            <a:lstStyle/>
            <a:p>
              <a:r>
                <a:rPr lang="en-US" sz="788" dirty="0">
                  <a:solidFill>
                    <a:srgbClr val="6B7280"/>
                  </a:solidFill>
                  <a:latin typeface="Calibri" pitchFamily="34" charset="0"/>
                  <a:ea typeface="Calibri" pitchFamily="34" charset="-122"/>
                  <a:cs typeface="Calibri" pitchFamily="34" charset="-120"/>
                </a:rPr>
                <a:t>traffic is the primary sales lever</a:t>
              </a:r>
              <a:endParaRPr lang="en-US" sz="788" dirty="0"/>
            </a:p>
          </p:txBody>
        </p:sp>
      </p:grpSp>
      <p:sp>
        <p:nvSpPr>
          <p:cNvPr id="114" name="TextBox 113">
            <a:extLst>
              <a:ext uri="{FF2B5EF4-FFF2-40B4-BE49-F238E27FC236}">
                <a16:creationId xmlns:a16="http://schemas.microsoft.com/office/drawing/2014/main" id="{EB8D680D-A343-EFE9-2E96-CA1B2C2769C9}"/>
              </a:ext>
            </a:extLst>
          </p:cNvPr>
          <p:cNvSpPr txBox="1"/>
          <p:nvPr/>
        </p:nvSpPr>
        <p:spPr>
          <a:xfrm>
            <a:off x="6342355" y="336217"/>
            <a:ext cx="2417475" cy="3570208"/>
          </a:xfrm>
          <a:prstGeom prst="rect">
            <a:avLst/>
          </a:prstGeom>
          <a:noFill/>
        </p:spPr>
        <p:txBody>
          <a:bodyPr wrap="square">
            <a:spAutoFit/>
          </a:bodyPr>
          <a:lstStyle/>
          <a:p>
            <a:pPr>
              <a:buNone/>
            </a:pPr>
            <a:r>
              <a:rPr lang="en-US" b="1" dirty="0"/>
              <a:t>Key Insights</a:t>
            </a:r>
          </a:p>
          <a:p>
            <a:pPr>
              <a:buNone/>
            </a:pPr>
            <a:endParaRPr lang="en-US" b="1" dirty="0"/>
          </a:p>
          <a:p>
            <a:pPr marL="171450" indent="-171450" algn="just">
              <a:buFont typeface="Arial" panose="020B0604020202020204" pitchFamily="34" charset="0"/>
              <a:buChar char="•"/>
            </a:pPr>
            <a:r>
              <a:rPr lang="en-US" sz="1000" dirty="0"/>
              <a:t>Customer traffic increased steadily from </a:t>
            </a:r>
            <a:r>
              <a:rPr lang="en-US" sz="1000" b="1" dirty="0"/>
              <a:t>3,123 customers</a:t>
            </a:r>
            <a:r>
              <a:rPr lang="en-US" sz="1000" dirty="0"/>
              <a:t> in July to </a:t>
            </a:r>
            <a:r>
              <a:rPr lang="en-US" sz="1000" b="1" dirty="0"/>
              <a:t>4,740 customers</a:t>
            </a:r>
            <a:r>
              <a:rPr lang="en-US" sz="1000" dirty="0"/>
              <a:t> in October.</a:t>
            </a:r>
          </a:p>
          <a:p>
            <a:pPr algn="just"/>
            <a:endParaRPr lang="en-US" sz="1000" dirty="0"/>
          </a:p>
          <a:p>
            <a:pPr marL="171450" indent="-171450" algn="just">
              <a:buFont typeface="Arial" panose="020B0604020202020204" pitchFamily="34" charset="0"/>
              <a:buChar char="•"/>
            </a:pPr>
            <a:r>
              <a:rPr lang="en-US" sz="1000" dirty="0"/>
              <a:t>October recorded the highest customer volume during the reporting period.</a:t>
            </a:r>
          </a:p>
          <a:p>
            <a:pPr algn="just"/>
            <a:endParaRPr lang="en-US" sz="1000" dirty="0"/>
          </a:p>
          <a:p>
            <a:pPr marL="171450" indent="-171450" algn="just">
              <a:buFont typeface="Arial" panose="020B0604020202020204" pitchFamily="34" charset="0"/>
              <a:buChar char="•"/>
            </a:pPr>
            <a:r>
              <a:rPr lang="en-US" sz="1000" dirty="0"/>
              <a:t>Customer traffic declined after October but remained relatively stable through January.</a:t>
            </a:r>
          </a:p>
          <a:p>
            <a:pPr algn="just"/>
            <a:endParaRPr lang="en-US" sz="1000" dirty="0"/>
          </a:p>
          <a:p>
            <a:pPr marL="171450" indent="-171450" algn="just">
              <a:buFont typeface="Arial" panose="020B0604020202020204" pitchFamily="34" charset="0"/>
              <a:buChar char="•"/>
            </a:pPr>
            <a:r>
              <a:rPr lang="en-US" sz="1000" dirty="0"/>
              <a:t>February closed with </a:t>
            </a:r>
            <a:r>
              <a:rPr lang="en-US" sz="1000" b="1" dirty="0"/>
              <a:t>3,737 customers</a:t>
            </a:r>
            <a:r>
              <a:rPr lang="en-US" sz="1000" dirty="0"/>
              <a:t>, reflecting a noticeable reduction in restaurant visits.</a:t>
            </a:r>
          </a:p>
          <a:p>
            <a:pPr algn="just"/>
            <a:endParaRPr lang="en-US" sz="1000" dirty="0"/>
          </a:p>
          <a:p>
            <a:pPr marL="171450" indent="-171450" algn="just">
              <a:buFont typeface="Arial" panose="020B0604020202020204" pitchFamily="34" charset="0"/>
              <a:buChar char="•"/>
            </a:pPr>
            <a:r>
              <a:rPr lang="en-US" sz="1000" dirty="0"/>
              <a:t>The customer trend closely mirrors the monthly sales trend, indicating that customer traffic is a major driver of revenue.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8">
            <a:extLst>
              <a:ext uri="{FF2B5EF4-FFF2-40B4-BE49-F238E27FC236}">
                <a16:creationId xmlns:a16="http://schemas.microsoft.com/office/drawing/2014/main" id="{37BE3678-A6BD-327C-6499-11A9F097FB8A}"/>
              </a:ext>
            </a:extLst>
          </p:cNvPr>
          <p:cNvSpPr/>
          <p:nvPr/>
        </p:nvSpPr>
        <p:spPr>
          <a:xfrm>
            <a:off x="458487" y="4117136"/>
            <a:ext cx="8169875" cy="894483"/>
          </a:xfrm>
          <a:prstGeom prst="roundRect">
            <a:avLst>
              <a:gd name="adj" fmla="val 4615"/>
            </a:avLst>
          </a:prstGeom>
          <a:solidFill>
            <a:srgbClr val="F3F4F6"/>
          </a:solidFill>
          <a:ln/>
          <a:effectLst>
            <a:outerShdw blurRad="127000" dist="38100" dir="5400000" algn="bl" rotWithShape="0">
              <a:srgbClr val="1F2937">
                <a:alpha val="14000"/>
              </a:srgbClr>
            </a:outerShdw>
          </a:effectLst>
        </p:spPr>
        <p:txBody>
          <a:bodyPr/>
          <a:lstStyle/>
          <a:p>
            <a:endParaRPr lang="en-US" dirty="0"/>
          </a:p>
        </p:txBody>
      </p:sp>
      <p:grpSp>
        <p:nvGrpSpPr>
          <p:cNvPr id="95" name="Group 94">
            <a:extLst>
              <a:ext uri="{FF2B5EF4-FFF2-40B4-BE49-F238E27FC236}">
                <a16:creationId xmlns:a16="http://schemas.microsoft.com/office/drawing/2014/main" id="{3071431F-2631-AC1C-D46F-D7D7C01990E5}"/>
              </a:ext>
            </a:extLst>
          </p:cNvPr>
          <p:cNvGrpSpPr/>
          <p:nvPr/>
        </p:nvGrpSpPr>
        <p:grpSpPr>
          <a:xfrm>
            <a:off x="302343" y="1155810"/>
            <a:ext cx="4506144" cy="2831880"/>
            <a:chOff x="302343" y="1155810"/>
            <a:chExt cx="4506144" cy="2831880"/>
          </a:xfrm>
        </p:grpSpPr>
        <p:sp>
          <p:nvSpPr>
            <p:cNvPr id="2" name="object 2"/>
            <p:cNvSpPr txBox="1"/>
            <p:nvPr/>
          </p:nvSpPr>
          <p:spPr>
            <a:xfrm>
              <a:off x="4185641" y="1243170"/>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dirty="0">
                <a:latin typeface="Segoe UI"/>
                <a:cs typeface="Segoe UI"/>
              </a:endParaRPr>
            </a:p>
          </p:txBody>
        </p:sp>
        <p:sp>
          <p:nvSpPr>
            <p:cNvPr id="4" name="object 4"/>
            <p:cNvSpPr txBox="1"/>
            <p:nvPr/>
          </p:nvSpPr>
          <p:spPr>
            <a:xfrm>
              <a:off x="302343" y="1155810"/>
              <a:ext cx="1315343" cy="160469"/>
            </a:xfrm>
            <a:prstGeom prst="rect">
              <a:avLst/>
            </a:prstGeom>
          </p:spPr>
          <p:txBody>
            <a:bodyPr vert="horz" wrap="square" lIns="0" tIns="8930" rIns="0" bIns="0" rtlCol="0">
              <a:spAutoFit/>
            </a:bodyPr>
            <a:lstStyle/>
            <a:p>
              <a:pPr marL="8929">
                <a:spcBef>
                  <a:spcPts val="70"/>
                </a:spcBef>
              </a:pPr>
              <a:r>
                <a:rPr sz="984" spc="-32" dirty="0">
                  <a:solidFill>
                    <a:srgbClr val="252423"/>
                  </a:solidFill>
                  <a:latin typeface="Trebuchet MS"/>
                  <a:cs typeface="Trebuchet MS"/>
                </a:rPr>
                <a:t>Customers</a:t>
              </a:r>
              <a:r>
                <a:rPr sz="984" spc="-49" dirty="0">
                  <a:solidFill>
                    <a:srgbClr val="252423"/>
                  </a:solidFill>
                  <a:latin typeface="Trebuchet MS"/>
                  <a:cs typeface="Trebuchet MS"/>
                </a:rPr>
                <a:t> </a:t>
              </a:r>
              <a:r>
                <a:rPr sz="984" spc="-39" dirty="0">
                  <a:solidFill>
                    <a:srgbClr val="252423"/>
                  </a:solidFill>
                  <a:latin typeface="Trebuchet MS"/>
                  <a:cs typeface="Trebuchet MS"/>
                </a:rPr>
                <a:t>Served</a:t>
              </a:r>
              <a:r>
                <a:rPr sz="984" spc="-46" dirty="0">
                  <a:solidFill>
                    <a:srgbClr val="252423"/>
                  </a:solidFill>
                  <a:latin typeface="Trebuchet MS"/>
                  <a:cs typeface="Trebuchet MS"/>
                </a:rPr>
                <a:t> </a:t>
              </a:r>
              <a:r>
                <a:rPr sz="984" spc="-53" dirty="0">
                  <a:solidFill>
                    <a:srgbClr val="252423"/>
                  </a:solidFill>
                  <a:latin typeface="Trebuchet MS"/>
                  <a:cs typeface="Trebuchet MS"/>
                </a:rPr>
                <a:t>by</a:t>
              </a:r>
              <a:r>
                <a:rPr sz="984" spc="-49" dirty="0">
                  <a:solidFill>
                    <a:srgbClr val="252423"/>
                  </a:solidFill>
                  <a:latin typeface="Trebuchet MS"/>
                  <a:cs typeface="Trebuchet MS"/>
                </a:rPr>
                <a:t> </a:t>
              </a:r>
              <a:r>
                <a:rPr sz="984" spc="-21" dirty="0">
                  <a:solidFill>
                    <a:srgbClr val="252423"/>
                  </a:solidFill>
                  <a:latin typeface="Trebuchet MS"/>
                  <a:cs typeface="Trebuchet MS"/>
                </a:rPr>
                <a:t>Day</a:t>
              </a:r>
              <a:endParaRPr sz="984" dirty="0">
                <a:latin typeface="Trebuchet MS"/>
                <a:cs typeface="Trebuchet MS"/>
              </a:endParaRPr>
            </a:p>
          </p:txBody>
        </p:sp>
        <p:sp>
          <p:nvSpPr>
            <p:cNvPr id="5" name="object 5"/>
            <p:cNvSpPr/>
            <p:nvPr/>
          </p:nvSpPr>
          <p:spPr>
            <a:xfrm>
              <a:off x="966265" y="1413611"/>
              <a:ext cx="6697" cy="2317254"/>
            </a:xfrm>
            <a:custGeom>
              <a:avLst/>
              <a:gdLst/>
              <a:ahLst/>
              <a:cxnLst/>
              <a:rect l="l" t="t" r="r" b="b"/>
              <a:pathLst>
                <a:path w="9525" h="3295650">
                  <a:moveTo>
                    <a:pt x="6077" y="3295649"/>
                  </a:moveTo>
                  <a:lnTo>
                    <a:pt x="3447" y="3295649"/>
                  </a:lnTo>
                  <a:lnTo>
                    <a:pt x="2324" y="3295184"/>
                  </a:lnTo>
                  <a:lnTo>
                    <a:pt x="464" y="3293325"/>
                  </a:lnTo>
                  <a:lnTo>
                    <a:pt x="0" y="3292202"/>
                  </a:lnTo>
                  <a:lnTo>
                    <a:pt x="0" y="3289572"/>
                  </a:lnTo>
                  <a:lnTo>
                    <a:pt x="464" y="3288449"/>
                  </a:lnTo>
                  <a:lnTo>
                    <a:pt x="2324" y="3286589"/>
                  </a:lnTo>
                  <a:lnTo>
                    <a:pt x="3447" y="3286124"/>
                  </a:lnTo>
                  <a:lnTo>
                    <a:pt x="6077" y="3286124"/>
                  </a:lnTo>
                  <a:lnTo>
                    <a:pt x="7200" y="3286589"/>
                  </a:lnTo>
                  <a:lnTo>
                    <a:pt x="9060" y="3288449"/>
                  </a:lnTo>
                  <a:lnTo>
                    <a:pt x="9524" y="3289572"/>
                  </a:lnTo>
                  <a:lnTo>
                    <a:pt x="9524" y="3292202"/>
                  </a:lnTo>
                  <a:lnTo>
                    <a:pt x="9060" y="3293325"/>
                  </a:lnTo>
                  <a:lnTo>
                    <a:pt x="7200" y="3295184"/>
                  </a:lnTo>
                  <a:lnTo>
                    <a:pt x="6077" y="3295649"/>
                  </a:lnTo>
                  <a:close/>
                </a:path>
                <a:path w="9525" h="3295650">
                  <a:moveTo>
                    <a:pt x="6077" y="3248024"/>
                  </a:moveTo>
                  <a:lnTo>
                    <a:pt x="3447" y="3248024"/>
                  </a:lnTo>
                  <a:lnTo>
                    <a:pt x="2324" y="3247559"/>
                  </a:lnTo>
                  <a:lnTo>
                    <a:pt x="464" y="3245700"/>
                  </a:lnTo>
                  <a:lnTo>
                    <a:pt x="0" y="3244577"/>
                  </a:lnTo>
                  <a:lnTo>
                    <a:pt x="0" y="3241947"/>
                  </a:lnTo>
                  <a:lnTo>
                    <a:pt x="464" y="3240824"/>
                  </a:lnTo>
                  <a:lnTo>
                    <a:pt x="2324" y="3238964"/>
                  </a:lnTo>
                  <a:lnTo>
                    <a:pt x="3447" y="3238499"/>
                  </a:lnTo>
                  <a:lnTo>
                    <a:pt x="6077" y="3238499"/>
                  </a:lnTo>
                  <a:lnTo>
                    <a:pt x="7200" y="3238964"/>
                  </a:lnTo>
                  <a:lnTo>
                    <a:pt x="9060" y="3240824"/>
                  </a:lnTo>
                  <a:lnTo>
                    <a:pt x="9524" y="3241947"/>
                  </a:lnTo>
                  <a:lnTo>
                    <a:pt x="9524" y="3244577"/>
                  </a:lnTo>
                  <a:lnTo>
                    <a:pt x="9060" y="3245700"/>
                  </a:lnTo>
                  <a:lnTo>
                    <a:pt x="7200" y="3247559"/>
                  </a:lnTo>
                  <a:lnTo>
                    <a:pt x="6077" y="3248024"/>
                  </a:lnTo>
                  <a:close/>
                </a:path>
                <a:path w="9525" h="3295650">
                  <a:moveTo>
                    <a:pt x="6077" y="3200399"/>
                  </a:moveTo>
                  <a:lnTo>
                    <a:pt x="3447" y="3200399"/>
                  </a:lnTo>
                  <a:lnTo>
                    <a:pt x="2324" y="3199934"/>
                  </a:lnTo>
                  <a:lnTo>
                    <a:pt x="464" y="3198075"/>
                  </a:lnTo>
                  <a:lnTo>
                    <a:pt x="0" y="3196952"/>
                  </a:lnTo>
                  <a:lnTo>
                    <a:pt x="0" y="3194322"/>
                  </a:lnTo>
                  <a:lnTo>
                    <a:pt x="464" y="3193199"/>
                  </a:lnTo>
                  <a:lnTo>
                    <a:pt x="2324" y="3191339"/>
                  </a:lnTo>
                  <a:lnTo>
                    <a:pt x="3447" y="3190874"/>
                  </a:lnTo>
                  <a:lnTo>
                    <a:pt x="6077" y="3190874"/>
                  </a:lnTo>
                  <a:lnTo>
                    <a:pt x="7200" y="3191339"/>
                  </a:lnTo>
                  <a:lnTo>
                    <a:pt x="9060" y="3193199"/>
                  </a:lnTo>
                  <a:lnTo>
                    <a:pt x="9524" y="3194322"/>
                  </a:lnTo>
                  <a:lnTo>
                    <a:pt x="9524" y="3196952"/>
                  </a:lnTo>
                  <a:lnTo>
                    <a:pt x="9060" y="3198075"/>
                  </a:lnTo>
                  <a:lnTo>
                    <a:pt x="7200" y="3199934"/>
                  </a:lnTo>
                  <a:lnTo>
                    <a:pt x="6077" y="3200399"/>
                  </a:lnTo>
                  <a:close/>
                </a:path>
                <a:path w="9525" h="3295650">
                  <a:moveTo>
                    <a:pt x="6077" y="3152774"/>
                  </a:moveTo>
                  <a:lnTo>
                    <a:pt x="3447" y="3152774"/>
                  </a:lnTo>
                  <a:lnTo>
                    <a:pt x="2324" y="3152309"/>
                  </a:lnTo>
                  <a:lnTo>
                    <a:pt x="464" y="3150450"/>
                  </a:lnTo>
                  <a:lnTo>
                    <a:pt x="0" y="3149327"/>
                  </a:lnTo>
                  <a:lnTo>
                    <a:pt x="0" y="3146697"/>
                  </a:lnTo>
                  <a:lnTo>
                    <a:pt x="464" y="3145574"/>
                  </a:lnTo>
                  <a:lnTo>
                    <a:pt x="2324" y="3143714"/>
                  </a:lnTo>
                  <a:lnTo>
                    <a:pt x="3447" y="3143249"/>
                  </a:lnTo>
                  <a:lnTo>
                    <a:pt x="6077" y="3143249"/>
                  </a:lnTo>
                  <a:lnTo>
                    <a:pt x="7200" y="3143714"/>
                  </a:lnTo>
                  <a:lnTo>
                    <a:pt x="9060" y="3145574"/>
                  </a:lnTo>
                  <a:lnTo>
                    <a:pt x="9524" y="3146697"/>
                  </a:lnTo>
                  <a:lnTo>
                    <a:pt x="9524" y="3149327"/>
                  </a:lnTo>
                  <a:lnTo>
                    <a:pt x="9060" y="3150450"/>
                  </a:lnTo>
                  <a:lnTo>
                    <a:pt x="7200" y="3152309"/>
                  </a:lnTo>
                  <a:lnTo>
                    <a:pt x="6077" y="3152774"/>
                  </a:lnTo>
                  <a:close/>
                </a:path>
                <a:path w="9525" h="32956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2956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2956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2956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2956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2956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2956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2956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2956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2956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2956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2956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2956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2956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2956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2956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2956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2956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2956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2956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295650">
                  <a:moveTo>
                    <a:pt x="6077" y="2152649"/>
                  </a:moveTo>
                  <a:lnTo>
                    <a:pt x="3447" y="2152649"/>
                  </a:lnTo>
                  <a:lnTo>
                    <a:pt x="2324" y="2152184"/>
                  </a:lnTo>
                  <a:lnTo>
                    <a:pt x="464" y="2150325"/>
                  </a:lnTo>
                  <a:lnTo>
                    <a:pt x="0" y="2149202"/>
                  </a:lnTo>
                  <a:lnTo>
                    <a:pt x="0" y="2146572"/>
                  </a:lnTo>
                  <a:lnTo>
                    <a:pt x="464" y="2145449"/>
                  </a:lnTo>
                  <a:lnTo>
                    <a:pt x="2324" y="2143590"/>
                  </a:lnTo>
                  <a:lnTo>
                    <a:pt x="3447" y="2143124"/>
                  </a:lnTo>
                  <a:lnTo>
                    <a:pt x="6077" y="2143124"/>
                  </a:lnTo>
                  <a:lnTo>
                    <a:pt x="7200" y="2143590"/>
                  </a:lnTo>
                  <a:lnTo>
                    <a:pt x="9060" y="2145449"/>
                  </a:lnTo>
                  <a:lnTo>
                    <a:pt x="9524" y="2146572"/>
                  </a:lnTo>
                  <a:lnTo>
                    <a:pt x="9524" y="2149202"/>
                  </a:lnTo>
                  <a:lnTo>
                    <a:pt x="9060" y="2150325"/>
                  </a:lnTo>
                  <a:lnTo>
                    <a:pt x="7200" y="2152184"/>
                  </a:lnTo>
                  <a:lnTo>
                    <a:pt x="6077" y="2152649"/>
                  </a:lnTo>
                  <a:close/>
                </a:path>
                <a:path w="9525" h="32956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295650">
                  <a:moveTo>
                    <a:pt x="6077" y="2057399"/>
                  </a:moveTo>
                  <a:lnTo>
                    <a:pt x="3447" y="2057399"/>
                  </a:lnTo>
                  <a:lnTo>
                    <a:pt x="2324" y="2056934"/>
                  </a:lnTo>
                  <a:lnTo>
                    <a:pt x="464" y="2055075"/>
                  </a:lnTo>
                  <a:lnTo>
                    <a:pt x="0" y="2053952"/>
                  </a:lnTo>
                  <a:lnTo>
                    <a:pt x="0" y="2051322"/>
                  </a:lnTo>
                  <a:lnTo>
                    <a:pt x="464" y="2050199"/>
                  </a:lnTo>
                  <a:lnTo>
                    <a:pt x="2324" y="2048340"/>
                  </a:lnTo>
                  <a:lnTo>
                    <a:pt x="3447" y="2047875"/>
                  </a:lnTo>
                  <a:lnTo>
                    <a:pt x="6077" y="2047875"/>
                  </a:lnTo>
                  <a:lnTo>
                    <a:pt x="7200" y="2048340"/>
                  </a:lnTo>
                  <a:lnTo>
                    <a:pt x="9060" y="2050199"/>
                  </a:lnTo>
                  <a:lnTo>
                    <a:pt x="9524" y="2051322"/>
                  </a:lnTo>
                  <a:lnTo>
                    <a:pt x="9524" y="2053952"/>
                  </a:lnTo>
                  <a:lnTo>
                    <a:pt x="9060" y="2055075"/>
                  </a:lnTo>
                  <a:lnTo>
                    <a:pt x="7200" y="2056934"/>
                  </a:lnTo>
                  <a:lnTo>
                    <a:pt x="6077" y="2057399"/>
                  </a:lnTo>
                  <a:close/>
                </a:path>
                <a:path w="9525" h="3295650">
                  <a:moveTo>
                    <a:pt x="6077" y="2009774"/>
                  </a:moveTo>
                  <a:lnTo>
                    <a:pt x="3447" y="2009774"/>
                  </a:lnTo>
                  <a:lnTo>
                    <a:pt x="2324" y="2009309"/>
                  </a:lnTo>
                  <a:lnTo>
                    <a:pt x="464" y="2007450"/>
                  </a:lnTo>
                  <a:lnTo>
                    <a:pt x="0" y="2006327"/>
                  </a:lnTo>
                  <a:lnTo>
                    <a:pt x="0" y="2003697"/>
                  </a:lnTo>
                  <a:lnTo>
                    <a:pt x="464" y="2002574"/>
                  </a:lnTo>
                  <a:lnTo>
                    <a:pt x="2324" y="2000715"/>
                  </a:lnTo>
                  <a:lnTo>
                    <a:pt x="3447" y="2000250"/>
                  </a:lnTo>
                  <a:lnTo>
                    <a:pt x="6077" y="2000250"/>
                  </a:lnTo>
                  <a:lnTo>
                    <a:pt x="7200" y="2000715"/>
                  </a:lnTo>
                  <a:lnTo>
                    <a:pt x="9060" y="2002574"/>
                  </a:lnTo>
                  <a:lnTo>
                    <a:pt x="9524" y="2003697"/>
                  </a:lnTo>
                  <a:lnTo>
                    <a:pt x="9524" y="2006327"/>
                  </a:lnTo>
                  <a:lnTo>
                    <a:pt x="9060" y="2007450"/>
                  </a:lnTo>
                  <a:lnTo>
                    <a:pt x="7200" y="2009309"/>
                  </a:lnTo>
                  <a:lnTo>
                    <a:pt x="6077" y="2009774"/>
                  </a:lnTo>
                  <a:close/>
                </a:path>
                <a:path w="9525" h="3295650">
                  <a:moveTo>
                    <a:pt x="6077" y="1962149"/>
                  </a:moveTo>
                  <a:lnTo>
                    <a:pt x="3447" y="1962149"/>
                  </a:lnTo>
                  <a:lnTo>
                    <a:pt x="2324" y="1961684"/>
                  </a:lnTo>
                  <a:lnTo>
                    <a:pt x="464" y="1959825"/>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5"/>
                  </a:lnTo>
                  <a:lnTo>
                    <a:pt x="7200" y="1961684"/>
                  </a:lnTo>
                  <a:lnTo>
                    <a:pt x="6077" y="1962149"/>
                  </a:lnTo>
                  <a:close/>
                </a:path>
                <a:path w="9525" h="3295650">
                  <a:moveTo>
                    <a:pt x="6077" y="1914524"/>
                  </a:moveTo>
                  <a:lnTo>
                    <a:pt x="3447" y="1914524"/>
                  </a:lnTo>
                  <a:lnTo>
                    <a:pt x="2324" y="1914059"/>
                  </a:lnTo>
                  <a:lnTo>
                    <a:pt x="464" y="1912200"/>
                  </a:lnTo>
                  <a:lnTo>
                    <a:pt x="0" y="1911077"/>
                  </a:lnTo>
                  <a:lnTo>
                    <a:pt x="0" y="1908447"/>
                  </a:lnTo>
                  <a:lnTo>
                    <a:pt x="464" y="1907324"/>
                  </a:lnTo>
                  <a:lnTo>
                    <a:pt x="2324" y="1905465"/>
                  </a:lnTo>
                  <a:lnTo>
                    <a:pt x="3447" y="1905000"/>
                  </a:lnTo>
                  <a:lnTo>
                    <a:pt x="6077" y="1905000"/>
                  </a:lnTo>
                  <a:lnTo>
                    <a:pt x="7200" y="1905465"/>
                  </a:lnTo>
                  <a:lnTo>
                    <a:pt x="9060" y="1907324"/>
                  </a:lnTo>
                  <a:lnTo>
                    <a:pt x="9524" y="1908447"/>
                  </a:lnTo>
                  <a:lnTo>
                    <a:pt x="9524" y="1911077"/>
                  </a:lnTo>
                  <a:lnTo>
                    <a:pt x="9060" y="1912200"/>
                  </a:lnTo>
                  <a:lnTo>
                    <a:pt x="7200" y="1914059"/>
                  </a:lnTo>
                  <a:lnTo>
                    <a:pt x="6077" y="1914524"/>
                  </a:lnTo>
                  <a:close/>
                </a:path>
                <a:path w="9525" h="32956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295650">
                  <a:moveTo>
                    <a:pt x="6077" y="1819274"/>
                  </a:moveTo>
                  <a:lnTo>
                    <a:pt x="3447" y="1819274"/>
                  </a:lnTo>
                  <a:lnTo>
                    <a:pt x="2324" y="1818809"/>
                  </a:lnTo>
                  <a:lnTo>
                    <a:pt x="464" y="1816950"/>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50"/>
                  </a:lnTo>
                  <a:lnTo>
                    <a:pt x="7200" y="1818809"/>
                  </a:lnTo>
                  <a:lnTo>
                    <a:pt x="6077" y="1819274"/>
                  </a:lnTo>
                  <a:close/>
                </a:path>
                <a:path w="9525" h="3295650">
                  <a:moveTo>
                    <a:pt x="6077" y="1771649"/>
                  </a:moveTo>
                  <a:lnTo>
                    <a:pt x="3447" y="1771649"/>
                  </a:lnTo>
                  <a:lnTo>
                    <a:pt x="2324" y="1771184"/>
                  </a:lnTo>
                  <a:lnTo>
                    <a:pt x="464" y="1769325"/>
                  </a:lnTo>
                  <a:lnTo>
                    <a:pt x="0" y="1768202"/>
                  </a:lnTo>
                  <a:lnTo>
                    <a:pt x="0" y="1765572"/>
                  </a:lnTo>
                  <a:lnTo>
                    <a:pt x="464" y="1764449"/>
                  </a:lnTo>
                  <a:lnTo>
                    <a:pt x="2324" y="1762590"/>
                  </a:lnTo>
                  <a:lnTo>
                    <a:pt x="3447" y="1762125"/>
                  </a:lnTo>
                  <a:lnTo>
                    <a:pt x="6077" y="1762125"/>
                  </a:lnTo>
                  <a:lnTo>
                    <a:pt x="7200" y="1762590"/>
                  </a:lnTo>
                  <a:lnTo>
                    <a:pt x="9060" y="1764449"/>
                  </a:lnTo>
                  <a:lnTo>
                    <a:pt x="9524" y="1765572"/>
                  </a:lnTo>
                  <a:lnTo>
                    <a:pt x="9524" y="1768202"/>
                  </a:lnTo>
                  <a:lnTo>
                    <a:pt x="9060" y="1769325"/>
                  </a:lnTo>
                  <a:lnTo>
                    <a:pt x="7200" y="1771184"/>
                  </a:lnTo>
                  <a:lnTo>
                    <a:pt x="6077" y="1771649"/>
                  </a:lnTo>
                  <a:close/>
                </a:path>
                <a:path w="9525" h="3295650">
                  <a:moveTo>
                    <a:pt x="6077" y="1724024"/>
                  </a:moveTo>
                  <a:lnTo>
                    <a:pt x="3447" y="1724024"/>
                  </a:lnTo>
                  <a:lnTo>
                    <a:pt x="2324" y="1723559"/>
                  </a:lnTo>
                  <a:lnTo>
                    <a:pt x="464" y="1721700"/>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700"/>
                  </a:lnTo>
                  <a:lnTo>
                    <a:pt x="7200" y="1723559"/>
                  </a:lnTo>
                  <a:lnTo>
                    <a:pt x="6077" y="1724024"/>
                  </a:lnTo>
                  <a:close/>
                </a:path>
                <a:path w="9525" h="3295650">
                  <a:moveTo>
                    <a:pt x="6077" y="1676399"/>
                  </a:moveTo>
                  <a:lnTo>
                    <a:pt x="3447" y="1676399"/>
                  </a:lnTo>
                  <a:lnTo>
                    <a:pt x="2324" y="1675935"/>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5"/>
                  </a:lnTo>
                  <a:lnTo>
                    <a:pt x="6077" y="1676399"/>
                  </a:lnTo>
                  <a:close/>
                </a:path>
                <a:path w="9525" h="3295650">
                  <a:moveTo>
                    <a:pt x="6077" y="1628775"/>
                  </a:moveTo>
                  <a:lnTo>
                    <a:pt x="3447" y="1628775"/>
                  </a:lnTo>
                  <a:lnTo>
                    <a:pt x="2324" y="1628310"/>
                  </a:lnTo>
                  <a:lnTo>
                    <a:pt x="464" y="1626450"/>
                  </a:lnTo>
                  <a:lnTo>
                    <a:pt x="0" y="1625327"/>
                  </a:lnTo>
                  <a:lnTo>
                    <a:pt x="0" y="1622697"/>
                  </a:lnTo>
                  <a:lnTo>
                    <a:pt x="464" y="1621574"/>
                  </a:lnTo>
                  <a:lnTo>
                    <a:pt x="2324" y="1619715"/>
                  </a:lnTo>
                  <a:lnTo>
                    <a:pt x="3447" y="1619250"/>
                  </a:lnTo>
                  <a:lnTo>
                    <a:pt x="6077" y="1619250"/>
                  </a:lnTo>
                  <a:lnTo>
                    <a:pt x="7200" y="1619715"/>
                  </a:lnTo>
                  <a:lnTo>
                    <a:pt x="9060" y="1621574"/>
                  </a:lnTo>
                  <a:lnTo>
                    <a:pt x="9524" y="1622697"/>
                  </a:lnTo>
                  <a:lnTo>
                    <a:pt x="9524" y="1625327"/>
                  </a:lnTo>
                  <a:lnTo>
                    <a:pt x="9060" y="1626450"/>
                  </a:lnTo>
                  <a:lnTo>
                    <a:pt x="7200" y="1628310"/>
                  </a:lnTo>
                  <a:lnTo>
                    <a:pt x="6077" y="1628775"/>
                  </a:lnTo>
                  <a:close/>
                </a:path>
                <a:path w="9525" h="3295650">
                  <a:moveTo>
                    <a:pt x="6077" y="1581149"/>
                  </a:moveTo>
                  <a:lnTo>
                    <a:pt x="3447" y="1581149"/>
                  </a:lnTo>
                  <a:lnTo>
                    <a:pt x="2324" y="1580685"/>
                  </a:lnTo>
                  <a:lnTo>
                    <a:pt x="464" y="1578825"/>
                  </a:lnTo>
                  <a:lnTo>
                    <a:pt x="0" y="1577702"/>
                  </a:lnTo>
                  <a:lnTo>
                    <a:pt x="0" y="1575072"/>
                  </a:lnTo>
                  <a:lnTo>
                    <a:pt x="464" y="1573949"/>
                  </a:lnTo>
                  <a:lnTo>
                    <a:pt x="2324" y="1572089"/>
                  </a:lnTo>
                  <a:lnTo>
                    <a:pt x="3447" y="1571624"/>
                  </a:lnTo>
                  <a:lnTo>
                    <a:pt x="6077" y="1571624"/>
                  </a:lnTo>
                  <a:lnTo>
                    <a:pt x="7200" y="1572089"/>
                  </a:lnTo>
                  <a:lnTo>
                    <a:pt x="9060" y="1573949"/>
                  </a:lnTo>
                  <a:lnTo>
                    <a:pt x="9524" y="1575072"/>
                  </a:lnTo>
                  <a:lnTo>
                    <a:pt x="9524" y="1577702"/>
                  </a:lnTo>
                  <a:lnTo>
                    <a:pt x="9060" y="1578825"/>
                  </a:lnTo>
                  <a:lnTo>
                    <a:pt x="7200" y="1580685"/>
                  </a:lnTo>
                  <a:lnTo>
                    <a:pt x="6077" y="1581149"/>
                  </a:lnTo>
                  <a:close/>
                </a:path>
                <a:path w="9525" h="3295650">
                  <a:moveTo>
                    <a:pt x="6077" y="1533524"/>
                  </a:moveTo>
                  <a:lnTo>
                    <a:pt x="3447" y="1533524"/>
                  </a:lnTo>
                  <a:lnTo>
                    <a:pt x="2324" y="1533060"/>
                  </a:lnTo>
                  <a:lnTo>
                    <a:pt x="464" y="1531200"/>
                  </a:lnTo>
                  <a:lnTo>
                    <a:pt x="0" y="1530077"/>
                  </a:lnTo>
                  <a:lnTo>
                    <a:pt x="0" y="1527447"/>
                  </a:lnTo>
                  <a:lnTo>
                    <a:pt x="464" y="1526324"/>
                  </a:lnTo>
                  <a:lnTo>
                    <a:pt x="2324" y="1524465"/>
                  </a:lnTo>
                  <a:lnTo>
                    <a:pt x="3447" y="1524000"/>
                  </a:lnTo>
                  <a:lnTo>
                    <a:pt x="6077" y="1524000"/>
                  </a:lnTo>
                  <a:lnTo>
                    <a:pt x="7200" y="1524465"/>
                  </a:lnTo>
                  <a:lnTo>
                    <a:pt x="9060" y="1526324"/>
                  </a:lnTo>
                  <a:lnTo>
                    <a:pt x="9524" y="1527447"/>
                  </a:lnTo>
                  <a:lnTo>
                    <a:pt x="9524" y="1530077"/>
                  </a:lnTo>
                  <a:lnTo>
                    <a:pt x="9060" y="1531200"/>
                  </a:lnTo>
                  <a:lnTo>
                    <a:pt x="7200" y="1533060"/>
                  </a:lnTo>
                  <a:lnTo>
                    <a:pt x="6077" y="1533524"/>
                  </a:lnTo>
                  <a:close/>
                </a:path>
                <a:path w="9525" h="3295650">
                  <a:moveTo>
                    <a:pt x="6077" y="1485899"/>
                  </a:moveTo>
                  <a:lnTo>
                    <a:pt x="3447" y="1485899"/>
                  </a:lnTo>
                  <a:lnTo>
                    <a:pt x="2324" y="1485435"/>
                  </a:lnTo>
                  <a:lnTo>
                    <a:pt x="464" y="1483575"/>
                  </a:lnTo>
                  <a:lnTo>
                    <a:pt x="0" y="1482452"/>
                  </a:lnTo>
                  <a:lnTo>
                    <a:pt x="0" y="1479822"/>
                  </a:lnTo>
                  <a:lnTo>
                    <a:pt x="464" y="1478699"/>
                  </a:lnTo>
                  <a:lnTo>
                    <a:pt x="2324" y="1476839"/>
                  </a:lnTo>
                  <a:lnTo>
                    <a:pt x="3447" y="1476374"/>
                  </a:lnTo>
                  <a:lnTo>
                    <a:pt x="6077" y="1476374"/>
                  </a:lnTo>
                  <a:lnTo>
                    <a:pt x="7200" y="1476839"/>
                  </a:lnTo>
                  <a:lnTo>
                    <a:pt x="9060" y="1478699"/>
                  </a:lnTo>
                  <a:lnTo>
                    <a:pt x="9524" y="1479822"/>
                  </a:lnTo>
                  <a:lnTo>
                    <a:pt x="9524" y="1482452"/>
                  </a:lnTo>
                  <a:lnTo>
                    <a:pt x="9060" y="1483575"/>
                  </a:lnTo>
                  <a:lnTo>
                    <a:pt x="7200" y="1485435"/>
                  </a:lnTo>
                  <a:lnTo>
                    <a:pt x="6077" y="1485899"/>
                  </a:lnTo>
                  <a:close/>
                </a:path>
                <a:path w="9525" h="3295650">
                  <a:moveTo>
                    <a:pt x="6077" y="1438274"/>
                  </a:moveTo>
                  <a:lnTo>
                    <a:pt x="3447" y="1438274"/>
                  </a:lnTo>
                  <a:lnTo>
                    <a:pt x="2324" y="1437810"/>
                  </a:lnTo>
                  <a:lnTo>
                    <a:pt x="464" y="1435950"/>
                  </a:lnTo>
                  <a:lnTo>
                    <a:pt x="0" y="1434827"/>
                  </a:lnTo>
                  <a:lnTo>
                    <a:pt x="0" y="1432197"/>
                  </a:lnTo>
                  <a:lnTo>
                    <a:pt x="464" y="1431074"/>
                  </a:lnTo>
                  <a:lnTo>
                    <a:pt x="2324" y="1429215"/>
                  </a:lnTo>
                  <a:lnTo>
                    <a:pt x="3447" y="1428750"/>
                  </a:lnTo>
                  <a:lnTo>
                    <a:pt x="6077" y="1428750"/>
                  </a:lnTo>
                  <a:lnTo>
                    <a:pt x="7200" y="1429215"/>
                  </a:lnTo>
                  <a:lnTo>
                    <a:pt x="9060" y="1431074"/>
                  </a:lnTo>
                  <a:lnTo>
                    <a:pt x="9524" y="1432197"/>
                  </a:lnTo>
                  <a:lnTo>
                    <a:pt x="9524" y="1434827"/>
                  </a:lnTo>
                  <a:lnTo>
                    <a:pt x="9060" y="1435950"/>
                  </a:lnTo>
                  <a:lnTo>
                    <a:pt x="7200" y="1437810"/>
                  </a:lnTo>
                  <a:lnTo>
                    <a:pt x="6077" y="1438274"/>
                  </a:lnTo>
                  <a:close/>
                </a:path>
                <a:path w="9525" h="3295650">
                  <a:moveTo>
                    <a:pt x="6077" y="1390649"/>
                  </a:moveTo>
                  <a:lnTo>
                    <a:pt x="3447" y="1390649"/>
                  </a:lnTo>
                  <a:lnTo>
                    <a:pt x="2324" y="1390185"/>
                  </a:lnTo>
                  <a:lnTo>
                    <a:pt x="464" y="1388325"/>
                  </a:lnTo>
                  <a:lnTo>
                    <a:pt x="0" y="1387202"/>
                  </a:lnTo>
                  <a:lnTo>
                    <a:pt x="0" y="1384572"/>
                  </a:lnTo>
                  <a:lnTo>
                    <a:pt x="464" y="1383449"/>
                  </a:lnTo>
                  <a:lnTo>
                    <a:pt x="2324" y="1381590"/>
                  </a:lnTo>
                  <a:lnTo>
                    <a:pt x="3447" y="1381125"/>
                  </a:lnTo>
                  <a:lnTo>
                    <a:pt x="6077" y="1381125"/>
                  </a:lnTo>
                  <a:lnTo>
                    <a:pt x="7200" y="1381590"/>
                  </a:lnTo>
                  <a:lnTo>
                    <a:pt x="9060" y="1383449"/>
                  </a:lnTo>
                  <a:lnTo>
                    <a:pt x="9524" y="1384572"/>
                  </a:lnTo>
                  <a:lnTo>
                    <a:pt x="9524" y="1387202"/>
                  </a:lnTo>
                  <a:lnTo>
                    <a:pt x="9060" y="1388325"/>
                  </a:lnTo>
                  <a:lnTo>
                    <a:pt x="7200" y="1390185"/>
                  </a:lnTo>
                  <a:lnTo>
                    <a:pt x="6077" y="1390649"/>
                  </a:lnTo>
                  <a:close/>
                </a:path>
                <a:path w="9525" h="3295650">
                  <a:moveTo>
                    <a:pt x="6077" y="1343024"/>
                  </a:moveTo>
                  <a:lnTo>
                    <a:pt x="3447" y="1343024"/>
                  </a:lnTo>
                  <a:lnTo>
                    <a:pt x="2324" y="1342560"/>
                  </a:lnTo>
                  <a:lnTo>
                    <a:pt x="464" y="1340700"/>
                  </a:lnTo>
                  <a:lnTo>
                    <a:pt x="0" y="1339577"/>
                  </a:lnTo>
                  <a:lnTo>
                    <a:pt x="0" y="1336947"/>
                  </a:lnTo>
                  <a:lnTo>
                    <a:pt x="464" y="1335825"/>
                  </a:lnTo>
                  <a:lnTo>
                    <a:pt x="2324" y="1333965"/>
                  </a:lnTo>
                  <a:lnTo>
                    <a:pt x="3447" y="1333500"/>
                  </a:lnTo>
                  <a:lnTo>
                    <a:pt x="6077" y="1333500"/>
                  </a:lnTo>
                  <a:lnTo>
                    <a:pt x="7200" y="1333965"/>
                  </a:lnTo>
                  <a:lnTo>
                    <a:pt x="9060" y="1335825"/>
                  </a:lnTo>
                  <a:lnTo>
                    <a:pt x="9524" y="1336947"/>
                  </a:lnTo>
                  <a:lnTo>
                    <a:pt x="9524" y="1339577"/>
                  </a:lnTo>
                  <a:lnTo>
                    <a:pt x="9060" y="1340700"/>
                  </a:lnTo>
                  <a:lnTo>
                    <a:pt x="7200" y="1342560"/>
                  </a:lnTo>
                  <a:lnTo>
                    <a:pt x="6077" y="1343024"/>
                  </a:lnTo>
                  <a:close/>
                </a:path>
                <a:path w="9525" h="3295650">
                  <a:moveTo>
                    <a:pt x="6077" y="1295399"/>
                  </a:moveTo>
                  <a:lnTo>
                    <a:pt x="3447" y="1295399"/>
                  </a:lnTo>
                  <a:lnTo>
                    <a:pt x="2324" y="1294935"/>
                  </a:lnTo>
                  <a:lnTo>
                    <a:pt x="464" y="1293075"/>
                  </a:lnTo>
                  <a:lnTo>
                    <a:pt x="0" y="1291952"/>
                  </a:lnTo>
                  <a:lnTo>
                    <a:pt x="0" y="1289322"/>
                  </a:lnTo>
                  <a:lnTo>
                    <a:pt x="464" y="1288199"/>
                  </a:lnTo>
                  <a:lnTo>
                    <a:pt x="2324" y="1286340"/>
                  </a:lnTo>
                  <a:lnTo>
                    <a:pt x="3447" y="1285875"/>
                  </a:lnTo>
                  <a:lnTo>
                    <a:pt x="6077" y="1285875"/>
                  </a:lnTo>
                  <a:lnTo>
                    <a:pt x="7200" y="1286340"/>
                  </a:lnTo>
                  <a:lnTo>
                    <a:pt x="9060" y="1288199"/>
                  </a:lnTo>
                  <a:lnTo>
                    <a:pt x="9524" y="1289322"/>
                  </a:lnTo>
                  <a:lnTo>
                    <a:pt x="9524" y="1291952"/>
                  </a:lnTo>
                  <a:lnTo>
                    <a:pt x="9060" y="1293075"/>
                  </a:lnTo>
                  <a:lnTo>
                    <a:pt x="7200" y="1294935"/>
                  </a:lnTo>
                  <a:lnTo>
                    <a:pt x="6077" y="1295399"/>
                  </a:lnTo>
                  <a:close/>
                </a:path>
                <a:path w="9525" h="3295650">
                  <a:moveTo>
                    <a:pt x="6077" y="1247774"/>
                  </a:moveTo>
                  <a:lnTo>
                    <a:pt x="3447" y="1247774"/>
                  </a:lnTo>
                  <a:lnTo>
                    <a:pt x="2324" y="1247310"/>
                  </a:lnTo>
                  <a:lnTo>
                    <a:pt x="464" y="1245450"/>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50"/>
                  </a:lnTo>
                  <a:lnTo>
                    <a:pt x="7200" y="1247310"/>
                  </a:lnTo>
                  <a:lnTo>
                    <a:pt x="6077" y="1247774"/>
                  </a:lnTo>
                  <a:close/>
                </a:path>
                <a:path w="9525" h="3295650">
                  <a:moveTo>
                    <a:pt x="6077" y="1200149"/>
                  </a:moveTo>
                  <a:lnTo>
                    <a:pt x="3447" y="1200149"/>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49"/>
                  </a:lnTo>
                  <a:close/>
                </a:path>
                <a:path w="9525" h="3295650">
                  <a:moveTo>
                    <a:pt x="6077" y="1152524"/>
                  </a:moveTo>
                  <a:lnTo>
                    <a:pt x="3447" y="1152524"/>
                  </a:lnTo>
                  <a:lnTo>
                    <a:pt x="2324" y="1152060"/>
                  </a:lnTo>
                  <a:lnTo>
                    <a:pt x="464" y="1150200"/>
                  </a:lnTo>
                  <a:lnTo>
                    <a:pt x="0" y="1149077"/>
                  </a:lnTo>
                  <a:lnTo>
                    <a:pt x="0" y="1146447"/>
                  </a:lnTo>
                  <a:lnTo>
                    <a:pt x="464" y="1145324"/>
                  </a:lnTo>
                  <a:lnTo>
                    <a:pt x="2324" y="1143465"/>
                  </a:lnTo>
                  <a:lnTo>
                    <a:pt x="3447" y="1143000"/>
                  </a:lnTo>
                  <a:lnTo>
                    <a:pt x="6077" y="1143000"/>
                  </a:lnTo>
                  <a:lnTo>
                    <a:pt x="7200" y="1143465"/>
                  </a:lnTo>
                  <a:lnTo>
                    <a:pt x="9060" y="1145324"/>
                  </a:lnTo>
                  <a:lnTo>
                    <a:pt x="9524" y="1146447"/>
                  </a:lnTo>
                  <a:lnTo>
                    <a:pt x="9524" y="1149077"/>
                  </a:lnTo>
                  <a:lnTo>
                    <a:pt x="9060" y="1150200"/>
                  </a:lnTo>
                  <a:lnTo>
                    <a:pt x="7200" y="1152060"/>
                  </a:lnTo>
                  <a:lnTo>
                    <a:pt x="6077" y="1152524"/>
                  </a:lnTo>
                  <a:close/>
                </a:path>
                <a:path w="9525" h="3295650">
                  <a:moveTo>
                    <a:pt x="6077" y="1104899"/>
                  </a:moveTo>
                  <a:lnTo>
                    <a:pt x="3447" y="1104899"/>
                  </a:lnTo>
                  <a:lnTo>
                    <a:pt x="2324" y="1104435"/>
                  </a:lnTo>
                  <a:lnTo>
                    <a:pt x="464" y="1102575"/>
                  </a:lnTo>
                  <a:lnTo>
                    <a:pt x="0" y="1101452"/>
                  </a:lnTo>
                  <a:lnTo>
                    <a:pt x="0" y="1098822"/>
                  </a:lnTo>
                  <a:lnTo>
                    <a:pt x="464" y="1097700"/>
                  </a:lnTo>
                  <a:lnTo>
                    <a:pt x="2324" y="1095840"/>
                  </a:lnTo>
                  <a:lnTo>
                    <a:pt x="3447" y="1095375"/>
                  </a:lnTo>
                  <a:lnTo>
                    <a:pt x="6077" y="1095375"/>
                  </a:lnTo>
                  <a:lnTo>
                    <a:pt x="7200" y="1095840"/>
                  </a:lnTo>
                  <a:lnTo>
                    <a:pt x="9060" y="1097700"/>
                  </a:lnTo>
                  <a:lnTo>
                    <a:pt x="9524" y="1098822"/>
                  </a:lnTo>
                  <a:lnTo>
                    <a:pt x="9524" y="1101452"/>
                  </a:lnTo>
                  <a:lnTo>
                    <a:pt x="9060" y="1102575"/>
                  </a:lnTo>
                  <a:lnTo>
                    <a:pt x="7200" y="1104435"/>
                  </a:lnTo>
                  <a:lnTo>
                    <a:pt x="6077" y="1104899"/>
                  </a:lnTo>
                  <a:close/>
                </a:path>
                <a:path w="9525" h="3295650">
                  <a:moveTo>
                    <a:pt x="6077" y="1057274"/>
                  </a:moveTo>
                  <a:lnTo>
                    <a:pt x="3447" y="1057274"/>
                  </a:lnTo>
                  <a:lnTo>
                    <a:pt x="2324" y="1056810"/>
                  </a:lnTo>
                  <a:lnTo>
                    <a:pt x="464" y="1054950"/>
                  </a:lnTo>
                  <a:lnTo>
                    <a:pt x="0" y="1053827"/>
                  </a:lnTo>
                  <a:lnTo>
                    <a:pt x="0" y="1051197"/>
                  </a:lnTo>
                  <a:lnTo>
                    <a:pt x="464" y="1050074"/>
                  </a:lnTo>
                  <a:lnTo>
                    <a:pt x="2324" y="1048215"/>
                  </a:lnTo>
                  <a:lnTo>
                    <a:pt x="3447" y="1047750"/>
                  </a:lnTo>
                  <a:lnTo>
                    <a:pt x="6077" y="1047750"/>
                  </a:lnTo>
                  <a:lnTo>
                    <a:pt x="7200" y="1048215"/>
                  </a:lnTo>
                  <a:lnTo>
                    <a:pt x="9060" y="1050074"/>
                  </a:lnTo>
                  <a:lnTo>
                    <a:pt x="9524" y="1051197"/>
                  </a:lnTo>
                  <a:lnTo>
                    <a:pt x="9524" y="1053827"/>
                  </a:lnTo>
                  <a:lnTo>
                    <a:pt x="9060" y="1054950"/>
                  </a:lnTo>
                  <a:lnTo>
                    <a:pt x="7200" y="1056810"/>
                  </a:lnTo>
                  <a:lnTo>
                    <a:pt x="6077" y="1057274"/>
                  </a:lnTo>
                  <a:close/>
                </a:path>
                <a:path w="9525" h="32956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2956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295650">
                  <a:moveTo>
                    <a:pt x="6077" y="914399"/>
                  </a:moveTo>
                  <a:lnTo>
                    <a:pt x="3447" y="914399"/>
                  </a:lnTo>
                  <a:lnTo>
                    <a:pt x="2324" y="913935"/>
                  </a:lnTo>
                  <a:lnTo>
                    <a:pt x="464" y="912075"/>
                  </a:lnTo>
                  <a:lnTo>
                    <a:pt x="0" y="910952"/>
                  </a:lnTo>
                  <a:lnTo>
                    <a:pt x="0" y="908322"/>
                  </a:lnTo>
                  <a:lnTo>
                    <a:pt x="464" y="907199"/>
                  </a:lnTo>
                  <a:lnTo>
                    <a:pt x="2324" y="905340"/>
                  </a:lnTo>
                  <a:lnTo>
                    <a:pt x="3447" y="904875"/>
                  </a:lnTo>
                  <a:lnTo>
                    <a:pt x="6077" y="904875"/>
                  </a:lnTo>
                  <a:lnTo>
                    <a:pt x="7200" y="905340"/>
                  </a:lnTo>
                  <a:lnTo>
                    <a:pt x="9060" y="907199"/>
                  </a:lnTo>
                  <a:lnTo>
                    <a:pt x="9524" y="908322"/>
                  </a:lnTo>
                  <a:lnTo>
                    <a:pt x="9524" y="910952"/>
                  </a:lnTo>
                  <a:lnTo>
                    <a:pt x="9060" y="912075"/>
                  </a:lnTo>
                  <a:lnTo>
                    <a:pt x="7200" y="913935"/>
                  </a:lnTo>
                  <a:lnTo>
                    <a:pt x="6077" y="914399"/>
                  </a:lnTo>
                  <a:close/>
                </a:path>
                <a:path w="9525" h="3295650">
                  <a:moveTo>
                    <a:pt x="6077" y="866774"/>
                  </a:moveTo>
                  <a:lnTo>
                    <a:pt x="3447" y="866774"/>
                  </a:lnTo>
                  <a:lnTo>
                    <a:pt x="2324" y="866310"/>
                  </a:lnTo>
                  <a:lnTo>
                    <a:pt x="464" y="864450"/>
                  </a:lnTo>
                  <a:lnTo>
                    <a:pt x="0" y="863327"/>
                  </a:lnTo>
                  <a:lnTo>
                    <a:pt x="0" y="860697"/>
                  </a:lnTo>
                  <a:lnTo>
                    <a:pt x="464" y="859574"/>
                  </a:lnTo>
                  <a:lnTo>
                    <a:pt x="2324" y="857715"/>
                  </a:lnTo>
                  <a:lnTo>
                    <a:pt x="3447" y="857250"/>
                  </a:lnTo>
                  <a:lnTo>
                    <a:pt x="6077" y="857250"/>
                  </a:lnTo>
                  <a:lnTo>
                    <a:pt x="7200" y="857715"/>
                  </a:lnTo>
                  <a:lnTo>
                    <a:pt x="9060" y="859574"/>
                  </a:lnTo>
                  <a:lnTo>
                    <a:pt x="9524" y="860697"/>
                  </a:lnTo>
                  <a:lnTo>
                    <a:pt x="9524" y="863327"/>
                  </a:lnTo>
                  <a:lnTo>
                    <a:pt x="9060" y="864450"/>
                  </a:lnTo>
                  <a:lnTo>
                    <a:pt x="7200" y="866310"/>
                  </a:lnTo>
                  <a:lnTo>
                    <a:pt x="6077" y="866774"/>
                  </a:lnTo>
                  <a:close/>
                </a:path>
                <a:path w="9525" h="3295650">
                  <a:moveTo>
                    <a:pt x="6077" y="819149"/>
                  </a:moveTo>
                  <a:lnTo>
                    <a:pt x="3447" y="819149"/>
                  </a:lnTo>
                  <a:lnTo>
                    <a:pt x="2324" y="818685"/>
                  </a:lnTo>
                  <a:lnTo>
                    <a:pt x="464" y="816825"/>
                  </a:lnTo>
                  <a:lnTo>
                    <a:pt x="0" y="815702"/>
                  </a:lnTo>
                  <a:lnTo>
                    <a:pt x="0" y="813072"/>
                  </a:lnTo>
                  <a:lnTo>
                    <a:pt x="464" y="811950"/>
                  </a:lnTo>
                  <a:lnTo>
                    <a:pt x="2324" y="810090"/>
                  </a:lnTo>
                  <a:lnTo>
                    <a:pt x="3447" y="809625"/>
                  </a:lnTo>
                  <a:lnTo>
                    <a:pt x="6077" y="809625"/>
                  </a:lnTo>
                  <a:lnTo>
                    <a:pt x="7200" y="810090"/>
                  </a:lnTo>
                  <a:lnTo>
                    <a:pt x="9060" y="811950"/>
                  </a:lnTo>
                  <a:lnTo>
                    <a:pt x="9524" y="813072"/>
                  </a:lnTo>
                  <a:lnTo>
                    <a:pt x="9524" y="815702"/>
                  </a:lnTo>
                  <a:lnTo>
                    <a:pt x="9060" y="816825"/>
                  </a:lnTo>
                  <a:lnTo>
                    <a:pt x="7200" y="818685"/>
                  </a:lnTo>
                  <a:lnTo>
                    <a:pt x="6077" y="819149"/>
                  </a:lnTo>
                  <a:close/>
                </a:path>
                <a:path w="9525" h="32956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295650">
                  <a:moveTo>
                    <a:pt x="6077" y="723899"/>
                  </a:moveTo>
                  <a:lnTo>
                    <a:pt x="3447" y="723899"/>
                  </a:lnTo>
                  <a:lnTo>
                    <a:pt x="2324" y="723435"/>
                  </a:lnTo>
                  <a:lnTo>
                    <a:pt x="464" y="721575"/>
                  </a:lnTo>
                  <a:lnTo>
                    <a:pt x="0" y="720452"/>
                  </a:lnTo>
                  <a:lnTo>
                    <a:pt x="0" y="717822"/>
                  </a:lnTo>
                  <a:lnTo>
                    <a:pt x="464" y="716699"/>
                  </a:lnTo>
                  <a:lnTo>
                    <a:pt x="2324" y="714840"/>
                  </a:lnTo>
                  <a:lnTo>
                    <a:pt x="3447" y="714374"/>
                  </a:lnTo>
                  <a:lnTo>
                    <a:pt x="6077" y="714374"/>
                  </a:lnTo>
                  <a:lnTo>
                    <a:pt x="7200" y="714840"/>
                  </a:lnTo>
                  <a:lnTo>
                    <a:pt x="9060" y="716699"/>
                  </a:lnTo>
                  <a:lnTo>
                    <a:pt x="9524" y="717822"/>
                  </a:lnTo>
                  <a:lnTo>
                    <a:pt x="9524" y="720452"/>
                  </a:lnTo>
                  <a:lnTo>
                    <a:pt x="9060" y="721575"/>
                  </a:lnTo>
                  <a:lnTo>
                    <a:pt x="7200" y="723435"/>
                  </a:lnTo>
                  <a:lnTo>
                    <a:pt x="6077" y="723899"/>
                  </a:lnTo>
                  <a:close/>
                </a:path>
                <a:path w="9525" h="3295650">
                  <a:moveTo>
                    <a:pt x="6077" y="676274"/>
                  </a:moveTo>
                  <a:lnTo>
                    <a:pt x="3447" y="676274"/>
                  </a:lnTo>
                  <a:lnTo>
                    <a:pt x="2324" y="675809"/>
                  </a:lnTo>
                  <a:lnTo>
                    <a:pt x="464" y="673950"/>
                  </a:lnTo>
                  <a:lnTo>
                    <a:pt x="0" y="672827"/>
                  </a:lnTo>
                  <a:lnTo>
                    <a:pt x="0" y="670197"/>
                  </a:lnTo>
                  <a:lnTo>
                    <a:pt x="464" y="669074"/>
                  </a:lnTo>
                  <a:lnTo>
                    <a:pt x="2324" y="667215"/>
                  </a:lnTo>
                  <a:lnTo>
                    <a:pt x="3447" y="666749"/>
                  </a:lnTo>
                  <a:lnTo>
                    <a:pt x="6077" y="666749"/>
                  </a:lnTo>
                  <a:lnTo>
                    <a:pt x="7200" y="667215"/>
                  </a:lnTo>
                  <a:lnTo>
                    <a:pt x="9060" y="669074"/>
                  </a:lnTo>
                  <a:lnTo>
                    <a:pt x="9524" y="670197"/>
                  </a:lnTo>
                  <a:lnTo>
                    <a:pt x="9524" y="672827"/>
                  </a:lnTo>
                  <a:lnTo>
                    <a:pt x="9060" y="673950"/>
                  </a:lnTo>
                  <a:lnTo>
                    <a:pt x="7200" y="675809"/>
                  </a:lnTo>
                  <a:lnTo>
                    <a:pt x="6077" y="676274"/>
                  </a:lnTo>
                  <a:close/>
                </a:path>
                <a:path w="9525" h="3295650">
                  <a:moveTo>
                    <a:pt x="6077" y="628649"/>
                  </a:moveTo>
                  <a:lnTo>
                    <a:pt x="3447" y="628649"/>
                  </a:lnTo>
                  <a:lnTo>
                    <a:pt x="2324" y="628185"/>
                  </a:lnTo>
                  <a:lnTo>
                    <a:pt x="464" y="626325"/>
                  </a:lnTo>
                  <a:lnTo>
                    <a:pt x="0" y="625202"/>
                  </a:lnTo>
                  <a:lnTo>
                    <a:pt x="0" y="622572"/>
                  </a:lnTo>
                  <a:lnTo>
                    <a:pt x="464" y="621449"/>
                  </a:lnTo>
                  <a:lnTo>
                    <a:pt x="2324" y="619590"/>
                  </a:lnTo>
                  <a:lnTo>
                    <a:pt x="3447" y="619125"/>
                  </a:lnTo>
                  <a:lnTo>
                    <a:pt x="6077" y="619125"/>
                  </a:lnTo>
                  <a:lnTo>
                    <a:pt x="7200" y="619590"/>
                  </a:lnTo>
                  <a:lnTo>
                    <a:pt x="9060" y="621449"/>
                  </a:lnTo>
                  <a:lnTo>
                    <a:pt x="9524" y="622572"/>
                  </a:lnTo>
                  <a:lnTo>
                    <a:pt x="9524" y="625202"/>
                  </a:lnTo>
                  <a:lnTo>
                    <a:pt x="9060" y="626325"/>
                  </a:lnTo>
                  <a:lnTo>
                    <a:pt x="7200" y="628185"/>
                  </a:lnTo>
                  <a:lnTo>
                    <a:pt x="6077" y="628649"/>
                  </a:lnTo>
                  <a:close/>
                </a:path>
                <a:path w="9525" h="3295650">
                  <a:moveTo>
                    <a:pt x="6077" y="581024"/>
                  </a:moveTo>
                  <a:lnTo>
                    <a:pt x="3447" y="581024"/>
                  </a:lnTo>
                  <a:lnTo>
                    <a:pt x="2324" y="580560"/>
                  </a:lnTo>
                  <a:lnTo>
                    <a:pt x="464" y="578700"/>
                  </a:lnTo>
                  <a:lnTo>
                    <a:pt x="0" y="577577"/>
                  </a:lnTo>
                  <a:lnTo>
                    <a:pt x="0" y="574947"/>
                  </a:lnTo>
                  <a:lnTo>
                    <a:pt x="464" y="573825"/>
                  </a:lnTo>
                  <a:lnTo>
                    <a:pt x="2324" y="571965"/>
                  </a:lnTo>
                  <a:lnTo>
                    <a:pt x="3447" y="571500"/>
                  </a:lnTo>
                  <a:lnTo>
                    <a:pt x="6077" y="571500"/>
                  </a:lnTo>
                  <a:lnTo>
                    <a:pt x="7200" y="571965"/>
                  </a:lnTo>
                  <a:lnTo>
                    <a:pt x="9060" y="573825"/>
                  </a:lnTo>
                  <a:lnTo>
                    <a:pt x="9524" y="574947"/>
                  </a:lnTo>
                  <a:lnTo>
                    <a:pt x="9524" y="577577"/>
                  </a:lnTo>
                  <a:lnTo>
                    <a:pt x="9060" y="578700"/>
                  </a:lnTo>
                  <a:lnTo>
                    <a:pt x="7200" y="580560"/>
                  </a:lnTo>
                  <a:lnTo>
                    <a:pt x="6077" y="581024"/>
                  </a:lnTo>
                  <a:close/>
                </a:path>
                <a:path w="9525" h="3295650">
                  <a:moveTo>
                    <a:pt x="6077" y="533399"/>
                  </a:moveTo>
                  <a:lnTo>
                    <a:pt x="3447" y="533399"/>
                  </a:lnTo>
                  <a:lnTo>
                    <a:pt x="2324" y="532935"/>
                  </a:lnTo>
                  <a:lnTo>
                    <a:pt x="464" y="531075"/>
                  </a:lnTo>
                  <a:lnTo>
                    <a:pt x="0" y="529952"/>
                  </a:lnTo>
                  <a:lnTo>
                    <a:pt x="0" y="527322"/>
                  </a:lnTo>
                  <a:lnTo>
                    <a:pt x="464" y="526199"/>
                  </a:lnTo>
                  <a:lnTo>
                    <a:pt x="2324" y="524340"/>
                  </a:lnTo>
                  <a:lnTo>
                    <a:pt x="3447" y="523875"/>
                  </a:lnTo>
                  <a:lnTo>
                    <a:pt x="6077" y="523875"/>
                  </a:lnTo>
                  <a:lnTo>
                    <a:pt x="7200" y="524340"/>
                  </a:lnTo>
                  <a:lnTo>
                    <a:pt x="9060" y="526199"/>
                  </a:lnTo>
                  <a:lnTo>
                    <a:pt x="9524" y="527322"/>
                  </a:lnTo>
                  <a:lnTo>
                    <a:pt x="9524" y="529952"/>
                  </a:lnTo>
                  <a:lnTo>
                    <a:pt x="9060" y="531075"/>
                  </a:lnTo>
                  <a:lnTo>
                    <a:pt x="7200" y="532935"/>
                  </a:lnTo>
                  <a:lnTo>
                    <a:pt x="6077" y="533399"/>
                  </a:lnTo>
                  <a:close/>
                </a:path>
                <a:path w="9525" h="3295650">
                  <a:moveTo>
                    <a:pt x="6077" y="485774"/>
                  </a:moveTo>
                  <a:lnTo>
                    <a:pt x="3447" y="485774"/>
                  </a:lnTo>
                  <a:lnTo>
                    <a:pt x="2324" y="485310"/>
                  </a:lnTo>
                  <a:lnTo>
                    <a:pt x="464" y="483450"/>
                  </a:lnTo>
                  <a:lnTo>
                    <a:pt x="0" y="482327"/>
                  </a:lnTo>
                  <a:lnTo>
                    <a:pt x="0" y="479697"/>
                  </a:lnTo>
                  <a:lnTo>
                    <a:pt x="464" y="478575"/>
                  </a:lnTo>
                  <a:lnTo>
                    <a:pt x="2324" y="476715"/>
                  </a:lnTo>
                  <a:lnTo>
                    <a:pt x="3447" y="476250"/>
                  </a:lnTo>
                  <a:lnTo>
                    <a:pt x="6077" y="476250"/>
                  </a:lnTo>
                  <a:lnTo>
                    <a:pt x="7200" y="476715"/>
                  </a:lnTo>
                  <a:lnTo>
                    <a:pt x="9060" y="478575"/>
                  </a:lnTo>
                  <a:lnTo>
                    <a:pt x="9524" y="479697"/>
                  </a:lnTo>
                  <a:lnTo>
                    <a:pt x="9524" y="482327"/>
                  </a:lnTo>
                  <a:lnTo>
                    <a:pt x="9060" y="483450"/>
                  </a:lnTo>
                  <a:lnTo>
                    <a:pt x="7200" y="485310"/>
                  </a:lnTo>
                  <a:lnTo>
                    <a:pt x="6077" y="485774"/>
                  </a:lnTo>
                  <a:close/>
                </a:path>
                <a:path w="9525" h="3295650">
                  <a:moveTo>
                    <a:pt x="6077" y="438149"/>
                  </a:moveTo>
                  <a:lnTo>
                    <a:pt x="3447" y="438149"/>
                  </a:lnTo>
                  <a:lnTo>
                    <a:pt x="2324" y="437685"/>
                  </a:lnTo>
                  <a:lnTo>
                    <a:pt x="464" y="435825"/>
                  </a:lnTo>
                  <a:lnTo>
                    <a:pt x="0" y="434702"/>
                  </a:lnTo>
                  <a:lnTo>
                    <a:pt x="0" y="432072"/>
                  </a:lnTo>
                  <a:lnTo>
                    <a:pt x="464" y="430949"/>
                  </a:lnTo>
                  <a:lnTo>
                    <a:pt x="2324" y="429090"/>
                  </a:lnTo>
                  <a:lnTo>
                    <a:pt x="3447" y="428624"/>
                  </a:lnTo>
                  <a:lnTo>
                    <a:pt x="6077" y="428624"/>
                  </a:lnTo>
                  <a:lnTo>
                    <a:pt x="7200" y="429090"/>
                  </a:lnTo>
                  <a:lnTo>
                    <a:pt x="9060" y="430949"/>
                  </a:lnTo>
                  <a:lnTo>
                    <a:pt x="9524" y="432072"/>
                  </a:lnTo>
                  <a:lnTo>
                    <a:pt x="9524" y="434702"/>
                  </a:lnTo>
                  <a:lnTo>
                    <a:pt x="9060" y="435825"/>
                  </a:lnTo>
                  <a:lnTo>
                    <a:pt x="7200" y="437685"/>
                  </a:lnTo>
                  <a:lnTo>
                    <a:pt x="6077" y="438149"/>
                  </a:lnTo>
                  <a:close/>
                </a:path>
                <a:path w="9525" h="3295650">
                  <a:moveTo>
                    <a:pt x="6077" y="390524"/>
                  </a:moveTo>
                  <a:lnTo>
                    <a:pt x="3447" y="390524"/>
                  </a:lnTo>
                  <a:lnTo>
                    <a:pt x="2324" y="390060"/>
                  </a:lnTo>
                  <a:lnTo>
                    <a:pt x="464" y="388200"/>
                  </a:lnTo>
                  <a:lnTo>
                    <a:pt x="0" y="387077"/>
                  </a:lnTo>
                  <a:lnTo>
                    <a:pt x="0" y="384447"/>
                  </a:lnTo>
                  <a:lnTo>
                    <a:pt x="464" y="383324"/>
                  </a:lnTo>
                  <a:lnTo>
                    <a:pt x="2324" y="381465"/>
                  </a:lnTo>
                  <a:lnTo>
                    <a:pt x="3447" y="381000"/>
                  </a:lnTo>
                  <a:lnTo>
                    <a:pt x="6077" y="381000"/>
                  </a:lnTo>
                  <a:lnTo>
                    <a:pt x="7200" y="381465"/>
                  </a:lnTo>
                  <a:lnTo>
                    <a:pt x="9060" y="383324"/>
                  </a:lnTo>
                  <a:lnTo>
                    <a:pt x="9524" y="384447"/>
                  </a:lnTo>
                  <a:lnTo>
                    <a:pt x="9524" y="387077"/>
                  </a:lnTo>
                  <a:lnTo>
                    <a:pt x="9060" y="388200"/>
                  </a:lnTo>
                  <a:lnTo>
                    <a:pt x="7200" y="390060"/>
                  </a:lnTo>
                  <a:lnTo>
                    <a:pt x="6077" y="390524"/>
                  </a:lnTo>
                  <a:close/>
                </a:path>
                <a:path w="9525" h="3295650">
                  <a:moveTo>
                    <a:pt x="6077" y="342899"/>
                  </a:moveTo>
                  <a:lnTo>
                    <a:pt x="3447" y="342899"/>
                  </a:lnTo>
                  <a:lnTo>
                    <a:pt x="2324" y="342435"/>
                  </a:lnTo>
                  <a:lnTo>
                    <a:pt x="464" y="340575"/>
                  </a:lnTo>
                  <a:lnTo>
                    <a:pt x="0" y="339452"/>
                  </a:lnTo>
                  <a:lnTo>
                    <a:pt x="0" y="336822"/>
                  </a:lnTo>
                  <a:lnTo>
                    <a:pt x="464" y="335700"/>
                  </a:lnTo>
                  <a:lnTo>
                    <a:pt x="2324" y="333840"/>
                  </a:lnTo>
                  <a:lnTo>
                    <a:pt x="3447" y="333375"/>
                  </a:lnTo>
                  <a:lnTo>
                    <a:pt x="6077" y="333375"/>
                  </a:lnTo>
                  <a:lnTo>
                    <a:pt x="7200" y="333840"/>
                  </a:lnTo>
                  <a:lnTo>
                    <a:pt x="9060" y="335700"/>
                  </a:lnTo>
                  <a:lnTo>
                    <a:pt x="9524" y="336822"/>
                  </a:lnTo>
                  <a:lnTo>
                    <a:pt x="9524" y="339452"/>
                  </a:lnTo>
                  <a:lnTo>
                    <a:pt x="9060" y="340575"/>
                  </a:lnTo>
                  <a:lnTo>
                    <a:pt x="7200" y="342435"/>
                  </a:lnTo>
                  <a:lnTo>
                    <a:pt x="6077" y="342899"/>
                  </a:lnTo>
                  <a:close/>
                </a:path>
                <a:path w="9525" h="32956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295650">
                  <a:moveTo>
                    <a:pt x="6077" y="247649"/>
                  </a:moveTo>
                  <a:lnTo>
                    <a:pt x="3447" y="247649"/>
                  </a:lnTo>
                  <a:lnTo>
                    <a:pt x="2324" y="247185"/>
                  </a:lnTo>
                  <a:lnTo>
                    <a:pt x="464" y="245325"/>
                  </a:lnTo>
                  <a:lnTo>
                    <a:pt x="0" y="244202"/>
                  </a:lnTo>
                  <a:lnTo>
                    <a:pt x="0" y="241572"/>
                  </a:lnTo>
                  <a:lnTo>
                    <a:pt x="464" y="240450"/>
                  </a:lnTo>
                  <a:lnTo>
                    <a:pt x="2324" y="238590"/>
                  </a:lnTo>
                  <a:lnTo>
                    <a:pt x="3447" y="238125"/>
                  </a:lnTo>
                  <a:lnTo>
                    <a:pt x="6077" y="238125"/>
                  </a:lnTo>
                  <a:lnTo>
                    <a:pt x="7200" y="238590"/>
                  </a:lnTo>
                  <a:lnTo>
                    <a:pt x="9060" y="240450"/>
                  </a:lnTo>
                  <a:lnTo>
                    <a:pt x="9524" y="241572"/>
                  </a:lnTo>
                  <a:lnTo>
                    <a:pt x="9524" y="244202"/>
                  </a:lnTo>
                  <a:lnTo>
                    <a:pt x="9060" y="245325"/>
                  </a:lnTo>
                  <a:lnTo>
                    <a:pt x="7200" y="247185"/>
                  </a:lnTo>
                  <a:lnTo>
                    <a:pt x="6077" y="247649"/>
                  </a:lnTo>
                  <a:close/>
                </a:path>
                <a:path w="9525" h="3295650">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295650">
                  <a:moveTo>
                    <a:pt x="6077" y="152399"/>
                  </a:moveTo>
                  <a:lnTo>
                    <a:pt x="3447" y="152399"/>
                  </a:lnTo>
                  <a:lnTo>
                    <a:pt x="2324" y="151935"/>
                  </a:lnTo>
                  <a:lnTo>
                    <a:pt x="464" y="150075"/>
                  </a:lnTo>
                  <a:lnTo>
                    <a:pt x="0" y="148952"/>
                  </a:lnTo>
                  <a:lnTo>
                    <a:pt x="0" y="146322"/>
                  </a:lnTo>
                  <a:lnTo>
                    <a:pt x="464" y="145199"/>
                  </a:lnTo>
                  <a:lnTo>
                    <a:pt x="2324" y="143340"/>
                  </a:lnTo>
                  <a:lnTo>
                    <a:pt x="3447" y="142875"/>
                  </a:lnTo>
                  <a:lnTo>
                    <a:pt x="6077" y="142875"/>
                  </a:lnTo>
                  <a:lnTo>
                    <a:pt x="7200" y="143340"/>
                  </a:lnTo>
                  <a:lnTo>
                    <a:pt x="9060" y="145199"/>
                  </a:lnTo>
                  <a:lnTo>
                    <a:pt x="9524" y="146322"/>
                  </a:lnTo>
                  <a:lnTo>
                    <a:pt x="9524" y="148952"/>
                  </a:lnTo>
                  <a:lnTo>
                    <a:pt x="9060" y="150075"/>
                  </a:lnTo>
                  <a:lnTo>
                    <a:pt x="7200" y="151935"/>
                  </a:lnTo>
                  <a:lnTo>
                    <a:pt x="6077" y="152399"/>
                  </a:lnTo>
                  <a:close/>
                </a:path>
                <a:path w="9525" h="32956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2956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295650">
                  <a:moveTo>
                    <a:pt x="6077" y="9524"/>
                  </a:moveTo>
                  <a:lnTo>
                    <a:pt x="3447" y="9524"/>
                  </a:lnTo>
                  <a:lnTo>
                    <a:pt x="2324" y="9060"/>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60"/>
                  </a:lnTo>
                  <a:lnTo>
                    <a:pt x="6077" y="9524"/>
                  </a:lnTo>
                  <a:close/>
                </a:path>
              </a:pathLst>
            </a:custGeom>
            <a:solidFill>
              <a:srgbClr val="C7C6C3"/>
            </a:solidFill>
          </p:spPr>
          <p:txBody>
            <a:bodyPr wrap="square" lIns="0" tIns="0" rIns="0" bIns="0" rtlCol="0"/>
            <a:lstStyle/>
            <a:p>
              <a:endParaRPr sz="1266"/>
            </a:p>
          </p:txBody>
        </p:sp>
        <p:sp>
          <p:nvSpPr>
            <p:cNvPr id="6" name="object 6"/>
            <p:cNvSpPr txBox="1"/>
            <p:nvPr/>
          </p:nvSpPr>
          <p:spPr>
            <a:xfrm>
              <a:off x="915687" y="3738679"/>
              <a:ext cx="108049"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0K</a:t>
              </a:r>
              <a:endParaRPr sz="633">
                <a:latin typeface="Segoe UI"/>
                <a:cs typeface="Segoe UI"/>
              </a:endParaRPr>
            </a:p>
          </p:txBody>
        </p:sp>
        <p:sp>
          <p:nvSpPr>
            <p:cNvPr id="7" name="object 7"/>
            <p:cNvSpPr/>
            <p:nvPr/>
          </p:nvSpPr>
          <p:spPr>
            <a:xfrm>
              <a:off x="1811755" y="1413611"/>
              <a:ext cx="1697980" cy="2317254"/>
            </a:xfrm>
            <a:custGeom>
              <a:avLst/>
              <a:gdLst/>
              <a:ahLst/>
              <a:cxnLst/>
              <a:rect l="l" t="t" r="r" b="b"/>
              <a:pathLst>
                <a:path w="2414904" h="3295650">
                  <a:moveTo>
                    <a:pt x="9525" y="3289579"/>
                  </a:moveTo>
                  <a:lnTo>
                    <a:pt x="9055" y="3288461"/>
                  </a:lnTo>
                  <a:lnTo>
                    <a:pt x="7200" y="3286595"/>
                  </a:lnTo>
                  <a:lnTo>
                    <a:pt x="6070" y="3286125"/>
                  </a:lnTo>
                  <a:lnTo>
                    <a:pt x="3441" y="3286125"/>
                  </a:lnTo>
                  <a:lnTo>
                    <a:pt x="2324" y="3286595"/>
                  </a:lnTo>
                  <a:lnTo>
                    <a:pt x="457" y="3288461"/>
                  </a:lnTo>
                  <a:lnTo>
                    <a:pt x="0" y="3289579"/>
                  </a:lnTo>
                  <a:lnTo>
                    <a:pt x="0" y="3292208"/>
                  </a:lnTo>
                  <a:lnTo>
                    <a:pt x="457" y="3293326"/>
                  </a:lnTo>
                  <a:lnTo>
                    <a:pt x="2324" y="3295192"/>
                  </a:lnTo>
                  <a:lnTo>
                    <a:pt x="3441" y="3295650"/>
                  </a:lnTo>
                  <a:lnTo>
                    <a:pt x="6070" y="3295650"/>
                  </a:lnTo>
                  <a:lnTo>
                    <a:pt x="7200" y="3295192"/>
                  </a:lnTo>
                  <a:lnTo>
                    <a:pt x="9055" y="3293326"/>
                  </a:lnTo>
                  <a:lnTo>
                    <a:pt x="9525" y="3292208"/>
                  </a:lnTo>
                  <a:lnTo>
                    <a:pt x="9525" y="3289579"/>
                  </a:lnTo>
                  <a:close/>
                </a:path>
                <a:path w="2414904" h="3295650">
                  <a:moveTo>
                    <a:pt x="9525" y="3241954"/>
                  </a:moveTo>
                  <a:lnTo>
                    <a:pt x="9055" y="3240836"/>
                  </a:lnTo>
                  <a:lnTo>
                    <a:pt x="7200" y="3238970"/>
                  </a:lnTo>
                  <a:lnTo>
                    <a:pt x="6070" y="3238500"/>
                  </a:lnTo>
                  <a:lnTo>
                    <a:pt x="3441" y="3238500"/>
                  </a:lnTo>
                  <a:lnTo>
                    <a:pt x="2324" y="3238970"/>
                  </a:lnTo>
                  <a:lnTo>
                    <a:pt x="457" y="3240836"/>
                  </a:lnTo>
                  <a:lnTo>
                    <a:pt x="0" y="3241954"/>
                  </a:lnTo>
                  <a:lnTo>
                    <a:pt x="0" y="3244583"/>
                  </a:lnTo>
                  <a:lnTo>
                    <a:pt x="457" y="3245701"/>
                  </a:lnTo>
                  <a:lnTo>
                    <a:pt x="2324" y="3247567"/>
                  </a:lnTo>
                  <a:lnTo>
                    <a:pt x="3441" y="3248025"/>
                  </a:lnTo>
                  <a:lnTo>
                    <a:pt x="6070" y="3248025"/>
                  </a:lnTo>
                  <a:lnTo>
                    <a:pt x="7200" y="3247567"/>
                  </a:lnTo>
                  <a:lnTo>
                    <a:pt x="9055" y="3245701"/>
                  </a:lnTo>
                  <a:lnTo>
                    <a:pt x="9525" y="3244583"/>
                  </a:lnTo>
                  <a:lnTo>
                    <a:pt x="9525" y="3241954"/>
                  </a:lnTo>
                  <a:close/>
                </a:path>
                <a:path w="2414904" h="3295650">
                  <a:moveTo>
                    <a:pt x="9525" y="3194329"/>
                  </a:moveTo>
                  <a:lnTo>
                    <a:pt x="9055" y="3193211"/>
                  </a:lnTo>
                  <a:lnTo>
                    <a:pt x="7200" y="3191345"/>
                  </a:lnTo>
                  <a:lnTo>
                    <a:pt x="6070" y="3190875"/>
                  </a:lnTo>
                  <a:lnTo>
                    <a:pt x="3441" y="3190875"/>
                  </a:lnTo>
                  <a:lnTo>
                    <a:pt x="2324" y="3191345"/>
                  </a:lnTo>
                  <a:lnTo>
                    <a:pt x="457" y="3193211"/>
                  </a:lnTo>
                  <a:lnTo>
                    <a:pt x="0" y="3194329"/>
                  </a:lnTo>
                  <a:lnTo>
                    <a:pt x="0" y="3196958"/>
                  </a:lnTo>
                  <a:lnTo>
                    <a:pt x="457" y="3198076"/>
                  </a:lnTo>
                  <a:lnTo>
                    <a:pt x="2324" y="3199942"/>
                  </a:lnTo>
                  <a:lnTo>
                    <a:pt x="3441" y="3200400"/>
                  </a:lnTo>
                  <a:lnTo>
                    <a:pt x="6070" y="3200400"/>
                  </a:lnTo>
                  <a:lnTo>
                    <a:pt x="7200" y="3199942"/>
                  </a:lnTo>
                  <a:lnTo>
                    <a:pt x="9055" y="3198076"/>
                  </a:lnTo>
                  <a:lnTo>
                    <a:pt x="9525" y="3196958"/>
                  </a:lnTo>
                  <a:lnTo>
                    <a:pt x="9525" y="3194329"/>
                  </a:lnTo>
                  <a:close/>
                </a:path>
                <a:path w="2414904" h="3295650">
                  <a:moveTo>
                    <a:pt x="9525" y="3146704"/>
                  </a:moveTo>
                  <a:lnTo>
                    <a:pt x="9055" y="3145586"/>
                  </a:lnTo>
                  <a:lnTo>
                    <a:pt x="7200" y="3143720"/>
                  </a:lnTo>
                  <a:lnTo>
                    <a:pt x="6070" y="3143250"/>
                  </a:lnTo>
                  <a:lnTo>
                    <a:pt x="3441" y="3143250"/>
                  </a:lnTo>
                  <a:lnTo>
                    <a:pt x="2324" y="3143720"/>
                  </a:lnTo>
                  <a:lnTo>
                    <a:pt x="457" y="3145586"/>
                  </a:lnTo>
                  <a:lnTo>
                    <a:pt x="0" y="3146704"/>
                  </a:lnTo>
                  <a:lnTo>
                    <a:pt x="0" y="3149333"/>
                  </a:lnTo>
                  <a:lnTo>
                    <a:pt x="457" y="3150451"/>
                  </a:lnTo>
                  <a:lnTo>
                    <a:pt x="2324" y="3152317"/>
                  </a:lnTo>
                  <a:lnTo>
                    <a:pt x="3441" y="3152775"/>
                  </a:lnTo>
                  <a:lnTo>
                    <a:pt x="6070" y="3152775"/>
                  </a:lnTo>
                  <a:lnTo>
                    <a:pt x="7200" y="3152317"/>
                  </a:lnTo>
                  <a:lnTo>
                    <a:pt x="9055" y="3150451"/>
                  </a:lnTo>
                  <a:lnTo>
                    <a:pt x="9525" y="3149333"/>
                  </a:lnTo>
                  <a:lnTo>
                    <a:pt x="9525" y="3146704"/>
                  </a:lnTo>
                  <a:close/>
                </a:path>
                <a:path w="2414904" h="3295650">
                  <a:moveTo>
                    <a:pt x="9525" y="3099079"/>
                  </a:moveTo>
                  <a:lnTo>
                    <a:pt x="9055" y="3097961"/>
                  </a:lnTo>
                  <a:lnTo>
                    <a:pt x="7200" y="3096095"/>
                  </a:lnTo>
                  <a:lnTo>
                    <a:pt x="6070" y="3095625"/>
                  </a:lnTo>
                  <a:lnTo>
                    <a:pt x="3441" y="3095625"/>
                  </a:lnTo>
                  <a:lnTo>
                    <a:pt x="2324" y="3096095"/>
                  </a:lnTo>
                  <a:lnTo>
                    <a:pt x="457" y="3097961"/>
                  </a:lnTo>
                  <a:lnTo>
                    <a:pt x="0" y="3099079"/>
                  </a:lnTo>
                  <a:lnTo>
                    <a:pt x="0" y="3101708"/>
                  </a:lnTo>
                  <a:lnTo>
                    <a:pt x="457" y="3102826"/>
                  </a:lnTo>
                  <a:lnTo>
                    <a:pt x="2324" y="3104692"/>
                  </a:lnTo>
                  <a:lnTo>
                    <a:pt x="3441" y="3105150"/>
                  </a:lnTo>
                  <a:lnTo>
                    <a:pt x="6070" y="3105150"/>
                  </a:lnTo>
                  <a:lnTo>
                    <a:pt x="7200" y="3104692"/>
                  </a:lnTo>
                  <a:lnTo>
                    <a:pt x="9055" y="3102826"/>
                  </a:lnTo>
                  <a:lnTo>
                    <a:pt x="9525" y="3101708"/>
                  </a:lnTo>
                  <a:lnTo>
                    <a:pt x="9525" y="3099079"/>
                  </a:lnTo>
                  <a:close/>
                </a:path>
                <a:path w="2414904" h="3295650">
                  <a:moveTo>
                    <a:pt x="9525" y="3051454"/>
                  </a:moveTo>
                  <a:lnTo>
                    <a:pt x="9055" y="3050336"/>
                  </a:lnTo>
                  <a:lnTo>
                    <a:pt x="7200" y="3048470"/>
                  </a:lnTo>
                  <a:lnTo>
                    <a:pt x="6070" y="3048000"/>
                  </a:lnTo>
                  <a:lnTo>
                    <a:pt x="3441" y="3048000"/>
                  </a:lnTo>
                  <a:lnTo>
                    <a:pt x="2324" y="3048470"/>
                  </a:lnTo>
                  <a:lnTo>
                    <a:pt x="457" y="3050336"/>
                  </a:lnTo>
                  <a:lnTo>
                    <a:pt x="0" y="3051454"/>
                  </a:lnTo>
                  <a:lnTo>
                    <a:pt x="0" y="3054083"/>
                  </a:lnTo>
                  <a:lnTo>
                    <a:pt x="457" y="3055201"/>
                  </a:lnTo>
                  <a:lnTo>
                    <a:pt x="2324" y="3057067"/>
                  </a:lnTo>
                  <a:lnTo>
                    <a:pt x="3441" y="3057525"/>
                  </a:lnTo>
                  <a:lnTo>
                    <a:pt x="6070" y="3057525"/>
                  </a:lnTo>
                  <a:lnTo>
                    <a:pt x="7200" y="3057067"/>
                  </a:lnTo>
                  <a:lnTo>
                    <a:pt x="9055" y="3055201"/>
                  </a:lnTo>
                  <a:lnTo>
                    <a:pt x="9525" y="3054083"/>
                  </a:lnTo>
                  <a:lnTo>
                    <a:pt x="9525" y="3051454"/>
                  </a:lnTo>
                  <a:close/>
                </a:path>
                <a:path w="2414904" h="3295650">
                  <a:moveTo>
                    <a:pt x="9525" y="3003829"/>
                  </a:moveTo>
                  <a:lnTo>
                    <a:pt x="9055" y="3002711"/>
                  </a:lnTo>
                  <a:lnTo>
                    <a:pt x="7200" y="3000845"/>
                  </a:lnTo>
                  <a:lnTo>
                    <a:pt x="6070" y="3000375"/>
                  </a:lnTo>
                  <a:lnTo>
                    <a:pt x="3441" y="3000375"/>
                  </a:lnTo>
                  <a:lnTo>
                    <a:pt x="2324" y="3000845"/>
                  </a:lnTo>
                  <a:lnTo>
                    <a:pt x="457" y="3002711"/>
                  </a:lnTo>
                  <a:lnTo>
                    <a:pt x="0" y="3003829"/>
                  </a:lnTo>
                  <a:lnTo>
                    <a:pt x="0" y="3006458"/>
                  </a:lnTo>
                  <a:lnTo>
                    <a:pt x="457" y="3007576"/>
                  </a:lnTo>
                  <a:lnTo>
                    <a:pt x="2324" y="3009442"/>
                  </a:lnTo>
                  <a:lnTo>
                    <a:pt x="3441" y="3009900"/>
                  </a:lnTo>
                  <a:lnTo>
                    <a:pt x="6070" y="3009900"/>
                  </a:lnTo>
                  <a:lnTo>
                    <a:pt x="7200" y="3009442"/>
                  </a:lnTo>
                  <a:lnTo>
                    <a:pt x="9055" y="3007576"/>
                  </a:lnTo>
                  <a:lnTo>
                    <a:pt x="9525" y="3006458"/>
                  </a:lnTo>
                  <a:lnTo>
                    <a:pt x="9525" y="3003829"/>
                  </a:lnTo>
                  <a:close/>
                </a:path>
                <a:path w="2414904" h="3295650">
                  <a:moveTo>
                    <a:pt x="9525" y="2956204"/>
                  </a:moveTo>
                  <a:lnTo>
                    <a:pt x="9055" y="2955086"/>
                  </a:lnTo>
                  <a:lnTo>
                    <a:pt x="7200" y="2953220"/>
                  </a:lnTo>
                  <a:lnTo>
                    <a:pt x="6070" y="2952750"/>
                  </a:lnTo>
                  <a:lnTo>
                    <a:pt x="3441" y="2952750"/>
                  </a:lnTo>
                  <a:lnTo>
                    <a:pt x="2324" y="2953220"/>
                  </a:lnTo>
                  <a:lnTo>
                    <a:pt x="457" y="2955086"/>
                  </a:lnTo>
                  <a:lnTo>
                    <a:pt x="0" y="2956204"/>
                  </a:lnTo>
                  <a:lnTo>
                    <a:pt x="0" y="2958833"/>
                  </a:lnTo>
                  <a:lnTo>
                    <a:pt x="457" y="2959951"/>
                  </a:lnTo>
                  <a:lnTo>
                    <a:pt x="2324" y="2961817"/>
                  </a:lnTo>
                  <a:lnTo>
                    <a:pt x="3441" y="2962275"/>
                  </a:lnTo>
                  <a:lnTo>
                    <a:pt x="6070" y="2962275"/>
                  </a:lnTo>
                  <a:lnTo>
                    <a:pt x="7200" y="2961817"/>
                  </a:lnTo>
                  <a:lnTo>
                    <a:pt x="9055" y="2959951"/>
                  </a:lnTo>
                  <a:lnTo>
                    <a:pt x="9525" y="2958833"/>
                  </a:lnTo>
                  <a:lnTo>
                    <a:pt x="9525" y="2956204"/>
                  </a:lnTo>
                  <a:close/>
                </a:path>
                <a:path w="2414904" h="3295650">
                  <a:moveTo>
                    <a:pt x="9525" y="2908579"/>
                  </a:moveTo>
                  <a:lnTo>
                    <a:pt x="9055" y="2907461"/>
                  </a:lnTo>
                  <a:lnTo>
                    <a:pt x="7200" y="2905595"/>
                  </a:lnTo>
                  <a:lnTo>
                    <a:pt x="6070" y="2905125"/>
                  </a:lnTo>
                  <a:lnTo>
                    <a:pt x="3441" y="2905125"/>
                  </a:lnTo>
                  <a:lnTo>
                    <a:pt x="2324" y="2905595"/>
                  </a:lnTo>
                  <a:lnTo>
                    <a:pt x="457" y="2907461"/>
                  </a:lnTo>
                  <a:lnTo>
                    <a:pt x="0" y="2908579"/>
                  </a:lnTo>
                  <a:lnTo>
                    <a:pt x="0" y="2911208"/>
                  </a:lnTo>
                  <a:lnTo>
                    <a:pt x="457" y="2912326"/>
                  </a:lnTo>
                  <a:lnTo>
                    <a:pt x="2324" y="2914192"/>
                  </a:lnTo>
                  <a:lnTo>
                    <a:pt x="3441" y="2914650"/>
                  </a:lnTo>
                  <a:lnTo>
                    <a:pt x="6070" y="2914650"/>
                  </a:lnTo>
                  <a:lnTo>
                    <a:pt x="7200" y="2914192"/>
                  </a:lnTo>
                  <a:lnTo>
                    <a:pt x="9055" y="2912326"/>
                  </a:lnTo>
                  <a:lnTo>
                    <a:pt x="9525" y="2911208"/>
                  </a:lnTo>
                  <a:lnTo>
                    <a:pt x="9525" y="2908579"/>
                  </a:lnTo>
                  <a:close/>
                </a:path>
                <a:path w="2414904" h="3295650">
                  <a:moveTo>
                    <a:pt x="9525" y="2860954"/>
                  </a:moveTo>
                  <a:lnTo>
                    <a:pt x="9055" y="2859836"/>
                  </a:lnTo>
                  <a:lnTo>
                    <a:pt x="7200" y="2857970"/>
                  </a:lnTo>
                  <a:lnTo>
                    <a:pt x="6070" y="2857500"/>
                  </a:lnTo>
                  <a:lnTo>
                    <a:pt x="3441" y="2857500"/>
                  </a:lnTo>
                  <a:lnTo>
                    <a:pt x="2324" y="2857970"/>
                  </a:lnTo>
                  <a:lnTo>
                    <a:pt x="457" y="2859836"/>
                  </a:lnTo>
                  <a:lnTo>
                    <a:pt x="0" y="2860954"/>
                  </a:lnTo>
                  <a:lnTo>
                    <a:pt x="0" y="2863583"/>
                  </a:lnTo>
                  <a:lnTo>
                    <a:pt x="457" y="2864701"/>
                  </a:lnTo>
                  <a:lnTo>
                    <a:pt x="2324" y="2866567"/>
                  </a:lnTo>
                  <a:lnTo>
                    <a:pt x="3441" y="2867025"/>
                  </a:lnTo>
                  <a:lnTo>
                    <a:pt x="6070" y="2867025"/>
                  </a:lnTo>
                  <a:lnTo>
                    <a:pt x="7200" y="2866567"/>
                  </a:lnTo>
                  <a:lnTo>
                    <a:pt x="9055" y="2864701"/>
                  </a:lnTo>
                  <a:lnTo>
                    <a:pt x="9525" y="2863583"/>
                  </a:lnTo>
                  <a:lnTo>
                    <a:pt x="9525" y="2860954"/>
                  </a:lnTo>
                  <a:close/>
                </a:path>
                <a:path w="2414904" h="3295650">
                  <a:moveTo>
                    <a:pt x="9525" y="2813329"/>
                  </a:moveTo>
                  <a:lnTo>
                    <a:pt x="9055" y="2812211"/>
                  </a:lnTo>
                  <a:lnTo>
                    <a:pt x="7200" y="2810345"/>
                  </a:lnTo>
                  <a:lnTo>
                    <a:pt x="6070" y="2809875"/>
                  </a:lnTo>
                  <a:lnTo>
                    <a:pt x="3441" y="2809875"/>
                  </a:lnTo>
                  <a:lnTo>
                    <a:pt x="2324" y="2810345"/>
                  </a:lnTo>
                  <a:lnTo>
                    <a:pt x="457" y="2812211"/>
                  </a:lnTo>
                  <a:lnTo>
                    <a:pt x="0" y="2813329"/>
                  </a:lnTo>
                  <a:lnTo>
                    <a:pt x="0" y="2815958"/>
                  </a:lnTo>
                  <a:lnTo>
                    <a:pt x="457" y="2817076"/>
                  </a:lnTo>
                  <a:lnTo>
                    <a:pt x="2324" y="2818942"/>
                  </a:lnTo>
                  <a:lnTo>
                    <a:pt x="3441" y="2819400"/>
                  </a:lnTo>
                  <a:lnTo>
                    <a:pt x="6070" y="2819400"/>
                  </a:lnTo>
                  <a:lnTo>
                    <a:pt x="7200" y="2818942"/>
                  </a:lnTo>
                  <a:lnTo>
                    <a:pt x="9055" y="2817076"/>
                  </a:lnTo>
                  <a:lnTo>
                    <a:pt x="9525" y="2815958"/>
                  </a:lnTo>
                  <a:lnTo>
                    <a:pt x="9525" y="2813329"/>
                  </a:lnTo>
                  <a:close/>
                </a:path>
                <a:path w="2414904" h="3295650">
                  <a:moveTo>
                    <a:pt x="9525" y="2765704"/>
                  </a:moveTo>
                  <a:lnTo>
                    <a:pt x="9055" y="2764586"/>
                  </a:lnTo>
                  <a:lnTo>
                    <a:pt x="7200" y="2762720"/>
                  </a:lnTo>
                  <a:lnTo>
                    <a:pt x="6070" y="2762250"/>
                  </a:lnTo>
                  <a:lnTo>
                    <a:pt x="3441" y="2762250"/>
                  </a:lnTo>
                  <a:lnTo>
                    <a:pt x="2324" y="2762720"/>
                  </a:lnTo>
                  <a:lnTo>
                    <a:pt x="457" y="2764586"/>
                  </a:lnTo>
                  <a:lnTo>
                    <a:pt x="0" y="2765704"/>
                  </a:lnTo>
                  <a:lnTo>
                    <a:pt x="0" y="2768333"/>
                  </a:lnTo>
                  <a:lnTo>
                    <a:pt x="457" y="2769451"/>
                  </a:lnTo>
                  <a:lnTo>
                    <a:pt x="2324" y="2771317"/>
                  </a:lnTo>
                  <a:lnTo>
                    <a:pt x="3441" y="2771775"/>
                  </a:lnTo>
                  <a:lnTo>
                    <a:pt x="6070" y="2771775"/>
                  </a:lnTo>
                  <a:lnTo>
                    <a:pt x="7200" y="2771317"/>
                  </a:lnTo>
                  <a:lnTo>
                    <a:pt x="9055" y="2769451"/>
                  </a:lnTo>
                  <a:lnTo>
                    <a:pt x="9525" y="2768333"/>
                  </a:lnTo>
                  <a:lnTo>
                    <a:pt x="9525" y="2765704"/>
                  </a:lnTo>
                  <a:close/>
                </a:path>
                <a:path w="2414904" h="3295650">
                  <a:moveTo>
                    <a:pt x="9525" y="2718079"/>
                  </a:moveTo>
                  <a:lnTo>
                    <a:pt x="9055" y="2716961"/>
                  </a:lnTo>
                  <a:lnTo>
                    <a:pt x="7200" y="2715095"/>
                  </a:lnTo>
                  <a:lnTo>
                    <a:pt x="6070" y="2714625"/>
                  </a:lnTo>
                  <a:lnTo>
                    <a:pt x="3441" y="2714625"/>
                  </a:lnTo>
                  <a:lnTo>
                    <a:pt x="2324" y="2715095"/>
                  </a:lnTo>
                  <a:lnTo>
                    <a:pt x="457" y="2716961"/>
                  </a:lnTo>
                  <a:lnTo>
                    <a:pt x="0" y="2718079"/>
                  </a:lnTo>
                  <a:lnTo>
                    <a:pt x="0" y="2720708"/>
                  </a:lnTo>
                  <a:lnTo>
                    <a:pt x="457" y="2721826"/>
                  </a:lnTo>
                  <a:lnTo>
                    <a:pt x="2324" y="2723692"/>
                  </a:lnTo>
                  <a:lnTo>
                    <a:pt x="3441" y="2724150"/>
                  </a:lnTo>
                  <a:lnTo>
                    <a:pt x="6070" y="2724150"/>
                  </a:lnTo>
                  <a:lnTo>
                    <a:pt x="7200" y="2723692"/>
                  </a:lnTo>
                  <a:lnTo>
                    <a:pt x="9055" y="2721826"/>
                  </a:lnTo>
                  <a:lnTo>
                    <a:pt x="9525" y="2720708"/>
                  </a:lnTo>
                  <a:lnTo>
                    <a:pt x="9525" y="2718079"/>
                  </a:lnTo>
                  <a:close/>
                </a:path>
                <a:path w="2414904" h="3295650">
                  <a:moveTo>
                    <a:pt x="9525" y="2670454"/>
                  </a:moveTo>
                  <a:lnTo>
                    <a:pt x="9055" y="2669336"/>
                  </a:lnTo>
                  <a:lnTo>
                    <a:pt x="7200" y="2667470"/>
                  </a:lnTo>
                  <a:lnTo>
                    <a:pt x="6070" y="2667000"/>
                  </a:lnTo>
                  <a:lnTo>
                    <a:pt x="3441" y="2667000"/>
                  </a:lnTo>
                  <a:lnTo>
                    <a:pt x="2324" y="2667470"/>
                  </a:lnTo>
                  <a:lnTo>
                    <a:pt x="457" y="2669336"/>
                  </a:lnTo>
                  <a:lnTo>
                    <a:pt x="0" y="2670454"/>
                  </a:lnTo>
                  <a:lnTo>
                    <a:pt x="0" y="2673083"/>
                  </a:lnTo>
                  <a:lnTo>
                    <a:pt x="457" y="2674201"/>
                  </a:lnTo>
                  <a:lnTo>
                    <a:pt x="2324" y="2676067"/>
                  </a:lnTo>
                  <a:lnTo>
                    <a:pt x="3441" y="2676525"/>
                  </a:lnTo>
                  <a:lnTo>
                    <a:pt x="6070" y="2676525"/>
                  </a:lnTo>
                  <a:lnTo>
                    <a:pt x="7200" y="2676067"/>
                  </a:lnTo>
                  <a:lnTo>
                    <a:pt x="9055" y="2674201"/>
                  </a:lnTo>
                  <a:lnTo>
                    <a:pt x="9525" y="2673083"/>
                  </a:lnTo>
                  <a:lnTo>
                    <a:pt x="9525" y="2670454"/>
                  </a:lnTo>
                  <a:close/>
                </a:path>
                <a:path w="2414904" h="3295650">
                  <a:moveTo>
                    <a:pt x="9525" y="2622829"/>
                  </a:moveTo>
                  <a:lnTo>
                    <a:pt x="9055" y="2621711"/>
                  </a:lnTo>
                  <a:lnTo>
                    <a:pt x="7200" y="2619845"/>
                  </a:lnTo>
                  <a:lnTo>
                    <a:pt x="6070" y="2619375"/>
                  </a:lnTo>
                  <a:lnTo>
                    <a:pt x="3441" y="2619375"/>
                  </a:lnTo>
                  <a:lnTo>
                    <a:pt x="2324" y="2619845"/>
                  </a:lnTo>
                  <a:lnTo>
                    <a:pt x="457" y="2621711"/>
                  </a:lnTo>
                  <a:lnTo>
                    <a:pt x="0" y="2622829"/>
                  </a:lnTo>
                  <a:lnTo>
                    <a:pt x="0" y="2625458"/>
                  </a:lnTo>
                  <a:lnTo>
                    <a:pt x="457" y="2626576"/>
                  </a:lnTo>
                  <a:lnTo>
                    <a:pt x="2324" y="2628442"/>
                  </a:lnTo>
                  <a:lnTo>
                    <a:pt x="3441" y="2628900"/>
                  </a:lnTo>
                  <a:lnTo>
                    <a:pt x="6070" y="2628900"/>
                  </a:lnTo>
                  <a:lnTo>
                    <a:pt x="7200" y="2628442"/>
                  </a:lnTo>
                  <a:lnTo>
                    <a:pt x="9055" y="2626576"/>
                  </a:lnTo>
                  <a:lnTo>
                    <a:pt x="9525" y="2625458"/>
                  </a:lnTo>
                  <a:lnTo>
                    <a:pt x="9525" y="2622829"/>
                  </a:lnTo>
                  <a:close/>
                </a:path>
                <a:path w="2414904" h="3295650">
                  <a:moveTo>
                    <a:pt x="9525" y="2575204"/>
                  </a:moveTo>
                  <a:lnTo>
                    <a:pt x="9055" y="2574086"/>
                  </a:lnTo>
                  <a:lnTo>
                    <a:pt x="7200" y="2572220"/>
                  </a:lnTo>
                  <a:lnTo>
                    <a:pt x="6070" y="2571750"/>
                  </a:lnTo>
                  <a:lnTo>
                    <a:pt x="3441" y="2571750"/>
                  </a:lnTo>
                  <a:lnTo>
                    <a:pt x="2324" y="2572220"/>
                  </a:lnTo>
                  <a:lnTo>
                    <a:pt x="457" y="2574086"/>
                  </a:lnTo>
                  <a:lnTo>
                    <a:pt x="0" y="2575204"/>
                  </a:lnTo>
                  <a:lnTo>
                    <a:pt x="0" y="2577833"/>
                  </a:lnTo>
                  <a:lnTo>
                    <a:pt x="457" y="2578951"/>
                  </a:lnTo>
                  <a:lnTo>
                    <a:pt x="2324" y="2580817"/>
                  </a:lnTo>
                  <a:lnTo>
                    <a:pt x="3441" y="2581275"/>
                  </a:lnTo>
                  <a:lnTo>
                    <a:pt x="6070" y="2581275"/>
                  </a:lnTo>
                  <a:lnTo>
                    <a:pt x="7200" y="2580817"/>
                  </a:lnTo>
                  <a:lnTo>
                    <a:pt x="9055" y="2578951"/>
                  </a:lnTo>
                  <a:lnTo>
                    <a:pt x="9525" y="2577833"/>
                  </a:lnTo>
                  <a:lnTo>
                    <a:pt x="9525" y="2575204"/>
                  </a:lnTo>
                  <a:close/>
                </a:path>
                <a:path w="2414904" h="3295650">
                  <a:moveTo>
                    <a:pt x="9525" y="2527579"/>
                  </a:moveTo>
                  <a:lnTo>
                    <a:pt x="9055" y="2526461"/>
                  </a:lnTo>
                  <a:lnTo>
                    <a:pt x="7200" y="2524595"/>
                  </a:lnTo>
                  <a:lnTo>
                    <a:pt x="6070" y="2524125"/>
                  </a:lnTo>
                  <a:lnTo>
                    <a:pt x="3441" y="2524125"/>
                  </a:lnTo>
                  <a:lnTo>
                    <a:pt x="2324" y="2524595"/>
                  </a:lnTo>
                  <a:lnTo>
                    <a:pt x="457" y="2526461"/>
                  </a:lnTo>
                  <a:lnTo>
                    <a:pt x="0" y="2527579"/>
                  </a:lnTo>
                  <a:lnTo>
                    <a:pt x="0" y="2530208"/>
                  </a:lnTo>
                  <a:lnTo>
                    <a:pt x="457" y="2531326"/>
                  </a:lnTo>
                  <a:lnTo>
                    <a:pt x="2324" y="2533192"/>
                  </a:lnTo>
                  <a:lnTo>
                    <a:pt x="3441" y="2533650"/>
                  </a:lnTo>
                  <a:lnTo>
                    <a:pt x="6070" y="2533650"/>
                  </a:lnTo>
                  <a:lnTo>
                    <a:pt x="7200" y="2533192"/>
                  </a:lnTo>
                  <a:lnTo>
                    <a:pt x="9055" y="2531326"/>
                  </a:lnTo>
                  <a:lnTo>
                    <a:pt x="9525" y="2530208"/>
                  </a:lnTo>
                  <a:lnTo>
                    <a:pt x="9525" y="2527579"/>
                  </a:lnTo>
                  <a:close/>
                </a:path>
                <a:path w="2414904" h="3295650">
                  <a:moveTo>
                    <a:pt x="9525" y="2479954"/>
                  </a:moveTo>
                  <a:lnTo>
                    <a:pt x="9055" y="2478836"/>
                  </a:lnTo>
                  <a:lnTo>
                    <a:pt x="7200" y="2476970"/>
                  </a:lnTo>
                  <a:lnTo>
                    <a:pt x="6070" y="2476500"/>
                  </a:lnTo>
                  <a:lnTo>
                    <a:pt x="3441" y="2476500"/>
                  </a:lnTo>
                  <a:lnTo>
                    <a:pt x="2324" y="2476970"/>
                  </a:lnTo>
                  <a:lnTo>
                    <a:pt x="457" y="2478836"/>
                  </a:lnTo>
                  <a:lnTo>
                    <a:pt x="0" y="2479954"/>
                  </a:lnTo>
                  <a:lnTo>
                    <a:pt x="0" y="2482583"/>
                  </a:lnTo>
                  <a:lnTo>
                    <a:pt x="457" y="2483701"/>
                  </a:lnTo>
                  <a:lnTo>
                    <a:pt x="2324" y="2485567"/>
                  </a:lnTo>
                  <a:lnTo>
                    <a:pt x="3441" y="2486025"/>
                  </a:lnTo>
                  <a:lnTo>
                    <a:pt x="6070" y="2486025"/>
                  </a:lnTo>
                  <a:lnTo>
                    <a:pt x="7200" y="2485567"/>
                  </a:lnTo>
                  <a:lnTo>
                    <a:pt x="9055" y="2483701"/>
                  </a:lnTo>
                  <a:lnTo>
                    <a:pt x="9525" y="2482583"/>
                  </a:lnTo>
                  <a:lnTo>
                    <a:pt x="9525" y="2479954"/>
                  </a:lnTo>
                  <a:close/>
                </a:path>
                <a:path w="2414904" h="3295650">
                  <a:moveTo>
                    <a:pt x="9525" y="2432329"/>
                  </a:moveTo>
                  <a:lnTo>
                    <a:pt x="9055" y="2431211"/>
                  </a:lnTo>
                  <a:lnTo>
                    <a:pt x="7200" y="2429345"/>
                  </a:lnTo>
                  <a:lnTo>
                    <a:pt x="6070" y="2428875"/>
                  </a:lnTo>
                  <a:lnTo>
                    <a:pt x="3441" y="2428875"/>
                  </a:lnTo>
                  <a:lnTo>
                    <a:pt x="2324" y="2429345"/>
                  </a:lnTo>
                  <a:lnTo>
                    <a:pt x="457" y="2431211"/>
                  </a:lnTo>
                  <a:lnTo>
                    <a:pt x="0" y="2432329"/>
                  </a:lnTo>
                  <a:lnTo>
                    <a:pt x="0" y="2434958"/>
                  </a:lnTo>
                  <a:lnTo>
                    <a:pt x="457" y="2436076"/>
                  </a:lnTo>
                  <a:lnTo>
                    <a:pt x="2324" y="2437942"/>
                  </a:lnTo>
                  <a:lnTo>
                    <a:pt x="3441" y="2438400"/>
                  </a:lnTo>
                  <a:lnTo>
                    <a:pt x="6070" y="2438400"/>
                  </a:lnTo>
                  <a:lnTo>
                    <a:pt x="7200" y="2437942"/>
                  </a:lnTo>
                  <a:lnTo>
                    <a:pt x="9055" y="2436076"/>
                  </a:lnTo>
                  <a:lnTo>
                    <a:pt x="9525" y="2434958"/>
                  </a:lnTo>
                  <a:lnTo>
                    <a:pt x="9525" y="2432329"/>
                  </a:lnTo>
                  <a:close/>
                </a:path>
                <a:path w="2414904" h="3295650">
                  <a:moveTo>
                    <a:pt x="9525" y="2384704"/>
                  </a:moveTo>
                  <a:lnTo>
                    <a:pt x="9055" y="2383586"/>
                  </a:lnTo>
                  <a:lnTo>
                    <a:pt x="7200" y="2381720"/>
                  </a:lnTo>
                  <a:lnTo>
                    <a:pt x="6070" y="2381250"/>
                  </a:lnTo>
                  <a:lnTo>
                    <a:pt x="3441" y="2381250"/>
                  </a:lnTo>
                  <a:lnTo>
                    <a:pt x="2324" y="2381720"/>
                  </a:lnTo>
                  <a:lnTo>
                    <a:pt x="457" y="2383586"/>
                  </a:lnTo>
                  <a:lnTo>
                    <a:pt x="0" y="2384704"/>
                  </a:lnTo>
                  <a:lnTo>
                    <a:pt x="0" y="2387333"/>
                  </a:lnTo>
                  <a:lnTo>
                    <a:pt x="457" y="2388451"/>
                  </a:lnTo>
                  <a:lnTo>
                    <a:pt x="2324" y="2390317"/>
                  </a:lnTo>
                  <a:lnTo>
                    <a:pt x="3441" y="2390775"/>
                  </a:lnTo>
                  <a:lnTo>
                    <a:pt x="6070" y="2390775"/>
                  </a:lnTo>
                  <a:lnTo>
                    <a:pt x="7200" y="2390317"/>
                  </a:lnTo>
                  <a:lnTo>
                    <a:pt x="9055" y="2388451"/>
                  </a:lnTo>
                  <a:lnTo>
                    <a:pt x="9525" y="2387333"/>
                  </a:lnTo>
                  <a:lnTo>
                    <a:pt x="9525" y="2384704"/>
                  </a:lnTo>
                  <a:close/>
                </a:path>
                <a:path w="2414904" h="3295650">
                  <a:moveTo>
                    <a:pt x="9525" y="2337079"/>
                  </a:moveTo>
                  <a:lnTo>
                    <a:pt x="9055" y="2335961"/>
                  </a:lnTo>
                  <a:lnTo>
                    <a:pt x="7200" y="2334095"/>
                  </a:lnTo>
                  <a:lnTo>
                    <a:pt x="6070" y="2333625"/>
                  </a:lnTo>
                  <a:lnTo>
                    <a:pt x="3441" y="2333625"/>
                  </a:lnTo>
                  <a:lnTo>
                    <a:pt x="2324" y="2334095"/>
                  </a:lnTo>
                  <a:lnTo>
                    <a:pt x="457" y="2335961"/>
                  </a:lnTo>
                  <a:lnTo>
                    <a:pt x="0" y="2337079"/>
                  </a:lnTo>
                  <a:lnTo>
                    <a:pt x="0" y="2339708"/>
                  </a:lnTo>
                  <a:lnTo>
                    <a:pt x="457" y="2340826"/>
                  </a:lnTo>
                  <a:lnTo>
                    <a:pt x="2324" y="2342692"/>
                  </a:lnTo>
                  <a:lnTo>
                    <a:pt x="3441" y="2343150"/>
                  </a:lnTo>
                  <a:lnTo>
                    <a:pt x="6070" y="2343150"/>
                  </a:lnTo>
                  <a:lnTo>
                    <a:pt x="7200" y="2342692"/>
                  </a:lnTo>
                  <a:lnTo>
                    <a:pt x="9055" y="2340826"/>
                  </a:lnTo>
                  <a:lnTo>
                    <a:pt x="9525" y="2339708"/>
                  </a:lnTo>
                  <a:lnTo>
                    <a:pt x="9525" y="2337079"/>
                  </a:lnTo>
                  <a:close/>
                </a:path>
                <a:path w="2414904" h="3295650">
                  <a:moveTo>
                    <a:pt x="9525" y="2289454"/>
                  </a:moveTo>
                  <a:lnTo>
                    <a:pt x="9055" y="2288336"/>
                  </a:lnTo>
                  <a:lnTo>
                    <a:pt x="7200" y="2286470"/>
                  </a:lnTo>
                  <a:lnTo>
                    <a:pt x="6070" y="2286000"/>
                  </a:lnTo>
                  <a:lnTo>
                    <a:pt x="3441" y="2286000"/>
                  </a:lnTo>
                  <a:lnTo>
                    <a:pt x="2324" y="2286470"/>
                  </a:lnTo>
                  <a:lnTo>
                    <a:pt x="457" y="2288336"/>
                  </a:lnTo>
                  <a:lnTo>
                    <a:pt x="0" y="2289454"/>
                  </a:lnTo>
                  <a:lnTo>
                    <a:pt x="0" y="2292083"/>
                  </a:lnTo>
                  <a:lnTo>
                    <a:pt x="457" y="2293201"/>
                  </a:lnTo>
                  <a:lnTo>
                    <a:pt x="2324" y="2295067"/>
                  </a:lnTo>
                  <a:lnTo>
                    <a:pt x="3441" y="2295525"/>
                  </a:lnTo>
                  <a:lnTo>
                    <a:pt x="6070" y="2295525"/>
                  </a:lnTo>
                  <a:lnTo>
                    <a:pt x="7200" y="2295067"/>
                  </a:lnTo>
                  <a:lnTo>
                    <a:pt x="9055" y="2293201"/>
                  </a:lnTo>
                  <a:lnTo>
                    <a:pt x="9525" y="2292083"/>
                  </a:lnTo>
                  <a:lnTo>
                    <a:pt x="9525" y="2289454"/>
                  </a:lnTo>
                  <a:close/>
                </a:path>
                <a:path w="2414904" h="3295650">
                  <a:moveTo>
                    <a:pt x="9525" y="2241829"/>
                  </a:moveTo>
                  <a:lnTo>
                    <a:pt x="9055" y="2240711"/>
                  </a:lnTo>
                  <a:lnTo>
                    <a:pt x="7200" y="2238845"/>
                  </a:lnTo>
                  <a:lnTo>
                    <a:pt x="6070" y="2238375"/>
                  </a:lnTo>
                  <a:lnTo>
                    <a:pt x="3441" y="2238375"/>
                  </a:lnTo>
                  <a:lnTo>
                    <a:pt x="2324" y="2238845"/>
                  </a:lnTo>
                  <a:lnTo>
                    <a:pt x="457" y="2240711"/>
                  </a:lnTo>
                  <a:lnTo>
                    <a:pt x="0" y="2241829"/>
                  </a:lnTo>
                  <a:lnTo>
                    <a:pt x="0" y="2244458"/>
                  </a:lnTo>
                  <a:lnTo>
                    <a:pt x="457" y="2245576"/>
                  </a:lnTo>
                  <a:lnTo>
                    <a:pt x="2324" y="2247442"/>
                  </a:lnTo>
                  <a:lnTo>
                    <a:pt x="3441" y="2247900"/>
                  </a:lnTo>
                  <a:lnTo>
                    <a:pt x="6070" y="2247900"/>
                  </a:lnTo>
                  <a:lnTo>
                    <a:pt x="7200" y="2247442"/>
                  </a:lnTo>
                  <a:lnTo>
                    <a:pt x="9055" y="2245576"/>
                  </a:lnTo>
                  <a:lnTo>
                    <a:pt x="9525" y="2244458"/>
                  </a:lnTo>
                  <a:lnTo>
                    <a:pt x="9525" y="2241829"/>
                  </a:lnTo>
                  <a:close/>
                </a:path>
                <a:path w="2414904" h="3295650">
                  <a:moveTo>
                    <a:pt x="9525" y="2194204"/>
                  </a:moveTo>
                  <a:lnTo>
                    <a:pt x="9055" y="2193086"/>
                  </a:lnTo>
                  <a:lnTo>
                    <a:pt x="7200" y="2191220"/>
                  </a:lnTo>
                  <a:lnTo>
                    <a:pt x="6070" y="2190750"/>
                  </a:lnTo>
                  <a:lnTo>
                    <a:pt x="3441" y="2190750"/>
                  </a:lnTo>
                  <a:lnTo>
                    <a:pt x="2324" y="2191220"/>
                  </a:lnTo>
                  <a:lnTo>
                    <a:pt x="457" y="2193086"/>
                  </a:lnTo>
                  <a:lnTo>
                    <a:pt x="0" y="2194204"/>
                  </a:lnTo>
                  <a:lnTo>
                    <a:pt x="0" y="2196833"/>
                  </a:lnTo>
                  <a:lnTo>
                    <a:pt x="457" y="2197951"/>
                  </a:lnTo>
                  <a:lnTo>
                    <a:pt x="2324" y="2199817"/>
                  </a:lnTo>
                  <a:lnTo>
                    <a:pt x="3441" y="2200275"/>
                  </a:lnTo>
                  <a:lnTo>
                    <a:pt x="6070" y="2200275"/>
                  </a:lnTo>
                  <a:lnTo>
                    <a:pt x="7200" y="2199817"/>
                  </a:lnTo>
                  <a:lnTo>
                    <a:pt x="9055" y="2197951"/>
                  </a:lnTo>
                  <a:lnTo>
                    <a:pt x="9525" y="2196833"/>
                  </a:lnTo>
                  <a:lnTo>
                    <a:pt x="9525" y="2194204"/>
                  </a:lnTo>
                  <a:close/>
                </a:path>
                <a:path w="2414904" h="3295650">
                  <a:moveTo>
                    <a:pt x="9525" y="2146579"/>
                  </a:moveTo>
                  <a:lnTo>
                    <a:pt x="9055" y="2145461"/>
                  </a:lnTo>
                  <a:lnTo>
                    <a:pt x="7200" y="2143595"/>
                  </a:lnTo>
                  <a:lnTo>
                    <a:pt x="6070" y="2143125"/>
                  </a:lnTo>
                  <a:lnTo>
                    <a:pt x="3441" y="2143125"/>
                  </a:lnTo>
                  <a:lnTo>
                    <a:pt x="2324" y="2143595"/>
                  </a:lnTo>
                  <a:lnTo>
                    <a:pt x="457" y="2145461"/>
                  </a:lnTo>
                  <a:lnTo>
                    <a:pt x="0" y="2146579"/>
                  </a:lnTo>
                  <a:lnTo>
                    <a:pt x="0" y="2149208"/>
                  </a:lnTo>
                  <a:lnTo>
                    <a:pt x="457" y="2150326"/>
                  </a:lnTo>
                  <a:lnTo>
                    <a:pt x="2324" y="2152192"/>
                  </a:lnTo>
                  <a:lnTo>
                    <a:pt x="3441" y="2152650"/>
                  </a:lnTo>
                  <a:lnTo>
                    <a:pt x="6070" y="2152650"/>
                  </a:lnTo>
                  <a:lnTo>
                    <a:pt x="7200" y="2152192"/>
                  </a:lnTo>
                  <a:lnTo>
                    <a:pt x="9055" y="2150326"/>
                  </a:lnTo>
                  <a:lnTo>
                    <a:pt x="9525" y="2149208"/>
                  </a:lnTo>
                  <a:lnTo>
                    <a:pt x="9525" y="2146579"/>
                  </a:lnTo>
                  <a:close/>
                </a:path>
                <a:path w="2414904" h="3295650">
                  <a:moveTo>
                    <a:pt x="9525" y="2098954"/>
                  </a:moveTo>
                  <a:lnTo>
                    <a:pt x="9055" y="2097836"/>
                  </a:lnTo>
                  <a:lnTo>
                    <a:pt x="7200" y="2095969"/>
                  </a:lnTo>
                  <a:lnTo>
                    <a:pt x="6070" y="2095500"/>
                  </a:lnTo>
                  <a:lnTo>
                    <a:pt x="3441" y="2095500"/>
                  </a:lnTo>
                  <a:lnTo>
                    <a:pt x="2324" y="2095969"/>
                  </a:lnTo>
                  <a:lnTo>
                    <a:pt x="457" y="2097836"/>
                  </a:lnTo>
                  <a:lnTo>
                    <a:pt x="0" y="2098954"/>
                  </a:lnTo>
                  <a:lnTo>
                    <a:pt x="0" y="2101583"/>
                  </a:lnTo>
                  <a:lnTo>
                    <a:pt x="457" y="2102700"/>
                  </a:lnTo>
                  <a:lnTo>
                    <a:pt x="2324" y="2104567"/>
                  </a:lnTo>
                  <a:lnTo>
                    <a:pt x="3441" y="2105025"/>
                  </a:lnTo>
                  <a:lnTo>
                    <a:pt x="6070" y="2105025"/>
                  </a:lnTo>
                  <a:lnTo>
                    <a:pt x="7200" y="2104567"/>
                  </a:lnTo>
                  <a:lnTo>
                    <a:pt x="9055" y="2102700"/>
                  </a:lnTo>
                  <a:lnTo>
                    <a:pt x="9525" y="2101583"/>
                  </a:lnTo>
                  <a:lnTo>
                    <a:pt x="9525" y="2098954"/>
                  </a:lnTo>
                  <a:close/>
                </a:path>
                <a:path w="2414904" h="3295650">
                  <a:moveTo>
                    <a:pt x="9525" y="2051329"/>
                  </a:moveTo>
                  <a:lnTo>
                    <a:pt x="9055" y="2050211"/>
                  </a:lnTo>
                  <a:lnTo>
                    <a:pt x="7200" y="2048344"/>
                  </a:lnTo>
                  <a:lnTo>
                    <a:pt x="6070" y="2047887"/>
                  </a:lnTo>
                  <a:lnTo>
                    <a:pt x="3441" y="2047887"/>
                  </a:lnTo>
                  <a:lnTo>
                    <a:pt x="2324" y="2048344"/>
                  </a:lnTo>
                  <a:lnTo>
                    <a:pt x="457" y="2050211"/>
                  </a:lnTo>
                  <a:lnTo>
                    <a:pt x="0" y="2051329"/>
                  </a:lnTo>
                  <a:lnTo>
                    <a:pt x="0" y="2053958"/>
                  </a:lnTo>
                  <a:lnTo>
                    <a:pt x="457" y="2055075"/>
                  </a:lnTo>
                  <a:lnTo>
                    <a:pt x="2324" y="2056942"/>
                  </a:lnTo>
                  <a:lnTo>
                    <a:pt x="3441" y="2057400"/>
                  </a:lnTo>
                  <a:lnTo>
                    <a:pt x="6070" y="2057400"/>
                  </a:lnTo>
                  <a:lnTo>
                    <a:pt x="7200" y="2056942"/>
                  </a:lnTo>
                  <a:lnTo>
                    <a:pt x="9055" y="2055075"/>
                  </a:lnTo>
                  <a:lnTo>
                    <a:pt x="9525" y="2053958"/>
                  </a:lnTo>
                  <a:lnTo>
                    <a:pt x="9525" y="2051329"/>
                  </a:lnTo>
                  <a:close/>
                </a:path>
                <a:path w="2414904" h="3295650">
                  <a:moveTo>
                    <a:pt x="9525" y="2003704"/>
                  </a:moveTo>
                  <a:lnTo>
                    <a:pt x="9055" y="2002586"/>
                  </a:lnTo>
                  <a:lnTo>
                    <a:pt x="7200" y="2000719"/>
                  </a:lnTo>
                  <a:lnTo>
                    <a:pt x="6070" y="2000262"/>
                  </a:lnTo>
                  <a:lnTo>
                    <a:pt x="3441" y="2000262"/>
                  </a:lnTo>
                  <a:lnTo>
                    <a:pt x="2324" y="2000719"/>
                  </a:lnTo>
                  <a:lnTo>
                    <a:pt x="457" y="2002586"/>
                  </a:lnTo>
                  <a:lnTo>
                    <a:pt x="0" y="2003704"/>
                  </a:lnTo>
                  <a:lnTo>
                    <a:pt x="0" y="2006333"/>
                  </a:lnTo>
                  <a:lnTo>
                    <a:pt x="457" y="2007450"/>
                  </a:lnTo>
                  <a:lnTo>
                    <a:pt x="2324" y="2009317"/>
                  </a:lnTo>
                  <a:lnTo>
                    <a:pt x="3441" y="2009775"/>
                  </a:lnTo>
                  <a:lnTo>
                    <a:pt x="6070" y="2009775"/>
                  </a:lnTo>
                  <a:lnTo>
                    <a:pt x="7200" y="2009317"/>
                  </a:lnTo>
                  <a:lnTo>
                    <a:pt x="9055" y="2007450"/>
                  </a:lnTo>
                  <a:lnTo>
                    <a:pt x="9525" y="2006333"/>
                  </a:lnTo>
                  <a:lnTo>
                    <a:pt x="9525" y="2003704"/>
                  </a:lnTo>
                  <a:close/>
                </a:path>
                <a:path w="2414904" h="3295650">
                  <a:moveTo>
                    <a:pt x="9525" y="1956079"/>
                  </a:moveTo>
                  <a:lnTo>
                    <a:pt x="9055" y="1954961"/>
                  </a:lnTo>
                  <a:lnTo>
                    <a:pt x="7200" y="1953094"/>
                  </a:lnTo>
                  <a:lnTo>
                    <a:pt x="6070" y="1952625"/>
                  </a:lnTo>
                  <a:lnTo>
                    <a:pt x="3441" y="1952625"/>
                  </a:lnTo>
                  <a:lnTo>
                    <a:pt x="2324" y="1953094"/>
                  </a:lnTo>
                  <a:lnTo>
                    <a:pt x="457" y="1954961"/>
                  </a:lnTo>
                  <a:lnTo>
                    <a:pt x="0" y="1956079"/>
                  </a:lnTo>
                  <a:lnTo>
                    <a:pt x="0" y="1958708"/>
                  </a:lnTo>
                  <a:lnTo>
                    <a:pt x="457" y="1959825"/>
                  </a:lnTo>
                  <a:lnTo>
                    <a:pt x="2324" y="1961692"/>
                  </a:lnTo>
                  <a:lnTo>
                    <a:pt x="3441" y="1962150"/>
                  </a:lnTo>
                  <a:lnTo>
                    <a:pt x="6070" y="1962150"/>
                  </a:lnTo>
                  <a:lnTo>
                    <a:pt x="7200" y="1961692"/>
                  </a:lnTo>
                  <a:lnTo>
                    <a:pt x="9055" y="1959825"/>
                  </a:lnTo>
                  <a:lnTo>
                    <a:pt x="9525" y="1958708"/>
                  </a:lnTo>
                  <a:lnTo>
                    <a:pt x="9525" y="1956079"/>
                  </a:lnTo>
                  <a:close/>
                </a:path>
                <a:path w="2414904" h="3295650">
                  <a:moveTo>
                    <a:pt x="9525" y="1908454"/>
                  </a:moveTo>
                  <a:lnTo>
                    <a:pt x="9055" y="1907336"/>
                  </a:lnTo>
                  <a:lnTo>
                    <a:pt x="7200" y="1905469"/>
                  </a:lnTo>
                  <a:lnTo>
                    <a:pt x="6070" y="1905012"/>
                  </a:lnTo>
                  <a:lnTo>
                    <a:pt x="3441" y="1905012"/>
                  </a:lnTo>
                  <a:lnTo>
                    <a:pt x="2324" y="1905469"/>
                  </a:lnTo>
                  <a:lnTo>
                    <a:pt x="457" y="1907336"/>
                  </a:lnTo>
                  <a:lnTo>
                    <a:pt x="0" y="1908454"/>
                  </a:lnTo>
                  <a:lnTo>
                    <a:pt x="0" y="1911083"/>
                  </a:lnTo>
                  <a:lnTo>
                    <a:pt x="457" y="1912200"/>
                  </a:lnTo>
                  <a:lnTo>
                    <a:pt x="2324" y="1914067"/>
                  </a:lnTo>
                  <a:lnTo>
                    <a:pt x="3441" y="1914525"/>
                  </a:lnTo>
                  <a:lnTo>
                    <a:pt x="6070" y="1914525"/>
                  </a:lnTo>
                  <a:lnTo>
                    <a:pt x="7200" y="1914067"/>
                  </a:lnTo>
                  <a:lnTo>
                    <a:pt x="9055" y="1912200"/>
                  </a:lnTo>
                  <a:lnTo>
                    <a:pt x="9525" y="1911083"/>
                  </a:lnTo>
                  <a:lnTo>
                    <a:pt x="9525" y="1908454"/>
                  </a:lnTo>
                  <a:close/>
                </a:path>
                <a:path w="2414904" h="3295650">
                  <a:moveTo>
                    <a:pt x="9525" y="1860829"/>
                  </a:moveTo>
                  <a:lnTo>
                    <a:pt x="9055" y="1859711"/>
                  </a:lnTo>
                  <a:lnTo>
                    <a:pt x="7200" y="1857844"/>
                  </a:lnTo>
                  <a:lnTo>
                    <a:pt x="6070" y="1857387"/>
                  </a:lnTo>
                  <a:lnTo>
                    <a:pt x="3441" y="1857387"/>
                  </a:lnTo>
                  <a:lnTo>
                    <a:pt x="2324" y="1857844"/>
                  </a:lnTo>
                  <a:lnTo>
                    <a:pt x="457" y="1859711"/>
                  </a:lnTo>
                  <a:lnTo>
                    <a:pt x="0" y="1860829"/>
                  </a:lnTo>
                  <a:lnTo>
                    <a:pt x="0" y="1863458"/>
                  </a:lnTo>
                  <a:lnTo>
                    <a:pt x="457" y="1864575"/>
                  </a:lnTo>
                  <a:lnTo>
                    <a:pt x="2324" y="1866442"/>
                  </a:lnTo>
                  <a:lnTo>
                    <a:pt x="3441" y="1866900"/>
                  </a:lnTo>
                  <a:lnTo>
                    <a:pt x="6070" y="1866900"/>
                  </a:lnTo>
                  <a:lnTo>
                    <a:pt x="7200" y="1866442"/>
                  </a:lnTo>
                  <a:lnTo>
                    <a:pt x="9055" y="1864575"/>
                  </a:lnTo>
                  <a:lnTo>
                    <a:pt x="9525" y="1863458"/>
                  </a:lnTo>
                  <a:lnTo>
                    <a:pt x="9525" y="1860829"/>
                  </a:lnTo>
                  <a:close/>
                </a:path>
                <a:path w="2414904" h="3295650">
                  <a:moveTo>
                    <a:pt x="9525" y="1813204"/>
                  </a:moveTo>
                  <a:lnTo>
                    <a:pt x="9055" y="1812086"/>
                  </a:lnTo>
                  <a:lnTo>
                    <a:pt x="7200" y="1810219"/>
                  </a:lnTo>
                  <a:lnTo>
                    <a:pt x="6070" y="1809750"/>
                  </a:lnTo>
                  <a:lnTo>
                    <a:pt x="3441" y="1809750"/>
                  </a:lnTo>
                  <a:lnTo>
                    <a:pt x="2324" y="1810219"/>
                  </a:lnTo>
                  <a:lnTo>
                    <a:pt x="457" y="1812086"/>
                  </a:lnTo>
                  <a:lnTo>
                    <a:pt x="0" y="1813204"/>
                  </a:lnTo>
                  <a:lnTo>
                    <a:pt x="0" y="1815833"/>
                  </a:lnTo>
                  <a:lnTo>
                    <a:pt x="457" y="1816950"/>
                  </a:lnTo>
                  <a:lnTo>
                    <a:pt x="2324" y="1818817"/>
                  </a:lnTo>
                  <a:lnTo>
                    <a:pt x="3441" y="1819275"/>
                  </a:lnTo>
                  <a:lnTo>
                    <a:pt x="6070" y="1819275"/>
                  </a:lnTo>
                  <a:lnTo>
                    <a:pt x="7200" y="1818817"/>
                  </a:lnTo>
                  <a:lnTo>
                    <a:pt x="9055" y="1816950"/>
                  </a:lnTo>
                  <a:lnTo>
                    <a:pt x="9525" y="1815833"/>
                  </a:lnTo>
                  <a:lnTo>
                    <a:pt x="9525" y="1813204"/>
                  </a:lnTo>
                  <a:close/>
                </a:path>
                <a:path w="2414904" h="3295650">
                  <a:moveTo>
                    <a:pt x="9525" y="1765579"/>
                  </a:moveTo>
                  <a:lnTo>
                    <a:pt x="9055" y="1764461"/>
                  </a:lnTo>
                  <a:lnTo>
                    <a:pt x="7200" y="1762594"/>
                  </a:lnTo>
                  <a:lnTo>
                    <a:pt x="6070" y="1762137"/>
                  </a:lnTo>
                  <a:lnTo>
                    <a:pt x="3441" y="1762137"/>
                  </a:lnTo>
                  <a:lnTo>
                    <a:pt x="2324" y="1762594"/>
                  </a:lnTo>
                  <a:lnTo>
                    <a:pt x="457" y="1764461"/>
                  </a:lnTo>
                  <a:lnTo>
                    <a:pt x="0" y="1765579"/>
                  </a:lnTo>
                  <a:lnTo>
                    <a:pt x="0" y="1768208"/>
                  </a:lnTo>
                  <a:lnTo>
                    <a:pt x="457" y="1769325"/>
                  </a:lnTo>
                  <a:lnTo>
                    <a:pt x="2324" y="1771192"/>
                  </a:lnTo>
                  <a:lnTo>
                    <a:pt x="3441" y="1771650"/>
                  </a:lnTo>
                  <a:lnTo>
                    <a:pt x="6070" y="1771650"/>
                  </a:lnTo>
                  <a:lnTo>
                    <a:pt x="7200" y="1771192"/>
                  </a:lnTo>
                  <a:lnTo>
                    <a:pt x="9055" y="1769325"/>
                  </a:lnTo>
                  <a:lnTo>
                    <a:pt x="9525" y="1768208"/>
                  </a:lnTo>
                  <a:lnTo>
                    <a:pt x="9525" y="1765579"/>
                  </a:lnTo>
                  <a:close/>
                </a:path>
                <a:path w="2414904" h="3295650">
                  <a:moveTo>
                    <a:pt x="9525" y="1717954"/>
                  </a:moveTo>
                  <a:lnTo>
                    <a:pt x="9055" y="1716836"/>
                  </a:lnTo>
                  <a:lnTo>
                    <a:pt x="7200" y="1714969"/>
                  </a:lnTo>
                  <a:lnTo>
                    <a:pt x="6070" y="1714500"/>
                  </a:lnTo>
                  <a:lnTo>
                    <a:pt x="3441" y="1714500"/>
                  </a:lnTo>
                  <a:lnTo>
                    <a:pt x="2324" y="1714969"/>
                  </a:lnTo>
                  <a:lnTo>
                    <a:pt x="457" y="1716836"/>
                  </a:lnTo>
                  <a:lnTo>
                    <a:pt x="0" y="1717954"/>
                  </a:lnTo>
                  <a:lnTo>
                    <a:pt x="0" y="1720583"/>
                  </a:lnTo>
                  <a:lnTo>
                    <a:pt x="457" y="1721700"/>
                  </a:lnTo>
                  <a:lnTo>
                    <a:pt x="2324" y="1723567"/>
                  </a:lnTo>
                  <a:lnTo>
                    <a:pt x="3441" y="1724025"/>
                  </a:lnTo>
                  <a:lnTo>
                    <a:pt x="6070" y="1724025"/>
                  </a:lnTo>
                  <a:lnTo>
                    <a:pt x="7200" y="1723567"/>
                  </a:lnTo>
                  <a:lnTo>
                    <a:pt x="9055" y="1721700"/>
                  </a:lnTo>
                  <a:lnTo>
                    <a:pt x="9525" y="1720583"/>
                  </a:lnTo>
                  <a:lnTo>
                    <a:pt x="9525" y="1717954"/>
                  </a:lnTo>
                  <a:close/>
                </a:path>
                <a:path w="2414904" h="3295650">
                  <a:moveTo>
                    <a:pt x="9525" y="1670329"/>
                  </a:moveTo>
                  <a:lnTo>
                    <a:pt x="9055" y="1669211"/>
                  </a:lnTo>
                  <a:lnTo>
                    <a:pt x="7200" y="1667344"/>
                  </a:lnTo>
                  <a:lnTo>
                    <a:pt x="6070" y="1666887"/>
                  </a:lnTo>
                  <a:lnTo>
                    <a:pt x="3441" y="1666887"/>
                  </a:lnTo>
                  <a:lnTo>
                    <a:pt x="2324" y="1667344"/>
                  </a:lnTo>
                  <a:lnTo>
                    <a:pt x="457" y="1669211"/>
                  </a:lnTo>
                  <a:lnTo>
                    <a:pt x="0" y="1670329"/>
                  </a:lnTo>
                  <a:lnTo>
                    <a:pt x="0" y="1672958"/>
                  </a:lnTo>
                  <a:lnTo>
                    <a:pt x="457" y="1674075"/>
                  </a:lnTo>
                  <a:lnTo>
                    <a:pt x="2324" y="1675942"/>
                  </a:lnTo>
                  <a:lnTo>
                    <a:pt x="3441" y="1676400"/>
                  </a:lnTo>
                  <a:lnTo>
                    <a:pt x="6070" y="1676400"/>
                  </a:lnTo>
                  <a:lnTo>
                    <a:pt x="7200" y="1675942"/>
                  </a:lnTo>
                  <a:lnTo>
                    <a:pt x="9055" y="1674075"/>
                  </a:lnTo>
                  <a:lnTo>
                    <a:pt x="9525" y="1672958"/>
                  </a:lnTo>
                  <a:lnTo>
                    <a:pt x="9525" y="1670329"/>
                  </a:lnTo>
                  <a:close/>
                </a:path>
                <a:path w="2414904" h="3295650">
                  <a:moveTo>
                    <a:pt x="9525" y="1622704"/>
                  </a:moveTo>
                  <a:lnTo>
                    <a:pt x="9055" y="1621586"/>
                  </a:lnTo>
                  <a:lnTo>
                    <a:pt x="7200" y="1619719"/>
                  </a:lnTo>
                  <a:lnTo>
                    <a:pt x="6070" y="1619262"/>
                  </a:lnTo>
                  <a:lnTo>
                    <a:pt x="3441" y="1619262"/>
                  </a:lnTo>
                  <a:lnTo>
                    <a:pt x="2324" y="1619719"/>
                  </a:lnTo>
                  <a:lnTo>
                    <a:pt x="457" y="1621586"/>
                  </a:lnTo>
                  <a:lnTo>
                    <a:pt x="0" y="1622704"/>
                  </a:lnTo>
                  <a:lnTo>
                    <a:pt x="0" y="1625333"/>
                  </a:lnTo>
                  <a:lnTo>
                    <a:pt x="457" y="1626450"/>
                  </a:lnTo>
                  <a:lnTo>
                    <a:pt x="2324" y="1628317"/>
                  </a:lnTo>
                  <a:lnTo>
                    <a:pt x="3441" y="1628787"/>
                  </a:lnTo>
                  <a:lnTo>
                    <a:pt x="6070" y="1628787"/>
                  </a:lnTo>
                  <a:lnTo>
                    <a:pt x="7200" y="1628317"/>
                  </a:lnTo>
                  <a:lnTo>
                    <a:pt x="9055" y="1626450"/>
                  </a:lnTo>
                  <a:lnTo>
                    <a:pt x="9525" y="1625333"/>
                  </a:lnTo>
                  <a:lnTo>
                    <a:pt x="9525" y="1622704"/>
                  </a:lnTo>
                  <a:close/>
                </a:path>
                <a:path w="2414904" h="3295650">
                  <a:moveTo>
                    <a:pt x="9525" y="1575079"/>
                  </a:moveTo>
                  <a:lnTo>
                    <a:pt x="9055" y="1573961"/>
                  </a:lnTo>
                  <a:lnTo>
                    <a:pt x="7200" y="1572094"/>
                  </a:lnTo>
                  <a:lnTo>
                    <a:pt x="6070" y="1571625"/>
                  </a:lnTo>
                  <a:lnTo>
                    <a:pt x="3441" y="1571625"/>
                  </a:lnTo>
                  <a:lnTo>
                    <a:pt x="2324" y="1572094"/>
                  </a:lnTo>
                  <a:lnTo>
                    <a:pt x="457" y="1573961"/>
                  </a:lnTo>
                  <a:lnTo>
                    <a:pt x="0" y="1575079"/>
                  </a:lnTo>
                  <a:lnTo>
                    <a:pt x="0" y="1577708"/>
                  </a:lnTo>
                  <a:lnTo>
                    <a:pt x="457" y="1578825"/>
                  </a:lnTo>
                  <a:lnTo>
                    <a:pt x="2324" y="1580692"/>
                  </a:lnTo>
                  <a:lnTo>
                    <a:pt x="3441" y="1581150"/>
                  </a:lnTo>
                  <a:lnTo>
                    <a:pt x="6070" y="1581150"/>
                  </a:lnTo>
                  <a:lnTo>
                    <a:pt x="7200" y="1580692"/>
                  </a:lnTo>
                  <a:lnTo>
                    <a:pt x="9055" y="1578825"/>
                  </a:lnTo>
                  <a:lnTo>
                    <a:pt x="9525" y="1577708"/>
                  </a:lnTo>
                  <a:lnTo>
                    <a:pt x="9525" y="1575079"/>
                  </a:lnTo>
                  <a:close/>
                </a:path>
                <a:path w="2414904" h="3295650">
                  <a:moveTo>
                    <a:pt x="9525" y="1527454"/>
                  </a:moveTo>
                  <a:lnTo>
                    <a:pt x="9055" y="1526336"/>
                  </a:lnTo>
                  <a:lnTo>
                    <a:pt x="7200" y="1524469"/>
                  </a:lnTo>
                  <a:lnTo>
                    <a:pt x="6070" y="1524012"/>
                  </a:lnTo>
                  <a:lnTo>
                    <a:pt x="3441" y="1524012"/>
                  </a:lnTo>
                  <a:lnTo>
                    <a:pt x="2324" y="1524469"/>
                  </a:lnTo>
                  <a:lnTo>
                    <a:pt x="457" y="1526336"/>
                  </a:lnTo>
                  <a:lnTo>
                    <a:pt x="0" y="1527454"/>
                  </a:lnTo>
                  <a:lnTo>
                    <a:pt x="0" y="1530083"/>
                  </a:lnTo>
                  <a:lnTo>
                    <a:pt x="457" y="1531200"/>
                  </a:lnTo>
                  <a:lnTo>
                    <a:pt x="2324" y="1533067"/>
                  </a:lnTo>
                  <a:lnTo>
                    <a:pt x="3441" y="1533525"/>
                  </a:lnTo>
                  <a:lnTo>
                    <a:pt x="6070" y="1533525"/>
                  </a:lnTo>
                  <a:lnTo>
                    <a:pt x="7200" y="1533067"/>
                  </a:lnTo>
                  <a:lnTo>
                    <a:pt x="9055" y="1531200"/>
                  </a:lnTo>
                  <a:lnTo>
                    <a:pt x="9525" y="1530083"/>
                  </a:lnTo>
                  <a:lnTo>
                    <a:pt x="9525" y="1527454"/>
                  </a:lnTo>
                  <a:close/>
                </a:path>
                <a:path w="2414904" h="3295650">
                  <a:moveTo>
                    <a:pt x="9525" y="1479829"/>
                  </a:moveTo>
                  <a:lnTo>
                    <a:pt x="9055" y="1478711"/>
                  </a:lnTo>
                  <a:lnTo>
                    <a:pt x="7200" y="1476844"/>
                  </a:lnTo>
                  <a:lnTo>
                    <a:pt x="6070" y="1476375"/>
                  </a:lnTo>
                  <a:lnTo>
                    <a:pt x="3441" y="1476375"/>
                  </a:lnTo>
                  <a:lnTo>
                    <a:pt x="2324" y="1476844"/>
                  </a:lnTo>
                  <a:lnTo>
                    <a:pt x="457" y="1478711"/>
                  </a:lnTo>
                  <a:lnTo>
                    <a:pt x="0" y="1479829"/>
                  </a:lnTo>
                  <a:lnTo>
                    <a:pt x="0" y="1482458"/>
                  </a:lnTo>
                  <a:lnTo>
                    <a:pt x="457" y="1483575"/>
                  </a:lnTo>
                  <a:lnTo>
                    <a:pt x="2324" y="1485442"/>
                  </a:lnTo>
                  <a:lnTo>
                    <a:pt x="3441" y="1485900"/>
                  </a:lnTo>
                  <a:lnTo>
                    <a:pt x="6070" y="1485900"/>
                  </a:lnTo>
                  <a:lnTo>
                    <a:pt x="7200" y="1485442"/>
                  </a:lnTo>
                  <a:lnTo>
                    <a:pt x="9055" y="1483575"/>
                  </a:lnTo>
                  <a:lnTo>
                    <a:pt x="9525" y="1482458"/>
                  </a:lnTo>
                  <a:lnTo>
                    <a:pt x="9525" y="1479829"/>
                  </a:lnTo>
                  <a:close/>
                </a:path>
                <a:path w="2414904" h="3295650">
                  <a:moveTo>
                    <a:pt x="9525" y="1432204"/>
                  </a:moveTo>
                  <a:lnTo>
                    <a:pt x="9055" y="1431086"/>
                  </a:lnTo>
                  <a:lnTo>
                    <a:pt x="7200" y="1429219"/>
                  </a:lnTo>
                  <a:lnTo>
                    <a:pt x="6070" y="1428762"/>
                  </a:lnTo>
                  <a:lnTo>
                    <a:pt x="3441" y="1428762"/>
                  </a:lnTo>
                  <a:lnTo>
                    <a:pt x="2324" y="1429219"/>
                  </a:lnTo>
                  <a:lnTo>
                    <a:pt x="457" y="1431086"/>
                  </a:lnTo>
                  <a:lnTo>
                    <a:pt x="0" y="1432204"/>
                  </a:lnTo>
                  <a:lnTo>
                    <a:pt x="0" y="1434833"/>
                  </a:lnTo>
                  <a:lnTo>
                    <a:pt x="457" y="1435950"/>
                  </a:lnTo>
                  <a:lnTo>
                    <a:pt x="2324" y="1437817"/>
                  </a:lnTo>
                  <a:lnTo>
                    <a:pt x="3441" y="1438275"/>
                  </a:lnTo>
                  <a:lnTo>
                    <a:pt x="6070" y="1438275"/>
                  </a:lnTo>
                  <a:lnTo>
                    <a:pt x="7200" y="1437817"/>
                  </a:lnTo>
                  <a:lnTo>
                    <a:pt x="9055" y="1435950"/>
                  </a:lnTo>
                  <a:lnTo>
                    <a:pt x="9525" y="1434833"/>
                  </a:lnTo>
                  <a:lnTo>
                    <a:pt x="9525" y="1432204"/>
                  </a:lnTo>
                  <a:close/>
                </a:path>
                <a:path w="2414904" h="3295650">
                  <a:moveTo>
                    <a:pt x="9525" y="1384579"/>
                  </a:moveTo>
                  <a:lnTo>
                    <a:pt x="9055" y="1383461"/>
                  </a:lnTo>
                  <a:lnTo>
                    <a:pt x="7200" y="1381594"/>
                  </a:lnTo>
                  <a:lnTo>
                    <a:pt x="6070" y="1381137"/>
                  </a:lnTo>
                  <a:lnTo>
                    <a:pt x="3441" y="1381137"/>
                  </a:lnTo>
                  <a:lnTo>
                    <a:pt x="2324" y="1381594"/>
                  </a:lnTo>
                  <a:lnTo>
                    <a:pt x="457" y="1383461"/>
                  </a:lnTo>
                  <a:lnTo>
                    <a:pt x="0" y="1384579"/>
                  </a:lnTo>
                  <a:lnTo>
                    <a:pt x="0" y="1387208"/>
                  </a:lnTo>
                  <a:lnTo>
                    <a:pt x="457" y="1388325"/>
                  </a:lnTo>
                  <a:lnTo>
                    <a:pt x="2324" y="1390192"/>
                  </a:lnTo>
                  <a:lnTo>
                    <a:pt x="3441" y="1390650"/>
                  </a:lnTo>
                  <a:lnTo>
                    <a:pt x="6070" y="1390650"/>
                  </a:lnTo>
                  <a:lnTo>
                    <a:pt x="7200" y="1390192"/>
                  </a:lnTo>
                  <a:lnTo>
                    <a:pt x="9055" y="1388325"/>
                  </a:lnTo>
                  <a:lnTo>
                    <a:pt x="9525" y="1387208"/>
                  </a:lnTo>
                  <a:lnTo>
                    <a:pt x="9525" y="1384579"/>
                  </a:lnTo>
                  <a:close/>
                </a:path>
                <a:path w="2414904" h="3295650">
                  <a:moveTo>
                    <a:pt x="9525" y="1336954"/>
                  </a:moveTo>
                  <a:lnTo>
                    <a:pt x="9055" y="1335836"/>
                  </a:lnTo>
                  <a:lnTo>
                    <a:pt x="7200" y="1333969"/>
                  </a:lnTo>
                  <a:lnTo>
                    <a:pt x="6070" y="1333512"/>
                  </a:lnTo>
                  <a:lnTo>
                    <a:pt x="3441" y="1333512"/>
                  </a:lnTo>
                  <a:lnTo>
                    <a:pt x="2324" y="1333969"/>
                  </a:lnTo>
                  <a:lnTo>
                    <a:pt x="457" y="1335836"/>
                  </a:lnTo>
                  <a:lnTo>
                    <a:pt x="0" y="1336954"/>
                  </a:lnTo>
                  <a:lnTo>
                    <a:pt x="0" y="1339583"/>
                  </a:lnTo>
                  <a:lnTo>
                    <a:pt x="457" y="1340700"/>
                  </a:lnTo>
                  <a:lnTo>
                    <a:pt x="2324" y="1342567"/>
                  </a:lnTo>
                  <a:lnTo>
                    <a:pt x="3441" y="1343025"/>
                  </a:lnTo>
                  <a:lnTo>
                    <a:pt x="6070" y="1343025"/>
                  </a:lnTo>
                  <a:lnTo>
                    <a:pt x="7200" y="1342567"/>
                  </a:lnTo>
                  <a:lnTo>
                    <a:pt x="9055" y="1340700"/>
                  </a:lnTo>
                  <a:lnTo>
                    <a:pt x="9525" y="1339583"/>
                  </a:lnTo>
                  <a:lnTo>
                    <a:pt x="9525" y="1336954"/>
                  </a:lnTo>
                  <a:close/>
                </a:path>
                <a:path w="2414904" h="3295650">
                  <a:moveTo>
                    <a:pt x="9525" y="1289329"/>
                  </a:moveTo>
                  <a:lnTo>
                    <a:pt x="9055" y="1288211"/>
                  </a:lnTo>
                  <a:lnTo>
                    <a:pt x="7200" y="1286344"/>
                  </a:lnTo>
                  <a:lnTo>
                    <a:pt x="6070" y="1285887"/>
                  </a:lnTo>
                  <a:lnTo>
                    <a:pt x="3441" y="1285887"/>
                  </a:lnTo>
                  <a:lnTo>
                    <a:pt x="2324" y="1286344"/>
                  </a:lnTo>
                  <a:lnTo>
                    <a:pt x="457" y="1288211"/>
                  </a:lnTo>
                  <a:lnTo>
                    <a:pt x="0" y="1289329"/>
                  </a:lnTo>
                  <a:lnTo>
                    <a:pt x="0" y="1291958"/>
                  </a:lnTo>
                  <a:lnTo>
                    <a:pt x="457" y="1293075"/>
                  </a:lnTo>
                  <a:lnTo>
                    <a:pt x="2324" y="1294942"/>
                  </a:lnTo>
                  <a:lnTo>
                    <a:pt x="3441" y="1295400"/>
                  </a:lnTo>
                  <a:lnTo>
                    <a:pt x="6070" y="1295400"/>
                  </a:lnTo>
                  <a:lnTo>
                    <a:pt x="7200" y="1294942"/>
                  </a:lnTo>
                  <a:lnTo>
                    <a:pt x="9055" y="1293075"/>
                  </a:lnTo>
                  <a:lnTo>
                    <a:pt x="9525" y="1291958"/>
                  </a:lnTo>
                  <a:lnTo>
                    <a:pt x="9525" y="1289329"/>
                  </a:lnTo>
                  <a:close/>
                </a:path>
                <a:path w="2414904" h="3295650">
                  <a:moveTo>
                    <a:pt x="9525" y="1241704"/>
                  </a:moveTo>
                  <a:lnTo>
                    <a:pt x="9055" y="1240586"/>
                  </a:lnTo>
                  <a:lnTo>
                    <a:pt x="7200" y="1238719"/>
                  </a:lnTo>
                  <a:lnTo>
                    <a:pt x="6070" y="1238250"/>
                  </a:lnTo>
                  <a:lnTo>
                    <a:pt x="3441" y="1238250"/>
                  </a:lnTo>
                  <a:lnTo>
                    <a:pt x="2324" y="1238719"/>
                  </a:lnTo>
                  <a:lnTo>
                    <a:pt x="457" y="1240586"/>
                  </a:lnTo>
                  <a:lnTo>
                    <a:pt x="0" y="1241704"/>
                  </a:lnTo>
                  <a:lnTo>
                    <a:pt x="0" y="1244333"/>
                  </a:lnTo>
                  <a:lnTo>
                    <a:pt x="457" y="1245450"/>
                  </a:lnTo>
                  <a:lnTo>
                    <a:pt x="2324" y="1247317"/>
                  </a:lnTo>
                  <a:lnTo>
                    <a:pt x="3441" y="1247775"/>
                  </a:lnTo>
                  <a:lnTo>
                    <a:pt x="6070" y="1247775"/>
                  </a:lnTo>
                  <a:lnTo>
                    <a:pt x="7200" y="1247317"/>
                  </a:lnTo>
                  <a:lnTo>
                    <a:pt x="9055" y="1245450"/>
                  </a:lnTo>
                  <a:lnTo>
                    <a:pt x="9525" y="1244333"/>
                  </a:lnTo>
                  <a:lnTo>
                    <a:pt x="9525" y="1241704"/>
                  </a:lnTo>
                  <a:close/>
                </a:path>
                <a:path w="2414904" h="3295650">
                  <a:moveTo>
                    <a:pt x="9525" y="1194079"/>
                  </a:moveTo>
                  <a:lnTo>
                    <a:pt x="9055" y="1192961"/>
                  </a:lnTo>
                  <a:lnTo>
                    <a:pt x="7200" y="1191094"/>
                  </a:lnTo>
                  <a:lnTo>
                    <a:pt x="6070" y="1190637"/>
                  </a:lnTo>
                  <a:lnTo>
                    <a:pt x="3441" y="1190637"/>
                  </a:lnTo>
                  <a:lnTo>
                    <a:pt x="2324" y="1191094"/>
                  </a:lnTo>
                  <a:lnTo>
                    <a:pt x="457" y="1192961"/>
                  </a:lnTo>
                  <a:lnTo>
                    <a:pt x="0" y="1194079"/>
                  </a:lnTo>
                  <a:lnTo>
                    <a:pt x="0" y="1196708"/>
                  </a:lnTo>
                  <a:lnTo>
                    <a:pt x="457" y="1197825"/>
                  </a:lnTo>
                  <a:lnTo>
                    <a:pt x="2324" y="1199692"/>
                  </a:lnTo>
                  <a:lnTo>
                    <a:pt x="3441" y="1200150"/>
                  </a:lnTo>
                  <a:lnTo>
                    <a:pt x="6070" y="1200150"/>
                  </a:lnTo>
                  <a:lnTo>
                    <a:pt x="7200" y="1199692"/>
                  </a:lnTo>
                  <a:lnTo>
                    <a:pt x="9055" y="1197825"/>
                  </a:lnTo>
                  <a:lnTo>
                    <a:pt x="9525" y="1196708"/>
                  </a:lnTo>
                  <a:lnTo>
                    <a:pt x="9525" y="1194079"/>
                  </a:lnTo>
                  <a:close/>
                </a:path>
                <a:path w="2414904" h="3295650">
                  <a:moveTo>
                    <a:pt x="9525" y="1146454"/>
                  </a:moveTo>
                  <a:lnTo>
                    <a:pt x="9055" y="1145336"/>
                  </a:lnTo>
                  <a:lnTo>
                    <a:pt x="7200" y="1143469"/>
                  </a:lnTo>
                  <a:lnTo>
                    <a:pt x="6070" y="1143012"/>
                  </a:lnTo>
                  <a:lnTo>
                    <a:pt x="3441" y="1143012"/>
                  </a:lnTo>
                  <a:lnTo>
                    <a:pt x="2324" y="1143469"/>
                  </a:lnTo>
                  <a:lnTo>
                    <a:pt x="457" y="1145336"/>
                  </a:lnTo>
                  <a:lnTo>
                    <a:pt x="0" y="1146454"/>
                  </a:lnTo>
                  <a:lnTo>
                    <a:pt x="0" y="1149083"/>
                  </a:lnTo>
                  <a:lnTo>
                    <a:pt x="457" y="1150200"/>
                  </a:lnTo>
                  <a:lnTo>
                    <a:pt x="2324" y="1152067"/>
                  </a:lnTo>
                  <a:lnTo>
                    <a:pt x="3441" y="1152525"/>
                  </a:lnTo>
                  <a:lnTo>
                    <a:pt x="6070" y="1152525"/>
                  </a:lnTo>
                  <a:lnTo>
                    <a:pt x="7200" y="1152067"/>
                  </a:lnTo>
                  <a:lnTo>
                    <a:pt x="9055" y="1150200"/>
                  </a:lnTo>
                  <a:lnTo>
                    <a:pt x="9525" y="1149083"/>
                  </a:lnTo>
                  <a:lnTo>
                    <a:pt x="9525" y="1146454"/>
                  </a:lnTo>
                  <a:close/>
                </a:path>
                <a:path w="2414904" h="3295650">
                  <a:moveTo>
                    <a:pt x="9525" y="1098829"/>
                  </a:moveTo>
                  <a:lnTo>
                    <a:pt x="9055" y="1097711"/>
                  </a:lnTo>
                  <a:lnTo>
                    <a:pt x="7200" y="1095844"/>
                  </a:lnTo>
                  <a:lnTo>
                    <a:pt x="6070" y="1095387"/>
                  </a:lnTo>
                  <a:lnTo>
                    <a:pt x="3441" y="1095387"/>
                  </a:lnTo>
                  <a:lnTo>
                    <a:pt x="2324" y="1095844"/>
                  </a:lnTo>
                  <a:lnTo>
                    <a:pt x="457" y="1097711"/>
                  </a:lnTo>
                  <a:lnTo>
                    <a:pt x="0" y="1098829"/>
                  </a:lnTo>
                  <a:lnTo>
                    <a:pt x="0" y="1101458"/>
                  </a:lnTo>
                  <a:lnTo>
                    <a:pt x="457" y="1102575"/>
                  </a:lnTo>
                  <a:lnTo>
                    <a:pt x="2324" y="1104442"/>
                  </a:lnTo>
                  <a:lnTo>
                    <a:pt x="3441" y="1104900"/>
                  </a:lnTo>
                  <a:lnTo>
                    <a:pt x="6070" y="1104900"/>
                  </a:lnTo>
                  <a:lnTo>
                    <a:pt x="7200" y="1104442"/>
                  </a:lnTo>
                  <a:lnTo>
                    <a:pt x="9055" y="1102575"/>
                  </a:lnTo>
                  <a:lnTo>
                    <a:pt x="9525" y="1101458"/>
                  </a:lnTo>
                  <a:lnTo>
                    <a:pt x="9525" y="1098829"/>
                  </a:lnTo>
                  <a:close/>
                </a:path>
                <a:path w="2414904" h="3295650">
                  <a:moveTo>
                    <a:pt x="9525" y="1051204"/>
                  </a:moveTo>
                  <a:lnTo>
                    <a:pt x="9055" y="1050086"/>
                  </a:lnTo>
                  <a:lnTo>
                    <a:pt x="7200" y="1048219"/>
                  </a:lnTo>
                  <a:lnTo>
                    <a:pt x="6070" y="1047762"/>
                  </a:lnTo>
                  <a:lnTo>
                    <a:pt x="3441" y="1047762"/>
                  </a:lnTo>
                  <a:lnTo>
                    <a:pt x="2324" y="1048219"/>
                  </a:lnTo>
                  <a:lnTo>
                    <a:pt x="457" y="1050086"/>
                  </a:lnTo>
                  <a:lnTo>
                    <a:pt x="0" y="1051204"/>
                  </a:lnTo>
                  <a:lnTo>
                    <a:pt x="0" y="1053833"/>
                  </a:lnTo>
                  <a:lnTo>
                    <a:pt x="457" y="1054950"/>
                  </a:lnTo>
                  <a:lnTo>
                    <a:pt x="2324" y="1056817"/>
                  </a:lnTo>
                  <a:lnTo>
                    <a:pt x="3441" y="1057275"/>
                  </a:lnTo>
                  <a:lnTo>
                    <a:pt x="6070" y="1057275"/>
                  </a:lnTo>
                  <a:lnTo>
                    <a:pt x="7200" y="1056817"/>
                  </a:lnTo>
                  <a:lnTo>
                    <a:pt x="9055" y="1054950"/>
                  </a:lnTo>
                  <a:lnTo>
                    <a:pt x="9525" y="1053833"/>
                  </a:lnTo>
                  <a:lnTo>
                    <a:pt x="9525" y="1051204"/>
                  </a:lnTo>
                  <a:close/>
                </a:path>
                <a:path w="2414904" h="3295650">
                  <a:moveTo>
                    <a:pt x="9525" y="1003579"/>
                  </a:moveTo>
                  <a:lnTo>
                    <a:pt x="9055" y="1002461"/>
                  </a:lnTo>
                  <a:lnTo>
                    <a:pt x="7200" y="1000594"/>
                  </a:lnTo>
                  <a:lnTo>
                    <a:pt x="6070" y="1000137"/>
                  </a:lnTo>
                  <a:lnTo>
                    <a:pt x="3441" y="1000137"/>
                  </a:lnTo>
                  <a:lnTo>
                    <a:pt x="2324" y="1000594"/>
                  </a:lnTo>
                  <a:lnTo>
                    <a:pt x="457" y="1002461"/>
                  </a:lnTo>
                  <a:lnTo>
                    <a:pt x="0" y="1003579"/>
                  </a:lnTo>
                  <a:lnTo>
                    <a:pt x="0" y="1006208"/>
                  </a:lnTo>
                  <a:lnTo>
                    <a:pt x="457" y="1007325"/>
                  </a:lnTo>
                  <a:lnTo>
                    <a:pt x="2324" y="1009192"/>
                  </a:lnTo>
                  <a:lnTo>
                    <a:pt x="3441" y="1009650"/>
                  </a:lnTo>
                  <a:lnTo>
                    <a:pt x="6070" y="1009650"/>
                  </a:lnTo>
                  <a:lnTo>
                    <a:pt x="7200" y="1009192"/>
                  </a:lnTo>
                  <a:lnTo>
                    <a:pt x="9055" y="1007325"/>
                  </a:lnTo>
                  <a:lnTo>
                    <a:pt x="9525" y="1006208"/>
                  </a:lnTo>
                  <a:lnTo>
                    <a:pt x="9525" y="1003579"/>
                  </a:lnTo>
                  <a:close/>
                </a:path>
                <a:path w="2414904" h="3295650">
                  <a:moveTo>
                    <a:pt x="9525" y="955954"/>
                  </a:moveTo>
                  <a:lnTo>
                    <a:pt x="9055" y="954836"/>
                  </a:lnTo>
                  <a:lnTo>
                    <a:pt x="7200" y="952969"/>
                  </a:lnTo>
                  <a:lnTo>
                    <a:pt x="6070" y="952512"/>
                  </a:lnTo>
                  <a:lnTo>
                    <a:pt x="3441" y="952512"/>
                  </a:lnTo>
                  <a:lnTo>
                    <a:pt x="2324" y="952969"/>
                  </a:lnTo>
                  <a:lnTo>
                    <a:pt x="457" y="954836"/>
                  </a:lnTo>
                  <a:lnTo>
                    <a:pt x="0" y="955954"/>
                  </a:lnTo>
                  <a:lnTo>
                    <a:pt x="0" y="958583"/>
                  </a:lnTo>
                  <a:lnTo>
                    <a:pt x="457" y="959700"/>
                  </a:lnTo>
                  <a:lnTo>
                    <a:pt x="2324" y="961567"/>
                  </a:lnTo>
                  <a:lnTo>
                    <a:pt x="3441" y="962025"/>
                  </a:lnTo>
                  <a:lnTo>
                    <a:pt x="6070" y="962025"/>
                  </a:lnTo>
                  <a:lnTo>
                    <a:pt x="7200" y="961567"/>
                  </a:lnTo>
                  <a:lnTo>
                    <a:pt x="9055" y="959700"/>
                  </a:lnTo>
                  <a:lnTo>
                    <a:pt x="9525" y="958583"/>
                  </a:lnTo>
                  <a:lnTo>
                    <a:pt x="9525" y="955954"/>
                  </a:lnTo>
                  <a:close/>
                </a:path>
                <a:path w="2414904" h="3295650">
                  <a:moveTo>
                    <a:pt x="9525" y="908329"/>
                  </a:moveTo>
                  <a:lnTo>
                    <a:pt x="9055" y="907211"/>
                  </a:lnTo>
                  <a:lnTo>
                    <a:pt x="7200" y="905344"/>
                  </a:lnTo>
                  <a:lnTo>
                    <a:pt x="6070" y="904887"/>
                  </a:lnTo>
                  <a:lnTo>
                    <a:pt x="3441" y="904887"/>
                  </a:lnTo>
                  <a:lnTo>
                    <a:pt x="2324" y="905344"/>
                  </a:lnTo>
                  <a:lnTo>
                    <a:pt x="457" y="907211"/>
                  </a:lnTo>
                  <a:lnTo>
                    <a:pt x="0" y="908329"/>
                  </a:lnTo>
                  <a:lnTo>
                    <a:pt x="0" y="910958"/>
                  </a:lnTo>
                  <a:lnTo>
                    <a:pt x="457" y="912075"/>
                  </a:lnTo>
                  <a:lnTo>
                    <a:pt x="2324" y="913942"/>
                  </a:lnTo>
                  <a:lnTo>
                    <a:pt x="3441" y="914400"/>
                  </a:lnTo>
                  <a:lnTo>
                    <a:pt x="6070" y="914400"/>
                  </a:lnTo>
                  <a:lnTo>
                    <a:pt x="7200" y="913942"/>
                  </a:lnTo>
                  <a:lnTo>
                    <a:pt x="9055" y="912075"/>
                  </a:lnTo>
                  <a:lnTo>
                    <a:pt x="9525" y="910958"/>
                  </a:lnTo>
                  <a:lnTo>
                    <a:pt x="9525" y="908329"/>
                  </a:lnTo>
                  <a:close/>
                </a:path>
                <a:path w="2414904" h="3295650">
                  <a:moveTo>
                    <a:pt x="9525" y="860704"/>
                  </a:moveTo>
                  <a:lnTo>
                    <a:pt x="9055" y="859586"/>
                  </a:lnTo>
                  <a:lnTo>
                    <a:pt x="7200" y="857719"/>
                  </a:lnTo>
                  <a:lnTo>
                    <a:pt x="6070" y="857262"/>
                  </a:lnTo>
                  <a:lnTo>
                    <a:pt x="3441" y="857262"/>
                  </a:lnTo>
                  <a:lnTo>
                    <a:pt x="2324" y="857719"/>
                  </a:lnTo>
                  <a:lnTo>
                    <a:pt x="457" y="859586"/>
                  </a:lnTo>
                  <a:lnTo>
                    <a:pt x="0" y="860704"/>
                  </a:lnTo>
                  <a:lnTo>
                    <a:pt x="0" y="863333"/>
                  </a:lnTo>
                  <a:lnTo>
                    <a:pt x="457" y="864450"/>
                  </a:lnTo>
                  <a:lnTo>
                    <a:pt x="2324" y="866317"/>
                  </a:lnTo>
                  <a:lnTo>
                    <a:pt x="3441" y="866775"/>
                  </a:lnTo>
                  <a:lnTo>
                    <a:pt x="6070" y="866775"/>
                  </a:lnTo>
                  <a:lnTo>
                    <a:pt x="7200" y="866317"/>
                  </a:lnTo>
                  <a:lnTo>
                    <a:pt x="9055" y="864450"/>
                  </a:lnTo>
                  <a:lnTo>
                    <a:pt x="9525" y="863333"/>
                  </a:lnTo>
                  <a:lnTo>
                    <a:pt x="9525" y="860704"/>
                  </a:lnTo>
                  <a:close/>
                </a:path>
                <a:path w="2414904" h="3295650">
                  <a:moveTo>
                    <a:pt x="9525" y="813079"/>
                  </a:moveTo>
                  <a:lnTo>
                    <a:pt x="9055" y="811961"/>
                  </a:lnTo>
                  <a:lnTo>
                    <a:pt x="7200" y="810094"/>
                  </a:lnTo>
                  <a:lnTo>
                    <a:pt x="6070" y="809637"/>
                  </a:lnTo>
                  <a:lnTo>
                    <a:pt x="3441" y="809637"/>
                  </a:lnTo>
                  <a:lnTo>
                    <a:pt x="2324" y="810094"/>
                  </a:lnTo>
                  <a:lnTo>
                    <a:pt x="457" y="811961"/>
                  </a:lnTo>
                  <a:lnTo>
                    <a:pt x="0" y="813079"/>
                  </a:lnTo>
                  <a:lnTo>
                    <a:pt x="0" y="815708"/>
                  </a:lnTo>
                  <a:lnTo>
                    <a:pt x="457" y="816825"/>
                  </a:lnTo>
                  <a:lnTo>
                    <a:pt x="2324" y="818692"/>
                  </a:lnTo>
                  <a:lnTo>
                    <a:pt x="3441" y="819150"/>
                  </a:lnTo>
                  <a:lnTo>
                    <a:pt x="6070" y="819150"/>
                  </a:lnTo>
                  <a:lnTo>
                    <a:pt x="7200" y="818692"/>
                  </a:lnTo>
                  <a:lnTo>
                    <a:pt x="9055" y="816825"/>
                  </a:lnTo>
                  <a:lnTo>
                    <a:pt x="9525" y="815708"/>
                  </a:lnTo>
                  <a:lnTo>
                    <a:pt x="9525" y="813079"/>
                  </a:lnTo>
                  <a:close/>
                </a:path>
                <a:path w="2414904" h="3295650">
                  <a:moveTo>
                    <a:pt x="9525" y="765454"/>
                  </a:moveTo>
                  <a:lnTo>
                    <a:pt x="9055" y="764336"/>
                  </a:lnTo>
                  <a:lnTo>
                    <a:pt x="7200" y="762469"/>
                  </a:lnTo>
                  <a:lnTo>
                    <a:pt x="6070" y="762012"/>
                  </a:lnTo>
                  <a:lnTo>
                    <a:pt x="3441" y="762012"/>
                  </a:lnTo>
                  <a:lnTo>
                    <a:pt x="2324" y="762469"/>
                  </a:lnTo>
                  <a:lnTo>
                    <a:pt x="457" y="764336"/>
                  </a:lnTo>
                  <a:lnTo>
                    <a:pt x="0" y="765454"/>
                  </a:lnTo>
                  <a:lnTo>
                    <a:pt x="0" y="768083"/>
                  </a:lnTo>
                  <a:lnTo>
                    <a:pt x="457" y="769200"/>
                  </a:lnTo>
                  <a:lnTo>
                    <a:pt x="2324" y="771067"/>
                  </a:lnTo>
                  <a:lnTo>
                    <a:pt x="3441" y="771525"/>
                  </a:lnTo>
                  <a:lnTo>
                    <a:pt x="6070" y="771525"/>
                  </a:lnTo>
                  <a:lnTo>
                    <a:pt x="7200" y="771067"/>
                  </a:lnTo>
                  <a:lnTo>
                    <a:pt x="9055" y="769200"/>
                  </a:lnTo>
                  <a:lnTo>
                    <a:pt x="9525" y="768083"/>
                  </a:lnTo>
                  <a:lnTo>
                    <a:pt x="9525" y="765454"/>
                  </a:lnTo>
                  <a:close/>
                </a:path>
                <a:path w="2414904" h="3295650">
                  <a:moveTo>
                    <a:pt x="9525" y="717829"/>
                  </a:moveTo>
                  <a:lnTo>
                    <a:pt x="9055" y="716711"/>
                  </a:lnTo>
                  <a:lnTo>
                    <a:pt x="7200" y="714844"/>
                  </a:lnTo>
                  <a:lnTo>
                    <a:pt x="6070" y="714375"/>
                  </a:lnTo>
                  <a:lnTo>
                    <a:pt x="3441" y="714375"/>
                  </a:lnTo>
                  <a:lnTo>
                    <a:pt x="2324" y="714844"/>
                  </a:lnTo>
                  <a:lnTo>
                    <a:pt x="457" y="716711"/>
                  </a:lnTo>
                  <a:lnTo>
                    <a:pt x="0" y="717829"/>
                  </a:lnTo>
                  <a:lnTo>
                    <a:pt x="0" y="720458"/>
                  </a:lnTo>
                  <a:lnTo>
                    <a:pt x="457" y="721575"/>
                  </a:lnTo>
                  <a:lnTo>
                    <a:pt x="2324" y="723442"/>
                  </a:lnTo>
                  <a:lnTo>
                    <a:pt x="3441" y="723900"/>
                  </a:lnTo>
                  <a:lnTo>
                    <a:pt x="6070" y="723900"/>
                  </a:lnTo>
                  <a:lnTo>
                    <a:pt x="7200" y="723442"/>
                  </a:lnTo>
                  <a:lnTo>
                    <a:pt x="9055" y="721575"/>
                  </a:lnTo>
                  <a:lnTo>
                    <a:pt x="9525" y="720458"/>
                  </a:lnTo>
                  <a:lnTo>
                    <a:pt x="9525" y="717829"/>
                  </a:lnTo>
                  <a:close/>
                </a:path>
                <a:path w="2414904" h="3295650">
                  <a:moveTo>
                    <a:pt x="9525" y="670204"/>
                  </a:moveTo>
                  <a:lnTo>
                    <a:pt x="9055" y="669086"/>
                  </a:lnTo>
                  <a:lnTo>
                    <a:pt x="7200" y="667219"/>
                  </a:lnTo>
                  <a:lnTo>
                    <a:pt x="6070" y="666750"/>
                  </a:lnTo>
                  <a:lnTo>
                    <a:pt x="3441" y="666750"/>
                  </a:lnTo>
                  <a:lnTo>
                    <a:pt x="2324" y="667219"/>
                  </a:lnTo>
                  <a:lnTo>
                    <a:pt x="457" y="669086"/>
                  </a:lnTo>
                  <a:lnTo>
                    <a:pt x="0" y="670204"/>
                  </a:lnTo>
                  <a:lnTo>
                    <a:pt x="0" y="672833"/>
                  </a:lnTo>
                  <a:lnTo>
                    <a:pt x="457" y="673950"/>
                  </a:lnTo>
                  <a:lnTo>
                    <a:pt x="2324" y="675817"/>
                  </a:lnTo>
                  <a:lnTo>
                    <a:pt x="3441" y="676275"/>
                  </a:lnTo>
                  <a:lnTo>
                    <a:pt x="6070" y="676275"/>
                  </a:lnTo>
                  <a:lnTo>
                    <a:pt x="7200" y="675817"/>
                  </a:lnTo>
                  <a:lnTo>
                    <a:pt x="9055" y="673950"/>
                  </a:lnTo>
                  <a:lnTo>
                    <a:pt x="9525" y="672833"/>
                  </a:lnTo>
                  <a:lnTo>
                    <a:pt x="9525" y="670204"/>
                  </a:lnTo>
                  <a:close/>
                </a:path>
                <a:path w="2414904" h="3295650">
                  <a:moveTo>
                    <a:pt x="9525" y="622579"/>
                  </a:moveTo>
                  <a:lnTo>
                    <a:pt x="9055" y="621461"/>
                  </a:lnTo>
                  <a:lnTo>
                    <a:pt x="7200" y="619594"/>
                  </a:lnTo>
                  <a:lnTo>
                    <a:pt x="6070" y="619137"/>
                  </a:lnTo>
                  <a:lnTo>
                    <a:pt x="3441" y="619137"/>
                  </a:lnTo>
                  <a:lnTo>
                    <a:pt x="2324" y="619594"/>
                  </a:lnTo>
                  <a:lnTo>
                    <a:pt x="457" y="621461"/>
                  </a:lnTo>
                  <a:lnTo>
                    <a:pt x="0" y="622579"/>
                  </a:lnTo>
                  <a:lnTo>
                    <a:pt x="0" y="625208"/>
                  </a:lnTo>
                  <a:lnTo>
                    <a:pt x="457" y="626325"/>
                  </a:lnTo>
                  <a:lnTo>
                    <a:pt x="2324" y="628192"/>
                  </a:lnTo>
                  <a:lnTo>
                    <a:pt x="3441" y="628650"/>
                  </a:lnTo>
                  <a:lnTo>
                    <a:pt x="6070" y="628650"/>
                  </a:lnTo>
                  <a:lnTo>
                    <a:pt x="7200" y="628192"/>
                  </a:lnTo>
                  <a:lnTo>
                    <a:pt x="9055" y="626325"/>
                  </a:lnTo>
                  <a:lnTo>
                    <a:pt x="9525" y="625208"/>
                  </a:lnTo>
                  <a:lnTo>
                    <a:pt x="9525" y="622579"/>
                  </a:lnTo>
                  <a:close/>
                </a:path>
                <a:path w="2414904" h="3295650">
                  <a:moveTo>
                    <a:pt x="9525" y="574954"/>
                  </a:moveTo>
                  <a:lnTo>
                    <a:pt x="9055" y="573836"/>
                  </a:lnTo>
                  <a:lnTo>
                    <a:pt x="7200" y="571969"/>
                  </a:lnTo>
                  <a:lnTo>
                    <a:pt x="6070" y="571512"/>
                  </a:lnTo>
                  <a:lnTo>
                    <a:pt x="3441" y="571512"/>
                  </a:lnTo>
                  <a:lnTo>
                    <a:pt x="2324" y="571969"/>
                  </a:lnTo>
                  <a:lnTo>
                    <a:pt x="457" y="573836"/>
                  </a:lnTo>
                  <a:lnTo>
                    <a:pt x="0" y="574954"/>
                  </a:lnTo>
                  <a:lnTo>
                    <a:pt x="0" y="577583"/>
                  </a:lnTo>
                  <a:lnTo>
                    <a:pt x="457" y="578700"/>
                  </a:lnTo>
                  <a:lnTo>
                    <a:pt x="2324" y="580567"/>
                  </a:lnTo>
                  <a:lnTo>
                    <a:pt x="3441" y="581025"/>
                  </a:lnTo>
                  <a:lnTo>
                    <a:pt x="6070" y="581025"/>
                  </a:lnTo>
                  <a:lnTo>
                    <a:pt x="7200" y="580567"/>
                  </a:lnTo>
                  <a:lnTo>
                    <a:pt x="9055" y="578700"/>
                  </a:lnTo>
                  <a:lnTo>
                    <a:pt x="9525" y="577583"/>
                  </a:lnTo>
                  <a:lnTo>
                    <a:pt x="9525" y="574954"/>
                  </a:lnTo>
                  <a:close/>
                </a:path>
                <a:path w="2414904" h="3295650">
                  <a:moveTo>
                    <a:pt x="9525" y="527329"/>
                  </a:moveTo>
                  <a:lnTo>
                    <a:pt x="9055" y="526211"/>
                  </a:lnTo>
                  <a:lnTo>
                    <a:pt x="7200" y="524344"/>
                  </a:lnTo>
                  <a:lnTo>
                    <a:pt x="6070" y="523887"/>
                  </a:lnTo>
                  <a:lnTo>
                    <a:pt x="3441" y="523887"/>
                  </a:lnTo>
                  <a:lnTo>
                    <a:pt x="2324" y="524344"/>
                  </a:lnTo>
                  <a:lnTo>
                    <a:pt x="457" y="526211"/>
                  </a:lnTo>
                  <a:lnTo>
                    <a:pt x="0" y="527329"/>
                  </a:lnTo>
                  <a:lnTo>
                    <a:pt x="0" y="529958"/>
                  </a:lnTo>
                  <a:lnTo>
                    <a:pt x="457" y="531075"/>
                  </a:lnTo>
                  <a:lnTo>
                    <a:pt x="2324" y="532942"/>
                  </a:lnTo>
                  <a:lnTo>
                    <a:pt x="3441" y="533400"/>
                  </a:lnTo>
                  <a:lnTo>
                    <a:pt x="6070" y="533400"/>
                  </a:lnTo>
                  <a:lnTo>
                    <a:pt x="7200" y="532942"/>
                  </a:lnTo>
                  <a:lnTo>
                    <a:pt x="9055" y="531075"/>
                  </a:lnTo>
                  <a:lnTo>
                    <a:pt x="9525" y="529958"/>
                  </a:lnTo>
                  <a:lnTo>
                    <a:pt x="9525" y="527329"/>
                  </a:lnTo>
                  <a:close/>
                </a:path>
                <a:path w="2414904" h="3295650">
                  <a:moveTo>
                    <a:pt x="9525" y="479704"/>
                  </a:moveTo>
                  <a:lnTo>
                    <a:pt x="9055" y="478586"/>
                  </a:lnTo>
                  <a:lnTo>
                    <a:pt x="7200" y="476719"/>
                  </a:lnTo>
                  <a:lnTo>
                    <a:pt x="6070" y="476262"/>
                  </a:lnTo>
                  <a:lnTo>
                    <a:pt x="3441" y="476262"/>
                  </a:lnTo>
                  <a:lnTo>
                    <a:pt x="2324" y="476719"/>
                  </a:lnTo>
                  <a:lnTo>
                    <a:pt x="457" y="478586"/>
                  </a:lnTo>
                  <a:lnTo>
                    <a:pt x="0" y="479704"/>
                  </a:lnTo>
                  <a:lnTo>
                    <a:pt x="0" y="482333"/>
                  </a:lnTo>
                  <a:lnTo>
                    <a:pt x="457" y="483450"/>
                  </a:lnTo>
                  <a:lnTo>
                    <a:pt x="2324" y="485317"/>
                  </a:lnTo>
                  <a:lnTo>
                    <a:pt x="3441" y="485775"/>
                  </a:lnTo>
                  <a:lnTo>
                    <a:pt x="6070" y="485775"/>
                  </a:lnTo>
                  <a:lnTo>
                    <a:pt x="7200" y="485317"/>
                  </a:lnTo>
                  <a:lnTo>
                    <a:pt x="9055" y="483450"/>
                  </a:lnTo>
                  <a:lnTo>
                    <a:pt x="9525" y="482333"/>
                  </a:lnTo>
                  <a:lnTo>
                    <a:pt x="9525" y="479704"/>
                  </a:lnTo>
                  <a:close/>
                </a:path>
                <a:path w="2414904" h="3295650">
                  <a:moveTo>
                    <a:pt x="9525" y="432079"/>
                  </a:moveTo>
                  <a:lnTo>
                    <a:pt x="9055" y="430961"/>
                  </a:lnTo>
                  <a:lnTo>
                    <a:pt x="7200" y="429094"/>
                  </a:lnTo>
                  <a:lnTo>
                    <a:pt x="6070" y="428625"/>
                  </a:lnTo>
                  <a:lnTo>
                    <a:pt x="3441" y="428625"/>
                  </a:lnTo>
                  <a:lnTo>
                    <a:pt x="2324" y="429094"/>
                  </a:lnTo>
                  <a:lnTo>
                    <a:pt x="457" y="430961"/>
                  </a:lnTo>
                  <a:lnTo>
                    <a:pt x="0" y="432079"/>
                  </a:lnTo>
                  <a:lnTo>
                    <a:pt x="0" y="434708"/>
                  </a:lnTo>
                  <a:lnTo>
                    <a:pt x="457" y="435825"/>
                  </a:lnTo>
                  <a:lnTo>
                    <a:pt x="2324" y="437692"/>
                  </a:lnTo>
                  <a:lnTo>
                    <a:pt x="3441" y="438150"/>
                  </a:lnTo>
                  <a:lnTo>
                    <a:pt x="6070" y="438150"/>
                  </a:lnTo>
                  <a:lnTo>
                    <a:pt x="7200" y="437692"/>
                  </a:lnTo>
                  <a:lnTo>
                    <a:pt x="9055" y="435825"/>
                  </a:lnTo>
                  <a:lnTo>
                    <a:pt x="9525" y="434708"/>
                  </a:lnTo>
                  <a:lnTo>
                    <a:pt x="9525" y="432079"/>
                  </a:lnTo>
                  <a:close/>
                </a:path>
                <a:path w="2414904" h="3295650">
                  <a:moveTo>
                    <a:pt x="9525" y="384454"/>
                  </a:moveTo>
                  <a:lnTo>
                    <a:pt x="9055" y="383336"/>
                  </a:lnTo>
                  <a:lnTo>
                    <a:pt x="7200" y="381469"/>
                  </a:lnTo>
                  <a:lnTo>
                    <a:pt x="6070" y="381012"/>
                  </a:lnTo>
                  <a:lnTo>
                    <a:pt x="3441" y="381012"/>
                  </a:lnTo>
                  <a:lnTo>
                    <a:pt x="2324" y="381469"/>
                  </a:lnTo>
                  <a:lnTo>
                    <a:pt x="457" y="383336"/>
                  </a:lnTo>
                  <a:lnTo>
                    <a:pt x="0" y="384454"/>
                  </a:lnTo>
                  <a:lnTo>
                    <a:pt x="0" y="387083"/>
                  </a:lnTo>
                  <a:lnTo>
                    <a:pt x="457" y="388200"/>
                  </a:lnTo>
                  <a:lnTo>
                    <a:pt x="2324" y="390067"/>
                  </a:lnTo>
                  <a:lnTo>
                    <a:pt x="3441" y="390525"/>
                  </a:lnTo>
                  <a:lnTo>
                    <a:pt x="6070" y="390525"/>
                  </a:lnTo>
                  <a:lnTo>
                    <a:pt x="7200" y="390067"/>
                  </a:lnTo>
                  <a:lnTo>
                    <a:pt x="9055" y="388200"/>
                  </a:lnTo>
                  <a:lnTo>
                    <a:pt x="9525" y="387083"/>
                  </a:lnTo>
                  <a:lnTo>
                    <a:pt x="9525" y="384454"/>
                  </a:lnTo>
                  <a:close/>
                </a:path>
                <a:path w="2414904" h="3295650">
                  <a:moveTo>
                    <a:pt x="9525" y="336829"/>
                  </a:moveTo>
                  <a:lnTo>
                    <a:pt x="9055" y="335711"/>
                  </a:lnTo>
                  <a:lnTo>
                    <a:pt x="7200" y="333844"/>
                  </a:lnTo>
                  <a:lnTo>
                    <a:pt x="6070" y="333387"/>
                  </a:lnTo>
                  <a:lnTo>
                    <a:pt x="3441" y="333387"/>
                  </a:lnTo>
                  <a:lnTo>
                    <a:pt x="2324" y="333844"/>
                  </a:lnTo>
                  <a:lnTo>
                    <a:pt x="457" y="335711"/>
                  </a:lnTo>
                  <a:lnTo>
                    <a:pt x="0" y="336829"/>
                  </a:lnTo>
                  <a:lnTo>
                    <a:pt x="0" y="339458"/>
                  </a:lnTo>
                  <a:lnTo>
                    <a:pt x="457" y="340575"/>
                  </a:lnTo>
                  <a:lnTo>
                    <a:pt x="2324" y="342442"/>
                  </a:lnTo>
                  <a:lnTo>
                    <a:pt x="3441" y="342900"/>
                  </a:lnTo>
                  <a:lnTo>
                    <a:pt x="6070" y="342900"/>
                  </a:lnTo>
                  <a:lnTo>
                    <a:pt x="7200" y="342442"/>
                  </a:lnTo>
                  <a:lnTo>
                    <a:pt x="9055" y="340575"/>
                  </a:lnTo>
                  <a:lnTo>
                    <a:pt x="9525" y="339458"/>
                  </a:lnTo>
                  <a:lnTo>
                    <a:pt x="9525" y="336829"/>
                  </a:lnTo>
                  <a:close/>
                </a:path>
                <a:path w="2414904" h="3295650">
                  <a:moveTo>
                    <a:pt x="9525" y="289204"/>
                  </a:moveTo>
                  <a:lnTo>
                    <a:pt x="9055" y="288086"/>
                  </a:lnTo>
                  <a:lnTo>
                    <a:pt x="7200" y="286219"/>
                  </a:lnTo>
                  <a:lnTo>
                    <a:pt x="6070" y="285762"/>
                  </a:lnTo>
                  <a:lnTo>
                    <a:pt x="3441" y="285762"/>
                  </a:lnTo>
                  <a:lnTo>
                    <a:pt x="2324" y="286219"/>
                  </a:lnTo>
                  <a:lnTo>
                    <a:pt x="457" y="288086"/>
                  </a:lnTo>
                  <a:lnTo>
                    <a:pt x="0" y="289204"/>
                  </a:lnTo>
                  <a:lnTo>
                    <a:pt x="0" y="291833"/>
                  </a:lnTo>
                  <a:lnTo>
                    <a:pt x="457" y="292950"/>
                  </a:lnTo>
                  <a:lnTo>
                    <a:pt x="2324" y="294817"/>
                  </a:lnTo>
                  <a:lnTo>
                    <a:pt x="3441" y="295275"/>
                  </a:lnTo>
                  <a:lnTo>
                    <a:pt x="6070" y="295275"/>
                  </a:lnTo>
                  <a:lnTo>
                    <a:pt x="7200" y="294817"/>
                  </a:lnTo>
                  <a:lnTo>
                    <a:pt x="9055" y="292950"/>
                  </a:lnTo>
                  <a:lnTo>
                    <a:pt x="9525" y="291833"/>
                  </a:lnTo>
                  <a:lnTo>
                    <a:pt x="9525" y="289204"/>
                  </a:lnTo>
                  <a:close/>
                </a:path>
                <a:path w="2414904" h="3295650">
                  <a:moveTo>
                    <a:pt x="9525" y="241579"/>
                  </a:moveTo>
                  <a:lnTo>
                    <a:pt x="9055" y="240461"/>
                  </a:lnTo>
                  <a:lnTo>
                    <a:pt x="7200" y="238594"/>
                  </a:lnTo>
                  <a:lnTo>
                    <a:pt x="6070" y="238137"/>
                  </a:lnTo>
                  <a:lnTo>
                    <a:pt x="3441" y="238137"/>
                  </a:lnTo>
                  <a:lnTo>
                    <a:pt x="2324" y="238594"/>
                  </a:lnTo>
                  <a:lnTo>
                    <a:pt x="457" y="240461"/>
                  </a:lnTo>
                  <a:lnTo>
                    <a:pt x="0" y="241579"/>
                  </a:lnTo>
                  <a:lnTo>
                    <a:pt x="0" y="244208"/>
                  </a:lnTo>
                  <a:lnTo>
                    <a:pt x="457" y="245325"/>
                  </a:lnTo>
                  <a:lnTo>
                    <a:pt x="2324" y="247192"/>
                  </a:lnTo>
                  <a:lnTo>
                    <a:pt x="3441" y="247650"/>
                  </a:lnTo>
                  <a:lnTo>
                    <a:pt x="6070" y="247650"/>
                  </a:lnTo>
                  <a:lnTo>
                    <a:pt x="7200" y="247192"/>
                  </a:lnTo>
                  <a:lnTo>
                    <a:pt x="9055" y="245325"/>
                  </a:lnTo>
                  <a:lnTo>
                    <a:pt x="9525" y="244208"/>
                  </a:lnTo>
                  <a:lnTo>
                    <a:pt x="9525" y="241579"/>
                  </a:lnTo>
                  <a:close/>
                </a:path>
                <a:path w="2414904" h="3295650">
                  <a:moveTo>
                    <a:pt x="9525" y="193954"/>
                  </a:moveTo>
                  <a:lnTo>
                    <a:pt x="9055" y="192836"/>
                  </a:lnTo>
                  <a:lnTo>
                    <a:pt x="7200" y="190969"/>
                  </a:lnTo>
                  <a:lnTo>
                    <a:pt x="6070" y="190500"/>
                  </a:lnTo>
                  <a:lnTo>
                    <a:pt x="3441" y="190500"/>
                  </a:lnTo>
                  <a:lnTo>
                    <a:pt x="2324" y="190969"/>
                  </a:lnTo>
                  <a:lnTo>
                    <a:pt x="457" y="192836"/>
                  </a:lnTo>
                  <a:lnTo>
                    <a:pt x="0" y="193954"/>
                  </a:lnTo>
                  <a:lnTo>
                    <a:pt x="0" y="196583"/>
                  </a:lnTo>
                  <a:lnTo>
                    <a:pt x="457" y="197700"/>
                  </a:lnTo>
                  <a:lnTo>
                    <a:pt x="2324" y="199567"/>
                  </a:lnTo>
                  <a:lnTo>
                    <a:pt x="3441" y="200025"/>
                  </a:lnTo>
                  <a:lnTo>
                    <a:pt x="6070" y="200025"/>
                  </a:lnTo>
                  <a:lnTo>
                    <a:pt x="7200" y="199567"/>
                  </a:lnTo>
                  <a:lnTo>
                    <a:pt x="9055" y="197700"/>
                  </a:lnTo>
                  <a:lnTo>
                    <a:pt x="9525" y="196583"/>
                  </a:lnTo>
                  <a:lnTo>
                    <a:pt x="9525" y="193954"/>
                  </a:lnTo>
                  <a:close/>
                </a:path>
                <a:path w="2414904" h="3295650">
                  <a:moveTo>
                    <a:pt x="9525" y="146329"/>
                  </a:moveTo>
                  <a:lnTo>
                    <a:pt x="9055" y="145211"/>
                  </a:lnTo>
                  <a:lnTo>
                    <a:pt x="7200" y="143344"/>
                  </a:lnTo>
                  <a:lnTo>
                    <a:pt x="6070" y="142887"/>
                  </a:lnTo>
                  <a:lnTo>
                    <a:pt x="3441" y="142887"/>
                  </a:lnTo>
                  <a:lnTo>
                    <a:pt x="2324" y="143344"/>
                  </a:lnTo>
                  <a:lnTo>
                    <a:pt x="457" y="145211"/>
                  </a:lnTo>
                  <a:lnTo>
                    <a:pt x="0" y="146329"/>
                  </a:lnTo>
                  <a:lnTo>
                    <a:pt x="0" y="148958"/>
                  </a:lnTo>
                  <a:lnTo>
                    <a:pt x="457" y="150075"/>
                  </a:lnTo>
                  <a:lnTo>
                    <a:pt x="2324" y="151942"/>
                  </a:lnTo>
                  <a:lnTo>
                    <a:pt x="3441" y="152400"/>
                  </a:lnTo>
                  <a:lnTo>
                    <a:pt x="6070" y="152400"/>
                  </a:lnTo>
                  <a:lnTo>
                    <a:pt x="7200" y="151942"/>
                  </a:lnTo>
                  <a:lnTo>
                    <a:pt x="9055" y="150075"/>
                  </a:lnTo>
                  <a:lnTo>
                    <a:pt x="9525" y="148958"/>
                  </a:lnTo>
                  <a:lnTo>
                    <a:pt x="9525" y="146329"/>
                  </a:lnTo>
                  <a:close/>
                </a:path>
                <a:path w="2414904" h="3295650">
                  <a:moveTo>
                    <a:pt x="9525" y="98704"/>
                  </a:moveTo>
                  <a:lnTo>
                    <a:pt x="9055" y="97586"/>
                  </a:lnTo>
                  <a:lnTo>
                    <a:pt x="7200" y="95719"/>
                  </a:lnTo>
                  <a:lnTo>
                    <a:pt x="6070" y="95262"/>
                  </a:lnTo>
                  <a:lnTo>
                    <a:pt x="3441" y="95262"/>
                  </a:lnTo>
                  <a:lnTo>
                    <a:pt x="2324" y="95719"/>
                  </a:lnTo>
                  <a:lnTo>
                    <a:pt x="457" y="97586"/>
                  </a:lnTo>
                  <a:lnTo>
                    <a:pt x="0" y="98704"/>
                  </a:lnTo>
                  <a:lnTo>
                    <a:pt x="0" y="101333"/>
                  </a:lnTo>
                  <a:lnTo>
                    <a:pt x="457" y="102450"/>
                  </a:lnTo>
                  <a:lnTo>
                    <a:pt x="2324" y="104317"/>
                  </a:lnTo>
                  <a:lnTo>
                    <a:pt x="3441" y="104775"/>
                  </a:lnTo>
                  <a:lnTo>
                    <a:pt x="6070" y="104775"/>
                  </a:lnTo>
                  <a:lnTo>
                    <a:pt x="7200" y="104317"/>
                  </a:lnTo>
                  <a:lnTo>
                    <a:pt x="9055" y="102450"/>
                  </a:lnTo>
                  <a:lnTo>
                    <a:pt x="9525" y="101333"/>
                  </a:lnTo>
                  <a:lnTo>
                    <a:pt x="9525" y="98704"/>
                  </a:lnTo>
                  <a:close/>
                </a:path>
                <a:path w="2414904" h="3295650">
                  <a:moveTo>
                    <a:pt x="9525" y="51079"/>
                  </a:moveTo>
                  <a:lnTo>
                    <a:pt x="9055" y="49961"/>
                  </a:lnTo>
                  <a:lnTo>
                    <a:pt x="7200" y="48094"/>
                  </a:lnTo>
                  <a:lnTo>
                    <a:pt x="6070" y="47637"/>
                  </a:lnTo>
                  <a:lnTo>
                    <a:pt x="3441" y="47637"/>
                  </a:lnTo>
                  <a:lnTo>
                    <a:pt x="2324" y="48094"/>
                  </a:lnTo>
                  <a:lnTo>
                    <a:pt x="457" y="49961"/>
                  </a:lnTo>
                  <a:lnTo>
                    <a:pt x="0" y="51079"/>
                  </a:lnTo>
                  <a:lnTo>
                    <a:pt x="0" y="53708"/>
                  </a:lnTo>
                  <a:lnTo>
                    <a:pt x="457" y="54825"/>
                  </a:lnTo>
                  <a:lnTo>
                    <a:pt x="2324" y="56692"/>
                  </a:lnTo>
                  <a:lnTo>
                    <a:pt x="3441" y="57150"/>
                  </a:lnTo>
                  <a:lnTo>
                    <a:pt x="6070" y="57150"/>
                  </a:lnTo>
                  <a:lnTo>
                    <a:pt x="7200" y="56692"/>
                  </a:lnTo>
                  <a:lnTo>
                    <a:pt x="9055" y="54825"/>
                  </a:lnTo>
                  <a:lnTo>
                    <a:pt x="9525" y="53708"/>
                  </a:lnTo>
                  <a:lnTo>
                    <a:pt x="9525" y="51079"/>
                  </a:lnTo>
                  <a:close/>
                </a:path>
                <a:path w="2414904" h="3295650">
                  <a:moveTo>
                    <a:pt x="9525" y="3454"/>
                  </a:moveTo>
                  <a:lnTo>
                    <a:pt x="9055" y="2336"/>
                  </a:lnTo>
                  <a:lnTo>
                    <a:pt x="7200" y="469"/>
                  </a:lnTo>
                  <a:lnTo>
                    <a:pt x="6070" y="0"/>
                  </a:lnTo>
                  <a:lnTo>
                    <a:pt x="3441" y="0"/>
                  </a:lnTo>
                  <a:lnTo>
                    <a:pt x="2324" y="469"/>
                  </a:lnTo>
                  <a:lnTo>
                    <a:pt x="457" y="2336"/>
                  </a:lnTo>
                  <a:lnTo>
                    <a:pt x="0" y="3454"/>
                  </a:lnTo>
                  <a:lnTo>
                    <a:pt x="0" y="6083"/>
                  </a:lnTo>
                  <a:lnTo>
                    <a:pt x="457" y="7200"/>
                  </a:lnTo>
                  <a:lnTo>
                    <a:pt x="2324" y="9067"/>
                  </a:lnTo>
                  <a:lnTo>
                    <a:pt x="3441" y="9525"/>
                  </a:lnTo>
                  <a:lnTo>
                    <a:pt x="6070" y="9525"/>
                  </a:lnTo>
                  <a:lnTo>
                    <a:pt x="7200" y="9067"/>
                  </a:lnTo>
                  <a:lnTo>
                    <a:pt x="9055" y="7200"/>
                  </a:lnTo>
                  <a:lnTo>
                    <a:pt x="9525" y="6083"/>
                  </a:lnTo>
                  <a:lnTo>
                    <a:pt x="9525" y="3454"/>
                  </a:lnTo>
                  <a:close/>
                </a:path>
                <a:path w="2414904" h="3295650">
                  <a:moveTo>
                    <a:pt x="1211999" y="3289579"/>
                  </a:moveTo>
                  <a:lnTo>
                    <a:pt x="1211529" y="3288461"/>
                  </a:lnTo>
                  <a:lnTo>
                    <a:pt x="1209675" y="3286595"/>
                  </a:lnTo>
                  <a:lnTo>
                    <a:pt x="1208557" y="3286125"/>
                  </a:lnTo>
                  <a:lnTo>
                    <a:pt x="1205915" y="3286125"/>
                  </a:lnTo>
                  <a:lnTo>
                    <a:pt x="1204798" y="3286595"/>
                  </a:lnTo>
                  <a:lnTo>
                    <a:pt x="1202944" y="3288461"/>
                  </a:lnTo>
                  <a:lnTo>
                    <a:pt x="1202474" y="3289579"/>
                  </a:lnTo>
                  <a:lnTo>
                    <a:pt x="1202474" y="3292208"/>
                  </a:lnTo>
                  <a:lnTo>
                    <a:pt x="1202944" y="3293326"/>
                  </a:lnTo>
                  <a:lnTo>
                    <a:pt x="1204798" y="3295192"/>
                  </a:lnTo>
                  <a:lnTo>
                    <a:pt x="1205915" y="3295650"/>
                  </a:lnTo>
                  <a:lnTo>
                    <a:pt x="1208557" y="3295650"/>
                  </a:lnTo>
                  <a:lnTo>
                    <a:pt x="1209675" y="3295192"/>
                  </a:lnTo>
                  <a:lnTo>
                    <a:pt x="1211529" y="3293326"/>
                  </a:lnTo>
                  <a:lnTo>
                    <a:pt x="1211999" y="3292208"/>
                  </a:lnTo>
                  <a:lnTo>
                    <a:pt x="1211999" y="3289579"/>
                  </a:lnTo>
                  <a:close/>
                </a:path>
                <a:path w="2414904" h="3295650">
                  <a:moveTo>
                    <a:pt x="1211999" y="3241954"/>
                  </a:moveTo>
                  <a:lnTo>
                    <a:pt x="1211529" y="3240836"/>
                  </a:lnTo>
                  <a:lnTo>
                    <a:pt x="1209675" y="3238970"/>
                  </a:lnTo>
                  <a:lnTo>
                    <a:pt x="1208557" y="3238500"/>
                  </a:lnTo>
                  <a:lnTo>
                    <a:pt x="1205915" y="3238500"/>
                  </a:lnTo>
                  <a:lnTo>
                    <a:pt x="1204798" y="3238970"/>
                  </a:lnTo>
                  <a:lnTo>
                    <a:pt x="1202944" y="3240836"/>
                  </a:lnTo>
                  <a:lnTo>
                    <a:pt x="1202474" y="3241954"/>
                  </a:lnTo>
                  <a:lnTo>
                    <a:pt x="1202474" y="3244583"/>
                  </a:lnTo>
                  <a:lnTo>
                    <a:pt x="1202944" y="3245701"/>
                  </a:lnTo>
                  <a:lnTo>
                    <a:pt x="1204798" y="3247567"/>
                  </a:lnTo>
                  <a:lnTo>
                    <a:pt x="1205915" y="3248025"/>
                  </a:lnTo>
                  <a:lnTo>
                    <a:pt x="1208557" y="3248025"/>
                  </a:lnTo>
                  <a:lnTo>
                    <a:pt x="1209675" y="3247567"/>
                  </a:lnTo>
                  <a:lnTo>
                    <a:pt x="1211529" y="3245701"/>
                  </a:lnTo>
                  <a:lnTo>
                    <a:pt x="1211999" y="3244583"/>
                  </a:lnTo>
                  <a:lnTo>
                    <a:pt x="1211999" y="3241954"/>
                  </a:lnTo>
                  <a:close/>
                </a:path>
                <a:path w="2414904" h="3295650">
                  <a:moveTo>
                    <a:pt x="1211999" y="3194329"/>
                  </a:moveTo>
                  <a:lnTo>
                    <a:pt x="1211529" y="3193211"/>
                  </a:lnTo>
                  <a:lnTo>
                    <a:pt x="1209675" y="3191345"/>
                  </a:lnTo>
                  <a:lnTo>
                    <a:pt x="1208557" y="3190875"/>
                  </a:lnTo>
                  <a:lnTo>
                    <a:pt x="1205915" y="3190875"/>
                  </a:lnTo>
                  <a:lnTo>
                    <a:pt x="1204798" y="3191345"/>
                  </a:lnTo>
                  <a:lnTo>
                    <a:pt x="1202944" y="3193211"/>
                  </a:lnTo>
                  <a:lnTo>
                    <a:pt x="1202474" y="3194329"/>
                  </a:lnTo>
                  <a:lnTo>
                    <a:pt x="1202474" y="3196958"/>
                  </a:lnTo>
                  <a:lnTo>
                    <a:pt x="1202944" y="3198076"/>
                  </a:lnTo>
                  <a:lnTo>
                    <a:pt x="1204798" y="3199942"/>
                  </a:lnTo>
                  <a:lnTo>
                    <a:pt x="1205915" y="3200400"/>
                  </a:lnTo>
                  <a:lnTo>
                    <a:pt x="1208557" y="3200400"/>
                  </a:lnTo>
                  <a:lnTo>
                    <a:pt x="1209675" y="3199942"/>
                  </a:lnTo>
                  <a:lnTo>
                    <a:pt x="1211529" y="3198076"/>
                  </a:lnTo>
                  <a:lnTo>
                    <a:pt x="1211999" y="3196958"/>
                  </a:lnTo>
                  <a:lnTo>
                    <a:pt x="1211999" y="3194329"/>
                  </a:lnTo>
                  <a:close/>
                </a:path>
                <a:path w="2414904" h="3295650">
                  <a:moveTo>
                    <a:pt x="1211999" y="3146704"/>
                  </a:moveTo>
                  <a:lnTo>
                    <a:pt x="1211529" y="3145586"/>
                  </a:lnTo>
                  <a:lnTo>
                    <a:pt x="1209675" y="3143720"/>
                  </a:lnTo>
                  <a:lnTo>
                    <a:pt x="1208557" y="3143250"/>
                  </a:lnTo>
                  <a:lnTo>
                    <a:pt x="1205915" y="3143250"/>
                  </a:lnTo>
                  <a:lnTo>
                    <a:pt x="1204798" y="3143720"/>
                  </a:lnTo>
                  <a:lnTo>
                    <a:pt x="1202944" y="3145586"/>
                  </a:lnTo>
                  <a:lnTo>
                    <a:pt x="1202474" y="3146704"/>
                  </a:lnTo>
                  <a:lnTo>
                    <a:pt x="1202474" y="3149333"/>
                  </a:lnTo>
                  <a:lnTo>
                    <a:pt x="1202944" y="3150451"/>
                  </a:lnTo>
                  <a:lnTo>
                    <a:pt x="1204798" y="3152317"/>
                  </a:lnTo>
                  <a:lnTo>
                    <a:pt x="1205915" y="3152775"/>
                  </a:lnTo>
                  <a:lnTo>
                    <a:pt x="1208557" y="3152775"/>
                  </a:lnTo>
                  <a:lnTo>
                    <a:pt x="1209675" y="3152317"/>
                  </a:lnTo>
                  <a:lnTo>
                    <a:pt x="1211529" y="3150451"/>
                  </a:lnTo>
                  <a:lnTo>
                    <a:pt x="1211999" y="3149333"/>
                  </a:lnTo>
                  <a:lnTo>
                    <a:pt x="1211999" y="3146704"/>
                  </a:lnTo>
                  <a:close/>
                </a:path>
                <a:path w="2414904" h="3295650">
                  <a:moveTo>
                    <a:pt x="1211999" y="3099079"/>
                  </a:moveTo>
                  <a:lnTo>
                    <a:pt x="1211529" y="3097961"/>
                  </a:lnTo>
                  <a:lnTo>
                    <a:pt x="1209675" y="3096095"/>
                  </a:lnTo>
                  <a:lnTo>
                    <a:pt x="1208557" y="3095625"/>
                  </a:lnTo>
                  <a:lnTo>
                    <a:pt x="1205915" y="3095625"/>
                  </a:lnTo>
                  <a:lnTo>
                    <a:pt x="1204798" y="3096095"/>
                  </a:lnTo>
                  <a:lnTo>
                    <a:pt x="1202944" y="3097961"/>
                  </a:lnTo>
                  <a:lnTo>
                    <a:pt x="1202474" y="3099079"/>
                  </a:lnTo>
                  <a:lnTo>
                    <a:pt x="1202474" y="3101708"/>
                  </a:lnTo>
                  <a:lnTo>
                    <a:pt x="1202944" y="3102826"/>
                  </a:lnTo>
                  <a:lnTo>
                    <a:pt x="1204798" y="3104692"/>
                  </a:lnTo>
                  <a:lnTo>
                    <a:pt x="1205915" y="3105150"/>
                  </a:lnTo>
                  <a:lnTo>
                    <a:pt x="1208557" y="3105150"/>
                  </a:lnTo>
                  <a:lnTo>
                    <a:pt x="1209675" y="3104692"/>
                  </a:lnTo>
                  <a:lnTo>
                    <a:pt x="1211529" y="3102826"/>
                  </a:lnTo>
                  <a:lnTo>
                    <a:pt x="1211999" y="3101708"/>
                  </a:lnTo>
                  <a:lnTo>
                    <a:pt x="1211999" y="3099079"/>
                  </a:lnTo>
                  <a:close/>
                </a:path>
                <a:path w="2414904" h="3295650">
                  <a:moveTo>
                    <a:pt x="1211999" y="3051454"/>
                  </a:moveTo>
                  <a:lnTo>
                    <a:pt x="1211529" y="3050336"/>
                  </a:lnTo>
                  <a:lnTo>
                    <a:pt x="1209675" y="3048470"/>
                  </a:lnTo>
                  <a:lnTo>
                    <a:pt x="1208557" y="3048000"/>
                  </a:lnTo>
                  <a:lnTo>
                    <a:pt x="1205915" y="3048000"/>
                  </a:lnTo>
                  <a:lnTo>
                    <a:pt x="1204798" y="3048470"/>
                  </a:lnTo>
                  <a:lnTo>
                    <a:pt x="1202944" y="3050336"/>
                  </a:lnTo>
                  <a:lnTo>
                    <a:pt x="1202474" y="3051454"/>
                  </a:lnTo>
                  <a:lnTo>
                    <a:pt x="1202474" y="3054083"/>
                  </a:lnTo>
                  <a:lnTo>
                    <a:pt x="1202944" y="3055201"/>
                  </a:lnTo>
                  <a:lnTo>
                    <a:pt x="1204798" y="3057067"/>
                  </a:lnTo>
                  <a:lnTo>
                    <a:pt x="1205915" y="3057525"/>
                  </a:lnTo>
                  <a:lnTo>
                    <a:pt x="1208557" y="3057525"/>
                  </a:lnTo>
                  <a:lnTo>
                    <a:pt x="1209675" y="3057067"/>
                  </a:lnTo>
                  <a:lnTo>
                    <a:pt x="1211529" y="3055201"/>
                  </a:lnTo>
                  <a:lnTo>
                    <a:pt x="1211999" y="3054083"/>
                  </a:lnTo>
                  <a:lnTo>
                    <a:pt x="1211999" y="3051454"/>
                  </a:lnTo>
                  <a:close/>
                </a:path>
                <a:path w="2414904" h="3295650">
                  <a:moveTo>
                    <a:pt x="1211999" y="3003829"/>
                  </a:moveTo>
                  <a:lnTo>
                    <a:pt x="1211529" y="3002711"/>
                  </a:lnTo>
                  <a:lnTo>
                    <a:pt x="1209675" y="3000845"/>
                  </a:lnTo>
                  <a:lnTo>
                    <a:pt x="1208557" y="3000375"/>
                  </a:lnTo>
                  <a:lnTo>
                    <a:pt x="1205915" y="3000375"/>
                  </a:lnTo>
                  <a:lnTo>
                    <a:pt x="1204798" y="3000845"/>
                  </a:lnTo>
                  <a:lnTo>
                    <a:pt x="1202944" y="3002711"/>
                  </a:lnTo>
                  <a:lnTo>
                    <a:pt x="1202474" y="3003829"/>
                  </a:lnTo>
                  <a:lnTo>
                    <a:pt x="1202474" y="3006458"/>
                  </a:lnTo>
                  <a:lnTo>
                    <a:pt x="1202944" y="3007576"/>
                  </a:lnTo>
                  <a:lnTo>
                    <a:pt x="1204798" y="3009442"/>
                  </a:lnTo>
                  <a:lnTo>
                    <a:pt x="1205915" y="3009900"/>
                  </a:lnTo>
                  <a:lnTo>
                    <a:pt x="1208557" y="3009900"/>
                  </a:lnTo>
                  <a:lnTo>
                    <a:pt x="1209675" y="3009442"/>
                  </a:lnTo>
                  <a:lnTo>
                    <a:pt x="1211529" y="3007576"/>
                  </a:lnTo>
                  <a:lnTo>
                    <a:pt x="1211999" y="3006458"/>
                  </a:lnTo>
                  <a:lnTo>
                    <a:pt x="1211999" y="3003829"/>
                  </a:lnTo>
                  <a:close/>
                </a:path>
                <a:path w="2414904" h="3295650">
                  <a:moveTo>
                    <a:pt x="1211999" y="2956204"/>
                  </a:moveTo>
                  <a:lnTo>
                    <a:pt x="1211529" y="2955086"/>
                  </a:lnTo>
                  <a:lnTo>
                    <a:pt x="1209675" y="2953220"/>
                  </a:lnTo>
                  <a:lnTo>
                    <a:pt x="1208557" y="2952750"/>
                  </a:lnTo>
                  <a:lnTo>
                    <a:pt x="1205915" y="2952750"/>
                  </a:lnTo>
                  <a:lnTo>
                    <a:pt x="1204798" y="2953220"/>
                  </a:lnTo>
                  <a:lnTo>
                    <a:pt x="1202944" y="2955086"/>
                  </a:lnTo>
                  <a:lnTo>
                    <a:pt x="1202474" y="2956204"/>
                  </a:lnTo>
                  <a:lnTo>
                    <a:pt x="1202474" y="2958833"/>
                  </a:lnTo>
                  <a:lnTo>
                    <a:pt x="1202944" y="2959951"/>
                  </a:lnTo>
                  <a:lnTo>
                    <a:pt x="1204798" y="2961817"/>
                  </a:lnTo>
                  <a:lnTo>
                    <a:pt x="1205915" y="2962275"/>
                  </a:lnTo>
                  <a:lnTo>
                    <a:pt x="1208557" y="2962275"/>
                  </a:lnTo>
                  <a:lnTo>
                    <a:pt x="1209675" y="2961817"/>
                  </a:lnTo>
                  <a:lnTo>
                    <a:pt x="1211529" y="2959951"/>
                  </a:lnTo>
                  <a:lnTo>
                    <a:pt x="1211999" y="2958833"/>
                  </a:lnTo>
                  <a:lnTo>
                    <a:pt x="1211999" y="2956204"/>
                  </a:lnTo>
                  <a:close/>
                </a:path>
                <a:path w="2414904" h="3295650">
                  <a:moveTo>
                    <a:pt x="1211999" y="2908579"/>
                  </a:moveTo>
                  <a:lnTo>
                    <a:pt x="1211529" y="2907461"/>
                  </a:lnTo>
                  <a:lnTo>
                    <a:pt x="1209675" y="2905595"/>
                  </a:lnTo>
                  <a:lnTo>
                    <a:pt x="1208557" y="2905125"/>
                  </a:lnTo>
                  <a:lnTo>
                    <a:pt x="1205915" y="2905125"/>
                  </a:lnTo>
                  <a:lnTo>
                    <a:pt x="1204798" y="2905595"/>
                  </a:lnTo>
                  <a:lnTo>
                    <a:pt x="1202944" y="2907461"/>
                  </a:lnTo>
                  <a:lnTo>
                    <a:pt x="1202474" y="2908579"/>
                  </a:lnTo>
                  <a:lnTo>
                    <a:pt x="1202474" y="2911208"/>
                  </a:lnTo>
                  <a:lnTo>
                    <a:pt x="1202944" y="2912326"/>
                  </a:lnTo>
                  <a:lnTo>
                    <a:pt x="1204798" y="2914192"/>
                  </a:lnTo>
                  <a:lnTo>
                    <a:pt x="1205915" y="2914650"/>
                  </a:lnTo>
                  <a:lnTo>
                    <a:pt x="1208557" y="2914650"/>
                  </a:lnTo>
                  <a:lnTo>
                    <a:pt x="1209675" y="2914192"/>
                  </a:lnTo>
                  <a:lnTo>
                    <a:pt x="1211529" y="2912326"/>
                  </a:lnTo>
                  <a:lnTo>
                    <a:pt x="1211999" y="2911208"/>
                  </a:lnTo>
                  <a:lnTo>
                    <a:pt x="1211999" y="2908579"/>
                  </a:lnTo>
                  <a:close/>
                </a:path>
                <a:path w="2414904" h="3295650">
                  <a:moveTo>
                    <a:pt x="1211999" y="2860954"/>
                  </a:moveTo>
                  <a:lnTo>
                    <a:pt x="1211529" y="2859836"/>
                  </a:lnTo>
                  <a:lnTo>
                    <a:pt x="1209675" y="2857970"/>
                  </a:lnTo>
                  <a:lnTo>
                    <a:pt x="1208557" y="2857500"/>
                  </a:lnTo>
                  <a:lnTo>
                    <a:pt x="1205915" y="2857500"/>
                  </a:lnTo>
                  <a:lnTo>
                    <a:pt x="1204798" y="2857970"/>
                  </a:lnTo>
                  <a:lnTo>
                    <a:pt x="1202944" y="2859836"/>
                  </a:lnTo>
                  <a:lnTo>
                    <a:pt x="1202474" y="2860954"/>
                  </a:lnTo>
                  <a:lnTo>
                    <a:pt x="1202474" y="2863583"/>
                  </a:lnTo>
                  <a:lnTo>
                    <a:pt x="1202944" y="2864701"/>
                  </a:lnTo>
                  <a:lnTo>
                    <a:pt x="1204798" y="2866567"/>
                  </a:lnTo>
                  <a:lnTo>
                    <a:pt x="1205915" y="2867025"/>
                  </a:lnTo>
                  <a:lnTo>
                    <a:pt x="1208557" y="2867025"/>
                  </a:lnTo>
                  <a:lnTo>
                    <a:pt x="1209675" y="2866567"/>
                  </a:lnTo>
                  <a:lnTo>
                    <a:pt x="1211529" y="2864701"/>
                  </a:lnTo>
                  <a:lnTo>
                    <a:pt x="1211999" y="2863583"/>
                  </a:lnTo>
                  <a:lnTo>
                    <a:pt x="1211999" y="2860954"/>
                  </a:lnTo>
                  <a:close/>
                </a:path>
                <a:path w="2414904" h="3295650">
                  <a:moveTo>
                    <a:pt x="1211999" y="2813329"/>
                  </a:moveTo>
                  <a:lnTo>
                    <a:pt x="1211529" y="2812211"/>
                  </a:lnTo>
                  <a:lnTo>
                    <a:pt x="1209675" y="2810345"/>
                  </a:lnTo>
                  <a:lnTo>
                    <a:pt x="1208557" y="2809875"/>
                  </a:lnTo>
                  <a:lnTo>
                    <a:pt x="1205915" y="2809875"/>
                  </a:lnTo>
                  <a:lnTo>
                    <a:pt x="1204798" y="2810345"/>
                  </a:lnTo>
                  <a:lnTo>
                    <a:pt x="1202944" y="2812211"/>
                  </a:lnTo>
                  <a:lnTo>
                    <a:pt x="1202474" y="2813329"/>
                  </a:lnTo>
                  <a:lnTo>
                    <a:pt x="1202474" y="2815958"/>
                  </a:lnTo>
                  <a:lnTo>
                    <a:pt x="1202944" y="2817076"/>
                  </a:lnTo>
                  <a:lnTo>
                    <a:pt x="1204798" y="2818942"/>
                  </a:lnTo>
                  <a:lnTo>
                    <a:pt x="1205915" y="2819400"/>
                  </a:lnTo>
                  <a:lnTo>
                    <a:pt x="1208557" y="2819400"/>
                  </a:lnTo>
                  <a:lnTo>
                    <a:pt x="1209675" y="2818942"/>
                  </a:lnTo>
                  <a:lnTo>
                    <a:pt x="1211529" y="2817076"/>
                  </a:lnTo>
                  <a:lnTo>
                    <a:pt x="1211999" y="2815958"/>
                  </a:lnTo>
                  <a:lnTo>
                    <a:pt x="1211999" y="2813329"/>
                  </a:lnTo>
                  <a:close/>
                </a:path>
                <a:path w="2414904" h="3295650">
                  <a:moveTo>
                    <a:pt x="1211999" y="2765704"/>
                  </a:moveTo>
                  <a:lnTo>
                    <a:pt x="1211529" y="2764586"/>
                  </a:lnTo>
                  <a:lnTo>
                    <a:pt x="1209675" y="2762720"/>
                  </a:lnTo>
                  <a:lnTo>
                    <a:pt x="1208557" y="2762250"/>
                  </a:lnTo>
                  <a:lnTo>
                    <a:pt x="1205915" y="2762250"/>
                  </a:lnTo>
                  <a:lnTo>
                    <a:pt x="1204798" y="2762720"/>
                  </a:lnTo>
                  <a:lnTo>
                    <a:pt x="1202944" y="2764586"/>
                  </a:lnTo>
                  <a:lnTo>
                    <a:pt x="1202474" y="2765704"/>
                  </a:lnTo>
                  <a:lnTo>
                    <a:pt x="1202474" y="2768333"/>
                  </a:lnTo>
                  <a:lnTo>
                    <a:pt x="1202944" y="2769451"/>
                  </a:lnTo>
                  <a:lnTo>
                    <a:pt x="1204798" y="2771317"/>
                  </a:lnTo>
                  <a:lnTo>
                    <a:pt x="1205915" y="2771775"/>
                  </a:lnTo>
                  <a:lnTo>
                    <a:pt x="1208557" y="2771775"/>
                  </a:lnTo>
                  <a:lnTo>
                    <a:pt x="1209675" y="2771317"/>
                  </a:lnTo>
                  <a:lnTo>
                    <a:pt x="1211529" y="2769451"/>
                  </a:lnTo>
                  <a:lnTo>
                    <a:pt x="1211999" y="2768333"/>
                  </a:lnTo>
                  <a:lnTo>
                    <a:pt x="1211999" y="2765704"/>
                  </a:lnTo>
                  <a:close/>
                </a:path>
                <a:path w="2414904" h="3295650">
                  <a:moveTo>
                    <a:pt x="1211999" y="2718079"/>
                  </a:moveTo>
                  <a:lnTo>
                    <a:pt x="1211529" y="2716961"/>
                  </a:lnTo>
                  <a:lnTo>
                    <a:pt x="1209675" y="2715095"/>
                  </a:lnTo>
                  <a:lnTo>
                    <a:pt x="1208557" y="2714625"/>
                  </a:lnTo>
                  <a:lnTo>
                    <a:pt x="1205915" y="2714625"/>
                  </a:lnTo>
                  <a:lnTo>
                    <a:pt x="1204798" y="2715095"/>
                  </a:lnTo>
                  <a:lnTo>
                    <a:pt x="1202944" y="2716961"/>
                  </a:lnTo>
                  <a:lnTo>
                    <a:pt x="1202474" y="2718079"/>
                  </a:lnTo>
                  <a:lnTo>
                    <a:pt x="1202474" y="2720708"/>
                  </a:lnTo>
                  <a:lnTo>
                    <a:pt x="1202944" y="2721826"/>
                  </a:lnTo>
                  <a:lnTo>
                    <a:pt x="1204798" y="2723692"/>
                  </a:lnTo>
                  <a:lnTo>
                    <a:pt x="1205915" y="2724150"/>
                  </a:lnTo>
                  <a:lnTo>
                    <a:pt x="1208557" y="2724150"/>
                  </a:lnTo>
                  <a:lnTo>
                    <a:pt x="1209675" y="2723692"/>
                  </a:lnTo>
                  <a:lnTo>
                    <a:pt x="1211529" y="2721826"/>
                  </a:lnTo>
                  <a:lnTo>
                    <a:pt x="1211999" y="2720708"/>
                  </a:lnTo>
                  <a:lnTo>
                    <a:pt x="1211999" y="2718079"/>
                  </a:lnTo>
                  <a:close/>
                </a:path>
                <a:path w="2414904" h="3295650">
                  <a:moveTo>
                    <a:pt x="1211999" y="2670454"/>
                  </a:moveTo>
                  <a:lnTo>
                    <a:pt x="1211529" y="2669336"/>
                  </a:lnTo>
                  <a:lnTo>
                    <a:pt x="1209675" y="2667470"/>
                  </a:lnTo>
                  <a:lnTo>
                    <a:pt x="1208557" y="2667000"/>
                  </a:lnTo>
                  <a:lnTo>
                    <a:pt x="1205915" y="2667000"/>
                  </a:lnTo>
                  <a:lnTo>
                    <a:pt x="1204798" y="2667470"/>
                  </a:lnTo>
                  <a:lnTo>
                    <a:pt x="1202944" y="2669336"/>
                  </a:lnTo>
                  <a:lnTo>
                    <a:pt x="1202474" y="2670454"/>
                  </a:lnTo>
                  <a:lnTo>
                    <a:pt x="1202474" y="2673083"/>
                  </a:lnTo>
                  <a:lnTo>
                    <a:pt x="1202944" y="2674201"/>
                  </a:lnTo>
                  <a:lnTo>
                    <a:pt x="1204798" y="2676067"/>
                  </a:lnTo>
                  <a:lnTo>
                    <a:pt x="1205915" y="2676525"/>
                  </a:lnTo>
                  <a:lnTo>
                    <a:pt x="1208557" y="2676525"/>
                  </a:lnTo>
                  <a:lnTo>
                    <a:pt x="1209675" y="2676067"/>
                  </a:lnTo>
                  <a:lnTo>
                    <a:pt x="1211529" y="2674201"/>
                  </a:lnTo>
                  <a:lnTo>
                    <a:pt x="1211999" y="2673083"/>
                  </a:lnTo>
                  <a:lnTo>
                    <a:pt x="1211999" y="2670454"/>
                  </a:lnTo>
                  <a:close/>
                </a:path>
                <a:path w="2414904" h="3295650">
                  <a:moveTo>
                    <a:pt x="1211999" y="2622829"/>
                  </a:moveTo>
                  <a:lnTo>
                    <a:pt x="1211529" y="2621711"/>
                  </a:lnTo>
                  <a:lnTo>
                    <a:pt x="1209675" y="2619845"/>
                  </a:lnTo>
                  <a:lnTo>
                    <a:pt x="1208557" y="2619375"/>
                  </a:lnTo>
                  <a:lnTo>
                    <a:pt x="1205915" y="2619375"/>
                  </a:lnTo>
                  <a:lnTo>
                    <a:pt x="1204798" y="2619845"/>
                  </a:lnTo>
                  <a:lnTo>
                    <a:pt x="1202944" y="2621711"/>
                  </a:lnTo>
                  <a:lnTo>
                    <a:pt x="1202474" y="2622829"/>
                  </a:lnTo>
                  <a:lnTo>
                    <a:pt x="1202474" y="2625458"/>
                  </a:lnTo>
                  <a:lnTo>
                    <a:pt x="1202944" y="2626576"/>
                  </a:lnTo>
                  <a:lnTo>
                    <a:pt x="1204798" y="2628442"/>
                  </a:lnTo>
                  <a:lnTo>
                    <a:pt x="1205915" y="2628900"/>
                  </a:lnTo>
                  <a:lnTo>
                    <a:pt x="1208557" y="2628900"/>
                  </a:lnTo>
                  <a:lnTo>
                    <a:pt x="1209675" y="2628442"/>
                  </a:lnTo>
                  <a:lnTo>
                    <a:pt x="1211529" y="2626576"/>
                  </a:lnTo>
                  <a:lnTo>
                    <a:pt x="1211999" y="2625458"/>
                  </a:lnTo>
                  <a:lnTo>
                    <a:pt x="1211999" y="2622829"/>
                  </a:lnTo>
                  <a:close/>
                </a:path>
                <a:path w="2414904" h="3295650">
                  <a:moveTo>
                    <a:pt x="1211999" y="2575204"/>
                  </a:moveTo>
                  <a:lnTo>
                    <a:pt x="1211529" y="2574086"/>
                  </a:lnTo>
                  <a:lnTo>
                    <a:pt x="1209675" y="2572220"/>
                  </a:lnTo>
                  <a:lnTo>
                    <a:pt x="1208557" y="2571750"/>
                  </a:lnTo>
                  <a:lnTo>
                    <a:pt x="1205915" y="2571750"/>
                  </a:lnTo>
                  <a:lnTo>
                    <a:pt x="1204798" y="2572220"/>
                  </a:lnTo>
                  <a:lnTo>
                    <a:pt x="1202944" y="2574086"/>
                  </a:lnTo>
                  <a:lnTo>
                    <a:pt x="1202474" y="2575204"/>
                  </a:lnTo>
                  <a:lnTo>
                    <a:pt x="1202474" y="2577833"/>
                  </a:lnTo>
                  <a:lnTo>
                    <a:pt x="1202944" y="2578951"/>
                  </a:lnTo>
                  <a:lnTo>
                    <a:pt x="1204798" y="2580817"/>
                  </a:lnTo>
                  <a:lnTo>
                    <a:pt x="1205915" y="2581275"/>
                  </a:lnTo>
                  <a:lnTo>
                    <a:pt x="1208557" y="2581275"/>
                  </a:lnTo>
                  <a:lnTo>
                    <a:pt x="1209675" y="2580817"/>
                  </a:lnTo>
                  <a:lnTo>
                    <a:pt x="1211529" y="2578951"/>
                  </a:lnTo>
                  <a:lnTo>
                    <a:pt x="1211999" y="2577833"/>
                  </a:lnTo>
                  <a:lnTo>
                    <a:pt x="1211999" y="2575204"/>
                  </a:lnTo>
                  <a:close/>
                </a:path>
                <a:path w="2414904" h="3295650">
                  <a:moveTo>
                    <a:pt x="1211999" y="2527579"/>
                  </a:moveTo>
                  <a:lnTo>
                    <a:pt x="1211529" y="2526461"/>
                  </a:lnTo>
                  <a:lnTo>
                    <a:pt x="1209675" y="2524595"/>
                  </a:lnTo>
                  <a:lnTo>
                    <a:pt x="1208557" y="2524125"/>
                  </a:lnTo>
                  <a:lnTo>
                    <a:pt x="1205915" y="2524125"/>
                  </a:lnTo>
                  <a:lnTo>
                    <a:pt x="1204798" y="2524595"/>
                  </a:lnTo>
                  <a:lnTo>
                    <a:pt x="1202944" y="2526461"/>
                  </a:lnTo>
                  <a:lnTo>
                    <a:pt x="1202474" y="2527579"/>
                  </a:lnTo>
                  <a:lnTo>
                    <a:pt x="1202474" y="2530208"/>
                  </a:lnTo>
                  <a:lnTo>
                    <a:pt x="1202944" y="2531326"/>
                  </a:lnTo>
                  <a:lnTo>
                    <a:pt x="1204798" y="2533192"/>
                  </a:lnTo>
                  <a:lnTo>
                    <a:pt x="1205915" y="2533650"/>
                  </a:lnTo>
                  <a:lnTo>
                    <a:pt x="1208557" y="2533650"/>
                  </a:lnTo>
                  <a:lnTo>
                    <a:pt x="1209675" y="2533192"/>
                  </a:lnTo>
                  <a:lnTo>
                    <a:pt x="1211529" y="2531326"/>
                  </a:lnTo>
                  <a:lnTo>
                    <a:pt x="1211999" y="2530208"/>
                  </a:lnTo>
                  <a:lnTo>
                    <a:pt x="1211999" y="2527579"/>
                  </a:lnTo>
                  <a:close/>
                </a:path>
                <a:path w="2414904" h="3295650">
                  <a:moveTo>
                    <a:pt x="1211999" y="2479954"/>
                  </a:moveTo>
                  <a:lnTo>
                    <a:pt x="1211529" y="2478836"/>
                  </a:lnTo>
                  <a:lnTo>
                    <a:pt x="1209675" y="2476970"/>
                  </a:lnTo>
                  <a:lnTo>
                    <a:pt x="1208557" y="2476500"/>
                  </a:lnTo>
                  <a:lnTo>
                    <a:pt x="1205915" y="2476500"/>
                  </a:lnTo>
                  <a:lnTo>
                    <a:pt x="1204798" y="2476970"/>
                  </a:lnTo>
                  <a:lnTo>
                    <a:pt x="1202944" y="2478836"/>
                  </a:lnTo>
                  <a:lnTo>
                    <a:pt x="1202474" y="2479954"/>
                  </a:lnTo>
                  <a:lnTo>
                    <a:pt x="1202474" y="2482583"/>
                  </a:lnTo>
                  <a:lnTo>
                    <a:pt x="1202944" y="2483701"/>
                  </a:lnTo>
                  <a:lnTo>
                    <a:pt x="1204798" y="2485567"/>
                  </a:lnTo>
                  <a:lnTo>
                    <a:pt x="1205915" y="2486025"/>
                  </a:lnTo>
                  <a:lnTo>
                    <a:pt x="1208557" y="2486025"/>
                  </a:lnTo>
                  <a:lnTo>
                    <a:pt x="1209675" y="2485567"/>
                  </a:lnTo>
                  <a:lnTo>
                    <a:pt x="1211529" y="2483701"/>
                  </a:lnTo>
                  <a:lnTo>
                    <a:pt x="1211999" y="2482583"/>
                  </a:lnTo>
                  <a:lnTo>
                    <a:pt x="1211999" y="2479954"/>
                  </a:lnTo>
                  <a:close/>
                </a:path>
                <a:path w="2414904" h="3295650">
                  <a:moveTo>
                    <a:pt x="1211999" y="2432329"/>
                  </a:moveTo>
                  <a:lnTo>
                    <a:pt x="1211529" y="2431211"/>
                  </a:lnTo>
                  <a:lnTo>
                    <a:pt x="1209675" y="2429345"/>
                  </a:lnTo>
                  <a:lnTo>
                    <a:pt x="1208557" y="2428875"/>
                  </a:lnTo>
                  <a:lnTo>
                    <a:pt x="1205915" y="2428875"/>
                  </a:lnTo>
                  <a:lnTo>
                    <a:pt x="1204798" y="2429345"/>
                  </a:lnTo>
                  <a:lnTo>
                    <a:pt x="1202944" y="2431211"/>
                  </a:lnTo>
                  <a:lnTo>
                    <a:pt x="1202474" y="2432329"/>
                  </a:lnTo>
                  <a:lnTo>
                    <a:pt x="1202474" y="2434958"/>
                  </a:lnTo>
                  <a:lnTo>
                    <a:pt x="1202944" y="2436076"/>
                  </a:lnTo>
                  <a:lnTo>
                    <a:pt x="1204798" y="2437942"/>
                  </a:lnTo>
                  <a:lnTo>
                    <a:pt x="1205915" y="2438400"/>
                  </a:lnTo>
                  <a:lnTo>
                    <a:pt x="1208557" y="2438400"/>
                  </a:lnTo>
                  <a:lnTo>
                    <a:pt x="1209675" y="2437942"/>
                  </a:lnTo>
                  <a:lnTo>
                    <a:pt x="1211529" y="2436076"/>
                  </a:lnTo>
                  <a:lnTo>
                    <a:pt x="1211999" y="2434958"/>
                  </a:lnTo>
                  <a:lnTo>
                    <a:pt x="1211999" y="2432329"/>
                  </a:lnTo>
                  <a:close/>
                </a:path>
                <a:path w="2414904" h="3295650">
                  <a:moveTo>
                    <a:pt x="1211999" y="2384704"/>
                  </a:moveTo>
                  <a:lnTo>
                    <a:pt x="1211529" y="2383586"/>
                  </a:lnTo>
                  <a:lnTo>
                    <a:pt x="1209675" y="2381720"/>
                  </a:lnTo>
                  <a:lnTo>
                    <a:pt x="1208557" y="2381250"/>
                  </a:lnTo>
                  <a:lnTo>
                    <a:pt x="1205915" y="2381250"/>
                  </a:lnTo>
                  <a:lnTo>
                    <a:pt x="1204798" y="2381720"/>
                  </a:lnTo>
                  <a:lnTo>
                    <a:pt x="1202944" y="2383586"/>
                  </a:lnTo>
                  <a:lnTo>
                    <a:pt x="1202474" y="2384704"/>
                  </a:lnTo>
                  <a:lnTo>
                    <a:pt x="1202474" y="2387333"/>
                  </a:lnTo>
                  <a:lnTo>
                    <a:pt x="1202944" y="2388451"/>
                  </a:lnTo>
                  <a:lnTo>
                    <a:pt x="1204798" y="2390317"/>
                  </a:lnTo>
                  <a:lnTo>
                    <a:pt x="1205915" y="2390775"/>
                  </a:lnTo>
                  <a:lnTo>
                    <a:pt x="1208557" y="2390775"/>
                  </a:lnTo>
                  <a:lnTo>
                    <a:pt x="1209675" y="2390317"/>
                  </a:lnTo>
                  <a:lnTo>
                    <a:pt x="1211529" y="2388451"/>
                  </a:lnTo>
                  <a:lnTo>
                    <a:pt x="1211999" y="2387333"/>
                  </a:lnTo>
                  <a:lnTo>
                    <a:pt x="1211999" y="2384704"/>
                  </a:lnTo>
                  <a:close/>
                </a:path>
                <a:path w="2414904" h="3295650">
                  <a:moveTo>
                    <a:pt x="1211999" y="2337079"/>
                  </a:moveTo>
                  <a:lnTo>
                    <a:pt x="1211529" y="2335961"/>
                  </a:lnTo>
                  <a:lnTo>
                    <a:pt x="1209675" y="2334095"/>
                  </a:lnTo>
                  <a:lnTo>
                    <a:pt x="1208557" y="2333625"/>
                  </a:lnTo>
                  <a:lnTo>
                    <a:pt x="1205915" y="2333625"/>
                  </a:lnTo>
                  <a:lnTo>
                    <a:pt x="1204798" y="2334095"/>
                  </a:lnTo>
                  <a:lnTo>
                    <a:pt x="1202944" y="2335961"/>
                  </a:lnTo>
                  <a:lnTo>
                    <a:pt x="1202474" y="2337079"/>
                  </a:lnTo>
                  <a:lnTo>
                    <a:pt x="1202474" y="2339708"/>
                  </a:lnTo>
                  <a:lnTo>
                    <a:pt x="1202944" y="2340826"/>
                  </a:lnTo>
                  <a:lnTo>
                    <a:pt x="1204798" y="2342692"/>
                  </a:lnTo>
                  <a:lnTo>
                    <a:pt x="1205915" y="2343150"/>
                  </a:lnTo>
                  <a:lnTo>
                    <a:pt x="1208557" y="2343150"/>
                  </a:lnTo>
                  <a:lnTo>
                    <a:pt x="1209675" y="2342692"/>
                  </a:lnTo>
                  <a:lnTo>
                    <a:pt x="1211529" y="2340826"/>
                  </a:lnTo>
                  <a:lnTo>
                    <a:pt x="1211999" y="2339708"/>
                  </a:lnTo>
                  <a:lnTo>
                    <a:pt x="1211999" y="2337079"/>
                  </a:lnTo>
                  <a:close/>
                </a:path>
                <a:path w="2414904" h="3295650">
                  <a:moveTo>
                    <a:pt x="1211999" y="2289454"/>
                  </a:moveTo>
                  <a:lnTo>
                    <a:pt x="1211529" y="2288336"/>
                  </a:lnTo>
                  <a:lnTo>
                    <a:pt x="1209675" y="2286470"/>
                  </a:lnTo>
                  <a:lnTo>
                    <a:pt x="1208557" y="2286000"/>
                  </a:lnTo>
                  <a:lnTo>
                    <a:pt x="1205915" y="2286000"/>
                  </a:lnTo>
                  <a:lnTo>
                    <a:pt x="1204798" y="2286470"/>
                  </a:lnTo>
                  <a:lnTo>
                    <a:pt x="1202944" y="2288336"/>
                  </a:lnTo>
                  <a:lnTo>
                    <a:pt x="1202474" y="2289454"/>
                  </a:lnTo>
                  <a:lnTo>
                    <a:pt x="1202474" y="2292083"/>
                  </a:lnTo>
                  <a:lnTo>
                    <a:pt x="1202944" y="2293201"/>
                  </a:lnTo>
                  <a:lnTo>
                    <a:pt x="1204798" y="2295067"/>
                  </a:lnTo>
                  <a:lnTo>
                    <a:pt x="1205915" y="2295525"/>
                  </a:lnTo>
                  <a:lnTo>
                    <a:pt x="1208557" y="2295525"/>
                  </a:lnTo>
                  <a:lnTo>
                    <a:pt x="1209675" y="2295067"/>
                  </a:lnTo>
                  <a:lnTo>
                    <a:pt x="1211529" y="2293201"/>
                  </a:lnTo>
                  <a:lnTo>
                    <a:pt x="1211999" y="2292083"/>
                  </a:lnTo>
                  <a:lnTo>
                    <a:pt x="1211999" y="2289454"/>
                  </a:lnTo>
                  <a:close/>
                </a:path>
                <a:path w="2414904" h="3295650">
                  <a:moveTo>
                    <a:pt x="1211999" y="2241829"/>
                  </a:moveTo>
                  <a:lnTo>
                    <a:pt x="1211529" y="2240711"/>
                  </a:lnTo>
                  <a:lnTo>
                    <a:pt x="1209675" y="2238845"/>
                  </a:lnTo>
                  <a:lnTo>
                    <a:pt x="1208557" y="2238375"/>
                  </a:lnTo>
                  <a:lnTo>
                    <a:pt x="1205915" y="2238375"/>
                  </a:lnTo>
                  <a:lnTo>
                    <a:pt x="1204798" y="2238845"/>
                  </a:lnTo>
                  <a:lnTo>
                    <a:pt x="1202944" y="2240711"/>
                  </a:lnTo>
                  <a:lnTo>
                    <a:pt x="1202474" y="2241829"/>
                  </a:lnTo>
                  <a:lnTo>
                    <a:pt x="1202474" y="2244458"/>
                  </a:lnTo>
                  <a:lnTo>
                    <a:pt x="1202944" y="2245576"/>
                  </a:lnTo>
                  <a:lnTo>
                    <a:pt x="1204798" y="2247442"/>
                  </a:lnTo>
                  <a:lnTo>
                    <a:pt x="1205915" y="2247900"/>
                  </a:lnTo>
                  <a:lnTo>
                    <a:pt x="1208557" y="2247900"/>
                  </a:lnTo>
                  <a:lnTo>
                    <a:pt x="1209675" y="2247442"/>
                  </a:lnTo>
                  <a:lnTo>
                    <a:pt x="1211529" y="2245576"/>
                  </a:lnTo>
                  <a:lnTo>
                    <a:pt x="1211999" y="2244458"/>
                  </a:lnTo>
                  <a:lnTo>
                    <a:pt x="1211999" y="2241829"/>
                  </a:lnTo>
                  <a:close/>
                </a:path>
                <a:path w="2414904" h="3295650">
                  <a:moveTo>
                    <a:pt x="1211999" y="2194204"/>
                  </a:moveTo>
                  <a:lnTo>
                    <a:pt x="1211529" y="2193086"/>
                  </a:lnTo>
                  <a:lnTo>
                    <a:pt x="1209675" y="2191220"/>
                  </a:lnTo>
                  <a:lnTo>
                    <a:pt x="1208557" y="2190750"/>
                  </a:lnTo>
                  <a:lnTo>
                    <a:pt x="1205915" y="2190750"/>
                  </a:lnTo>
                  <a:lnTo>
                    <a:pt x="1204798" y="2191220"/>
                  </a:lnTo>
                  <a:lnTo>
                    <a:pt x="1202944" y="2193086"/>
                  </a:lnTo>
                  <a:lnTo>
                    <a:pt x="1202474" y="2194204"/>
                  </a:lnTo>
                  <a:lnTo>
                    <a:pt x="1202474" y="2196833"/>
                  </a:lnTo>
                  <a:lnTo>
                    <a:pt x="1202944" y="2197951"/>
                  </a:lnTo>
                  <a:lnTo>
                    <a:pt x="1204798" y="2199817"/>
                  </a:lnTo>
                  <a:lnTo>
                    <a:pt x="1205915" y="2200275"/>
                  </a:lnTo>
                  <a:lnTo>
                    <a:pt x="1208557" y="2200275"/>
                  </a:lnTo>
                  <a:lnTo>
                    <a:pt x="1209675" y="2199817"/>
                  </a:lnTo>
                  <a:lnTo>
                    <a:pt x="1211529" y="2197951"/>
                  </a:lnTo>
                  <a:lnTo>
                    <a:pt x="1211999" y="2196833"/>
                  </a:lnTo>
                  <a:lnTo>
                    <a:pt x="1211999" y="2194204"/>
                  </a:lnTo>
                  <a:close/>
                </a:path>
                <a:path w="2414904" h="3295650">
                  <a:moveTo>
                    <a:pt x="1211999" y="2146579"/>
                  </a:moveTo>
                  <a:lnTo>
                    <a:pt x="1211529" y="2145461"/>
                  </a:lnTo>
                  <a:lnTo>
                    <a:pt x="1209675" y="2143595"/>
                  </a:lnTo>
                  <a:lnTo>
                    <a:pt x="1208557" y="2143125"/>
                  </a:lnTo>
                  <a:lnTo>
                    <a:pt x="1205915" y="2143125"/>
                  </a:lnTo>
                  <a:lnTo>
                    <a:pt x="1204798" y="2143595"/>
                  </a:lnTo>
                  <a:lnTo>
                    <a:pt x="1202944" y="2145461"/>
                  </a:lnTo>
                  <a:lnTo>
                    <a:pt x="1202474" y="2146579"/>
                  </a:lnTo>
                  <a:lnTo>
                    <a:pt x="1202474" y="2149208"/>
                  </a:lnTo>
                  <a:lnTo>
                    <a:pt x="1202944" y="2150326"/>
                  </a:lnTo>
                  <a:lnTo>
                    <a:pt x="1204798" y="2152192"/>
                  </a:lnTo>
                  <a:lnTo>
                    <a:pt x="1205915" y="2152650"/>
                  </a:lnTo>
                  <a:lnTo>
                    <a:pt x="1208557" y="2152650"/>
                  </a:lnTo>
                  <a:lnTo>
                    <a:pt x="1209675" y="2152192"/>
                  </a:lnTo>
                  <a:lnTo>
                    <a:pt x="1211529" y="2150326"/>
                  </a:lnTo>
                  <a:lnTo>
                    <a:pt x="1211999" y="2149208"/>
                  </a:lnTo>
                  <a:lnTo>
                    <a:pt x="1211999" y="2146579"/>
                  </a:lnTo>
                  <a:close/>
                </a:path>
                <a:path w="2414904" h="3295650">
                  <a:moveTo>
                    <a:pt x="1211999" y="2098954"/>
                  </a:moveTo>
                  <a:lnTo>
                    <a:pt x="1211529" y="2097836"/>
                  </a:lnTo>
                  <a:lnTo>
                    <a:pt x="1209675" y="2095969"/>
                  </a:lnTo>
                  <a:lnTo>
                    <a:pt x="1208557" y="2095500"/>
                  </a:lnTo>
                  <a:lnTo>
                    <a:pt x="1205915" y="2095500"/>
                  </a:lnTo>
                  <a:lnTo>
                    <a:pt x="1204798" y="2095969"/>
                  </a:lnTo>
                  <a:lnTo>
                    <a:pt x="1202944" y="2097836"/>
                  </a:lnTo>
                  <a:lnTo>
                    <a:pt x="1202474" y="2098954"/>
                  </a:lnTo>
                  <a:lnTo>
                    <a:pt x="1202474" y="2101583"/>
                  </a:lnTo>
                  <a:lnTo>
                    <a:pt x="1202944" y="2102700"/>
                  </a:lnTo>
                  <a:lnTo>
                    <a:pt x="1204798" y="2104567"/>
                  </a:lnTo>
                  <a:lnTo>
                    <a:pt x="1205915" y="2105025"/>
                  </a:lnTo>
                  <a:lnTo>
                    <a:pt x="1208557" y="2105025"/>
                  </a:lnTo>
                  <a:lnTo>
                    <a:pt x="1209675" y="2104567"/>
                  </a:lnTo>
                  <a:lnTo>
                    <a:pt x="1211529" y="2102700"/>
                  </a:lnTo>
                  <a:lnTo>
                    <a:pt x="1211999" y="2101583"/>
                  </a:lnTo>
                  <a:lnTo>
                    <a:pt x="1211999" y="2098954"/>
                  </a:lnTo>
                  <a:close/>
                </a:path>
                <a:path w="2414904" h="3295650">
                  <a:moveTo>
                    <a:pt x="1211999" y="2051329"/>
                  </a:moveTo>
                  <a:lnTo>
                    <a:pt x="1211529" y="2050211"/>
                  </a:lnTo>
                  <a:lnTo>
                    <a:pt x="1209675" y="2048344"/>
                  </a:lnTo>
                  <a:lnTo>
                    <a:pt x="1208557" y="2047887"/>
                  </a:lnTo>
                  <a:lnTo>
                    <a:pt x="1205915" y="2047887"/>
                  </a:lnTo>
                  <a:lnTo>
                    <a:pt x="1204798" y="2048344"/>
                  </a:lnTo>
                  <a:lnTo>
                    <a:pt x="1202944" y="2050211"/>
                  </a:lnTo>
                  <a:lnTo>
                    <a:pt x="1202474" y="2051329"/>
                  </a:lnTo>
                  <a:lnTo>
                    <a:pt x="1202474" y="2053958"/>
                  </a:lnTo>
                  <a:lnTo>
                    <a:pt x="1202944" y="2055075"/>
                  </a:lnTo>
                  <a:lnTo>
                    <a:pt x="1204798" y="2056942"/>
                  </a:lnTo>
                  <a:lnTo>
                    <a:pt x="1205915" y="2057400"/>
                  </a:lnTo>
                  <a:lnTo>
                    <a:pt x="1208557" y="2057400"/>
                  </a:lnTo>
                  <a:lnTo>
                    <a:pt x="1209675" y="2056942"/>
                  </a:lnTo>
                  <a:lnTo>
                    <a:pt x="1211529" y="2055075"/>
                  </a:lnTo>
                  <a:lnTo>
                    <a:pt x="1211999" y="2053958"/>
                  </a:lnTo>
                  <a:lnTo>
                    <a:pt x="1211999" y="2051329"/>
                  </a:lnTo>
                  <a:close/>
                </a:path>
                <a:path w="2414904" h="3295650">
                  <a:moveTo>
                    <a:pt x="1211999" y="2003704"/>
                  </a:moveTo>
                  <a:lnTo>
                    <a:pt x="1211529" y="2002586"/>
                  </a:lnTo>
                  <a:lnTo>
                    <a:pt x="1209675" y="2000719"/>
                  </a:lnTo>
                  <a:lnTo>
                    <a:pt x="1208557" y="2000262"/>
                  </a:lnTo>
                  <a:lnTo>
                    <a:pt x="1205915" y="2000262"/>
                  </a:lnTo>
                  <a:lnTo>
                    <a:pt x="1204798" y="2000719"/>
                  </a:lnTo>
                  <a:lnTo>
                    <a:pt x="1202944" y="2002586"/>
                  </a:lnTo>
                  <a:lnTo>
                    <a:pt x="1202474" y="2003704"/>
                  </a:lnTo>
                  <a:lnTo>
                    <a:pt x="1202474" y="2006333"/>
                  </a:lnTo>
                  <a:lnTo>
                    <a:pt x="1202944" y="2007450"/>
                  </a:lnTo>
                  <a:lnTo>
                    <a:pt x="1204798" y="2009317"/>
                  </a:lnTo>
                  <a:lnTo>
                    <a:pt x="1205915" y="2009775"/>
                  </a:lnTo>
                  <a:lnTo>
                    <a:pt x="1208557" y="2009775"/>
                  </a:lnTo>
                  <a:lnTo>
                    <a:pt x="1209675" y="2009317"/>
                  </a:lnTo>
                  <a:lnTo>
                    <a:pt x="1211529" y="2007450"/>
                  </a:lnTo>
                  <a:lnTo>
                    <a:pt x="1211999" y="2006333"/>
                  </a:lnTo>
                  <a:lnTo>
                    <a:pt x="1211999" y="2003704"/>
                  </a:lnTo>
                  <a:close/>
                </a:path>
                <a:path w="2414904" h="3295650">
                  <a:moveTo>
                    <a:pt x="1211999" y="1956079"/>
                  </a:moveTo>
                  <a:lnTo>
                    <a:pt x="1211529" y="1954961"/>
                  </a:lnTo>
                  <a:lnTo>
                    <a:pt x="1209675" y="1953094"/>
                  </a:lnTo>
                  <a:lnTo>
                    <a:pt x="1208557" y="1952625"/>
                  </a:lnTo>
                  <a:lnTo>
                    <a:pt x="1205915" y="1952625"/>
                  </a:lnTo>
                  <a:lnTo>
                    <a:pt x="1204798" y="1953094"/>
                  </a:lnTo>
                  <a:lnTo>
                    <a:pt x="1202944" y="1954961"/>
                  </a:lnTo>
                  <a:lnTo>
                    <a:pt x="1202474" y="1956079"/>
                  </a:lnTo>
                  <a:lnTo>
                    <a:pt x="1202474" y="1958708"/>
                  </a:lnTo>
                  <a:lnTo>
                    <a:pt x="1202944" y="1959825"/>
                  </a:lnTo>
                  <a:lnTo>
                    <a:pt x="1204798" y="1961692"/>
                  </a:lnTo>
                  <a:lnTo>
                    <a:pt x="1205915" y="1962150"/>
                  </a:lnTo>
                  <a:lnTo>
                    <a:pt x="1208557" y="1962150"/>
                  </a:lnTo>
                  <a:lnTo>
                    <a:pt x="1209675" y="1961692"/>
                  </a:lnTo>
                  <a:lnTo>
                    <a:pt x="1211529" y="1959825"/>
                  </a:lnTo>
                  <a:lnTo>
                    <a:pt x="1211999" y="1958708"/>
                  </a:lnTo>
                  <a:lnTo>
                    <a:pt x="1211999" y="1956079"/>
                  </a:lnTo>
                  <a:close/>
                </a:path>
                <a:path w="2414904" h="3295650">
                  <a:moveTo>
                    <a:pt x="1211999" y="1908454"/>
                  </a:moveTo>
                  <a:lnTo>
                    <a:pt x="1211529" y="1907336"/>
                  </a:lnTo>
                  <a:lnTo>
                    <a:pt x="1209675" y="1905469"/>
                  </a:lnTo>
                  <a:lnTo>
                    <a:pt x="1208557" y="1905012"/>
                  </a:lnTo>
                  <a:lnTo>
                    <a:pt x="1205915" y="1905012"/>
                  </a:lnTo>
                  <a:lnTo>
                    <a:pt x="1204798" y="1905469"/>
                  </a:lnTo>
                  <a:lnTo>
                    <a:pt x="1202944" y="1907336"/>
                  </a:lnTo>
                  <a:lnTo>
                    <a:pt x="1202474" y="1908454"/>
                  </a:lnTo>
                  <a:lnTo>
                    <a:pt x="1202474" y="1911083"/>
                  </a:lnTo>
                  <a:lnTo>
                    <a:pt x="1202944" y="1912200"/>
                  </a:lnTo>
                  <a:lnTo>
                    <a:pt x="1204798" y="1914067"/>
                  </a:lnTo>
                  <a:lnTo>
                    <a:pt x="1205915" y="1914525"/>
                  </a:lnTo>
                  <a:lnTo>
                    <a:pt x="1208557" y="1914525"/>
                  </a:lnTo>
                  <a:lnTo>
                    <a:pt x="1209675" y="1914067"/>
                  </a:lnTo>
                  <a:lnTo>
                    <a:pt x="1211529" y="1912200"/>
                  </a:lnTo>
                  <a:lnTo>
                    <a:pt x="1211999" y="1911083"/>
                  </a:lnTo>
                  <a:lnTo>
                    <a:pt x="1211999" y="1908454"/>
                  </a:lnTo>
                  <a:close/>
                </a:path>
                <a:path w="2414904" h="3295650">
                  <a:moveTo>
                    <a:pt x="1211999" y="1860829"/>
                  </a:moveTo>
                  <a:lnTo>
                    <a:pt x="1211529" y="1859711"/>
                  </a:lnTo>
                  <a:lnTo>
                    <a:pt x="1209675" y="1857844"/>
                  </a:lnTo>
                  <a:lnTo>
                    <a:pt x="1208557" y="1857387"/>
                  </a:lnTo>
                  <a:lnTo>
                    <a:pt x="1205915" y="1857387"/>
                  </a:lnTo>
                  <a:lnTo>
                    <a:pt x="1204798" y="1857844"/>
                  </a:lnTo>
                  <a:lnTo>
                    <a:pt x="1202944" y="1859711"/>
                  </a:lnTo>
                  <a:lnTo>
                    <a:pt x="1202474" y="1860829"/>
                  </a:lnTo>
                  <a:lnTo>
                    <a:pt x="1202474" y="1863458"/>
                  </a:lnTo>
                  <a:lnTo>
                    <a:pt x="1202944" y="1864575"/>
                  </a:lnTo>
                  <a:lnTo>
                    <a:pt x="1204798" y="1866442"/>
                  </a:lnTo>
                  <a:lnTo>
                    <a:pt x="1205915" y="1866900"/>
                  </a:lnTo>
                  <a:lnTo>
                    <a:pt x="1208557" y="1866900"/>
                  </a:lnTo>
                  <a:lnTo>
                    <a:pt x="1209675" y="1866442"/>
                  </a:lnTo>
                  <a:lnTo>
                    <a:pt x="1211529" y="1864575"/>
                  </a:lnTo>
                  <a:lnTo>
                    <a:pt x="1211999" y="1863458"/>
                  </a:lnTo>
                  <a:lnTo>
                    <a:pt x="1211999" y="1860829"/>
                  </a:lnTo>
                  <a:close/>
                </a:path>
                <a:path w="2414904" h="3295650">
                  <a:moveTo>
                    <a:pt x="1211999" y="1813204"/>
                  </a:moveTo>
                  <a:lnTo>
                    <a:pt x="1211529" y="1812086"/>
                  </a:lnTo>
                  <a:lnTo>
                    <a:pt x="1209675" y="1810219"/>
                  </a:lnTo>
                  <a:lnTo>
                    <a:pt x="1208557" y="1809750"/>
                  </a:lnTo>
                  <a:lnTo>
                    <a:pt x="1205915" y="1809750"/>
                  </a:lnTo>
                  <a:lnTo>
                    <a:pt x="1204798" y="1810219"/>
                  </a:lnTo>
                  <a:lnTo>
                    <a:pt x="1202944" y="1812086"/>
                  </a:lnTo>
                  <a:lnTo>
                    <a:pt x="1202474" y="1813204"/>
                  </a:lnTo>
                  <a:lnTo>
                    <a:pt x="1202474" y="1815833"/>
                  </a:lnTo>
                  <a:lnTo>
                    <a:pt x="1202944" y="1816950"/>
                  </a:lnTo>
                  <a:lnTo>
                    <a:pt x="1204798" y="1818817"/>
                  </a:lnTo>
                  <a:lnTo>
                    <a:pt x="1205915" y="1819275"/>
                  </a:lnTo>
                  <a:lnTo>
                    <a:pt x="1208557" y="1819275"/>
                  </a:lnTo>
                  <a:lnTo>
                    <a:pt x="1209675" y="1818817"/>
                  </a:lnTo>
                  <a:lnTo>
                    <a:pt x="1211529" y="1816950"/>
                  </a:lnTo>
                  <a:lnTo>
                    <a:pt x="1211999" y="1815833"/>
                  </a:lnTo>
                  <a:lnTo>
                    <a:pt x="1211999" y="1813204"/>
                  </a:lnTo>
                  <a:close/>
                </a:path>
                <a:path w="2414904" h="3295650">
                  <a:moveTo>
                    <a:pt x="1211999" y="1765579"/>
                  </a:moveTo>
                  <a:lnTo>
                    <a:pt x="1211529" y="1764461"/>
                  </a:lnTo>
                  <a:lnTo>
                    <a:pt x="1209675" y="1762594"/>
                  </a:lnTo>
                  <a:lnTo>
                    <a:pt x="1208557" y="1762137"/>
                  </a:lnTo>
                  <a:lnTo>
                    <a:pt x="1205915" y="1762137"/>
                  </a:lnTo>
                  <a:lnTo>
                    <a:pt x="1204798" y="1762594"/>
                  </a:lnTo>
                  <a:lnTo>
                    <a:pt x="1202944" y="1764461"/>
                  </a:lnTo>
                  <a:lnTo>
                    <a:pt x="1202474" y="1765579"/>
                  </a:lnTo>
                  <a:lnTo>
                    <a:pt x="1202474" y="1768208"/>
                  </a:lnTo>
                  <a:lnTo>
                    <a:pt x="1202944" y="1769325"/>
                  </a:lnTo>
                  <a:lnTo>
                    <a:pt x="1204798" y="1771192"/>
                  </a:lnTo>
                  <a:lnTo>
                    <a:pt x="1205915" y="1771650"/>
                  </a:lnTo>
                  <a:lnTo>
                    <a:pt x="1208557" y="1771650"/>
                  </a:lnTo>
                  <a:lnTo>
                    <a:pt x="1209675" y="1771192"/>
                  </a:lnTo>
                  <a:lnTo>
                    <a:pt x="1211529" y="1769325"/>
                  </a:lnTo>
                  <a:lnTo>
                    <a:pt x="1211999" y="1768208"/>
                  </a:lnTo>
                  <a:lnTo>
                    <a:pt x="1211999" y="1765579"/>
                  </a:lnTo>
                  <a:close/>
                </a:path>
                <a:path w="2414904" h="3295650">
                  <a:moveTo>
                    <a:pt x="1211999" y="1717954"/>
                  </a:moveTo>
                  <a:lnTo>
                    <a:pt x="1211529" y="1716836"/>
                  </a:lnTo>
                  <a:lnTo>
                    <a:pt x="1209675" y="1714969"/>
                  </a:lnTo>
                  <a:lnTo>
                    <a:pt x="1208557" y="1714500"/>
                  </a:lnTo>
                  <a:lnTo>
                    <a:pt x="1205915" y="1714500"/>
                  </a:lnTo>
                  <a:lnTo>
                    <a:pt x="1204798" y="1714969"/>
                  </a:lnTo>
                  <a:lnTo>
                    <a:pt x="1202944" y="1716836"/>
                  </a:lnTo>
                  <a:lnTo>
                    <a:pt x="1202474" y="1717954"/>
                  </a:lnTo>
                  <a:lnTo>
                    <a:pt x="1202474" y="1720583"/>
                  </a:lnTo>
                  <a:lnTo>
                    <a:pt x="1202944" y="1721700"/>
                  </a:lnTo>
                  <a:lnTo>
                    <a:pt x="1204798" y="1723567"/>
                  </a:lnTo>
                  <a:lnTo>
                    <a:pt x="1205915" y="1724025"/>
                  </a:lnTo>
                  <a:lnTo>
                    <a:pt x="1208557" y="1724025"/>
                  </a:lnTo>
                  <a:lnTo>
                    <a:pt x="1209675" y="1723567"/>
                  </a:lnTo>
                  <a:lnTo>
                    <a:pt x="1211529" y="1721700"/>
                  </a:lnTo>
                  <a:lnTo>
                    <a:pt x="1211999" y="1720583"/>
                  </a:lnTo>
                  <a:lnTo>
                    <a:pt x="1211999" y="1717954"/>
                  </a:lnTo>
                  <a:close/>
                </a:path>
                <a:path w="2414904" h="3295650">
                  <a:moveTo>
                    <a:pt x="1211999" y="1670329"/>
                  </a:moveTo>
                  <a:lnTo>
                    <a:pt x="1211529" y="1669211"/>
                  </a:lnTo>
                  <a:lnTo>
                    <a:pt x="1209675" y="1667344"/>
                  </a:lnTo>
                  <a:lnTo>
                    <a:pt x="1208557" y="1666887"/>
                  </a:lnTo>
                  <a:lnTo>
                    <a:pt x="1205915" y="1666887"/>
                  </a:lnTo>
                  <a:lnTo>
                    <a:pt x="1204798" y="1667344"/>
                  </a:lnTo>
                  <a:lnTo>
                    <a:pt x="1202944" y="1669211"/>
                  </a:lnTo>
                  <a:lnTo>
                    <a:pt x="1202474" y="1670329"/>
                  </a:lnTo>
                  <a:lnTo>
                    <a:pt x="1202474" y="1672958"/>
                  </a:lnTo>
                  <a:lnTo>
                    <a:pt x="1202944" y="1674075"/>
                  </a:lnTo>
                  <a:lnTo>
                    <a:pt x="1204798" y="1675942"/>
                  </a:lnTo>
                  <a:lnTo>
                    <a:pt x="1205915" y="1676400"/>
                  </a:lnTo>
                  <a:lnTo>
                    <a:pt x="1208557" y="1676400"/>
                  </a:lnTo>
                  <a:lnTo>
                    <a:pt x="1209675" y="1675942"/>
                  </a:lnTo>
                  <a:lnTo>
                    <a:pt x="1211529" y="1674075"/>
                  </a:lnTo>
                  <a:lnTo>
                    <a:pt x="1211999" y="1672958"/>
                  </a:lnTo>
                  <a:lnTo>
                    <a:pt x="1211999" y="1670329"/>
                  </a:lnTo>
                  <a:close/>
                </a:path>
                <a:path w="2414904" h="3295650">
                  <a:moveTo>
                    <a:pt x="1211999" y="1622704"/>
                  </a:moveTo>
                  <a:lnTo>
                    <a:pt x="1211529" y="1621586"/>
                  </a:lnTo>
                  <a:lnTo>
                    <a:pt x="1209675" y="1619719"/>
                  </a:lnTo>
                  <a:lnTo>
                    <a:pt x="1208557" y="1619262"/>
                  </a:lnTo>
                  <a:lnTo>
                    <a:pt x="1205915" y="1619262"/>
                  </a:lnTo>
                  <a:lnTo>
                    <a:pt x="1204798" y="1619719"/>
                  </a:lnTo>
                  <a:lnTo>
                    <a:pt x="1202944" y="1621586"/>
                  </a:lnTo>
                  <a:lnTo>
                    <a:pt x="1202474" y="1622704"/>
                  </a:lnTo>
                  <a:lnTo>
                    <a:pt x="1202474" y="1625333"/>
                  </a:lnTo>
                  <a:lnTo>
                    <a:pt x="1202944" y="1626450"/>
                  </a:lnTo>
                  <a:lnTo>
                    <a:pt x="1204798" y="1628317"/>
                  </a:lnTo>
                  <a:lnTo>
                    <a:pt x="1205915" y="1628787"/>
                  </a:lnTo>
                  <a:lnTo>
                    <a:pt x="1208557" y="1628787"/>
                  </a:lnTo>
                  <a:lnTo>
                    <a:pt x="1209675" y="1628317"/>
                  </a:lnTo>
                  <a:lnTo>
                    <a:pt x="1211529" y="1626450"/>
                  </a:lnTo>
                  <a:lnTo>
                    <a:pt x="1211999" y="1625333"/>
                  </a:lnTo>
                  <a:lnTo>
                    <a:pt x="1211999" y="1622704"/>
                  </a:lnTo>
                  <a:close/>
                </a:path>
                <a:path w="2414904" h="3295650">
                  <a:moveTo>
                    <a:pt x="1211999" y="1575079"/>
                  </a:moveTo>
                  <a:lnTo>
                    <a:pt x="1211529" y="1573961"/>
                  </a:lnTo>
                  <a:lnTo>
                    <a:pt x="1209675" y="1572094"/>
                  </a:lnTo>
                  <a:lnTo>
                    <a:pt x="1208557" y="1571625"/>
                  </a:lnTo>
                  <a:lnTo>
                    <a:pt x="1205915" y="1571625"/>
                  </a:lnTo>
                  <a:lnTo>
                    <a:pt x="1204798" y="1572094"/>
                  </a:lnTo>
                  <a:lnTo>
                    <a:pt x="1202944" y="1573961"/>
                  </a:lnTo>
                  <a:lnTo>
                    <a:pt x="1202474" y="1575079"/>
                  </a:lnTo>
                  <a:lnTo>
                    <a:pt x="1202474" y="1577708"/>
                  </a:lnTo>
                  <a:lnTo>
                    <a:pt x="1202944" y="1578825"/>
                  </a:lnTo>
                  <a:lnTo>
                    <a:pt x="1204798" y="1580692"/>
                  </a:lnTo>
                  <a:lnTo>
                    <a:pt x="1205915" y="1581150"/>
                  </a:lnTo>
                  <a:lnTo>
                    <a:pt x="1208557" y="1581150"/>
                  </a:lnTo>
                  <a:lnTo>
                    <a:pt x="1209675" y="1580692"/>
                  </a:lnTo>
                  <a:lnTo>
                    <a:pt x="1211529" y="1578825"/>
                  </a:lnTo>
                  <a:lnTo>
                    <a:pt x="1211999" y="1577708"/>
                  </a:lnTo>
                  <a:lnTo>
                    <a:pt x="1211999" y="1575079"/>
                  </a:lnTo>
                  <a:close/>
                </a:path>
                <a:path w="2414904" h="3295650">
                  <a:moveTo>
                    <a:pt x="1211999" y="1527454"/>
                  </a:moveTo>
                  <a:lnTo>
                    <a:pt x="1211529" y="1526336"/>
                  </a:lnTo>
                  <a:lnTo>
                    <a:pt x="1209675" y="1524469"/>
                  </a:lnTo>
                  <a:lnTo>
                    <a:pt x="1208557" y="1524012"/>
                  </a:lnTo>
                  <a:lnTo>
                    <a:pt x="1205915" y="1524012"/>
                  </a:lnTo>
                  <a:lnTo>
                    <a:pt x="1204798" y="1524469"/>
                  </a:lnTo>
                  <a:lnTo>
                    <a:pt x="1202944" y="1526336"/>
                  </a:lnTo>
                  <a:lnTo>
                    <a:pt x="1202474" y="1527454"/>
                  </a:lnTo>
                  <a:lnTo>
                    <a:pt x="1202474" y="1530083"/>
                  </a:lnTo>
                  <a:lnTo>
                    <a:pt x="1202944" y="1531200"/>
                  </a:lnTo>
                  <a:lnTo>
                    <a:pt x="1204798" y="1533067"/>
                  </a:lnTo>
                  <a:lnTo>
                    <a:pt x="1205915" y="1533525"/>
                  </a:lnTo>
                  <a:lnTo>
                    <a:pt x="1208557" y="1533525"/>
                  </a:lnTo>
                  <a:lnTo>
                    <a:pt x="1209675" y="1533067"/>
                  </a:lnTo>
                  <a:lnTo>
                    <a:pt x="1211529" y="1531200"/>
                  </a:lnTo>
                  <a:lnTo>
                    <a:pt x="1211999" y="1530083"/>
                  </a:lnTo>
                  <a:lnTo>
                    <a:pt x="1211999" y="1527454"/>
                  </a:lnTo>
                  <a:close/>
                </a:path>
                <a:path w="2414904" h="3295650">
                  <a:moveTo>
                    <a:pt x="1211999" y="1479829"/>
                  </a:moveTo>
                  <a:lnTo>
                    <a:pt x="1211529" y="1478711"/>
                  </a:lnTo>
                  <a:lnTo>
                    <a:pt x="1209675" y="1476844"/>
                  </a:lnTo>
                  <a:lnTo>
                    <a:pt x="1208557" y="1476375"/>
                  </a:lnTo>
                  <a:lnTo>
                    <a:pt x="1205915" y="1476375"/>
                  </a:lnTo>
                  <a:lnTo>
                    <a:pt x="1204798" y="1476844"/>
                  </a:lnTo>
                  <a:lnTo>
                    <a:pt x="1202944" y="1478711"/>
                  </a:lnTo>
                  <a:lnTo>
                    <a:pt x="1202474" y="1479829"/>
                  </a:lnTo>
                  <a:lnTo>
                    <a:pt x="1202474" y="1482458"/>
                  </a:lnTo>
                  <a:lnTo>
                    <a:pt x="1202944" y="1483575"/>
                  </a:lnTo>
                  <a:lnTo>
                    <a:pt x="1204798" y="1485442"/>
                  </a:lnTo>
                  <a:lnTo>
                    <a:pt x="1205915" y="1485900"/>
                  </a:lnTo>
                  <a:lnTo>
                    <a:pt x="1208557" y="1485900"/>
                  </a:lnTo>
                  <a:lnTo>
                    <a:pt x="1209675" y="1485442"/>
                  </a:lnTo>
                  <a:lnTo>
                    <a:pt x="1211529" y="1483575"/>
                  </a:lnTo>
                  <a:lnTo>
                    <a:pt x="1211999" y="1482458"/>
                  </a:lnTo>
                  <a:lnTo>
                    <a:pt x="1211999" y="1479829"/>
                  </a:lnTo>
                  <a:close/>
                </a:path>
                <a:path w="2414904" h="3295650">
                  <a:moveTo>
                    <a:pt x="1211999" y="1432204"/>
                  </a:moveTo>
                  <a:lnTo>
                    <a:pt x="1211529" y="1431086"/>
                  </a:lnTo>
                  <a:lnTo>
                    <a:pt x="1209675" y="1429219"/>
                  </a:lnTo>
                  <a:lnTo>
                    <a:pt x="1208557" y="1428762"/>
                  </a:lnTo>
                  <a:lnTo>
                    <a:pt x="1205915" y="1428762"/>
                  </a:lnTo>
                  <a:lnTo>
                    <a:pt x="1204798" y="1429219"/>
                  </a:lnTo>
                  <a:lnTo>
                    <a:pt x="1202944" y="1431086"/>
                  </a:lnTo>
                  <a:lnTo>
                    <a:pt x="1202474" y="1432204"/>
                  </a:lnTo>
                  <a:lnTo>
                    <a:pt x="1202474" y="1434833"/>
                  </a:lnTo>
                  <a:lnTo>
                    <a:pt x="1202944" y="1435950"/>
                  </a:lnTo>
                  <a:lnTo>
                    <a:pt x="1204798" y="1437817"/>
                  </a:lnTo>
                  <a:lnTo>
                    <a:pt x="1205915" y="1438275"/>
                  </a:lnTo>
                  <a:lnTo>
                    <a:pt x="1208557" y="1438275"/>
                  </a:lnTo>
                  <a:lnTo>
                    <a:pt x="1209675" y="1437817"/>
                  </a:lnTo>
                  <a:lnTo>
                    <a:pt x="1211529" y="1435950"/>
                  </a:lnTo>
                  <a:lnTo>
                    <a:pt x="1211999" y="1434833"/>
                  </a:lnTo>
                  <a:lnTo>
                    <a:pt x="1211999" y="1432204"/>
                  </a:lnTo>
                  <a:close/>
                </a:path>
                <a:path w="2414904" h="3295650">
                  <a:moveTo>
                    <a:pt x="1211999" y="1384579"/>
                  </a:moveTo>
                  <a:lnTo>
                    <a:pt x="1211529" y="1383461"/>
                  </a:lnTo>
                  <a:lnTo>
                    <a:pt x="1209675" y="1381594"/>
                  </a:lnTo>
                  <a:lnTo>
                    <a:pt x="1208557" y="1381137"/>
                  </a:lnTo>
                  <a:lnTo>
                    <a:pt x="1205915" y="1381137"/>
                  </a:lnTo>
                  <a:lnTo>
                    <a:pt x="1204798" y="1381594"/>
                  </a:lnTo>
                  <a:lnTo>
                    <a:pt x="1202944" y="1383461"/>
                  </a:lnTo>
                  <a:lnTo>
                    <a:pt x="1202474" y="1384579"/>
                  </a:lnTo>
                  <a:lnTo>
                    <a:pt x="1202474" y="1387208"/>
                  </a:lnTo>
                  <a:lnTo>
                    <a:pt x="1202944" y="1388325"/>
                  </a:lnTo>
                  <a:lnTo>
                    <a:pt x="1204798" y="1390192"/>
                  </a:lnTo>
                  <a:lnTo>
                    <a:pt x="1205915" y="1390650"/>
                  </a:lnTo>
                  <a:lnTo>
                    <a:pt x="1208557" y="1390650"/>
                  </a:lnTo>
                  <a:lnTo>
                    <a:pt x="1209675" y="1390192"/>
                  </a:lnTo>
                  <a:lnTo>
                    <a:pt x="1211529" y="1388325"/>
                  </a:lnTo>
                  <a:lnTo>
                    <a:pt x="1211999" y="1387208"/>
                  </a:lnTo>
                  <a:lnTo>
                    <a:pt x="1211999" y="1384579"/>
                  </a:lnTo>
                  <a:close/>
                </a:path>
                <a:path w="2414904" h="3295650">
                  <a:moveTo>
                    <a:pt x="1211999" y="1336954"/>
                  </a:moveTo>
                  <a:lnTo>
                    <a:pt x="1211529" y="1335836"/>
                  </a:lnTo>
                  <a:lnTo>
                    <a:pt x="1209675" y="1333969"/>
                  </a:lnTo>
                  <a:lnTo>
                    <a:pt x="1208557" y="1333512"/>
                  </a:lnTo>
                  <a:lnTo>
                    <a:pt x="1205915" y="1333512"/>
                  </a:lnTo>
                  <a:lnTo>
                    <a:pt x="1204798" y="1333969"/>
                  </a:lnTo>
                  <a:lnTo>
                    <a:pt x="1202944" y="1335836"/>
                  </a:lnTo>
                  <a:lnTo>
                    <a:pt x="1202474" y="1336954"/>
                  </a:lnTo>
                  <a:lnTo>
                    <a:pt x="1202474" y="1339583"/>
                  </a:lnTo>
                  <a:lnTo>
                    <a:pt x="1202944" y="1340700"/>
                  </a:lnTo>
                  <a:lnTo>
                    <a:pt x="1204798" y="1342567"/>
                  </a:lnTo>
                  <a:lnTo>
                    <a:pt x="1205915" y="1343025"/>
                  </a:lnTo>
                  <a:lnTo>
                    <a:pt x="1208557" y="1343025"/>
                  </a:lnTo>
                  <a:lnTo>
                    <a:pt x="1209675" y="1342567"/>
                  </a:lnTo>
                  <a:lnTo>
                    <a:pt x="1211529" y="1340700"/>
                  </a:lnTo>
                  <a:lnTo>
                    <a:pt x="1211999" y="1339583"/>
                  </a:lnTo>
                  <a:lnTo>
                    <a:pt x="1211999" y="1336954"/>
                  </a:lnTo>
                  <a:close/>
                </a:path>
                <a:path w="2414904" h="3295650">
                  <a:moveTo>
                    <a:pt x="1211999" y="1289329"/>
                  </a:moveTo>
                  <a:lnTo>
                    <a:pt x="1211529" y="1288211"/>
                  </a:lnTo>
                  <a:lnTo>
                    <a:pt x="1209675" y="1286344"/>
                  </a:lnTo>
                  <a:lnTo>
                    <a:pt x="1208557" y="1285887"/>
                  </a:lnTo>
                  <a:lnTo>
                    <a:pt x="1205915" y="1285887"/>
                  </a:lnTo>
                  <a:lnTo>
                    <a:pt x="1204798" y="1286344"/>
                  </a:lnTo>
                  <a:lnTo>
                    <a:pt x="1202944" y="1288211"/>
                  </a:lnTo>
                  <a:lnTo>
                    <a:pt x="1202474" y="1289329"/>
                  </a:lnTo>
                  <a:lnTo>
                    <a:pt x="1202474" y="1291958"/>
                  </a:lnTo>
                  <a:lnTo>
                    <a:pt x="1202944" y="1293075"/>
                  </a:lnTo>
                  <a:lnTo>
                    <a:pt x="1204798" y="1294942"/>
                  </a:lnTo>
                  <a:lnTo>
                    <a:pt x="1205915" y="1295400"/>
                  </a:lnTo>
                  <a:lnTo>
                    <a:pt x="1208557" y="1295400"/>
                  </a:lnTo>
                  <a:lnTo>
                    <a:pt x="1209675" y="1294942"/>
                  </a:lnTo>
                  <a:lnTo>
                    <a:pt x="1211529" y="1293075"/>
                  </a:lnTo>
                  <a:lnTo>
                    <a:pt x="1211999" y="1291958"/>
                  </a:lnTo>
                  <a:lnTo>
                    <a:pt x="1211999" y="1289329"/>
                  </a:lnTo>
                  <a:close/>
                </a:path>
                <a:path w="2414904" h="3295650">
                  <a:moveTo>
                    <a:pt x="1211999" y="1241704"/>
                  </a:moveTo>
                  <a:lnTo>
                    <a:pt x="1211529" y="1240586"/>
                  </a:lnTo>
                  <a:lnTo>
                    <a:pt x="1209675" y="1238719"/>
                  </a:lnTo>
                  <a:lnTo>
                    <a:pt x="1208557" y="1238250"/>
                  </a:lnTo>
                  <a:lnTo>
                    <a:pt x="1205915" y="1238250"/>
                  </a:lnTo>
                  <a:lnTo>
                    <a:pt x="1204798" y="1238719"/>
                  </a:lnTo>
                  <a:lnTo>
                    <a:pt x="1202944" y="1240586"/>
                  </a:lnTo>
                  <a:lnTo>
                    <a:pt x="1202474" y="1241704"/>
                  </a:lnTo>
                  <a:lnTo>
                    <a:pt x="1202474" y="1244333"/>
                  </a:lnTo>
                  <a:lnTo>
                    <a:pt x="1202944" y="1245450"/>
                  </a:lnTo>
                  <a:lnTo>
                    <a:pt x="1204798" y="1247317"/>
                  </a:lnTo>
                  <a:lnTo>
                    <a:pt x="1205915" y="1247775"/>
                  </a:lnTo>
                  <a:lnTo>
                    <a:pt x="1208557" y="1247775"/>
                  </a:lnTo>
                  <a:lnTo>
                    <a:pt x="1209675" y="1247317"/>
                  </a:lnTo>
                  <a:lnTo>
                    <a:pt x="1211529" y="1245450"/>
                  </a:lnTo>
                  <a:lnTo>
                    <a:pt x="1211999" y="1244333"/>
                  </a:lnTo>
                  <a:lnTo>
                    <a:pt x="1211999" y="1241704"/>
                  </a:lnTo>
                  <a:close/>
                </a:path>
                <a:path w="2414904" h="3295650">
                  <a:moveTo>
                    <a:pt x="1211999" y="1194079"/>
                  </a:moveTo>
                  <a:lnTo>
                    <a:pt x="1211529" y="1192961"/>
                  </a:lnTo>
                  <a:lnTo>
                    <a:pt x="1209675" y="1191094"/>
                  </a:lnTo>
                  <a:lnTo>
                    <a:pt x="1208557" y="1190637"/>
                  </a:lnTo>
                  <a:lnTo>
                    <a:pt x="1205915" y="1190637"/>
                  </a:lnTo>
                  <a:lnTo>
                    <a:pt x="1204798" y="1191094"/>
                  </a:lnTo>
                  <a:lnTo>
                    <a:pt x="1202944" y="1192961"/>
                  </a:lnTo>
                  <a:lnTo>
                    <a:pt x="1202474" y="1194079"/>
                  </a:lnTo>
                  <a:lnTo>
                    <a:pt x="1202474" y="1196708"/>
                  </a:lnTo>
                  <a:lnTo>
                    <a:pt x="1202944" y="1197825"/>
                  </a:lnTo>
                  <a:lnTo>
                    <a:pt x="1204798" y="1199692"/>
                  </a:lnTo>
                  <a:lnTo>
                    <a:pt x="1205915" y="1200150"/>
                  </a:lnTo>
                  <a:lnTo>
                    <a:pt x="1208557" y="1200150"/>
                  </a:lnTo>
                  <a:lnTo>
                    <a:pt x="1209675" y="1199692"/>
                  </a:lnTo>
                  <a:lnTo>
                    <a:pt x="1211529" y="1197825"/>
                  </a:lnTo>
                  <a:lnTo>
                    <a:pt x="1211999" y="1196708"/>
                  </a:lnTo>
                  <a:lnTo>
                    <a:pt x="1211999" y="1194079"/>
                  </a:lnTo>
                  <a:close/>
                </a:path>
                <a:path w="2414904" h="3295650">
                  <a:moveTo>
                    <a:pt x="1211999" y="1146454"/>
                  </a:moveTo>
                  <a:lnTo>
                    <a:pt x="1211529" y="1145336"/>
                  </a:lnTo>
                  <a:lnTo>
                    <a:pt x="1209675" y="1143469"/>
                  </a:lnTo>
                  <a:lnTo>
                    <a:pt x="1208557" y="1143012"/>
                  </a:lnTo>
                  <a:lnTo>
                    <a:pt x="1205915" y="1143012"/>
                  </a:lnTo>
                  <a:lnTo>
                    <a:pt x="1204798" y="1143469"/>
                  </a:lnTo>
                  <a:lnTo>
                    <a:pt x="1202944" y="1145336"/>
                  </a:lnTo>
                  <a:lnTo>
                    <a:pt x="1202474" y="1146454"/>
                  </a:lnTo>
                  <a:lnTo>
                    <a:pt x="1202474" y="1149083"/>
                  </a:lnTo>
                  <a:lnTo>
                    <a:pt x="1202944" y="1150200"/>
                  </a:lnTo>
                  <a:lnTo>
                    <a:pt x="1204798" y="1152067"/>
                  </a:lnTo>
                  <a:lnTo>
                    <a:pt x="1205915" y="1152525"/>
                  </a:lnTo>
                  <a:lnTo>
                    <a:pt x="1208557" y="1152525"/>
                  </a:lnTo>
                  <a:lnTo>
                    <a:pt x="1209675" y="1152067"/>
                  </a:lnTo>
                  <a:lnTo>
                    <a:pt x="1211529" y="1150200"/>
                  </a:lnTo>
                  <a:lnTo>
                    <a:pt x="1211999" y="1149083"/>
                  </a:lnTo>
                  <a:lnTo>
                    <a:pt x="1211999" y="1146454"/>
                  </a:lnTo>
                  <a:close/>
                </a:path>
                <a:path w="2414904" h="3295650">
                  <a:moveTo>
                    <a:pt x="1211999" y="1098829"/>
                  </a:moveTo>
                  <a:lnTo>
                    <a:pt x="1211529" y="1097711"/>
                  </a:lnTo>
                  <a:lnTo>
                    <a:pt x="1209675" y="1095844"/>
                  </a:lnTo>
                  <a:lnTo>
                    <a:pt x="1208557" y="1095387"/>
                  </a:lnTo>
                  <a:lnTo>
                    <a:pt x="1205915" y="1095387"/>
                  </a:lnTo>
                  <a:lnTo>
                    <a:pt x="1204798" y="1095844"/>
                  </a:lnTo>
                  <a:lnTo>
                    <a:pt x="1202944" y="1097711"/>
                  </a:lnTo>
                  <a:lnTo>
                    <a:pt x="1202474" y="1098829"/>
                  </a:lnTo>
                  <a:lnTo>
                    <a:pt x="1202474" y="1101458"/>
                  </a:lnTo>
                  <a:lnTo>
                    <a:pt x="1202944" y="1102575"/>
                  </a:lnTo>
                  <a:lnTo>
                    <a:pt x="1204798" y="1104442"/>
                  </a:lnTo>
                  <a:lnTo>
                    <a:pt x="1205915" y="1104900"/>
                  </a:lnTo>
                  <a:lnTo>
                    <a:pt x="1208557" y="1104900"/>
                  </a:lnTo>
                  <a:lnTo>
                    <a:pt x="1209675" y="1104442"/>
                  </a:lnTo>
                  <a:lnTo>
                    <a:pt x="1211529" y="1102575"/>
                  </a:lnTo>
                  <a:lnTo>
                    <a:pt x="1211999" y="1101458"/>
                  </a:lnTo>
                  <a:lnTo>
                    <a:pt x="1211999" y="1098829"/>
                  </a:lnTo>
                  <a:close/>
                </a:path>
                <a:path w="2414904" h="3295650">
                  <a:moveTo>
                    <a:pt x="1211999" y="1051204"/>
                  </a:moveTo>
                  <a:lnTo>
                    <a:pt x="1211529" y="1050086"/>
                  </a:lnTo>
                  <a:lnTo>
                    <a:pt x="1209675" y="1048219"/>
                  </a:lnTo>
                  <a:lnTo>
                    <a:pt x="1208557" y="1047762"/>
                  </a:lnTo>
                  <a:lnTo>
                    <a:pt x="1205915" y="1047762"/>
                  </a:lnTo>
                  <a:lnTo>
                    <a:pt x="1204798" y="1048219"/>
                  </a:lnTo>
                  <a:lnTo>
                    <a:pt x="1202944" y="1050086"/>
                  </a:lnTo>
                  <a:lnTo>
                    <a:pt x="1202474" y="1051204"/>
                  </a:lnTo>
                  <a:lnTo>
                    <a:pt x="1202474" y="1053833"/>
                  </a:lnTo>
                  <a:lnTo>
                    <a:pt x="1202944" y="1054950"/>
                  </a:lnTo>
                  <a:lnTo>
                    <a:pt x="1204798" y="1056817"/>
                  </a:lnTo>
                  <a:lnTo>
                    <a:pt x="1205915" y="1057275"/>
                  </a:lnTo>
                  <a:lnTo>
                    <a:pt x="1208557" y="1057275"/>
                  </a:lnTo>
                  <a:lnTo>
                    <a:pt x="1209675" y="1056817"/>
                  </a:lnTo>
                  <a:lnTo>
                    <a:pt x="1211529" y="1054950"/>
                  </a:lnTo>
                  <a:lnTo>
                    <a:pt x="1211999" y="1053833"/>
                  </a:lnTo>
                  <a:lnTo>
                    <a:pt x="1211999" y="1051204"/>
                  </a:lnTo>
                  <a:close/>
                </a:path>
                <a:path w="2414904" h="3295650">
                  <a:moveTo>
                    <a:pt x="1211999" y="1003579"/>
                  </a:moveTo>
                  <a:lnTo>
                    <a:pt x="1211529" y="1002461"/>
                  </a:lnTo>
                  <a:lnTo>
                    <a:pt x="1209675" y="1000594"/>
                  </a:lnTo>
                  <a:lnTo>
                    <a:pt x="1208557" y="1000137"/>
                  </a:lnTo>
                  <a:lnTo>
                    <a:pt x="1205915" y="1000137"/>
                  </a:lnTo>
                  <a:lnTo>
                    <a:pt x="1204798" y="1000594"/>
                  </a:lnTo>
                  <a:lnTo>
                    <a:pt x="1202944" y="1002461"/>
                  </a:lnTo>
                  <a:lnTo>
                    <a:pt x="1202474" y="1003579"/>
                  </a:lnTo>
                  <a:lnTo>
                    <a:pt x="1202474" y="1006208"/>
                  </a:lnTo>
                  <a:lnTo>
                    <a:pt x="1202944" y="1007325"/>
                  </a:lnTo>
                  <a:lnTo>
                    <a:pt x="1204798" y="1009192"/>
                  </a:lnTo>
                  <a:lnTo>
                    <a:pt x="1205915" y="1009650"/>
                  </a:lnTo>
                  <a:lnTo>
                    <a:pt x="1208557" y="1009650"/>
                  </a:lnTo>
                  <a:lnTo>
                    <a:pt x="1209675" y="1009192"/>
                  </a:lnTo>
                  <a:lnTo>
                    <a:pt x="1211529" y="1007325"/>
                  </a:lnTo>
                  <a:lnTo>
                    <a:pt x="1211999" y="1006208"/>
                  </a:lnTo>
                  <a:lnTo>
                    <a:pt x="1211999" y="1003579"/>
                  </a:lnTo>
                  <a:close/>
                </a:path>
                <a:path w="2414904" h="3295650">
                  <a:moveTo>
                    <a:pt x="1211999" y="955954"/>
                  </a:moveTo>
                  <a:lnTo>
                    <a:pt x="1211529" y="954836"/>
                  </a:lnTo>
                  <a:lnTo>
                    <a:pt x="1209675" y="952969"/>
                  </a:lnTo>
                  <a:lnTo>
                    <a:pt x="1208557" y="952512"/>
                  </a:lnTo>
                  <a:lnTo>
                    <a:pt x="1205915" y="952512"/>
                  </a:lnTo>
                  <a:lnTo>
                    <a:pt x="1204798" y="952969"/>
                  </a:lnTo>
                  <a:lnTo>
                    <a:pt x="1202944" y="954836"/>
                  </a:lnTo>
                  <a:lnTo>
                    <a:pt x="1202474" y="955954"/>
                  </a:lnTo>
                  <a:lnTo>
                    <a:pt x="1202474" y="958583"/>
                  </a:lnTo>
                  <a:lnTo>
                    <a:pt x="1202944" y="959700"/>
                  </a:lnTo>
                  <a:lnTo>
                    <a:pt x="1204798" y="961567"/>
                  </a:lnTo>
                  <a:lnTo>
                    <a:pt x="1205915" y="962025"/>
                  </a:lnTo>
                  <a:lnTo>
                    <a:pt x="1208557" y="962025"/>
                  </a:lnTo>
                  <a:lnTo>
                    <a:pt x="1209675" y="961567"/>
                  </a:lnTo>
                  <a:lnTo>
                    <a:pt x="1211529" y="959700"/>
                  </a:lnTo>
                  <a:lnTo>
                    <a:pt x="1211999" y="958583"/>
                  </a:lnTo>
                  <a:lnTo>
                    <a:pt x="1211999" y="955954"/>
                  </a:lnTo>
                  <a:close/>
                </a:path>
                <a:path w="2414904" h="3295650">
                  <a:moveTo>
                    <a:pt x="1211999" y="908329"/>
                  </a:moveTo>
                  <a:lnTo>
                    <a:pt x="1211529" y="907211"/>
                  </a:lnTo>
                  <a:lnTo>
                    <a:pt x="1209675" y="905344"/>
                  </a:lnTo>
                  <a:lnTo>
                    <a:pt x="1208557" y="904887"/>
                  </a:lnTo>
                  <a:lnTo>
                    <a:pt x="1205915" y="904887"/>
                  </a:lnTo>
                  <a:lnTo>
                    <a:pt x="1204798" y="905344"/>
                  </a:lnTo>
                  <a:lnTo>
                    <a:pt x="1202944" y="907211"/>
                  </a:lnTo>
                  <a:lnTo>
                    <a:pt x="1202474" y="908329"/>
                  </a:lnTo>
                  <a:lnTo>
                    <a:pt x="1202474" y="910958"/>
                  </a:lnTo>
                  <a:lnTo>
                    <a:pt x="1202944" y="912075"/>
                  </a:lnTo>
                  <a:lnTo>
                    <a:pt x="1204798" y="913942"/>
                  </a:lnTo>
                  <a:lnTo>
                    <a:pt x="1205915" y="914400"/>
                  </a:lnTo>
                  <a:lnTo>
                    <a:pt x="1208557" y="914400"/>
                  </a:lnTo>
                  <a:lnTo>
                    <a:pt x="1209675" y="913942"/>
                  </a:lnTo>
                  <a:lnTo>
                    <a:pt x="1211529" y="912075"/>
                  </a:lnTo>
                  <a:lnTo>
                    <a:pt x="1211999" y="910958"/>
                  </a:lnTo>
                  <a:lnTo>
                    <a:pt x="1211999" y="908329"/>
                  </a:lnTo>
                  <a:close/>
                </a:path>
                <a:path w="2414904" h="3295650">
                  <a:moveTo>
                    <a:pt x="1211999" y="860704"/>
                  </a:moveTo>
                  <a:lnTo>
                    <a:pt x="1211529" y="859586"/>
                  </a:lnTo>
                  <a:lnTo>
                    <a:pt x="1209675" y="857719"/>
                  </a:lnTo>
                  <a:lnTo>
                    <a:pt x="1208557" y="857262"/>
                  </a:lnTo>
                  <a:lnTo>
                    <a:pt x="1205915" y="857262"/>
                  </a:lnTo>
                  <a:lnTo>
                    <a:pt x="1204798" y="857719"/>
                  </a:lnTo>
                  <a:lnTo>
                    <a:pt x="1202944" y="859586"/>
                  </a:lnTo>
                  <a:lnTo>
                    <a:pt x="1202474" y="860704"/>
                  </a:lnTo>
                  <a:lnTo>
                    <a:pt x="1202474" y="863333"/>
                  </a:lnTo>
                  <a:lnTo>
                    <a:pt x="1202944" y="864450"/>
                  </a:lnTo>
                  <a:lnTo>
                    <a:pt x="1204798" y="866317"/>
                  </a:lnTo>
                  <a:lnTo>
                    <a:pt x="1205915" y="866775"/>
                  </a:lnTo>
                  <a:lnTo>
                    <a:pt x="1208557" y="866775"/>
                  </a:lnTo>
                  <a:lnTo>
                    <a:pt x="1209675" y="866317"/>
                  </a:lnTo>
                  <a:lnTo>
                    <a:pt x="1211529" y="864450"/>
                  </a:lnTo>
                  <a:lnTo>
                    <a:pt x="1211999" y="863333"/>
                  </a:lnTo>
                  <a:lnTo>
                    <a:pt x="1211999" y="860704"/>
                  </a:lnTo>
                  <a:close/>
                </a:path>
                <a:path w="2414904" h="3295650">
                  <a:moveTo>
                    <a:pt x="1211999" y="813079"/>
                  </a:moveTo>
                  <a:lnTo>
                    <a:pt x="1211529" y="811961"/>
                  </a:lnTo>
                  <a:lnTo>
                    <a:pt x="1209675" y="810094"/>
                  </a:lnTo>
                  <a:lnTo>
                    <a:pt x="1208557" y="809637"/>
                  </a:lnTo>
                  <a:lnTo>
                    <a:pt x="1205915" y="809637"/>
                  </a:lnTo>
                  <a:lnTo>
                    <a:pt x="1204798" y="810094"/>
                  </a:lnTo>
                  <a:lnTo>
                    <a:pt x="1202944" y="811961"/>
                  </a:lnTo>
                  <a:lnTo>
                    <a:pt x="1202474" y="813079"/>
                  </a:lnTo>
                  <a:lnTo>
                    <a:pt x="1202474" y="815708"/>
                  </a:lnTo>
                  <a:lnTo>
                    <a:pt x="1202944" y="816825"/>
                  </a:lnTo>
                  <a:lnTo>
                    <a:pt x="1204798" y="818692"/>
                  </a:lnTo>
                  <a:lnTo>
                    <a:pt x="1205915" y="819150"/>
                  </a:lnTo>
                  <a:lnTo>
                    <a:pt x="1208557" y="819150"/>
                  </a:lnTo>
                  <a:lnTo>
                    <a:pt x="1209675" y="818692"/>
                  </a:lnTo>
                  <a:lnTo>
                    <a:pt x="1211529" y="816825"/>
                  </a:lnTo>
                  <a:lnTo>
                    <a:pt x="1211999" y="815708"/>
                  </a:lnTo>
                  <a:lnTo>
                    <a:pt x="1211999" y="813079"/>
                  </a:lnTo>
                  <a:close/>
                </a:path>
                <a:path w="2414904" h="3295650">
                  <a:moveTo>
                    <a:pt x="1211999" y="765454"/>
                  </a:moveTo>
                  <a:lnTo>
                    <a:pt x="1211529" y="764336"/>
                  </a:lnTo>
                  <a:lnTo>
                    <a:pt x="1209675" y="762469"/>
                  </a:lnTo>
                  <a:lnTo>
                    <a:pt x="1208557" y="762012"/>
                  </a:lnTo>
                  <a:lnTo>
                    <a:pt x="1205915" y="762012"/>
                  </a:lnTo>
                  <a:lnTo>
                    <a:pt x="1204798" y="762469"/>
                  </a:lnTo>
                  <a:lnTo>
                    <a:pt x="1202944" y="764336"/>
                  </a:lnTo>
                  <a:lnTo>
                    <a:pt x="1202474" y="765454"/>
                  </a:lnTo>
                  <a:lnTo>
                    <a:pt x="1202474" y="768083"/>
                  </a:lnTo>
                  <a:lnTo>
                    <a:pt x="1202944" y="769200"/>
                  </a:lnTo>
                  <a:lnTo>
                    <a:pt x="1204798" y="771067"/>
                  </a:lnTo>
                  <a:lnTo>
                    <a:pt x="1205915" y="771525"/>
                  </a:lnTo>
                  <a:lnTo>
                    <a:pt x="1208557" y="771525"/>
                  </a:lnTo>
                  <a:lnTo>
                    <a:pt x="1209675" y="771067"/>
                  </a:lnTo>
                  <a:lnTo>
                    <a:pt x="1211529" y="769200"/>
                  </a:lnTo>
                  <a:lnTo>
                    <a:pt x="1211999" y="768083"/>
                  </a:lnTo>
                  <a:lnTo>
                    <a:pt x="1211999" y="765454"/>
                  </a:lnTo>
                  <a:close/>
                </a:path>
                <a:path w="2414904" h="3295650">
                  <a:moveTo>
                    <a:pt x="1211999" y="717829"/>
                  </a:moveTo>
                  <a:lnTo>
                    <a:pt x="1211529" y="716711"/>
                  </a:lnTo>
                  <a:lnTo>
                    <a:pt x="1209675" y="714844"/>
                  </a:lnTo>
                  <a:lnTo>
                    <a:pt x="1208557" y="714375"/>
                  </a:lnTo>
                  <a:lnTo>
                    <a:pt x="1205915" y="714375"/>
                  </a:lnTo>
                  <a:lnTo>
                    <a:pt x="1204798" y="714844"/>
                  </a:lnTo>
                  <a:lnTo>
                    <a:pt x="1202944" y="716711"/>
                  </a:lnTo>
                  <a:lnTo>
                    <a:pt x="1202474" y="717829"/>
                  </a:lnTo>
                  <a:lnTo>
                    <a:pt x="1202474" y="720458"/>
                  </a:lnTo>
                  <a:lnTo>
                    <a:pt x="1202944" y="721575"/>
                  </a:lnTo>
                  <a:lnTo>
                    <a:pt x="1204798" y="723442"/>
                  </a:lnTo>
                  <a:lnTo>
                    <a:pt x="1205915" y="723900"/>
                  </a:lnTo>
                  <a:lnTo>
                    <a:pt x="1208557" y="723900"/>
                  </a:lnTo>
                  <a:lnTo>
                    <a:pt x="1209675" y="723442"/>
                  </a:lnTo>
                  <a:lnTo>
                    <a:pt x="1211529" y="721575"/>
                  </a:lnTo>
                  <a:lnTo>
                    <a:pt x="1211999" y="720458"/>
                  </a:lnTo>
                  <a:lnTo>
                    <a:pt x="1211999" y="717829"/>
                  </a:lnTo>
                  <a:close/>
                </a:path>
                <a:path w="2414904" h="3295650">
                  <a:moveTo>
                    <a:pt x="1211999" y="670204"/>
                  </a:moveTo>
                  <a:lnTo>
                    <a:pt x="1211529" y="669086"/>
                  </a:lnTo>
                  <a:lnTo>
                    <a:pt x="1209675" y="667219"/>
                  </a:lnTo>
                  <a:lnTo>
                    <a:pt x="1208557" y="666750"/>
                  </a:lnTo>
                  <a:lnTo>
                    <a:pt x="1205915" y="666750"/>
                  </a:lnTo>
                  <a:lnTo>
                    <a:pt x="1204798" y="667219"/>
                  </a:lnTo>
                  <a:lnTo>
                    <a:pt x="1202944" y="669086"/>
                  </a:lnTo>
                  <a:lnTo>
                    <a:pt x="1202474" y="670204"/>
                  </a:lnTo>
                  <a:lnTo>
                    <a:pt x="1202474" y="672833"/>
                  </a:lnTo>
                  <a:lnTo>
                    <a:pt x="1202944" y="673950"/>
                  </a:lnTo>
                  <a:lnTo>
                    <a:pt x="1204798" y="675817"/>
                  </a:lnTo>
                  <a:lnTo>
                    <a:pt x="1205915" y="676275"/>
                  </a:lnTo>
                  <a:lnTo>
                    <a:pt x="1208557" y="676275"/>
                  </a:lnTo>
                  <a:lnTo>
                    <a:pt x="1209675" y="675817"/>
                  </a:lnTo>
                  <a:lnTo>
                    <a:pt x="1211529" y="673950"/>
                  </a:lnTo>
                  <a:lnTo>
                    <a:pt x="1211999" y="672833"/>
                  </a:lnTo>
                  <a:lnTo>
                    <a:pt x="1211999" y="670204"/>
                  </a:lnTo>
                  <a:close/>
                </a:path>
                <a:path w="2414904" h="3295650">
                  <a:moveTo>
                    <a:pt x="1211999" y="622579"/>
                  </a:moveTo>
                  <a:lnTo>
                    <a:pt x="1211529" y="621461"/>
                  </a:lnTo>
                  <a:lnTo>
                    <a:pt x="1209675" y="619594"/>
                  </a:lnTo>
                  <a:lnTo>
                    <a:pt x="1208557" y="619137"/>
                  </a:lnTo>
                  <a:lnTo>
                    <a:pt x="1205915" y="619137"/>
                  </a:lnTo>
                  <a:lnTo>
                    <a:pt x="1204798" y="619594"/>
                  </a:lnTo>
                  <a:lnTo>
                    <a:pt x="1202944" y="621461"/>
                  </a:lnTo>
                  <a:lnTo>
                    <a:pt x="1202474" y="622579"/>
                  </a:lnTo>
                  <a:lnTo>
                    <a:pt x="1202474" y="625208"/>
                  </a:lnTo>
                  <a:lnTo>
                    <a:pt x="1202944" y="626325"/>
                  </a:lnTo>
                  <a:lnTo>
                    <a:pt x="1204798" y="628192"/>
                  </a:lnTo>
                  <a:lnTo>
                    <a:pt x="1205915" y="628650"/>
                  </a:lnTo>
                  <a:lnTo>
                    <a:pt x="1208557" y="628650"/>
                  </a:lnTo>
                  <a:lnTo>
                    <a:pt x="1209675" y="628192"/>
                  </a:lnTo>
                  <a:lnTo>
                    <a:pt x="1211529" y="626325"/>
                  </a:lnTo>
                  <a:lnTo>
                    <a:pt x="1211999" y="625208"/>
                  </a:lnTo>
                  <a:lnTo>
                    <a:pt x="1211999" y="622579"/>
                  </a:lnTo>
                  <a:close/>
                </a:path>
                <a:path w="2414904" h="3295650">
                  <a:moveTo>
                    <a:pt x="1211999" y="574954"/>
                  </a:moveTo>
                  <a:lnTo>
                    <a:pt x="1211529" y="573836"/>
                  </a:lnTo>
                  <a:lnTo>
                    <a:pt x="1209675" y="571969"/>
                  </a:lnTo>
                  <a:lnTo>
                    <a:pt x="1208557" y="571512"/>
                  </a:lnTo>
                  <a:lnTo>
                    <a:pt x="1205915" y="571512"/>
                  </a:lnTo>
                  <a:lnTo>
                    <a:pt x="1204798" y="571969"/>
                  </a:lnTo>
                  <a:lnTo>
                    <a:pt x="1202944" y="573836"/>
                  </a:lnTo>
                  <a:lnTo>
                    <a:pt x="1202474" y="574954"/>
                  </a:lnTo>
                  <a:lnTo>
                    <a:pt x="1202474" y="577583"/>
                  </a:lnTo>
                  <a:lnTo>
                    <a:pt x="1202944" y="578700"/>
                  </a:lnTo>
                  <a:lnTo>
                    <a:pt x="1204798" y="580567"/>
                  </a:lnTo>
                  <a:lnTo>
                    <a:pt x="1205915" y="581025"/>
                  </a:lnTo>
                  <a:lnTo>
                    <a:pt x="1208557" y="581025"/>
                  </a:lnTo>
                  <a:lnTo>
                    <a:pt x="1209675" y="580567"/>
                  </a:lnTo>
                  <a:lnTo>
                    <a:pt x="1211529" y="578700"/>
                  </a:lnTo>
                  <a:lnTo>
                    <a:pt x="1211999" y="577583"/>
                  </a:lnTo>
                  <a:lnTo>
                    <a:pt x="1211999" y="574954"/>
                  </a:lnTo>
                  <a:close/>
                </a:path>
                <a:path w="2414904" h="3295650">
                  <a:moveTo>
                    <a:pt x="1211999" y="527329"/>
                  </a:moveTo>
                  <a:lnTo>
                    <a:pt x="1211529" y="526211"/>
                  </a:lnTo>
                  <a:lnTo>
                    <a:pt x="1209675" y="524344"/>
                  </a:lnTo>
                  <a:lnTo>
                    <a:pt x="1208557" y="523887"/>
                  </a:lnTo>
                  <a:lnTo>
                    <a:pt x="1205915" y="523887"/>
                  </a:lnTo>
                  <a:lnTo>
                    <a:pt x="1204798" y="524344"/>
                  </a:lnTo>
                  <a:lnTo>
                    <a:pt x="1202944" y="526211"/>
                  </a:lnTo>
                  <a:lnTo>
                    <a:pt x="1202474" y="527329"/>
                  </a:lnTo>
                  <a:lnTo>
                    <a:pt x="1202474" y="529958"/>
                  </a:lnTo>
                  <a:lnTo>
                    <a:pt x="1202944" y="531075"/>
                  </a:lnTo>
                  <a:lnTo>
                    <a:pt x="1204798" y="532942"/>
                  </a:lnTo>
                  <a:lnTo>
                    <a:pt x="1205915" y="533400"/>
                  </a:lnTo>
                  <a:lnTo>
                    <a:pt x="1208557" y="533400"/>
                  </a:lnTo>
                  <a:lnTo>
                    <a:pt x="1209675" y="532942"/>
                  </a:lnTo>
                  <a:lnTo>
                    <a:pt x="1211529" y="531075"/>
                  </a:lnTo>
                  <a:lnTo>
                    <a:pt x="1211999" y="529958"/>
                  </a:lnTo>
                  <a:lnTo>
                    <a:pt x="1211999" y="527329"/>
                  </a:lnTo>
                  <a:close/>
                </a:path>
                <a:path w="2414904" h="3295650">
                  <a:moveTo>
                    <a:pt x="1211999" y="479704"/>
                  </a:moveTo>
                  <a:lnTo>
                    <a:pt x="1211529" y="478586"/>
                  </a:lnTo>
                  <a:lnTo>
                    <a:pt x="1209675" y="476719"/>
                  </a:lnTo>
                  <a:lnTo>
                    <a:pt x="1208557" y="476262"/>
                  </a:lnTo>
                  <a:lnTo>
                    <a:pt x="1205915" y="476262"/>
                  </a:lnTo>
                  <a:lnTo>
                    <a:pt x="1204798" y="476719"/>
                  </a:lnTo>
                  <a:lnTo>
                    <a:pt x="1202944" y="478586"/>
                  </a:lnTo>
                  <a:lnTo>
                    <a:pt x="1202474" y="479704"/>
                  </a:lnTo>
                  <a:lnTo>
                    <a:pt x="1202474" y="482333"/>
                  </a:lnTo>
                  <a:lnTo>
                    <a:pt x="1202944" y="483450"/>
                  </a:lnTo>
                  <a:lnTo>
                    <a:pt x="1204798" y="485317"/>
                  </a:lnTo>
                  <a:lnTo>
                    <a:pt x="1205915" y="485775"/>
                  </a:lnTo>
                  <a:lnTo>
                    <a:pt x="1208557" y="485775"/>
                  </a:lnTo>
                  <a:lnTo>
                    <a:pt x="1209675" y="485317"/>
                  </a:lnTo>
                  <a:lnTo>
                    <a:pt x="1211529" y="483450"/>
                  </a:lnTo>
                  <a:lnTo>
                    <a:pt x="1211999" y="482333"/>
                  </a:lnTo>
                  <a:lnTo>
                    <a:pt x="1211999" y="479704"/>
                  </a:lnTo>
                  <a:close/>
                </a:path>
                <a:path w="2414904" h="3295650">
                  <a:moveTo>
                    <a:pt x="1211999" y="432079"/>
                  </a:moveTo>
                  <a:lnTo>
                    <a:pt x="1211529" y="430961"/>
                  </a:lnTo>
                  <a:lnTo>
                    <a:pt x="1209675" y="429094"/>
                  </a:lnTo>
                  <a:lnTo>
                    <a:pt x="1208557" y="428625"/>
                  </a:lnTo>
                  <a:lnTo>
                    <a:pt x="1205915" y="428625"/>
                  </a:lnTo>
                  <a:lnTo>
                    <a:pt x="1204798" y="429094"/>
                  </a:lnTo>
                  <a:lnTo>
                    <a:pt x="1202944" y="430961"/>
                  </a:lnTo>
                  <a:lnTo>
                    <a:pt x="1202474" y="432079"/>
                  </a:lnTo>
                  <a:lnTo>
                    <a:pt x="1202474" y="434708"/>
                  </a:lnTo>
                  <a:lnTo>
                    <a:pt x="1202944" y="435825"/>
                  </a:lnTo>
                  <a:lnTo>
                    <a:pt x="1204798" y="437692"/>
                  </a:lnTo>
                  <a:lnTo>
                    <a:pt x="1205915" y="438150"/>
                  </a:lnTo>
                  <a:lnTo>
                    <a:pt x="1208557" y="438150"/>
                  </a:lnTo>
                  <a:lnTo>
                    <a:pt x="1209675" y="437692"/>
                  </a:lnTo>
                  <a:lnTo>
                    <a:pt x="1211529" y="435825"/>
                  </a:lnTo>
                  <a:lnTo>
                    <a:pt x="1211999" y="434708"/>
                  </a:lnTo>
                  <a:lnTo>
                    <a:pt x="1211999" y="432079"/>
                  </a:lnTo>
                  <a:close/>
                </a:path>
                <a:path w="2414904" h="3295650">
                  <a:moveTo>
                    <a:pt x="1211999" y="384454"/>
                  </a:moveTo>
                  <a:lnTo>
                    <a:pt x="1211529" y="383336"/>
                  </a:lnTo>
                  <a:lnTo>
                    <a:pt x="1209675" y="381469"/>
                  </a:lnTo>
                  <a:lnTo>
                    <a:pt x="1208557" y="381012"/>
                  </a:lnTo>
                  <a:lnTo>
                    <a:pt x="1205915" y="381012"/>
                  </a:lnTo>
                  <a:lnTo>
                    <a:pt x="1204798" y="381469"/>
                  </a:lnTo>
                  <a:lnTo>
                    <a:pt x="1202944" y="383336"/>
                  </a:lnTo>
                  <a:lnTo>
                    <a:pt x="1202474" y="384454"/>
                  </a:lnTo>
                  <a:lnTo>
                    <a:pt x="1202474" y="387083"/>
                  </a:lnTo>
                  <a:lnTo>
                    <a:pt x="1202944" y="388200"/>
                  </a:lnTo>
                  <a:lnTo>
                    <a:pt x="1204798" y="390067"/>
                  </a:lnTo>
                  <a:lnTo>
                    <a:pt x="1205915" y="390525"/>
                  </a:lnTo>
                  <a:lnTo>
                    <a:pt x="1208557" y="390525"/>
                  </a:lnTo>
                  <a:lnTo>
                    <a:pt x="1209675" y="390067"/>
                  </a:lnTo>
                  <a:lnTo>
                    <a:pt x="1211529" y="388200"/>
                  </a:lnTo>
                  <a:lnTo>
                    <a:pt x="1211999" y="387083"/>
                  </a:lnTo>
                  <a:lnTo>
                    <a:pt x="1211999" y="384454"/>
                  </a:lnTo>
                  <a:close/>
                </a:path>
                <a:path w="2414904" h="3295650">
                  <a:moveTo>
                    <a:pt x="1211999" y="336829"/>
                  </a:moveTo>
                  <a:lnTo>
                    <a:pt x="1211529" y="335711"/>
                  </a:lnTo>
                  <a:lnTo>
                    <a:pt x="1209675" y="333844"/>
                  </a:lnTo>
                  <a:lnTo>
                    <a:pt x="1208557" y="333387"/>
                  </a:lnTo>
                  <a:lnTo>
                    <a:pt x="1205915" y="333387"/>
                  </a:lnTo>
                  <a:lnTo>
                    <a:pt x="1204798" y="333844"/>
                  </a:lnTo>
                  <a:lnTo>
                    <a:pt x="1202944" y="335711"/>
                  </a:lnTo>
                  <a:lnTo>
                    <a:pt x="1202474" y="336829"/>
                  </a:lnTo>
                  <a:lnTo>
                    <a:pt x="1202474" y="339458"/>
                  </a:lnTo>
                  <a:lnTo>
                    <a:pt x="1202944" y="340575"/>
                  </a:lnTo>
                  <a:lnTo>
                    <a:pt x="1204798" y="342442"/>
                  </a:lnTo>
                  <a:lnTo>
                    <a:pt x="1205915" y="342900"/>
                  </a:lnTo>
                  <a:lnTo>
                    <a:pt x="1208557" y="342900"/>
                  </a:lnTo>
                  <a:lnTo>
                    <a:pt x="1209675" y="342442"/>
                  </a:lnTo>
                  <a:lnTo>
                    <a:pt x="1211529" y="340575"/>
                  </a:lnTo>
                  <a:lnTo>
                    <a:pt x="1211999" y="339458"/>
                  </a:lnTo>
                  <a:lnTo>
                    <a:pt x="1211999" y="336829"/>
                  </a:lnTo>
                  <a:close/>
                </a:path>
                <a:path w="2414904" h="3295650">
                  <a:moveTo>
                    <a:pt x="1211999" y="289204"/>
                  </a:moveTo>
                  <a:lnTo>
                    <a:pt x="1211529" y="288086"/>
                  </a:lnTo>
                  <a:lnTo>
                    <a:pt x="1209675" y="286219"/>
                  </a:lnTo>
                  <a:lnTo>
                    <a:pt x="1208557" y="285762"/>
                  </a:lnTo>
                  <a:lnTo>
                    <a:pt x="1205915" y="285762"/>
                  </a:lnTo>
                  <a:lnTo>
                    <a:pt x="1204798" y="286219"/>
                  </a:lnTo>
                  <a:lnTo>
                    <a:pt x="1202944" y="288086"/>
                  </a:lnTo>
                  <a:lnTo>
                    <a:pt x="1202474" y="289204"/>
                  </a:lnTo>
                  <a:lnTo>
                    <a:pt x="1202474" y="291833"/>
                  </a:lnTo>
                  <a:lnTo>
                    <a:pt x="1202944" y="292950"/>
                  </a:lnTo>
                  <a:lnTo>
                    <a:pt x="1204798" y="294817"/>
                  </a:lnTo>
                  <a:lnTo>
                    <a:pt x="1205915" y="295275"/>
                  </a:lnTo>
                  <a:lnTo>
                    <a:pt x="1208557" y="295275"/>
                  </a:lnTo>
                  <a:lnTo>
                    <a:pt x="1209675" y="294817"/>
                  </a:lnTo>
                  <a:lnTo>
                    <a:pt x="1211529" y="292950"/>
                  </a:lnTo>
                  <a:lnTo>
                    <a:pt x="1211999" y="291833"/>
                  </a:lnTo>
                  <a:lnTo>
                    <a:pt x="1211999" y="289204"/>
                  </a:lnTo>
                  <a:close/>
                </a:path>
                <a:path w="2414904" h="3295650">
                  <a:moveTo>
                    <a:pt x="1211999" y="241579"/>
                  </a:moveTo>
                  <a:lnTo>
                    <a:pt x="1211529" y="240461"/>
                  </a:lnTo>
                  <a:lnTo>
                    <a:pt x="1209675" y="238594"/>
                  </a:lnTo>
                  <a:lnTo>
                    <a:pt x="1208557" y="238137"/>
                  </a:lnTo>
                  <a:lnTo>
                    <a:pt x="1205915" y="238137"/>
                  </a:lnTo>
                  <a:lnTo>
                    <a:pt x="1204798" y="238594"/>
                  </a:lnTo>
                  <a:lnTo>
                    <a:pt x="1202944" y="240461"/>
                  </a:lnTo>
                  <a:lnTo>
                    <a:pt x="1202474" y="241579"/>
                  </a:lnTo>
                  <a:lnTo>
                    <a:pt x="1202474" y="244208"/>
                  </a:lnTo>
                  <a:lnTo>
                    <a:pt x="1202944" y="245325"/>
                  </a:lnTo>
                  <a:lnTo>
                    <a:pt x="1204798" y="247192"/>
                  </a:lnTo>
                  <a:lnTo>
                    <a:pt x="1205915" y="247650"/>
                  </a:lnTo>
                  <a:lnTo>
                    <a:pt x="1208557" y="247650"/>
                  </a:lnTo>
                  <a:lnTo>
                    <a:pt x="1209675" y="247192"/>
                  </a:lnTo>
                  <a:lnTo>
                    <a:pt x="1211529" y="245325"/>
                  </a:lnTo>
                  <a:lnTo>
                    <a:pt x="1211999" y="244208"/>
                  </a:lnTo>
                  <a:lnTo>
                    <a:pt x="1211999" y="241579"/>
                  </a:lnTo>
                  <a:close/>
                </a:path>
                <a:path w="2414904" h="3295650">
                  <a:moveTo>
                    <a:pt x="1211999" y="193954"/>
                  </a:moveTo>
                  <a:lnTo>
                    <a:pt x="1211529" y="192836"/>
                  </a:lnTo>
                  <a:lnTo>
                    <a:pt x="1209675" y="190969"/>
                  </a:lnTo>
                  <a:lnTo>
                    <a:pt x="1208557" y="190500"/>
                  </a:lnTo>
                  <a:lnTo>
                    <a:pt x="1205915" y="190500"/>
                  </a:lnTo>
                  <a:lnTo>
                    <a:pt x="1204798" y="190969"/>
                  </a:lnTo>
                  <a:lnTo>
                    <a:pt x="1202944" y="192836"/>
                  </a:lnTo>
                  <a:lnTo>
                    <a:pt x="1202474" y="193954"/>
                  </a:lnTo>
                  <a:lnTo>
                    <a:pt x="1202474" y="196583"/>
                  </a:lnTo>
                  <a:lnTo>
                    <a:pt x="1202944" y="197700"/>
                  </a:lnTo>
                  <a:lnTo>
                    <a:pt x="1204798" y="199567"/>
                  </a:lnTo>
                  <a:lnTo>
                    <a:pt x="1205915" y="200025"/>
                  </a:lnTo>
                  <a:lnTo>
                    <a:pt x="1208557" y="200025"/>
                  </a:lnTo>
                  <a:lnTo>
                    <a:pt x="1209675" y="199567"/>
                  </a:lnTo>
                  <a:lnTo>
                    <a:pt x="1211529" y="197700"/>
                  </a:lnTo>
                  <a:lnTo>
                    <a:pt x="1211999" y="196583"/>
                  </a:lnTo>
                  <a:lnTo>
                    <a:pt x="1211999" y="193954"/>
                  </a:lnTo>
                  <a:close/>
                </a:path>
                <a:path w="2414904" h="3295650">
                  <a:moveTo>
                    <a:pt x="1211999" y="146329"/>
                  </a:moveTo>
                  <a:lnTo>
                    <a:pt x="1211529" y="145211"/>
                  </a:lnTo>
                  <a:lnTo>
                    <a:pt x="1209675" y="143344"/>
                  </a:lnTo>
                  <a:lnTo>
                    <a:pt x="1208557" y="142887"/>
                  </a:lnTo>
                  <a:lnTo>
                    <a:pt x="1205915" y="142887"/>
                  </a:lnTo>
                  <a:lnTo>
                    <a:pt x="1204798" y="143344"/>
                  </a:lnTo>
                  <a:lnTo>
                    <a:pt x="1202944" y="145211"/>
                  </a:lnTo>
                  <a:lnTo>
                    <a:pt x="1202474" y="146329"/>
                  </a:lnTo>
                  <a:lnTo>
                    <a:pt x="1202474" y="148958"/>
                  </a:lnTo>
                  <a:lnTo>
                    <a:pt x="1202944" y="150075"/>
                  </a:lnTo>
                  <a:lnTo>
                    <a:pt x="1204798" y="151942"/>
                  </a:lnTo>
                  <a:lnTo>
                    <a:pt x="1205915" y="152400"/>
                  </a:lnTo>
                  <a:lnTo>
                    <a:pt x="1208557" y="152400"/>
                  </a:lnTo>
                  <a:lnTo>
                    <a:pt x="1209675" y="151942"/>
                  </a:lnTo>
                  <a:lnTo>
                    <a:pt x="1211529" y="150075"/>
                  </a:lnTo>
                  <a:lnTo>
                    <a:pt x="1211999" y="148958"/>
                  </a:lnTo>
                  <a:lnTo>
                    <a:pt x="1211999" y="146329"/>
                  </a:lnTo>
                  <a:close/>
                </a:path>
                <a:path w="2414904" h="3295650">
                  <a:moveTo>
                    <a:pt x="1211999" y="98704"/>
                  </a:moveTo>
                  <a:lnTo>
                    <a:pt x="1211529" y="97586"/>
                  </a:lnTo>
                  <a:lnTo>
                    <a:pt x="1209675" y="95719"/>
                  </a:lnTo>
                  <a:lnTo>
                    <a:pt x="1208557" y="95262"/>
                  </a:lnTo>
                  <a:lnTo>
                    <a:pt x="1205915" y="95262"/>
                  </a:lnTo>
                  <a:lnTo>
                    <a:pt x="1204798" y="95719"/>
                  </a:lnTo>
                  <a:lnTo>
                    <a:pt x="1202944" y="97586"/>
                  </a:lnTo>
                  <a:lnTo>
                    <a:pt x="1202474" y="98704"/>
                  </a:lnTo>
                  <a:lnTo>
                    <a:pt x="1202474" y="101333"/>
                  </a:lnTo>
                  <a:lnTo>
                    <a:pt x="1202944" y="102450"/>
                  </a:lnTo>
                  <a:lnTo>
                    <a:pt x="1204798" y="104317"/>
                  </a:lnTo>
                  <a:lnTo>
                    <a:pt x="1205915" y="104775"/>
                  </a:lnTo>
                  <a:lnTo>
                    <a:pt x="1208557" y="104775"/>
                  </a:lnTo>
                  <a:lnTo>
                    <a:pt x="1209675" y="104317"/>
                  </a:lnTo>
                  <a:lnTo>
                    <a:pt x="1211529" y="102450"/>
                  </a:lnTo>
                  <a:lnTo>
                    <a:pt x="1211999" y="101333"/>
                  </a:lnTo>
                  <a:lnTo>
                    <a:pt x="1211999" y="98704"/>
                  </a:lnTo>
                  <a:close/>
                </a:path>
                <a:path w="2414904" h="3295650">
                  <a:moveTo>
                    <a:pt x="1211999" y="51079"/>
                  </a:moveTo>
                  <a:lnTo>
                    <a:pt x="1211529" y="49961"/>
                  </a:lnTo>
                  <a:lnTo>
                    <a:pt x="1209675" y="48094"/>
                  </a:lnTo>
                  <a:lnTo>
                    <a:pt x="1208557" y="47637"/>
                  </a:lnTo>
                  <a:lnTo>
                    <a:pt x="1205915" y="47637"/>
                  </a:lnTo>
                  <a:lnTo>
                    <a:pt x="1204798" y="48094"/>
                  </a:lnTo>
                  <a:lnTo>
                    <a:pt x="1202944" y="49961"/>
                  </a:lnTo>
                  <a:lnTo>
                    <a:pt x="1202474" y="51079"/>
                  </a:lnTo>
                  <a:lnTo>
                    <a:pt x="1202474" y="53708"/>
                  </a:lnTo>
                  <a:lnTo>
                    <a:pt x="1202944" y="54825"/>
                  </a:lnTo>
                  <a:lnTo>
                    <a:pt x="1204798" y="56692"/>
                  </a:lnTo>
                  <a:lnTo>
                    <a:pt x="1205915" y="57150"/>
                  </a:lnTo>
                  <a:lnTo>
                    <a:pt x="1208557" y="57150"/>
                  </a:lnTo>
                  <a:lnTo>
                    <a:pt x="1209675" y="56692"/>
                  </a:lnTo>
                  <a:lnTo>
                    <a:pt x="1211529" y="54825"/>
                  </a:lnTo>
                  <a:lnTo>
                    <a:pt x="1211999" y="53708"/>
                  </a:lnTo>
                  <a:lnTo>
                    <a:pt x="1211999" y="51079"/>
                  </a:lnTo>
                  <a:close/>
                </a:path>
                <a:path w="2414904" h="3295650">
                  <a:moveTo>
                    <a:pt x="1211999" y="3454"/>
                  </a:moveTo>
                  <a:lnTo>
                    <a:pt x="1211529" y="2336"/>
                  </a:lnTo>
                  <a:lnTo>
                    <a:pt x="1209675" y="469"/>
                  </a:lnTo>
                  <a:lnTo>
                    <a:pt x="1208557" y="0"/>
                  </a:lnTo>
                  <a:lnTo>
                    <a:pt x="1205915" y="0"/>
                  </a:lnTo>
                  <a:lnTo>
                    <a:pt x="1204798" y="469"/>
                  </a:lnTo>
                  <a:lnTo>
                    <a:pt x="1202944" y="2336"/>
                  </a:lnTo>
                  <a:lnTo>
                    <a:pt x="1202474" y="3454"/>
                  </a:lnTo>
                  <a:lnTo>
                    <a:pt x="1202474" y="6083"/>
                  </a:lnTo>
                  <a:lnTo>
                    <a:pt x="1202944" y="7200"/>
                  </a:lnTo>
                  <a:lnTo>
                    <a:pt x="1204798" y="9067"/>
                  </a:lnTo>
                  <a:lnTo>
                    <a:pt x="1205915" y="9525"/>
                  </a:lnTo>
                  <a:lnTo>
                    <a:pt x="1208557" y="9525"/>
                  </a:lnTo>
                  <a:lnTo>
                    <a:pt x="1209675" y="9067"/>
                  </a:lnTo>
                  <a:lnTo>
                    <a:pt x="1211529" y="7200"/>
                  </a:lnTo>
                  <a:lnTo>
                    <a:pt x="1211999" y="6083"/>
                  </a:lnTo>
                  <a:lnTo>
                    <a:pt x="1211999" y="3454"/>
                  </a:lnTo>
                  <a:close/>
                </a:path>
                <a:path w="2414904" h="3295650">
                  <a:moveTo>
                    <a:pt x="2414473" y="3289579"/>
                  </a:moveTo>
                  <a:lnTo>
                    <a:pt x="2414016" y="3288461"/>
                  </a:lnTo>
                  <a:lnTo>
                    <a:pt x="2412149" y="3286595"/>
                  </a:lnTo>
                  <a:lnTo>
                    <a:pt x="2411031" y="3286125"/>
                  </a:lnTo>
                  <a:lnTo>
                    <a:pt x="2408402" y="3286125"/>
                  </a:lnTo>
                  <a:lnTo>
                    <a:pt x="2407272" y="3286595"/>
                  </a:lnTo>
                  <a:lnTo>
                    <a:pt x="2405418" y="3288461"/>
                  </a:lnTo>
                  <a:lnTo>
                    <a:pt x="2404948" y="3289579"/>
                  </a:lnTo>
                  <a:lnTo>
                    <a:pt x="2404948" y="3292208"/>
                  </a:lnTo>
                  <a:lnTo>
                    <a:pt x="2405418" y="3293326"/>
                  </a:lnTo>
                  <a:lnTo>
                    <a:pt x="2407272" y="3295192"/>
                  </a:lnTo>
                  <a:lnTo>
                    <a:pt x="2408402" y="3295650"/>
                  </a:lnTo>
                  <a:lnTo>
                    <a:pt x="2411031" y="3295650"/>
                  </a:lnTo>
                  <a:lnTo>
                    <a:pt x="2412149" y="3295192"/>
                  </a:lnTo>
                  <a:lnTo>
                    <a:pt x="2414016" y="3293326"/>
                  </a:lnTo>
                  <a:lnTo>
                    <a:pt x="2414473" y="3292208"/>
                  </a:lnTo>
                  <a:lnTo>
                    <a:pt x="2414473" y="3289579"/>
                  </a:lnTo>
                  <a:close/>
                </a:path>
                <a:path w="2414904" h="3295650">
                  <a:moveTo>
                    <a:pt x="2414473" y="3241954"/>
                  </a:moveTo>
                  <a:lnTo>
                    <a:pt x="2414016" y="3240836"/>
                  </a:lnTo>
                  <a:lnTo>
                    <a:pt x="2412149" y="3238970"/>
                  </a:lnTo>
                  <a:lnTo>
                    <a:pt x="2411031" y="3238500"/>
                  </a:lnTo>
                  <a:lnTo>
                    <a:pt x="2408402" y="3238500"/>
                  </a:lnTo>
                  <a:lnTo>
                    <a:pt x="2407272" y="3238970"/>
                  </a:lnTo>
                  <a:lnTo>
                    <a:pt x="2405418" y="3240836"/>
                  </a:lnTo>
                  <a:lnTo>
                    <a:pt x="2404948" y="3241954"/>
                  </a:lnTo>
                  <a:lnTo>
                    <a:pt x="2404948" y="3244583"/>
                  </a:lnTo>
                  <a:lnTo>
                    <a:pt x="2405418" y="3245701"/>
                  </a:lnTo>
                  <a:lnTo>
                    <a:pt x="2407272" y="3247567"/>
                  </a:lnTo>
                  <a:lnTo>
                    <a:pt x="2408402" y="3248025"/>
                  </a:lnTo>
                  <a:lnTo>
                    <a:pt x="2411031" y="3248025"/>
                  </a:lnTo>
                  <a:lnTo>
                    <a:pt x="2412149" y="3247567"/>
                  </a:lnTo>
                  <a:lnTo>
                    <a:pt x="2414016" y="3245701"/>
                  </a:lnTo>
                  <a:lnTo>
                    <a:pt x="2414473" y="3244583"/>
                  </a:lnTo>
                  <a:lnTo>
                    <a:pt x="2414473" y="3241954"/>
                  </a:lnTo>
                  <a:close/>
                </a:path>
                <a:path w="2414904" h="3295650">
                  <a:moveTo>
                    <a:pt x="2414473" y="3194329"/>
                  </a:moveTo>
                  <a:lnTo>
                    <a:pt x="2414016" y="3193211"/>
                  </a:lnTo>
                  <a:lnTo>
                    <a:pt x="2412149" y="3191345"/>
                  </a:lnTo>
                  <a:lnTo>
                    <a:pt x="2411031" y="3190875"/>
                  </a:lnTo>
                  <a:lnTo>
                    <a:pt x="2408402" y="3190875"/>
                  </a:lnTo>
                  <a:lnTo>
                    <a:pt x="2407272" y="3191345"/>
                  </a:lnTo>
                  <a:lnTo>
                    <a:pt x="2405418" y="3193211"/>
                  </a:lnTo>
                  <a:lnTo>
                    <a:pt x="2404948" y="3194329"/>
                  </a:lnTo>
                  <a:lnTo>
                    <a:pt x="2404948" y="3196958"/>
                  </a:lnTo>
                  <a:lnTo>
                    <a:pt x="2405418" y="3198076"/>
                  </a:lnTo>
                  <a:lnTo>
                    <a:pt x="2407272" y="3199942"/>
                  </a:lnTo>
                  <a:lnTo>
                    <a:pt x="2408402" y="3200400"/>
                  </a:lnTo>
                  <a:lnTo>
                    <a:pt x="2411031" y="3200400"/>
                  </a:lnTo>
                  <a:lnTo>
                    <a:pt x="2412149" y="3199942"/>
                  </a:lnTo>
                  <a:lnTo>
                    <a:pt x="2414016" y="3198076"/>
                  </a:lnTo>
                  <a:lnTo>
                    <a:pt x="2414473" y="3196958"/>
                  </a:lnTo>
                  <a:lnTo>
                    <a:pt x="2414473" y="3194329"/>
                  </a:lnTo>
                  <a:close/>
                </a:path>
                <a:path w="2414904" h="3295650">
                  <a:moveTo>
                    <a:pt x="2414473" y="3146704"/>
                  </a:moveTo>
                  <a:lnTo>
                    <a:pt x="2414016" y="3145586"/>
                  </a:lnTo>
                  <a:lnTo>
                    <a:pt x="2412149" y="3143720"/>
                  </a:lnTo>
                  <a:lnTo>
                    <a:pt x="2411031" y="3143250"/>
                  </a:lnTo>
                  <a:lnTo>
                    <a:pt x="2408402" y="3143250"/>
                  </a:lnTo>
                  <a:lnTo>
                    <a:pt x="2407272" y="3143720"/>
                  </a:lnTo>
                  <a:lnTo>
                    <a:pt x="2405418" y="3145586"/>
                  </a:lnTo>
                  <a:lnTo>
                    <a:pt x="2404948" y="3146704"/>
                  </a:lnTo>
                  <a:lnTo>
                    <a:pt x="2404948" y="3149333"/>
                  </a:lnTo>
                  <a:lnTo>
                    <a:pt x="2405418" y="3150451"/>
                  </a:lnTo>
                  <a:lnTo>
                    <a:pt x="2407272" y="3152317"/>
                  </a:lnTo>
                  <a:lnTo>
                    <a:pt x="2408402" y="3152775"/>
                  </a:lnTo>
                  <a:lnTo>
                    <a:pt x="2411031" y="3152775"/>
                  </a:lnTo>
                  <a:lnTo>
                    <a:pt x="2412149" y="3152317"/>
                  </a:lnTo>
                  <a:lnTo>
                    <a:pt x="2414016" y="3150451"/>
                  </a:lnTo>
                  <a:lnTo>
                    <a:pt x="2414473" y="3149333"/>
                  </a:lnTo>
                  <a:lnTo>
                    <a:pt x="2414473" y="3146704"/>
                  </a:lnTo>
                  <a:close/>
                </a:path>
                <a:path w="2414904" h="3295650">
                  <a:moveTo>
                    <a:pt x="2414473" y="3099079"/>
                  </a:moveTo>
                  <a:lnTo>
                    <a:pt x="2414016" y="3097961"/>
                  </a:lnTo>
                  <a:lnTo>
                    <a:pt x="2412149" y="3096095"/>
                  </a:lnTo>
                  <a:lnTo>
                    <a:pt x="2411031" y="3095625"/>
                  </a:lnTo>
                  <a:lnTo>
                    <a:pt x="2408402" y="3095625"/>
                  </a:lnTo>
                  <a:lnTo>
                    <a:pt x="2407272" y="3096095"/>
                  </a:lnTo>
                  <a:lnTo>
                    <a:pt x="2405418" y="3097961"/>
                  </a:lnTo>
                  <a:lnTo>
                    <a:pt x="2404948" y="3099079"/>
                  </a:lnTo>
                  <a:lnTo>
                    <a:pt x="2404948" y="3101708"/>
                  </a:lnTo>
                  <a:lnTo>
                    <a:pt x="2405418" y="3102826"/>
                  </a:lnTo>
                  <a:lnTo>
                    <a:pt x="2407272" y="3104692"/>
                  </a:lnTo>
                  <a:lnTo>
                    <a:pt x="2408402" y="3105150"/>
                  </a:lnTo>
                  <a:lnTo>
                    <a:pt x="2411031" y="3105150"/>
                  </a:lnTo>
                  <a:lnTo>
                    <a:pt x="2412149" y="3104692"/>
                  </a:lnTo>
                  <a:lnTo>
                    <a:pt x="2414016" y="3102826"/>
                  </a:lnTo>
                  <a:lnTo>
                    <a:pt x="2414473" y="3101708"/>
                  </a:lnTo>
                  <a:lnTo>
                    <a:pt x="2414473" y="3099079"/>
                  </a:lnTo>
                  <a:close/>
                </a:path>
                <a:path w="2414904" h="3295650">
                  <a:moveTo>
                    <a:pt x="2414473" y="3051454"/>
                  </a:moveTo>
                  <a:lnTo>
                    <a:pt x="2414016" y="3050336"/>
                  </a:lnTo>
                  <a:lnTo>
                    <a:pt x="2412149" y="3048470"/>
                  </a:lnTo>
                  <a:lnTo>
                    <a:pt x="2411031" y="3048000"/>
                  </a:lnTo>
                  <a:lnTo>
                    <a:pt x="2408402" y="3048000"/>
                  </a:lnTo>
                  <a:lnTo>
                    <a:pt x="2407272" y="3048470"/>
                  </a:lnTo>
                  <a:lnTo>
                    <a:pt x="2405418" y="3050336"/>
                  </a:lnTo>
                  <a:lnTo>
                    <a:pt x="2404948" y="3051454"/>
                  </a:lnTo>
                  <a:lnTo>
                    <a:pt x="2404948" y="3054083"/>
                  </a:lnTo>
                  <a:lnTo>
                    <a:pt x="2405418" y="3055201"/>
                  </a:lnTo>
                  <a:lnTo>
                    <a:pt x="2407272" y="3057067"/>
                  </a:lnTo>
                  <a:lnTo>
                    <a:pt x="2408402" y="3057525"/>
                  </a:lnTo>
                  <a:lnTo>
                    <a:pt x="2411031" y="3057525"/>
                  </a:lnTo>
                  <a:lnTo>
                    <a:pt x="2412149" y="3057067"/>
                  </a:lnTo>
                  <a:lnTo>
                    <a:pt x="2414016" y="3055201"/>
                  </a:lnTo>
                  <a:lnTo>
                    <a:pt x="2414473" y="3054083"/>
                  </a:lnTo>
                  <a:lnTo>
                    <a:pt x="2414473" y="3051454"/>
                  </a:lnTo>
                  <a:close/>
                </a:path>
                <a:path w="2414904" h="3295650">
                  <a:moveTo>
                    <a:pt x="2414473" y="3003829"/>
                  </a:moveTo>
                  <a:lnTo>
                    <a:pt x="2414016" y="3002711"/>
                  </a:lnTo>
                  <a:lnTo>
                    <a:pt x="2412149" y="3000845"/>
                  </a:lnTo>
                  <a:lnTo>
                    <a:pt x="2411031" y="3000375"/>
                  </a:lnTo>
                  <a:lnTo>
                    <a:pt x="2408402" y="3000375"/>
                  </a:lnTo>
                  <a:lnTo>
                    <a:pt x="2407272" y="3000845"/>
                  </a:lnTo>
                  <a:lnTo>
                    <a:pt x="2405418" y="3002711"/>
                  </a:lnTo>
                  <a:lnTo>
                    <a:pt x="2404948" y="3003829"/>
                  </a:lnTo>
                  <a:lnTo>
                    <a:pt x="2404948" y="3006458"/>
                  </a:lnTo>
                  <a:lnTo>
                    <a:pt x="2405418" y="3007576"/>
                  </a:lnTo>
                  <a:lnTo>
                    <a:pt x="2407272" y="3009442"/>
                  </a:lnTo>
                  <a:lnTo>
                    <a:pt x="2408402" y="3009900"/>
                  </a:lnTo>
                  <a:lnTo>
                    <a:pt x="2411031" y="3009900"/>
                  </a:lnTo>
                  <a:lnTo>
                    <a:pt x="2412149" y="3009442"/>
                  </a:lnTo>
                  <a:lnTo>
                    <a:pt x="2414016" y="3007576"/>
                  </a:lnTo>
                  <a:lnTo>
                    <a:pt x="2414473" y="3006458"/>
                  </a:lnTo>
                  <a:lnTo>
                    <a:pt x="2414473" y="3003829"/>
                  </a:lnTo>
                  <a:close/>
                </a:path>
                <a:path w="2414904" h="3295650">
                  <a:moveTo>
                    <a:pt x="2414473" y="2956204"/>
                  </a:moveTo>
                  <a:lnTo>
                    <a:pt x="2414016" y="2955086"/>
                  </a:lnTo>
                  <a:lnTo>
                    <a:pt x="2412149" y="2953220"/>
                  </a:lnTo>
                  <a:lnTo>
                    <a:pt x="2411031" y="2952750"/>
                  </a:lnTo>
                  <a:lnTo>
                    <a:pt x="2408402" y="2952750"/>
                  </a:lnTo>
                  <a:lnTo>
                    <a:pt x="2407272" y="2953220"/>
                  </a:lnTo>
                  <a:lnTo>
                    <a:pt x="2405418" y="2955086"/>
                  </a:lnTo>
                  <a:lnTo>
                    <a:pt x="2404948" y="2956204"/>
                  </a:lnTo>
                  <a:lnTo>
                    <a:pt x="2404948" y="2958833"/>
                  </a:lnTo>
                  <a:lnTo>
                    <a:pt x="2405418" y="2959951"/>
                  </a:lnTo>
                  <a:lnTo>
                    <a:pt x="2407272" y="2961817"/>
                  </a:lnTo>
                  <a:lnTo>
                    <a:pt x="2408402" y="2962275"/>
                  </a:lnTo>
                  <a:lnTo>
                    <a:pt x="2411031" y="2962275"/>
                  </a:lnTo>
                  <a:lnTo>
                    <a:pt x="2412149" y="2961817"/>
                  </a:lnTo>
                  <a:lnTo>
                    <a:pt x="2414016" y="2959951"/>
                  </a:lnTo>
                  <a:lnTo>
                    <a:pt x="2414473" y="2958833"/>
                  </a:lnTo>
                  <a:lnTo>
                    <a:pt x="2414473" y="2956204"/>
                  </a:lnTo>
                  <a:close/>
                </a:path>
                <a:path w="2414904" h="3295650">
                  <a:moveTo>
                    <a:pt x="2414473" y="2908579"/>
                  </a:moveTo>
                  <a:lnTo>
                    <a:pt x="2414016" y="2907461"/>
                  </a:lnTo>
                  <a:lnTo>
                    <a:pt x="2412149" y="2905595"/>
                  </a:lnTo>
                  <a:lnTo>
                    <a:pt x="2411031" y="2905125"/>
                  </a:lnTo>
                  <a:lnTo>
                    <a:pt x="2408402" y="2905125"/>
                  </a:lnTo>
                  <a:lnTo>
                    <a:pt x="2407272" y="2905595"/>
                  </a:lnTo>
                  <a:lnTo>
                    <a:pt x="2405418" y="2907461"/>
                  </a:lnTo>
                  <a:lnTo>
                    <a:pt x="2404948" y="2908579"/>
                  </a:lnTo>
                  <a:lnTo>
                    <a:pt x="2404948" y="2911208"/>
                  </a:lnTo>
                  <a:lnTo>
                    <a:pt x="2405418" y="2912326"/>
                  </a:lnTo>
                  <a:lnTo>
                    <a:pt x="2407272" y="2914192"/>
                  </a:lnTo>
                  <a:lnTo>
                    <a:pt x="2408402" y="2914650"/>
                  </a:lnTo>
                  <a:lnTo>
                    <a:pt x="2411031" y="2914650"/>
                  </a:lnTo>
                  <a:lnTo>
                    <a:pt x="2412149" y="2914192"/>
                  </a:lnTo>
                  <a:lnTo>
                    <a:pt x="2414016" y="2912326"/>
                  </a:lnTo>
                  <a:lnTo>
                    <a:pt x="2414473" y="2911208"/>
                  </a:lnTo>
                  <a:lnTo>
                    <a:pt x="2414473" y="2908579"/>
                  </a:lnTo>
                  <a:close/>
                </a:path>
                <a:path w="2414904" h="3295650">
                  <a:moveTo>
                    <a:pt x="2414473" y="2860954"/>
                  </a:moveTo>
                  <a:lnTo>
                    <a:pt x="2414016" y="2859836"/>
                  </a:lnTo>
                  <a:lnTo>
                    <a:pt x="2412149" y="2857970"/>
                  </a:lnTo>
                  <a:lnTo>
                    <a:pt x="2411031" y="2857500"/>
                  </a:lnTo>
                  <a:lnTo>
                    <a:pt x="2408402" y="2857500"/>
                  </a:lnTo>
                  <a:lnTo>
                    <a:pt x="2407272" y="2857970"/>
                  </a:lnTo>
                  <a:lnTo>
                    <a:pt x="2405418" y="2859836"/>
                  </a:lnTo>
                  <a:lnTo>
                    <a:pt x="2404948" y="2860954"/>
                  </a:lnTo>
                  <a:lnTo>
                    <a:pt x="2404948" y="2863583"/>
                  </a:lnTo>
                  <a:lnTo>
                    <a:pt x="2405418" y="2864701"/>
                  </a:lnTo>
                  <a:lnTo>
                    <a:pt x="2407272" y="2866567"/>
                  </a:lnTo>
                  <a:lnTo>
                    <a:pt x="2408402" y="2867025"/>
                  </a:lnTo>
                  <a:lnTo>
                    <a:pt x="2411031" y="2867025"/>
                  </a:lnTo>
                  <a:lnTo>
                    <a:pt x="2412149" y="2866567"/>
                  </a:lnTo>
                  <a:lnTo>
                    <a:pt x="2414016" y="2864701"/>
                  </a:lnTo>
                  <a:lnTo>
                    <a:pt x="2414473" y="2863583"/>
                  </a:lnTo>
                  <a:lnTo>
                    <a:pt x="2414473" y="2860954"/>
                  </a:lnTo>
                  <a:close/>
                </a:path>
                <a:path w="2414904" h="3295650">
                  <a:moveTo>
                    <a:pt x="2414473" y="2813329"/>
                  </a:moveTo>
                  <a:lnTo>
                    <a:pt x="2414016" y="2812211"/>
                  </a:lnTo>
                  <a:lnTo>
                    <a:pt x="2412149" y="2810345"/>
                  </a:lnTo>
                  <a:lnTo>
                    <a:pt x="2411031" y="2809875"/>
                  </a:lnTo>
                  <a:lnTo>
                    <a:pt x="2408402" y="2809875"/>
                  </a:lnTo>
                  <a:lnTo>
                    <a:pt x="2407272" y="2810345"/>
                  </a:lnTo>
                  <a:lnTo>
                    <a:pt x="2405418" y="2812211"/>
                  </a:lnTo>
                  <a:lnTo>
                    <a:pt x="2404948" y="2813329"/>
                  </a:lnTo>
                  <a:lnTo>
                    <a:pt x="2404948" y="2815958"/>
                  </a:lnTo>
                  <a:lnTo>
                    <a:pt x="2405418" y="2817076"/>
                  </a:lnTo>
                  <a:lnTo>
                    <a:pt x="2407272" y="2818942"/>
                  </a:lnTo>
                  <a:lnTo>
                    <a:pt x="2408402" y="2819400"/>
                  </a:lnTo>
                  <a:lnTo>
                    <a:pt x="2411031" y="2819400"/>
                  </a:lnTo>
                  <a:lnTo>
                    <a:pt x="2412149" y="2818942"/>
                  </a:lnTo>
                  <a:lnTo>
                    <a:pt x="2414016" y="2817076"/>
                  </a:lnTo>
                  <a:lnTo>
                    <a:pt x="2414473" y="2815958"/>
                  </a:lnTo>
                  <a:lnTo>
                    <a:pt x="2414473" y="2813329"/>
                  </a:lnTo>
                  <a:close/>
                </a:path>
                <a:path w="2414904" h="3295650">
                  <a:moveTo>
                    <a:pt x="2414473" y="2765704"/>
                  </a:moveTo>
                  <a:lnTo>
                    <a:pt x="2414016" y="2764586"/>
                  </a:lnTo>
                  <a:lnTo>
                    <a:pt x="2412149" y="2762720"/>
                  </a:lnTo>
                  <a:lnTo>
                    <a:pt x="2411031" y="2762250"/>
                  </a:lnTo>
                  <a:lnTo>
                    <a:pt x="2408402" y="2762250"/>
                  </a:lnTo>
                  <a:lnTo>
                    <a:pt x="2407272" y="2762720"/>
                  </a:lnTo>
                  <a:lnTo>
                    <a:pt x="2405418" y="2764586"/>
                  </a:lnTo>
                  <a:lnTo>
                    <a:pt x="2404948" y="2765704"/>
                  </a:lnTo>
                  <a:lnTo>
                    <a:pt x="2404948" y="2768333"/>
                  </a:lnTo>
                  <a:lnTo>
                    <a:pt x="2405418" y="2769451"/>
                  </a:lnTo>
                  <a:lnTo>
                    <a:pt x="2407272" y="2771317"/>
                  </a:lnTo>
                  <a:lnTo>
                    <a:pt x="2408402" y="2771775"/>
                  </a:lnTo>
                  <a:lnTo>
                    <a:pt x="2411031" y="2771775"/>
                  </a:lnTo>
                  <a:lnTo>
                    <a:pt x="2412149" y="2771317"/>
                  </a:lnTo>
                  <a:lnTo>
                    <a:pt x="2414016" y="2769451"/>
                  </a:lnTo>
                  <a:lnTo>
                    <a:pt x="2414473" y="2768333"/>
                  </a:lnTo>
                  <a:lnTo>
                    <a:pt x="2414473" y="2765704"/>
                  </a:lnTo>
                  <a:close/>
                </a:path>
                <a:path w="2414904" h="3295650">
                  <a:moveTo>
                    <a:pt x="2414473" y="2718079"/>
                  </a:moveTo>
                  <a:lnTo>
                    <a:pt x="2414016" y="2716961"/>
                  </a:lnTo>
                  <a:lnTo>
                    <a:pt x="2412149" y="2715095"/>
                  </a:lnTo>
                  <a:lnTo>
                    <a:pt x="2411031" y="2714625"/>
                  </a:lnTo>
                  <a:lnTo>
                    <a:pt x="2408402" y="2714625"/>
                  </a:lnTo>
                  <a:lnTo>
                    <a:pt x="2407272" y="2715095"/>
                  </a:lnTo>
                  <a:lnTo>
                    <a:pt x="2405418" y="2716961"/>
                  </a:lnTo>
                  <a:lnTo>
                    <a:pt x="2404948" y="2718079"/>
                  </a:lnTo>
                  <a:lnTo>
                    <a:pt x="2404948" y="2720708"/>
                  </a:lnTo>
                  <a:lnTo>
                    <a:pt x="2405418" y="2721826"/>
                  </a:lnTo>
                  <a:lnTo>
                    <a:pt x="2407272" y="2723692"/>
                  </a:lnTo>
                  <a:lnTo>
                    <a:pt x="2408402" y="2724150"/>
                  </a:lnTo>
                  <a:lnTo>
                    <a:pt x="2411031" y="2724150"/>
                  </a:lnTo>
                  <a:lnTo>
                    <a:pt x="2412149" y="2723692"/>
                  </a:lnTo>
                  <a:lnTo>
                    <a:pt x="2414016" y="2721826"/>
                  </a:lnTo>
                  <a:lnTo>
                    <a:pt x="2414473" y="2720708"/>
                  </a:lnTo>
                  <a:lnTo>
                    <a:pt x="2414473" y="2718079"/>
                  </a:lnTo>
                  <a:close/>
                </a:path>
                <a:path w="2414904" h="3295650">
                  <a:moveTo>
                    <a:pt x="2414473" y="2670454"/>
                  </a:moveTo>
                  <a:lnTo>
                    <a:pt x="2414016" y="2669336"/>
                  </a:lnTo>
                  <a:lnTo>
                    <a:pt x="2412149" y="2667470"/>
                  </a:lnTo>
                  <a:lnTo>
                    <a:pt x="2411031" y="2667000"/>
                  </a:lnTo>
                  <a:lnTo>
                    <a:pt x="2408402" y="2667000"/>
                  </a:lnTo>
                  <a:lnTo>
                    <a:pt x="2407272" y="2667470"/>
                  </a:lnTo>
                  <a:lnTo>
                    <a:pt x="2405418" y="2669336"/>
                  </a:lnTo>
                  <a:lnTo>
                    <a:pt x="2404948" y="2670454"/>
                  </a:lnTo>
                  <a:lnTo>
                    <a:pt x="2404948" y="2673083"/>
                  </a:lnTo>
                  <a:lnTo>
                    <a:pt x="2405418" y="2674201"/>
                  </a:lnTo>
                  <a:lnTo>
                    <a:pt x="2407272" y="2676067"/>
                  </a:lnTo>
                  <a:lnTo>
                    <a:pt x="2408402" y="2676525"/>
                  </a:lnTo>
                  <a:lnTo>
                    <a:pt x="2411031" y="2676525"/>
                  </a:lnTo>
                  <a:lnTo>
                    <a:pt x="2412149" y="2676067"/>
                  </a:lnTo>
                  <a:lnTo>
                    <a:pt x="2414016" y="2674201"/>
                  </a:lnTo>
                  <a:lnTo>
                    <a:pt x="2414473" y="2673083"/>
                  </a:lnTo>
                  <a:lnTo>
                    <a:pt x="2414473" y="2670454"/>
                  </a:lnTo>
                  <a:close/>
                </a:path>
                <a:path w="2414904" h="3295650">
                  <a:moveTo>
                    <a:pt x="2414473" y="2622829"/>
                  </a:moveTo>
                  <a:lnTo>
                    <a:pt x="2414016" y="2621711"/>
                  </a:lnTo>
                  <a:lnTo>
                    <a:pt x="2412149" y="2619845"/>
                  </a:lnTo>
                  <a:lnTo>
                    <a:pt x="2411031" y="2619375"/>
                  </a:lnTo>
                  <a:lnTo>
                    <a:pt x="2408402" y="2619375"/>
                  </a:lnTo>
                  <a:lnTo>
                    <a:pt x="2407272" y="2619845"/>
                  </a:lnTo>
                  <a:lnTo>
                    <a:pt x="2405418" y="2621711"/>
                  </a:lnTo>
                  <a:lnTo>
                    <a:pt x="2404948" y="2622829"/>
                  </a:lnTo>
                  <a:lnTo>
                    <a:pt x="2404948" y="2625458"/>
                  </a:lnTo>
                  <a:lnTo>
                    <a:pt x="2405418" y="2626576"/>
                  </a:lnTo>
                  <a:lnTo>
                    <a:pt x="2407272" y="2628442"/>
                  </a:lnTo>
                  <a:lnTo>
                    <a:pt x="2408402" y="2628900"/>
                  </a:lnTo>
                  <a:lnTo>
                    <a:pt x="2411031" y="2628900"/>
                  </a:lnTo>
                  <a:lnTo>
                    <a:pt x="2412149" y="2628442"/>
                  </a:lnTo>
                  <a:lnTo>
                    <a:pt x="2414016" y="2626576"/>
                  </a:lnTo>
                  <a:lnTo>
                    <a:pt x="2414473" y="2625458"/>
                  </a:lnTo>
                  <a:lnTo>
                    <a:pt x="2414473" y="2622829"/>
                  </a:lnTo>
                  <a:close/>
                </a:path>
                <a:path w="2414904" h="3295650">
                  <a:moveTo>
                    <a:pt x="2414473" y="2575204"/>
                  </a:moveTo>
                  <a:lnTo>
                    <a:pt x="2414016" y="2574086"/>
                  </a:lnTo>
                  <a:lnTo>
                    <a:pt x="2412149" y="2572220"/>
                  </a:lnTo>
                  <a:lnTo>
                    <a:pt x="2411031" y="2571750"/>
                  </a:lnTo>
                  <a:lnTo>
                    <a:pt x="2408402" y="2571750"/>
                  </a:lnTo>
                  <a:lnTo>
                    <a:pt x="2407272" y="2572220"/>
                  </a:lnTo>
                  <a:lnTo>
                    <a:pt x="2405418" y="2574086"/>
                  </a:lnTo>
                  <a:lnTo>
                    <a:pt x="2404948" y="2575204"/>
                  </a:lnTo>
                  <a:lnTo>
                    <a:pt x="2404948" y="2577833"/>
                  </a:lnTo>
                  <a:lnTo>
                    <a:pt x="2405418" y="2578951"/>
                  </a:lnTo>
                  <a:lnTo>
                    <a:pt x="2407272" y="2580817"/>
                  </a:lnTo>
                  <a:lnTo>
                    <a:pt x="2408402" y="2581275"/>
                  </a:lnTo>
                  <a:lnTo>
                    <a:pt x="2411031" y="2581275"/>
                  </a:lnTo>
                  <a:lnTo>
                    <a:pt x="2412149" y="2580817"/>
                  </a:lnTo>
                  <a:lnTo>
                    <a:pt x="2414016" y="2578951"/>
                  </a:lnTo>
                  <a:lnTo>
                    <a:pt x="2414473" y="2577833"/>
                  </a:lnTo>
                  <a:lnTo>
                    <a:pt x="2414473" y="2575204"/>
                  </a:lnTo>
                  <a:close/>
                </a:path>
                <a:path w="2414904" h="3295650">
                  <a:moveTo>
                    <a:pt x="2414473" y="2527579"/>
                  </a:moveTo>
                  <a:lnTo>
                    <a:pt x="2414016" y="2526461"/>
                  </a:lnTo>
                  <a:lnTo>
                    <a:pt x="2412149" y="2524595"/>
                  </a:lnTo>
                  <a:lnTo>
                    <a:pt x="2411031" y="2524125"/>
                  </a:lnTo>
                  <a:lnTo>
                    <a:pt x="2408402" y="2524125"/>
                  </a:lnTo>
                  <a:lnTo>
                    <a:pt x="2407272" y="2524595"/>
                  </a:lnTo>
                  <a:lnTo>
                    <a:pt x="2405418" y="2526461"/>
                  </a:lnTo>
                  <a:lnTo>
                    <a:pt x="2404948" y="2527579"/>
                  </a:lnTo>
                  <a:lnTo>
                    <a:pt x="2404948" y="2530208"/>
                  </a:lnTo>
                  <a:lnTo>
                    <a:pt x="2405418" y="2531326"/>
                  </a:lnTo>
                  <a:lnTo>
                    <a:pt x="2407272" y="2533192"/>
                  </a:lnTo>
                  <a:lnTo>
                    <a:pt x="2408402" y="2533650"/>
                  </a:lnTo>
                  <a:lnTo>
                    <a:pt x="2411031" y="2533650"/>
                  </a:lnTo>
                  <a:lnTo>
                    <a:pt x="2412149" y="2533192"/>
                  </a:lnTo>
                  <a:lnTo>
                    <a:pt x="2414016" y="2531326"/>
                  </a:lnTo>
                  <a:lnTo>
                    <a:pt x="2414473" y="2530208"/>
                  </a:lnTo>
                  <a:lnTo>
                    <a:pt x="2414473" y="2527579"/>
                  </a:lnTo>
                  <a:close/>
                </a:path>
                <a:path w="2414904" h="3295650">
                  <a:moveTo>
                    <a:pt x="2414473" y="2479954"/>
                  </a:moveTo>
                  <a:lnTo>
                    <a:pt x="2414016" y="2478836"/>
                  </a:lnTo>
                  <a:lnTo>
                    <a:pt x="2412149" y="2476970"/>
                  </a:lnTo>
                  <a:lnTo>
                    <a:pt x="2411031" y="2476500"/>
                  </a:lnTo>
                  <a:lnTo>
                    <a:pt x="2408402" y="2476500"/>
                  </a:lnTo>
                  <a:lnTo>
                    <a:pt x="2407272" y="2476970"/>
                  </a:lnTo>
                  <a:lnTo>
                    <a:pt x="2405418" y="2478836"/>
                  </a:lnTo>
                  <a:lnTo>
                    <a:pt x="2404948" y="2479954"/>
                  </a:lnTo>
                  <a:lnTo>
                    <a:pt x="2404948" y="2482583"/>
                  </a:lnTo>
                  <a:lnTo>
                    <a:pt x="2405418" y="2483701"/>
                  </a:lnTo>
                  <a:lnTo>
                    <a:pt x="2407272" y="2485567"/>
                  </a:lnTo>
                  <a:lnTo>
                    <a:pt x="2408402" y="2486025"/>
                  </a:lnTo>
                  <a:lnTo>
                    <a:pt x="2411031" y="2486025"/>
                  </a:lnTo>
                  <a:lnTo>
                    <a:pt x="2412149" y="2485567"/>
                  </a:lnTo>
                  <a:lnTo>
                    <a:pt x="2414016" y="2483701"/>
                  </a:lnTo>
                  <a:lnTo>
                    <a:pt x="2414473" y="2482583"/>
                  </a:lnTo>
                  <a:lnTo>
                    <a:pt x="2414473" y="2479954"/>
                  </a:lnTo>
                  <a:close/>
                </a:path>
                <a:path w="2414904" h="3295650">
                  <a:moveTo>
                    <a:pt x="2414473" y="2432329"/>
                  </a:moveTo>
                  <a:lnTo>
                    <a:pt x="2414016" y="2431211"/>
                  </a:lnTo>
                  <a:lnTo>
                    <a:pt x="2412149" y="2429345"/>
                  </a:lnTo>
                  <a:lnTo>
                    <a:pt x="2411031" y="2428875"/>
                  </a:lnTo>
                  <a:lnTo>
                    <a:pt x="2408402" y="2428875"/>
                  </a:lnTo>
                  <a:lnTo>
                    <a:pt x="2407272" y="2429345"/>
                  </a:lnTo>
                  <a:lnTo>
                    <a:pt x="2405418" y="2431211"/>
                  </a:lnTo>
                  <a:lnTo>
                    <a:pt x="2404948" y="2432329"/>
                  </a:lnTo>
                  <a:lnTo>
                    <a:pt x="2404948" y="2434958"/>
                  </a:lnTo>
                  <a:lnTo>
                    <a:pt x="2405418" y="2436076"/>
                  </a:lnTo>
                  <a:lnTo>
                    <a:pt x="2407272" y="2437942"/>
                  </a:lnTo>
                  <a:lnTo>
                    <a:pt x="2408402" y="2438400"/>
                  </a:lnTo>
                  <a:lnTo>
                    <a:pt x="2411031" y="2438400"/>
                  </a:lnTo>
                  <a:lnTo>
                    <a:pt x="2412149" y="2437942"/>
                  </a:lnTo>
                  <a:lnTo>
                    <a:pt x="2414016" y="2436076"/>
                  </a:lnTo>
                  <a:lnTo>
                    <a:pt x="2414473" y="2434958"/>
                  </a:lnTo>
                  <a:lnTo>
                    <a:pt x="2414473" y="2432329"/>
                  </a:lnTo>
                  <a:close/>
                </a:path>
                <a:path w="2414904" h="3295650">
                  <a:moveTo>
                    <a:pt x="2414473" y="2384704"/>
                  </a:moveTo>
                  <a:lnTo>
                    <a:pt x="2414016" y="2383586"/>
                  </a:lnTo>
                  <a:lnTo>
                    <a:pt x="2412149" y="2381720"/>
                  </a:lnTo>
                  <a:lnTo>
                    <a:pt x="2411031" y="2381250"/>
                  </a:lnTo>
                  <a:lnTo>
                    <a:pt x="2408402" y="2381250"/>
                  </a:lnTo>
                  <a:lnTo>
                    <a:pt x="2407272" y="2381720"/>
                  </a:lnTo>
                  <a:lnTo>
                    <a:pt x="2405418" y="2383586"/>
                  </a:lnTo>
                  <a:lnTo>
                    <a:pt x="2404948" y="2384704"/>
                  </a:lnTo>
                  <a:lnTo>
                    <a:pt x="2404948" y="2387333"/>
                  </a:lnTo>
                  <a:lnTo>
                    <a:pt x="2405418" y="2388451"/>
                  </a:lnTo>
                  <a:lnTo>
                    <a:pt x="2407272" y="2390317"/>
                  </a:lnTo>
                  <a:lnTo>
                    <a:pt x="2408402" y="2390775"/>
                  </a:lnTo>
                  <a:lnTo>
                    <a:pt x="2411031" y="2390775"/>
                  </a:lnTo>
                  <a:lnTo>
                    <a:pt x="2412149" y="2390317"/>
                  </a:lnTo>
                  <a:lnTo>
                    <a:pt x="2414016" y="2388451"/>
                  </a:lnTo>
                  <a:lnTo>
                    <a:pt x="2414473" y="2387333"/>
                  </a:lnTo>
                  <a:lnTo>
                    <a:pt x="2414473" y="2384704"/>
                  </a:lnTo>
                  <a:close/>
                </a:path>
                <a:path w="2414904" h="3295650">
                  <a:moveTo>
                    <a:pt x="2414473" y="2337079"/>
                  </a:moveTo>
                  <a:lnTo>
                    <a:pt x="2414016" y="2335961"/>
                  </a:lnTo>
                  <a:lnTo>
                    <a:pt x="2412149" y="2334095"/>
                  </a:lnTo>
                  <a:lnTo>
                    <a:pt x="2411031" y="2333625"/>
                  </a:lnTo>
                  <a:lnTo>
                    <a:pt x="2408402" y="2333625"/>
                  </a:lnTo>
                  <a:lnTo>
                    <a:pt x="2407272" y="2334095"/>
                  </a:lnTo>
                  <a:lnTo>
                    <a:pt x="2405418" y="2335961"/>
                  </a:lnTo>
                  <a:lnTo>
                    <a:pt x="2404948" y="2337079"/>
                  </a:lnTo>
                  <a:lnTo>
                    <a:pt x="2404948" y="2339708"/>
                  </a:lnTo>
                  <a:lnTo>
                    <a:pt x="2405418" y="2340826"/>
                  </a:lnTo>
                  <a:lnTo>
                    <a:pt x="2407272" y="2342692"/>
                  </a:lnTo>
                  <a:lnTo>
                    <a:pt x="2408402" y="2343150"/>
                  </a:lnTo>
                  <a:lnTo>
                    <a:pt x="2411031" y="2343150"/>
                  </a:lnTo>
                  <a:lnTo>
                    <a:pt x="2412149" y="2342692"/>
                  </a:lnTo>
                  <a:lnTo>
                    <a:pt x="2414016" y="2340826"/>
                  </a:lnTo>
                  <a:lnTo>
                    <a:pt x="2414473" y="2339708"/>
                  </a:lnTo>
                  <a:lnTo>
                    <a:pt x="2414473" y="2337079"/>
                  </a:lnTo>
                  <a:close/>
                </a:path>
                <a:path w="2414904" h="3295650">
                  <a:moveTo>
                    <a:pt x="2414473" y="2289454"/>
                  </a:moveTo>
                  <a:lnTo>
                    <a:pt x="2414016" y="2288336"/>
                  </a:lnTo>
                  <a:lnTo>
                    <a:pt x="2412149" y="2286470"/>
                  </a:lnTo>
                  <a:lnTo>
                    <a:pt x="2411031" y="2286000"/>
                  </a:lnTo>
                  <a:lnTo>
                    <a:pt x="2408402" y="2286000"/>
                  </a:lnTo>
                  <a:lnTo>
                    <a:pt x="2407272" y="2286470"/>
                  </a:lnTo>
                  <a:lnTo>
                    <a:pt x="2405418" y="2288336"/>
                  </a:lnTo>
                  <a:lnTo>
                    <a:pt x="2404948" y="2289454"/>
                  </a:lnTo>
                  <a:lnTo>
                    <a:pt x="2404948" y="2292083"/>
                  </a:lnTo>
                  <a:lnTo>
                    <a:pt x="2405418" y="2293201"/>
                  </a:lnTo>
                  <a:lnTo>
                    <a:pt x="2407272" y="2295067"/>
                  </a:lnTo>
                  <a:lnTo>
                    <a:pt x="2408402" y="2295525"/>
                  </a:lnTo>
                  <a:lnTo>
                    <a:pt x="2411031" y="2295525"/>
                  </a:lnTo>
                  <a:lnTo>
                    <a:pt x="2412149" y="2295067"/>
                  </a:lnTo>
                  <a:lnTo>
                    <a:pt x="2414016" y="2293201"/>
                  </a:lnTo>
                  <a:lnTo>
                    <a:pt x="2414473" y="2292083"/>
                  </a:lnTo>
                  <a:lnTo>
                    <a:pt x="2414473" y="2289454"/>
                  </a:lnTo>
                  <a:close/>
                </a:path>
                <a:path w="2414904" h="3295650">
                  <a:moveTo>
                    <a:pt x="2414473" y="2241829"/>
                  </a:moveTo>
                  <a:lnTo>
                    <a:pt x="2414016" y="2240711"/>
                  </a:lnTo>
                  <a:lnTo>
                    <a:pt x="2412149" y="2238845"/>
                  </a:lnTo>
                  <a:lnTo>
                    <a:pt x="2411031" y="2238375"/>
                  </a:lnTo>
                  <a:lnTo>
                    <a:pt x="2408402" y="2238375"/>
                  </a:lnTo>
                  <a:lnTo>
                    <a:pt x="2407272" y="2238845"/>
                  </a:lnTo>
                  <a:lnTo>
                    <a:pt x="2405418" y="2240711"/>
                  </a:lnTo>
                  <a:lnTo>
                    <a:pt x="2404948" y="2241829"/>
                  </a:lnTo>
                  <a:lnTo>
                    <a:pt x="2404948" y="2244458"/>
                  </a:lnTo>
                  <a:lnTo>
                    <a:pt x="2405418" y="2245576"/>
                  </a:lnTo>
                  <a:lnTo>
                    <a:pt x="2407272" y="2247442"/>
                  </a:lnTo>
                  <a:lnTo>
                    <a:pt x="2408402" y="2247900"/>
                  </a:lnTo>
                  <a:lnTo>
                    <a:pt x="2411031" y="2247900"/>
                  </a:lnTo>
                  <a:lnTo>
                    <a:pt x="2412149" y="2247442"/>
                  </a:lnTo>
                  <a:lnTo>
                    <a:pt x="2414016" y="2245576"/>
                  </a:lnTo>
                  <a:lnTo>
                    <a:pt x="2414473" y="2244458"/>
                  </a:lnTo>
                  <a:lnTo>
                    <a:pt x="2414473" y="2241829"/>
                  </a:lnTo>
                  <a:close/>
                </a:path>
                <a:path w="2414904" h="3295650">
                  <a:moveTo>
                    <a:pt x="2414473" y="2194204"/>
                  </a:moveTo>
                  <a:lnTo>
                    <a:pt x="2414016" y="2193086"/>
                  </a:lnTo>
                  <a:lnTo>
                    <a:pt x="2412149" y="2191220"/>
                  </a:lnTo>
                  <a:lnTo>
                    <a:pt x="2411031" y="2190750"/>
                  </a:lnTo>
                  <a:lnTo>
                    <a:pt x="2408402" y="2190750"/>
                  </a:lnTo>
                  <a:lnTo>
                    <a:pt x="2407272" y="2191220"/>
                  </a:lnTo>
                  <a:lnTo>
                    <a:pt x="2405418" y="2193086"/>
                  </a:lnTo>
                  <a:lnTo>
                    <a:pt x="2404948" y="2194204"/>
                  </a:lnTo>
                  <a:lnTo>
                    <a:pt x="2404948" y="2196833"/>
                  </a:lnTo>
                  <a:lnTo>
                    <a:pt x="2405418" y="2197951"/>
                  </a:lnTo>
                  <a:lnTo>
                    <a:pt x="2407272" y="2199817"/>
                  </a:lnTo>
                  <a:lnTo>
                    <a:pt x="2408402" y="2200275"/>
                  </a:lnTo>
                  <a:lnTo>
                    <a:pt x="2411031" y="2200275"/>
                  </a:lnTo>
                  <a:lnTo>
                    <a:pt x="2412149" y="2199817"/>
                  </a:lnTo>
                  <a:lnTo>
                    <a:pt x="2414016" y="2197951"/>
                  </a:lnTo>
                  <a:lnTo>
                    <a:pt x="2414473" y="2196833"/>
                  </a:lnTo>
                  <a:lnTo>
                    <a:pt x="2414473" y="2194204"/>
                  </a:lnTo>
                  <a:close/>
                </a:path>
                <a:path w="2414904" h="3295650">
                  <a:moveTo>
                    <a:pt x="2414473" y="2146579"/>
                  </a:moveTo>
                  <a:lnTo>
                    <a:pt x="2414016" y="2145461"/>
                  </a:lnTo>
                  <a:lnTo>
                    <a:pt x="2412149" y="2143595"/>
                  </a:lnTo>
                  <a:lnTo>
                    <a:pt x="2411031" y="2143125"/>
                  </a:lnTo>
                  <a:lnTo>
                    <a:pt x="2408402" y="2143125"/>
                  </a:lnTo>
                  <a:lnTo>
                    <a:pt x="2407272" y="2143595"/>
                  </a:lnTo>
                  <a:lnTo>
                    <a:pt x="2405418" y="2145461"/>
                  </a:lnTo>
                  <a:lnTo>
                    <a:pt x="2404948" y="2146579"/>
                  </a:lnTo>
                  <a:lnTo>
                    <a:pt x="2404948" y="2149208"/>
                  </a:lnTo>
                  <a:lnTo>
                    <a:pt x="2405418" y="2150326"/>
                  </a:lnTo>
                  <a:lnTo>
                    <a:pt x="2407272" y="2152192"/>
                  </a:lnTo>
                  <a:lnTo>
                    <a:pt x="2408402" y="2152650"/>
                  </a:lnTo>
                  <a:lnTo>
                    <a:pt x="2411031" y="2152650"/>
                  </a:lnTo>
                  <a:lnTo>
                    <a:pt x="2412149" y="2152192"/>
                  </a:lnTo>
                  <a:lnTo>
                    <a:pt x="2414016" y="2150326"/>
                  </a:lnTo>
                  <a:lnTo>
                    <a:pt x="2414473" y="2149208"/>
                  </a:lnTo>
                  <a:lnTo>
                    <a:pt x="2414473" y="2146579"/>
                  </a:lnTo>
                  <a:close/>
                </a:path>
                <a:path w="2414904" h="3295650">
                  <a:moveTo>
                    <a:pt x="2414473" y="2098954"/>
                  </a:moveTo>
                  <a:lnTo>
                    <a:pt x="2414016" y="2097836"/>
                  </a:lnTo>
                  <a:lnTo>
                    <a:pt x="2412149" y="2095969"/>
                  </a:lnTo>
                  <a:lnTo>
                    <a:pt x="2411031" y="2095500"/>
                  </a:lnTo>
                  <a:lnTo>
                    <a:pt x="2408402" y="2095500"/>
                  </a:lnTo>
                  <a:lnTo>
                    <a:pt x="2407272" y="2095969"/>
                  </a:lnTo>
                  <a:lnTo>
                    <a:pt x="2405418" y="2097836"/>
                  </a:lnTo>
                  <a:lnTo>
                    <a:pt x="2404948" y="2098954"/>
                  </a:lnTo>
                  <a:lnTo>
                    <a:pt x="2404948" y="2101583"/>
                  </a:lnTo>
                  <a:lnTo>
                    <a:pt x="2405418" y="2102700"/>
                  </a:lnTo>
                  <a:lnTo>
                    <a:pt x="2407272" y="2104567"/>
                  </a:lnTo>
                  <a:lnTo>
                    <a:pt x="2408402" y="2105025"/>
                  </a:lnTo>
                  <a:lnTo>
                    <a:pt x="2411031" y="2105025"/>
                  </a:lnTo>
                  <a:lnTo>
                    <a:pt x="2412149" y="2104567"/>
                  </a:lnTo>
                  <a:lnTo>
                    <a:pt x="2414016" y="2102700"/>
                  </a:lnTo>
                  <a:lnTo>
                    <a:pt x="2414473" y="2101583"/>
                  </a:lnTo>
                  <a:lnTo>
                    <a:pt x="2414473" y="2098954"/>
                  </a:lnTo>
                  <a:close/>
                </a:path>
                <a:path w="2414904" h="3295650">
                  <a:moveTo>
                    <a:pt x="2414473" y="2051329"/>
                  </a:moveTo>
                  <a:lnTo>
                    <a:pt x="2414016" y="2050211"/>
                  </a:lnTo>
                  <a:lnTo>
                    <a:pt x="2412149" y="2048344"/>
                  </a:lnTo>
                  <a:lnTo>
                    <a:pt x="2411031" y="2047887"/>
                  </a:lnTo>
                  <a:lnTo>
                    <a:pt x="2408402" y="2047887"/>
                  </a:lnTo>
                  <a:lnTo>
                    <a:pt x="2407272" y="2048344"/>
                  </a:lnTo>
                  <a:lnTo>
                    <a:pt x="2405418" y="2050211"/>
                  </a:lnTo>
                  <a:lnTo>
                    <a:pt x="2404948" y="2051329"/>
                  </a:lnTo>
                  <a:lnTo>
                    <a:pt x="2404948" y="2053958"/>
                  </a:lnTo>
                  <a:lnTo>
                    <a:pt x="2405418" y="2055075"/>
                  </a:lnTo>
                  <a:lnTo>
                    <a:pt x="2407272" y="2056942"/>
                  </a:lnTo>
                  <a:lnTo>
                    <a:pt x="2408402" y="2057400"/>
                  </a:lnTo>
                  <a:lnTo>
                    <a:pt x="2411031" y="2057400"/>
                  </a:lnTo>
                  <a:lnTo>
                    <a:pt x="2412149" y="2056942"/>
                  </a:lnTo>
                  <a:lnTo>
                    <a:pt x="2414016" y="2055075"/>
                  </a:lnTo>
                  <a:lnTo>
                    <a:pt x="2414473" y="2053958"/>
                  </a:lnTo>
                  <a:lnTo>
                    <a:pt x="2414473" y="2051329"/>
                  </a:lnTo>
                  <a:close/>
                </a:path>
                <a:path w="2414904" h="3295650">
                  <a:moveTo>
                    <a:pt x="2414473" y="2003704"/>
                  </a:moveTo>
                  <a:lnTo>
                    <a:pt x="2414016" y="2002586"/>
                  </a:lnTo>
                  <a:lnTo>
                    <a:pt x="2412149" y="2000719"/>
                  </a:lnTo>
                  <a:lnTo>
                    <a:pt x="2411031" y="2000262"/>
                  </a:lnTo>
                  <a:lnTo>
                    <a:pt x="2408402" y="2000262"/>
                  </a:lnTo>
                  <a:lnTo>
                    <a:pt x="2407272" y="2000719"/>
                  </a:lnTo>
                  <a:lnTo>
                    <a:pt x="2405418" y="2002586"/>
                  </a:lnTo>
                  <a:lnTo>
                    <a:pt x="2404948" y="2003704"/>
                  </a:lnTo>
                  <a:lnTo>
                    <a:pt x="2404948" y="2006333"/>
                  </a:lnTo>
                  <a:lnTo>
                    <a:pt x="2405418" y="2007450"/>
                  </a:lnTo>
                  <a:lnTo>
                    <a:pt x="2407272" y="2009317"/>
                  </a:lnTo>
                  <a:lnTo>
                    <a:pt x="2408402" y="2009775"/>
                  </a:lnTo>
                  <a:lnTo>
                    <a:pt x="2411031" y="2009775"/>
                  </a:lnTo>
                  <a:lnTo>
                    <a:pt x="2412149" y="2009317"/>
                  </a:lnTo>
                  <a:lnTo>
                    <a:pt x="2414016" y="2007450"/>
                  </a:lnTo>
                  <a:lnTo>
                    <a:pt x="2414473" y="2006333"/>
                  </a:lnTo>
                  <a:lnTo>
                    <a:pt x="2414473" y="2003704"/>
                  </a:lnTo>
                  <a:close/>
                </a:path>
                <a:path w="2414904" h="3295650">
                  <a:moveTo>
                    <a:pt x="2414473" y="1956079"/>
                  </a:moveTo>
                  <a:lnTo>
                    <a:pt x="2414016" y="1954961"/>
                  </a:lnTo>
                  <a:lnTo>
                    <a:pt x="2412149" y="1953094"/>
                  </a:lnTo>
                  <a:lnTo>
                    <a:pt x="2411031" y="1952625"/>
                  </a:lnTo>
                  <a:lnTo>
                    <a:pt x="2408402" y="1952625"/>
                  </a:lnTo>
                  <a:lnTo>
                    <a:pt x="2407272" y="1953094"/>
                  </a:lnTo>
                  <a:lnTo>
                    <a:pt x="2405418" y="1954961"/>
                  </a:lnTo>
                  <a:lnTo>
                    <a:pt x="2404948" y="1956079"/>
                  </a:lnTo>
                  <a:lnTo>
                    <a:pt x="2404948" y="1958708"/>
                  </a:lnTo>
                  <a:lnTo>
                    <a:pt x="2405418" y="1959825"/>
                  </a:lnTo>
                  <a:lnTo>
                    <a:pt x="2407272" y="1961692"/>
                  </a:lnTo>
                  <a:lnTo>
                    <a:pt x="2408402" y="1962150"/>
                  </a:lnTo>
                  <a:lnTo>
                    <a:pt x="2411031" y="1962150"/>
                  </a:lnTo>
                  <a:lnTo>
                    <a:pt x="2412149" y="1961692"/>
                  </a:lnTo>
                  <a:lnTo>
                    <a:pt x="2414016" y="1959825"/>
                  </a:lnTo>
                  <a:lnTo>
                    <a:pt x="2414473" y="1958708"/>
                  </a:lnTo>
                  <a:lnTo>
                    <a:pt x="2414473" y="1956079"/>
                  </a:lnTo>
                  <a:close/>
                </a:path>
                <a:path w="2414904" h="3295650">
                  <a:moveTo>
                    <a:pt x="2414473" y="1908454"/>
                  </a:moveTo>
                  <a:lnTo>
                    <a:pt x="2414016" y="1907336"/>
                  </a:lnTo>
                  <a:lnTo>
                    <a:pt x="2412149" y="1905469"/>
                  </a:lnTo>
                  <a:lnTo>
                    <a:pt x="2411031" y="1905012"/>
                  </a:lnTo>
                  <a:lnTo>
                    <a:pt x="2408402" y="1905012"/>
                  </a:lnTo>
                  <a:lnTo>
                    <a:pt x="2407272" y="1905469"/>
                  </a:lnTo>
                  <a:lnTo>
                    <a:pt x="2405418" y="1907336"/>
                  </a:lnTo>
                  <a:lnTo>
                    <a:pt x="2404948" y="1908454"/>
                  </a:lnTo>
                  <a:lnTo>
                    <a:pt x="2404948" y="1911083"/>
                  </a:lnTo>
                  <a:lnTo>
                    <a:pt x="2405418" y="1912200"/>
                  </a:lnTo>
                  <a:lnTo>
                    <a:pt x="2407272" y="1914067"/>
                  </a:lnTo>
                  <a:lnTo>
                    <a:pt x="2408402" y="1914525"/>
                  </a:lnTo>
                  <a:lnTo>
                    <a:pt x="2411031" y="1914525"/>
                  </a:lnTo>
                  <a:lnTo>
                    <a:pt x="2412149" y="1914067"/>
                  </a:lnTo>
                  <a:lnTo>
                    <a:pt x="2414016" y="1912200"/>
                  </a:lnTo>
                  <a:lnTo>
                    <a:pt x="2414473" y="1911083"/>
                  </a:lnTo>
                  <a:lnTo>
                    <a:pt x="2414473" y="1908454"/>
                  </a:lnTo>
                  <a:close/>
                </a:path>
                <a:path w="2414904" h="3295650">
                  <a:moveTo>
                    <a:pt x="2414473" y="1860829"/>
                  </a:moveTo>
                  <a:lnTo>
                    <a:pt x="2414016" y="1859711"/>
                  </a:lnTo>
                  <a:lnTo>
                    <a:pt x="2412149" y="1857844"/>
                  </a:lnTo>
                  <a:lnTo>
                    <a:pt x="2411031" y="1857387"/>
                  </a:lnTo>
                  <a:lnTo>
                    <a:pt x="2408402" y="1857387"/>
                  </a:lnTo>
                  <a:lnTo>
                    <a:pt x="2407272" y="1857844"/>
                  </a:lnTo>
                  <a:lnTo>
                    <a:pt x="2405418" y="1859711"/>
                  </a:lnTo>
                  <a:lnTo>
                    <a:pt x="2404948" y="1860829"/>
                  </a:lnTo>
                  <a:lnTo>
                    <a:pt x="2404948" y="1863458"/>
                  </a:lnTo>
                  <a:lnTo>
                    <a:pt x="2405418" y="1864575"/>
                  </a:lnTo>
                  <a:lnTo>
                    <a:pt x="2407272" y="1866442"/>
                  </a:lnTo>
                  <a:lnTo>
                    <a:pt x="2408402" y="1866900"/>
                  </a:lnTo>
                  <a:lnTo>
                    <a:pt x="2411031" y="1866900"/>
                  </a:lnTo>
                  <a:lnTo>
                    <a:pt x="2412149" y="1866442"/>
                  </a:lnTo>
                  <a:lnTo>
                    <a:pt x="2414016" y="1864575"/>
                  </a:lnTo>
                  <a:lnTo>
                    <a:pt x="2414473" y="1863458"/>
                  </a:lnTo>
                  <a:lnTo>
                    <a:pt x="2414473" y="1860829"/>
                  </a:lnTo>
                  <a:close/>
                </a:path>
                <a:path w="2414904" h="3295650">
                  <a:moveTo>
                    <a:pt x="2414473" y="1813204"/>
                  </a:moveTo>
                  <a:lnTo>
                    <a:pt x="2414016" y="1812086"/>
                  </a:lnTo>
                  <a:lnTo>
                    <a:pt x="2412149" y="1810219"/>
                  </a:lnTo>
                  <a:lnTo>
                    <a:pt x="2411031" y="1809750"/>
                  </a:lnTo>
                  <a:lnTo>
                    <a:pt x="2408402" y="1809750"/>
                  </a:lnTo>
                  <a:lnTo>
                    <a:pt x="2407272" y="1810219"/>
                  </a:lnTo>
                  <a:lnTo>
                    <a:pt x="2405418" y="1812086"/>
                  </a:lnTo>
                  <a:lnTo>
                    <a:pt x="2404948" y="1813204"/>
                  </a:lnTo>
                  <a:lnTo>
                    <a:pt x="2404948" y="1815833"/>
                  </a:lnTo>
                  <a:lnTo>
                    <a:pt x="2405418" y="1816950"/>
                  </a:lnTo>
                  <a:lnTo>
                    <a:pt x="2407272" y="1818817"/>
                  </a:lnTo>
                  <a:lnTo>
                    <a:pt x="2408402" y="1819275"/>
                  </a:lnTo>
                  <a:lnTo>
                    <a:pt x="2411031" y="1819275"/>
                  </a:lnTo>
                  <a:lnTo>
                    <a:pt x="2412149" y="1818817"/>
                  </a:lnTo>
                  <a:lnTo>
                    <a:pt x="2414016" y="1816950"/>
                  </a:lnTo>
                  <a:lnTo>
                    <a:pt x="2414473" y="1815833"/>
                  </a:lnTo>
                  <a:lnTo>
                    <a:pt x="2414473" y="1813204"/>
                  </a:lnTo>
                  <a:close/>
                </a:path>
                <a:path w="2414904" h="3295650">
                  <a:moveTo>
                    <a:pt x="2414473" y="1765579"/>
                  </a:moveTo>
                  <a:lnTo>
                    <a:pt x="2414016" y="1764461"/>
                  </a:lnTo>
                  <a:lnTo>
                    <a:pt x="2412149" y="1762594"/>
                  </a:lnTo>
                  <a:lnTo>
                    <a:pt x="2411031" y="1762137"/>
                  </a:lnTo>
                  <a:lnTo>
                    <a:pt x="2408402" y="1762137"/>
                  </a:lnTo>
                  <a:lnTo>
                    <a:pt x="2407272" y="1762594"/>
                  </a:lnTo>
                  <a:lnTo>
                    <a:pt x="2405418" y="1764461"/>
                  </a:lnTo>
                  <a:lnTo>
                    <a:pt x="2404948" y="1765579"/>
                  </a:lnTo>
                  <a:lnTo>
                    <a:pt x="2404948" y="1768208"/>
                  </a:lnTo>
                  <a:lnTo>
                    <a:pt x="2405418" y="1769325"/>
                  </a:lnTo>
                  <a:lnTo>
                    <a:pt x="2407272" y="1771192"/>
                  </a:lnTo>
                  <a:lnTo>
                    <a:pt x="2408402" y="1771650"/>
                  </a:lnTo>
                  <a:lnTo>
                    <a:pt x="2411031" y="1771650"/>
                  </a:lnTo>
                  <a:lnTo>
                    <a:pt x="2412149" y="1771192"/>
                  </a:lnTo>
                  <a:lnTo>
                    <a:pt x="2414016" y="1769325"/>
                  </a:lnTo>
                  <a:lnTo>
                    <a:pt x="2414473" y="1768208"/>
                  </a:lnTo>
                  <a:lnTo>
                    <a:pt x="2414473" y="1765579"/>
                  </a:lnTo>
                  <a:close/>
                </a:path>
                <a:path w="2414904" h="3295650">
                  <a:moveTo>
                    <a:pt x="2414473" y="1717954"/>
                  </a:moveTo>
                  <a:lnTo>
                    <a:pt x="2414016" y="1716836"/>
                  </a:lnTo>
                  <a:lnTo>
                    <a:pt x="2412149" y="1714969"/>
                  </a:lnTo>
                  <a:lnTo>
                    <a:pt x="2411031" y="1714500"/>
                  </a:lnTo>
                  <a:lnTo>
                    <a:pt x="2408402" y="1714500"/>
                  </a:lnTo>
                  <a:lnTo>
                    <a:pt x="2407272" y="1714969"/>
                  </a:lnTo>
                  <a:lnTo>
                    <a:pt x="2405418" y="1716836"/>
                  </a:lnTo>
                  <a:lnTo>
                    <a:pt x="2404948" y="1717954"/>
                  </a:lnTo>
                  <a:lnTo>
                    <a:pt x="2404948" y="1720583"/>
                  </a:lnTo>
                  <a:lnTo>
                    <a:pt x="2405418" y="1721700"/>
                  </a:lnTo>
                  <a:lnTo>
                    <a:pt x="2407272" y="1723567"/>
                  </a:lnTo>
                  <a:lnTo>
                    <a:pt x="2408402" y="1724025"/>
                  </a:lnTo>
                  <a:lnTo>
                    <a:pt x="2411031" y="1724025"/>
                  </a:lnTo>
                  <a:lnTo>
                    <a:pt x="2412149" y="1723567"/>
                  </a:lnTo>
                  <a:lnTo>
                    <a:pt x="2414016" y="1721700"/>
                  </a:lnTo>
                  <a:lnTo>
                    <a:pt x="2414473" y="1720583"/>
                  </a:lnTo>
                  <a:lnTo>
                    <a:pt x="2414473" y="1717954"/>
                  </a:lnTo>
                  <a:close/>
                </a:path>
                <a:path w="2414904" h="3295650">
                  <a:moveTo>
                    <a:pt x="2414473" y="1670329"/>
                  </a:moveTo>
                  <a:lnTo>
                    <a:pt x="2414016" y="1669211"/>
                  </a:lnTo>
                  <a:lnTo>
                    <a:pt x="2412149" y="1667344"/>
                  </a:lnTo>
                  <a:lnTo>
                    <a:pt x="2411031" y="1666887"/>
                  </a:lnTo>
                  <a:lnTo>
                    <a:pt x="2408402" y="1666887"/>
                  </a:lnTo>
                  <a:lnTo>
                    <a:pt x="2407272" y="1667344"/>
                  </a:lnTo>
                  <a:lnTo>
                    <a:pt x="2405418" y="1669211"/>
                  </a:lnTo>
                  <a:lnTo>
                    <a:pt x="2404948" y="1670329"/>
                  </a:lnTo>
                  <a:lnTo>
                    <a:pt x="2404948" y="1672958"/>
                  </a:lnTo>
                  <a:lnTo>
                    <a:pt x="2405418" y="1674075"/>
                  </a:lnTo>
                  <a:lnTo>
                    <a:pt x="2407272" y="1675942"/>
                  </a:lnTo>
                  <a:lnTo>
                    <a:pt x="2408402" y="1676400"/>
                  </a:lnTo>
                  <a:lnTo>
                    <a:pt x="2411031" y="1676400"/>
                  </a:lnTo>
                  <a:lnTo>
                    <a:pt x="2412149" y="1675942"/>
                  </a:lnTo>
                  <a:lnTo>
                    <a:pt x="2414016" y="1674075"/>
                  </a:lnTo>
                  <a:lnTo>
                    <a:pt x="2414473" y="1672958"/>
                  </a:lnTo>
                  <a:lnTo>
                    <a:pt x="2414473" y="1670329"/>
                  </a:lnTo>
                  <a:close/>
                </a:path>
                <a:path w="2414904" h="3295650">
                  <a:moveTo>
                    <a:pt x="2414473" y="1622704"/>
                  </a:moveTo>
                  <a:lnTo>
                    <a:pt x="2414016" y="1621586"/>
                  </a:lnTo>
                  <a:lnTo>
                    <a:pt x="2412149" y="1619719"/>
                  </a:lnTo>
                  <a:lnTo>
                    <a:pt x="2411031" y="1619262"/>
                  </a:lnTo>
                  <a:lnTo>
                    <a:pt x="2408402" y="1619262"/>
                  </a:lnTo>
                  <a:lnTo>
                    <a:pt x="2407272" y="1619719"/>
                  </a:lnTo>
                  <a:lnTo>
                    <a:pt x="2405418" y="1621586"/>
                  </a:lnTo>
                  <a:lnTo>
                    <a:pt x="2404948" y="1622704"/>
                  </a:lnTo>
                  <a:lnTo>
                    <a:pt x="2404948" y="1625333"/>
                  </a:lnTo>
                  <a:lnTo>
                    <a:pt x="2405418" y="1626450"/>
                  </a:lnTo>
                  <a:lnTo>
                    <a:pt x="2407272" y="1628317"/>
                  </a:lnTo>
                  <a:lnTo>
                    <a:pt x="2408402" y="1628787"/>
                  </a:lnTo>
                  <a:lnTo>
                    <a:pt x="2411031" y="1628787"/>
                  </a:lnTo>
                  <a:lnTo>
                    <a:pt x="2412149" y="1628317"/>
                  </a:lnTo>
                  <a:lnTo>
                    <a:pt x="2414016" y="1626450"/>
                  </a:lnTo>
                  <a:lnTo>
                    <a:pt x="2414473" y="1625333"/>
                  </a:lnTo>
                  <a:lnTo>
                    <a:pt x="2414473" y="1622704"/>
                  </a:lnTo>
                  <a:close/>
                </a:path>
                <a:path w="2414904" h="3295650">
                  <a:moveTo>
                    <a:pt x="2414473" y="1575079"/>
                  </a:moveTo>
                  <a:lnTo>
                    <a:pt x="2414016" y="1573961"/>
                  </a:lnTo>
                  <a:lnTo>
                    <a:pt x="2412149" y="1572094"/>
                  </a:lnTo>
                  <a:lnTo>
                    <a:pt x="2411031" y="1571625"/>
                  </a:lnTo>
                  <a:lnTo>
                    <a:pt x="2408402" y="1571625"/>
                  </a:lnTo>
                  <a:lnTo>
                    <a:pt x="2407272" y="1572094"/>
                  </a:lnTo>
                  <a:lnTo>
                    <a:pt x="2405418" y="1573961"/>
                  </a:lnTo>
                  <a:lnTo>
                    <a:pt x="2404948" y="1575079"/>
                  </a:lnTo>
                  <a:lnTo>
                    <a:pt x="2404948" y="1577708"/>
                  </a:lnTo>
                  <a:lnTo>
                    <a:pt x="2405418" y="1578825"/>
                  </a:lnTo>
                  <a:lnTo>
                    <a:pt x="2407272" y="1580692"/>
                  </a:lnTo>
                  <a:lnTo>
                    <a:pt x="2408402" y="1581150"/>
                  </a:lnTo>
                  <a:lnTo>
                    <a:pt x="2411031" y="1581150"/>
                  </a:lnTo>
                  <a:lnTo>
                    <a:pt x="2412149" y="1580692"/>
                  </a:lnTo>
                  <a:lnTo>
                    <a:pt x="2414016" y="1578825"/>
                  </a:lnTo>
                  <a:lnTo>
                    <a:pt x="2414473" y="1577708"/>
                  </a:lnTo>
                  <a:lnTo>
                    <a:pt x="2414473" y="1575079"/>
                  </a:lnTo>
                  <a:close/>
                </a:path>
                <a:path w="2414904" h="3295650">
                  <a:moveTo>
                    <a:pt x="2414473" y="1527454"/>
                  </a:moveTo>
                  <a:lnTo>
                    <a:pt x="2414016" y="1526336"/>
                  </a:lnTo>
                  <a:lnTo>
                    <a:pt x="2412149" y="1524469"/>
                  </a:lnTo>
                  <a:lnTo>
                    <a:pt x="2411031" y="1524012"/>
                  </a:lnTo>
                  <a:lnTo>
                    <a:pt x="2408402" y="1524012"/>
                  </a:lnTo>
                  <a:lnTo>
                    <a:pt x="2407272" y="1524469"/>
                  </a:lnTo>
                  <a:lnTo>
                    <a:pt x="2405418" y="1526336"/>
                  </a:lnTo>
                  <a:lnTo>
                    <a:pt x="2404948" y="1527454"/>
                  </a:lnTo>
                  <a:lnTo>
                    <a:pt x="2404948" y="1530083"/>
                  </a:lnTo>
                  <a:lnTo>
                    <a:pt x="2405418" y="1531200"/>
                  </a:lnTo>
                  <a:lnTo>
                    <a:pt x="2407272" y="1533067"/>
                  </a:lnTo>
                  <a:lnTo>
                    <a:pt x="2408402" y="1533525"/>
                  </a:lnTo>
                  <a:lnTo>
                    <a:pt x="2411031" y="1533525"/>
                  </a:lnTo>
                  <a:lnTo>
                    <a:pt x="2412149" y="1533067"/>
                  </a:lnTo>
                  <a:lnTo>
                    <a:pt x="2414016" y="1531200"/>
                  </a:lnTo>
                  <a:lnTo>
                    <a:pt x="2414473" y="1530083"/>
                  </a:lnTo>
                  <a:lnTo>
                    <a:pt x="2414473" y="1527454"/>
                  </a:lnTo>
                  <a:close/>
                </a:path>
                <a:path w="2414904" h="3295650">
                  <a:moveTo>
                    <a:pt x="2414473" y="1479829"/>
                  </a:moveTo>
                  <a:lnTo>
                    <a:pt x="2414016" y="1478711"/>
                  </a:lnTo>
                  <a:lnTo>
                    <a:pt x="2412149" y="1476844"/>
                  </a:lnTo>
                  <a:lnTo>
                    <a:pt x="2411031" y="1476375"/>
                  </a:lnTo>
                  <a:lnTo>
                    <a:pt x="2408402" y="1476375"/>
                  </a:lnTo>
                  <a:lnTo>
                    <a:pt x="2407272" y="1476844"/>
                  </a:lnTo>
                  <a:lnTo>
                    <a:pt x="2405418" y="1478711"/>
                  </a:lnTo>
                  <a:lnTo>
                    <a:pt x="2404948" y="1479829"/>
                  </a:lnTo>
                  <a:lnTo>
                    <a:pt x="2404948" y="1482458"/>
                  </a:lnTo>
                  <a:lnTo>
                    <a:pt x="2405418" y="1483575"/>
                  </a:lnTo>
                  <a:lnTo>
                    <a:pt x="2407272" y="1485442"/>
                  </a:lnTo>
                  <a:lnTo>
                    <a:pt x="2408402" y="1485900"/>
                  </a:lnTo>
                  <a:lnTo>
                    <a:pt x="2411031" y="1485900"/>
                  </a:lnTo>
                  <a:lnTo>
                    <a:pt x="2412149" y="1485442"/>
                  </a:lnTo>
                  <a:lnTo>
                    <a:pt x="2414016" y="1483575"/>
                  </a:lnTo>
                  <a:lnTo>
                    <a:pt x="2414473" y="1482458"/>
                  </a:lnTo>
                  <a:lnTo>
                    <a:pt x="2414473" y="1479829"/>
                  </a:lnTo>
                  <a:close/>
                </a:path>
                <a:path w="2414904" h="3295650">
                  <a:moveTo>
                    <a:pt x="2414473" y="1432204"/>
                  </a:moveTo>
                  <a:lnTo>
                    <a:pt x="2414016" y="1431086"/>
                  </a:lnTo>
                  <a:lnTo>
                    <a:pt x="2412149" y="1429219"/>
                  </a:lnTo>
                  <a:lnTo>
                    <a:pt x="2411031" y="1428762"/>
                  </a:lnTo>
                  <a:lnTo>
                    <a:pt x="2408402" y="1428762"/>
                  </a:lnTo>
                  <a:lnTo>
                    <a:pt x="2407272" y="1429219"/>
                  </a:lnTo>
                  <a:lnTo>
                    <a:pt x="2405418" y="1431086"/>
                  </a:lnTo>
                  <a:lnTo>
                    <a:pt x="2404948" y="1432204"/>
                  </a:lnTo>
                  <a:lnTo>
                    <a:pt x="2404948" y="1434833"/>
                  </a:lnTo>
                  <a:lnTo>
                    <a:pt x="2405418" y="1435950"/>
                  </a:lnTo>
                  <a:lnTo>
                    <a:pt x="2407272" y="1437817"/>
                  </a:lnTo>
                  <a:lnTo>
                    <a:pt x="2408402" y="1438275"/>
                  </a:lnTo>
                  <a:lnTo>
                    <a:pt x="2411031" y="1438275"/>
                  </a:lnTo>
                  <a:lnTo>
                    <a:pt x="2412149" y="1437817"/>
                  </a:lnTo>
                  <a:lnTo>
                    <a:pt x="2414016" y="1435950"/>
                  </a:lnTo>
                  <a:lnTo>
                    <a:pt x="2414473" y="1434833"/>
                  </a:lnTo>
                  <a:lnTo>
                    <a:pt x="2414473" y="1432204"/>
                  </a:lnTo>
                  <a:close/>
                </a:path>
                <a:path w="2414904" h="3295650">
                  <a:moveTo>
                    <a:pt x="2414473" y="1384579"/>
                  </a:moveTo>
                  <a:lnTo>
                    <a:pt x="2414016" y="1383461"/>
                  </a:lnTo>
                  <a:lnTo>
                    <a:pt x="2412149" y="1381594"/>
                  </a:lnTo>
                  <a:lnTo>
                    <a:pt x="2411031" y="1381137"/>
                  </a:lnTo>
                  <a:lnTo>
                    <a:pt x="2408402" y="1381137"/>
                  </a:lnTo>
                  <a:lnTo>
                    <a:pt x="2407272" y="1381594"/>
                  </a:lnTo>
                  <a:lnTo>
                    <a:pt x="2405418" y="1383461"/>
                  </a:lnTo>
                  <a:lnTo>
                    <a:pt x="2404948" y="1384579"/>
                  </a:lnTo>
                  <a:lnTo>
                    <a:pt x="2404948" y="1387208"/>
                  </a:lnTo>
                  <a:lnTo>
                    <a:pt x="2405418" y="1388325"/>
                  </a:lnTo>
                  <a:lnTo>
                    <a:pt x="2407272" y="1390192"/>
                  </a:lnTo>
                  <a:lnTo>
                    <a:pt x="2408402" y="1390650"/>
                  </a:lnTo>
                  <a:lnTo>
                    <a:pt x="2411031" y="1390650"/>
                  </a:lnTo>
                  <a:lnTo>
                    <a:pt x="2412149" y="1390192"/>
                  </a:lnTo>
                  <a:lnTo>
                    <a:pt x="2414016" y="1388325"/>
                  </a:lnTo>
                  <a:lnTo>
                    <a:pt x="2414473" y="1387208"/>
                  </a:lnTo>
                  <a:lnTo>
                    <a:pt x="2414473" y="1384579"/>
                  </a:lnTo>
                  <a:close/>
                </a:path>
                <a:path w="2414904" h="3295650">
                  <a:moveTo>
                    <a:pt x="2414473" y="1336954"/>
                  </a:moveTo>
                  <a:lnTo>
                    <a:pt x="2414016" y="1335836"/>
                  </a:lnTo>
                  <a:lnTo>
                    <a:pt x="2412149" y="1333969"/>
                  </a:lnTo>
                  <a:lnTo>
                    <a:pt x="2411031" y="1333512"/>
                  </a:lnTo>
                  <a:lnTo>
                    <a:pt x="2408402" y="1333512"/>
                  </a:lnTo>
                  <a:lnTo>
                    <a:pt x="2407272" y="1333969"/>
                  </a:lnTo>
                  <a:lnTo>
                    <a:pt x="2405418" y="1335836"/>
                  </a:lnTo>
                  <a:lnTo>
                    <a:pt x="2404948" y="1336954"/>
                  </a:lnTo>
                  <a:lnTo>
                    <a:pt x="2404948" y="1339583"/>
                  </a:lnTo>
                  <a:lnTo>
                    <a:pt x="2405418" y="1340700"/>
                  </a:lnTo>
                  <a:lnTo>
                    <a:pt x="2407272" y="1342567"/>
                  </a:lnTo>
                  <a:lnTo>
                    <a:pt x="2408402" y="1343025"/>
                  </a:lnTo>
                  <a:lnTo>
                    <a:pt x="2411031" y="1343025"/>
                  </a:lnTo>
                  <a:lnTo>
                    <a:pt x="2412149" y="1342567"/>
                  </a:lnTo>
                  <a:lnTo>
                    <a:pt x="2414016" y="1340700"/>
                  </a:lnTo>
                  <a:lnTo>
                    <a:pt x="2414473" y="1339583"/>
                  </a:lnTo>
                  <a:lnTo>
                    <a:pt x="2414473" y="1336954"/>
                  </a:lnTo>
                  <a:close/>
                </a:path>
                <a:path w="2414904" h="3295650">
                  <a:moveTo>
                    <a:pt x="2414473" y="1289329"/>
                  </a:moveTo>
                  <a:lnTo>
                    <a:pt x="2414016" y="1288211"/>
                  </a:lnTo>
                  <a:lnTo>
                    <a:pt x="2412149" y="1286344"/>
                  </a:lnTo>
                  <a:lnTo>
                    <a:pt x="2411031" y="1285887"/>
                  </a:lnTo>
                  <a:lnTo>
                    <a:pt x="2408402" y="1285887"/>
                  </a:lnTo>
                  <a:lnTo>
                    <a:pt x="2407272" y="1286344"/>
                  </a:lnTo>
                  <a:lnTo>
                    <a:pt x="2405418" y="1288211"/>
                  </a:lnTo>
                  <a:lnTo>
                    <a:pt x="2404948" y="1289329"/>
                  </a:lnTo>
                  <a:lnTo>
                    <a:pt x="2404948" y="1291958"/>
                  </a:lnTo>
                  <a:lnTo>
                    <a:pt x="2405418" y="1293075"/>
                  </a:lnTo>
                  <a:lnTo>
                    <a:pt x="2407272" y="1294942"/>
                  </a:lnTo>
                  <a:lnTo>
                    <a:pt x="2408402" y="1295400"/>
                  </a:lnTo>
                  <a:lnTo>
                    <a:pt x="2411031" y="1295400"/>
                  </a:lnTo>
                  <a:lnTo>
                    <a:pt x="2412149" y="1294942"/>
                  </a:lnTo>
                  <a:lnTo>
                    <a:pt x="2414016" y="1293075"/>
                  </a:lnTo>
                  <a:lnTo>
                    <a:pt x="2414473" y="1291958"/>
                  </a:lnTo>
                  <a:lnTo>
                    <a:pt x="2414473" y="1289329"/>
                  </a:lnTo>
                  <a:close/>
                </a:path>
                <a:path w="2414904" h="3295650">
                  <a:moveTo>
                    <a:pt x="2414473" y="1241704"/>
                  </a:moveTo>
                  <a:lnTo>
                    <a:pt x="2414016" y="1240586"/>
                  </a:lnTo>
                  <a:lnTo>
                    <a:pt x="2412149" y="1238719"/>
                  </a:lnTo>
                  <a:lnTo>
                    <a:pt x="2411031" y="1238250"/>
                  </a:lnTo>
                  <a:lnTo>
                    <a:pt x="2408402" y="1238250"/>
                  </a:lnTo>
                  <a:lnTo>
                    <a:pt x="2407272" y="1238719"/>
                  </a:lnTo>
                  <a:lnTo>
                    <a:pt x="2405418" y="1240586"/>
                  </a:lnTo>
                  <a:lnTo>
                    <a:pt x="2404948" y="1241704"/>
                  </a:lnTo>
                  <a:lnTo>
                    <a:pt x="2404948" y="1244333"/>
                  </a:lnTo>
                  <a:lnTo>
                    <a:pt x="2405418" y="1245450"/>
                  </a:lnTo>
                  <a:lnTo>
                    <a:pt x="2407272" y="1247317"/>
                  </a:lnTo>
                  <a:lnTo>
                    <a:pt x="2408402" y="1247775"/>
                  </a:lnTo>
                  <a:lnTo>
                    <a:pt x="2411031" y="1247775"/>
                  </a:lnTo>
                  <a:lnTo>
                    <a:pt x="2412149" y="1247317"/>
                  </a:lnTo>
                  <a:lnTo>
                    <a:pt x="2414016" y="1245450"/>
                  </a:lnTo>
                  <a:lnTo>
                    <a:pt x="2414473" y="1244333"/>
                  </a:lnTo>
                  <a:lnTo>
                    <a:pt x="2414473" y="1241704"/>
                  </a:lnTo>
                  <a:close/>
                </a:path>
                <a:path w="2414904" h="3295650">
                  <a:moveTo>
                    <a:pt x="2414473" y="1194079"/>
                  </a:moveTo>
                  <a:lnTo>
                    <a:pt x="2414016" y="1192961"/>
                  </a:lnTo>
                  <a:lnTo>
                    <a:pt x="2412149" y="1191094"/>
                  </a:lnTo>
                  <a:lnTo>
                    <a:pt x="2411031" y="1190637"/>
                  </a:lnTo>
                  <a:lnTo>
                    <a:pt x="2408402" y="1190637"/>
                  </a:lnTo>
                  <a:lnTo>
                    <a:pt x="2407272" y="1191094"/>
                  </a:lnTo>
                  <a:lnTo>
                    <a:pt x="2405418" y="1192961"/>
                  </a:lnTo>
                  <a:lnTo>
                    <a:pt x="2404948" y="1194079"/>
                  </a:lnTo>
                  <a:lnTo>
                    <a:pt x="2404948" y="1196708"/>
                  </a:lnTo>
                  <a:lnTo>
                    <a:pt x="2405418" y="1197825"/>
                  </a:lnTo>
                  <a:lnTo>
                    <a:pt x="2407272" y="1199692"/>
                  </a:lnTo>
                  <a:lnTo>
                    <a:pt x="2408402" y="1200150"/>
                  </a:lnTo>
                  <a:lnTo>
                    <a:pt x="2411031" y="1200150"/>
                  </a:lnTo>
                  <a:lnTo>
                    <a:pt x="2412149" y="1199692"/>
                  </a:lnTo>
                  <a:lnTo>
                    <a:pt x="2414016" y="1197825"/>
                  </a:lnTo>
                  <a:lnTo>
                    <a:pt x="2414473" y="1196708"/>
                  </a:lnTo>
                  <a:lnTo>
                    <a:pt x="2414473" y="1194079"/>
                  </a:lnTo>
                  <a:close/>
                </a:path>
                <a:path w="2414904" h="3295650">
                  <a:moveTo>
                    <a:pt x="2414473" y="1146454"/>
                  </a:moveTo>
                  <a:lnTo>
                    <a:pt x="2414016" y="1145336"/>
                  </a:lnTo>
                  <a:lnTo>
                    <a:pt x="2412149" y="1143469"/>
                  </a:lnTo>
                  <a:lnTo>
                    <a:pt x="2411031" y="1143012"/>
                  </a:lnTo>
                  <a:lnTo>
                    <a:pt x="2408402" y="1143012"/>
                  </a:lnTo>
                  <a:lnTo>
                    <a:pt x="2407272" y="1143469"/>
                  </a:lnTo>
                  <a:lnTo>
                    <a:pt x="2405418" y="1145336"/>
                  </a:lnTo>
                  <a:lnTo>
                    <a:pt x="2404948" y="1146454"/>
                  </a:lnTo>
                  <a:lnTo>
                    <a:pt x="2404948" y="1149083"/>
                  </a:lnTo>
                  <a:lnTo>
                    <a:pt x="2405418" y="1150200"/>
                  </a:lnTo>
                  <a:lnTo>
                    <a:pt x="2407272" y="1152067"/>
                  </a:lnTo>
                  <a:lnTo>
                    <a:pt x="2408402" y="1152525"/>
                  </a:lnTo>
                  <a:lnTo>
                    <a:pt x="2411031" y="1152525"/>
                  </a:lnTo>
                  <a:lnTo>
                    <a:pt x="2412149" y="1152067"/>
                  </a:lnTo>
                  <a:lnTo>
                    <a:pt x="2414016" y="1150200"/>
                  </a:lnTo>
                  <a:lnTo>
                    <a:pt x="2414473" y="1149083"/>
                  </a:lnTo>
                  <a:lnTo>
                    <a:pt x="2414473" y="1146454"/>
                  </a:lnTo>
                  <a:close/>
                </a:path>
                <a:path w="2414904" h="3295650">
                  <a:moveTo>
                    <a:pt x="2414473" y="1098829"/>
                  </a:moveTo>
                  <a:lnTo>
                    <a:pt x="2414016" y="1097711"/>
                  </a:lnTo>
                  <a:lnTo>
                    <a:pt x="2412149" y="1095844"/>
                  </a:lnTo>
                  <a:lnTo>
                    <a:pt x="2411031" y="1095387"/>
                  </a:lnTo>
                  <a:lnTo>
                    <a:pt x="2408402" y="1095387"/>
                  </a:lnTo>
                  <a:lnTo>
                    <a:pt x="2407272" y="1095844"/>
                  </a:lnTo>
                  <a:lnTo>
                    <a:pt x="2405418" y="1097711"/>
                  </a:lnTo>
                  <a:lnTo>
                    <a:pt x="2404948" y="1098829"/>
                  </a:lnTo>
                  <a:lnTo>
                    <a:pt x="2404948" y="1101458"/>
                  </a:lnTo>
                  <a:lnTo>
                    <a:pt x="2405418" y="1102575"/>
                  </a:lnTo>
                  <a:lnTo>
                    <a:pt x="2407272" y="1104442"/>
                  </a:lnTo>
                  <a:lnTo>
                    <a:pt x="2408402" y="1104900"/>
                  </a:lnTo>
                  <a:lnTo>
                    <a:pt x="2411031" y="1104900"/>
                  </a:lnTo>
                  <a:lnTo>
                    <a:pt x="2412149" y="1104442"/>
                  </a:lnTo>
                  <a:lnTo>
                    <a:pt x="2414016" y="1102575"/>
                  </a:lnTo>
                  <a:lnTo>
                    <a:pt x="2414473" y="1101458"/>
                  </a:lnTo>
                  <a:lnTo>
                    <a:pt x="2414473" y="1098829"/>
                  </a:lnTo>
                  <a:close/>
                </a:path>
                <a:path w="2414904" h="3295650">
                  <a:moveTo>
                    <a:pt x="2414473" y="1051204"/>
                  </a:moveTo>
                  <a:lnTo>
                    <a:pt x="2414016" y="1050086"/>
                  </a:lnTo>
                  <a:lnTo>
                    <a:pt x="2412149" y="1048219"/>
                  </a:lnTo>
                  <a:lnTo>
                    <a:pt x="2411031" y="1047762"/>
                  </a:lnTo>
                  <a:lnTo>
                    <a:pt x="2408402" y="1047762"/>
                  </a:lnTo>
                  <a:lnTo>
                    <a:pt x="2407272" y="1048219"/>
                  </a:lnTo>
                  <a:lnTo>
                    <a:pt x="2405418" y="1050086"/>
                  </a:lnTo>
                  <a:lnTo>
                    <a:pt x="2404948" y="1051204"/>
                  </a:lnTo>
                  <a:lnTo>
                    <a:pt x="2404948" y="1053833"/>
                  </a:lnTo>
                  <a:lnTo>
                    <a:pt x="2405418" y="1054950"/>
                  </a:lnTo>
                  <a:lnTo>
                    <a:pt x="2407272" y="1056817"/>
                  </a:lnTo>
                  <a:lnTo>
                    <a:pt x="2408402" y="1057275"/>
                  </a:lnTo>
                  <a:lnTo>
                    <a:pt x="2411031" y="1057275"/>
                  </a:lnTo>
                  <a:lnTo>
                    <a:pt x="2412149" y="1056817"/>
                  </a:lnTo>
                  <a:lnTo>
                    <a:pt x="2414016" y="1054950"/>
                  </a:lnTo>
                  <a:lnTo>
                    <a:pt x="2414473" y="1053833"/>
                  </a:lnTo>
                  <a:lnTo>
                    <a:pt x="2414473" y="1051204"/>
                  </a:lnTo>
                  <a:close/>
                </a:path>
                <a:path w="2414904" h="3295650">
                  <a:moveTo>
                    <a:pt x="2414473" y="1003579"/>
                  </a:moveTo>
                  <a:lnTo>
                    <a:pt x="2414016" y="1002461"/>
                  </a:lnTo>
                  <a:lnTo>
                    <a:pt x="2412149" y="1000594"/>
                  </a:lnTo>
                  <a:lnTo>
                    <a:pt x="2411031" y="1000137"/>
                  </a:lnTo>
                  <a:lnTo>
                    <a:pt x="2408402" y="1000137"/>
                  </a:lnTo>
                  <a:lnTo>
                    <a:pt x="2407272" y="1000594"/>
                  </a:lnTo>
                  <a:lnTo>
                    <a:pt x="2405418" y="1002461"/>
                  </a:lnTo>
                  <a:lnTo>
                    <a:pt x="2404948" y="1003579"/>
                  </a:lnTo>
                  <a:lnTo>
                    <a:pt x="2404948" y="1006208"/>
                  </a:lnTo>
                  <a:lnTo>
                    <a:pt x="2405418" y="1007325"/>
                  </a:lnTo>
                  <a:lnTo>
                    <a:pt x="2407272" y="1009192"/>
                  </a:lnTo>
                  <a:lnTo>
                    <a:pt x="2408402" y="1009650"/>
                  </a:lnTo>
                  <a:lnTo>
                    <a:pt x="2411031" y="1009650"/>
                  </a:lnTo>
                  <a:lnTo>
                    <a:pt x="2412149" y="1009192"/>
                  </a:lnTo>
                  <a:lnTo>
                    <a:pt x="2414016" y="1007325"/>
                  </a:lnTo>
                  <a:lnTo>
                    <a:pt x="2414473" y="1006208"/>
                  </a:lnTo>
                  <a:lnTo>
                    <a:pt x="2414473" y="1003579"/>
                  </a:lnTo>
                  <a:close/>
                </a:path>
                <a:path w="2414904" h="3295650">
                  <a:moveTo>
                    <a:pt x="2414473" y="955954"/>
                  </a:moveTo>
                  <a:lnTo>
                    <a:pt x="2414016" y="954836"/>
                  </a:lnTo>
                  <a:lnTo>
                    <a:pt x="2412149" y="952969"/>
                  </a:lnTo>
                  <a:lnTo>
                    <a:pt x="2411031" y="952512"/>
                  </a:lnTo>
                  <a:lnTo>
                    <a:pt x="2408402" y="952512"/>
                  </a:lnTo>
                  <a:lnTo>
                    <a:pt x="2407272" y="952969"/>
                  </a:lnTo>
                  <a:lnTo>
                    <a:pt x="2405418" y="954836"/>
                  </a:lnTo>
                  <a:lnTo>
                    <a:pt x="2404948" y="955954"/>
                  </a:lnTo>
                  <a:lnTo>
                    <a:pt x="2404948" y="958583"/>
                  </a:lnTo>
                  <a:lnTo>
                    <a:pt x="2405418" y="959700"/>
                  </a:lnTo>
                  <a:lnTo>
                    <a:pt x="2407272" y="961567"/>
                  </a:lnTo>
                  <a:lnTo>
                    <a:pt x="2408402" y="962025"/>
                  </a:lnTo>
                  <a:lnTo>
                    <a:pt x="2411031" y="962025"/>
                  </a:lnTo>
                  <a:lnTo>
                    <a:pt x="2412149" y="961567"/>
                  </a:lnTo>
                  <a:lnTo>
                    <a:pt x="2414016" y="959700"/>
                  </a:lnTo>
                  <a:lnTo>
                    <a:pt x="2414473" y="958583"/>
                  </a:lnTo>
                  <a:lnTo>
                    <a:pt x="2414473" y="955954"/>
                  </a:lnTo>
                  <a:close/>
                </a:path>
                <a:path w="2414904" h="3295650">
                  <a:moveTo>
                    <a:pt x="2414473" y="908329"/>
                  </a:moveTo>
                  <a:lnTo>
                    <a:pt x="2414016" y="907211"/>
                  </a:lnTo>
                  <a:lnTo>
                    <a:pt x="2412149" y="905344"/>
                  </a:lnTo>
                  <a:lnTo>
                    <a:pt x="2411031" y="904887"/>
                  </a:lnTo>
                  <a:lnTo>
                    <a:pt x="2408402" y="904887"/>
                  </a:lnTo>
                  <a:lnTo>
                    <a:pt x="2407272" y="905344"/>
                  </a:lnTo>
                  <a:lnTo>
                    <a:pt x="2405418" y="907211"/>
                  </a:lnTo>
                  <a:lnTo>
                    <a:pt x="2404948" y="908329"/>
                  </a:lnTo>
                  <a:lnTo>
                    <a:pt x="2404948" y="910958"/>
                  </a:lnTo>
                  <a:lnTo>
                    <a:pt x="2405418" y="912075"/>
                  </a:lnTo>
                  <a:lnTo>
                    <a:pt x="2407272" y="913942"/>
                  </a:lnTo>
                  <a:lnTo>
                    <a:pt x="2408402" y="914400"/>
                  </a:lnTo>
                  <a:lnTo>
                    <a:pt x="2411031" y="914400"/>
                  </a:lnTo>
                  <a:lnTo>
                    <a:pt x="2412149" y="913942"/>
                  </a:lnTo>
                  <a:lnTo>
                    <a:pt x="2414016" y="912075"/>
                  </a:lnTo>
                  <a:lnTo>
                    <a:pt x="2414473" y="910958"/>
                  </a:lnTo>
                  <a:lnTo>
                    <a:pt x="2414473" y="908329"/>
                  </a:lnTo>
                  <a:close/>
                </a:path>
                <a:path w="2414904" h="3295650">
                  <a:moveTo>
                    <a:pt x="2414473" y="860704"/>
                  </a:moveTo>
                  <a:lnTo>
                    <a:pt x="2414016" y="859586"/>
                  </a:lnTo>
                  <a:lnTo>
                    <a:pt x="2412149" y="857719"/>
                  </a:lnTo>
                  <a:lnTo>
                    <a:pt x="2411031" y="857262"/>
                  </a:lnTo>
                  <a:lnTo>
                    <a:pt x="2408402" y="857262"/>
                  </a:lnTo>
                  <a:lnTo>
                    <a:pt x="2407272" y="857719"/>
                  </a:lnTo>
                  <a:lnTo>
                    <a:pt x="2405418" y="859586"/>
                  </a:lnTo>
                  <a:lnTo>
                    <a:pt x="2404948" y="860704"/>
                  </a:lnTo>
                  <a:lnTo>
                    <a:pt x="2404948" y="863333"/>
                  </a:lnTo>
                  <a:lnTo>
                    <a:pt x="2405418" y="864450"/>
                  </a:lnTo>
                  <a:lnTo>
                    <a:pt x="2407272" y="866317"/>
                  </a:lnTo>
                  <a:lnTo>
                    <a:pt x="2408402" y="866775"/>
                  </a:lnTo>
                  <a:lnTo>
                    <a:pt x="2411031" y="866775"/>
                  </a:lnTo>
                  <a:lnTo>
                    <a:pt x="2412149" y="866317"/>
                  </a:lnTo>
                  <a:lnTo>
                    <a:pt x="2414016" y="864450"/>
                  </a:lnTo>
                  <a:lnTo>
                    <a:pt x="2414473" y="863333"/>
                  </a:lnTo>
                  <a:lnTo>
                    <a:pt x="2414473" y="860704"/>
                  </a:lnTo>
                  <a:close/>
                </a:path>
                <a:path w="2414904" h="3295650">
                  <a:moveTo>
                    <a:pt x="2414473" y="813079"/>
                  </a:moveTo>
                  <a:lnTo>
                    <a:pt x="2414016" y="811961"/>
                  </a:lnTo>
                  <a:lnTo>
                    <a:pt x="2412149" y="810094"/>
                  </a:lnTo>
                  <a:lnTo>
                    <a:pt x="2411031" y="809637"/>
                  </a:lnTo>
                  <a:lnTo>
                    <a:pt x="2408402" y="809637"/>
                  </a:lnTo>
                  <a:lnTo>
                    <a:pt x="2407272" y="810094"/>
                  </a:lnTo>
                  <a:lnTo>
                    <a:pt x="2405418" y="811961"/>
                  </a:lnTo>
                  <a:lnTo>
                    <a:pt x="2404948" y="813079"/>
                  </a:lnTo>
                  <a:lnTo>
                    <a:pt x="2404948" y="815708"/>
                  </a:lnTo>
                  <a:lnTo>
                    <a:pt x="2405418" y="816825"/>
                  </a:lnTo>
                  <a:lnTo>
                    <a:pt x="2407272" y="818692"/>
                  </a:lnTo>
                  <a:lnTo>
                    <a:pt x="2408402" y="819150"/>
                  </a:lnTo>
                  <a:lnTo>
                    <a:pt x="2411031" y="819150"/>
                  </a:lnTo>
                  <a:lnTo>
                    <a:pt x="2412149" y="818692"/>
                  </a:lnTo>
                  <a:lnTo>
                    <a:pt x="2414016" y="816825"/>
                  </a:lnTo>
                  <a:lnTo>
                    <a:pt x="2414473" y="815708"/>
                  </a:lnTo>
                  <a:lnTo>
                    <a:pt x="2414473" y="813079"/>
                  </a:lnTo>
                  <a:close/>
                </a:path>
                <a:path w="2414904" h="3295650">
                  <a:moveTo>
                    <a:pt x="2414473" y="765454"/>
                  </a:moveTo>
                  <a:lnTo>
                    <a:pt x="2414016" y="764336"/>
                  </a:lnTo>
                  <a:lnTo>
                    <a:pt x="2412149" y="762469"/>
                  </a:lnTo>
                  <a:lnTo>
                    <a:pt x="2411031" y="762012"/>
                  </a:lnTo>
                  <a:lnTo>
                    <a:pt x="2408402" y="762012"/>
                  </a:lnTo>
                  <a:lnTo>
                    <a:pt x="2407272" y="762469"/>
                  </a:lnTo>
                  <a:lnTo>
                    <a:pt x="2405418" y="764336"/>
                  </a:lnTo>
                  <a:lnTo>
                    <a:pt x="2404948" y="765454"/>
                  </a:lnTo>
                  <a:lnTo>
                    <a:pt x="2404948" y="768083"/>
                  </a:lnTo>
                  <a:lnTo>
                    <a:pt x="2405418" y="769200"/>
                  </a:lnTo>
                  <a:lnTo>
                    <a:pt x="2407272" y="771067"/>
                  </a:lnTo>
                  <a:lnTo>
                    <a:pt x="2408402" y="771525"/>
                  </a:lnTo>
                  <a:lnTo>
                    <a:pt x="2411031" y="771525"/>
                  </a:lnTo>
                  <a:lnTo>
                    <a:pt x="2412149" y="771067"/>
                  </a:lnTo>
                  <a:lnTo>
                    <a:pt x="2414016" y="769200"/>
                  </a:lnTo>
                  <a:lnTo>
                    <a:pt x="2414473" y="768083"/>
                  </a:lnTo>
                  <a:lnTo>
                    <a:pt x="2414473" y="765454"/>
                  </a:lnTo>
                  <a:close/>
                </a:path>
                <a:path w="2414904" h="3295650">
                  <a:moveTo>
                    <a:pt x="2414473" y="717829"/>
                  </a:moveTo>
                  <a:lnTo>
                    <a:pt x="2414016" y="716711"/>
                  </a:lnTo>
                  <a:lnTo>
                    <a:pt x="2412149" y="714844"/>
                  </a:lnTo>
                  <a:lnTo>
                    <a:pt x="2411031" y="714375"/>
                  </a:lnTo>
                  <a:lnTo>
                    <a:pt x="2408402" y="714375"/>
                  </a:lnTo>
                  <a:lnTo>
                    <a:pt x="2407272" y="714844"/>
                  </a:lnTo>
                  <a:lnTo>
                    <a:pt x="2405418" y="716711"/>
                  </a:lnTo>
                  <a:lnTo>
                    <a:pt x="2404948" y="717829"/>
                  </a:lnTo>
                  <a:lnTo>
                    <a:pt x="2404948" y="720458"/>
                  </a:lnTo>
                  <a:lnTo>
                    <a:pt x="2405418" y="721575"/>
                  </a:lnTo>
                  <a:lnTo>
                    <a:pt x="2407272" y="723442"/>
                  </a:lnTo>
                  <a:lnTo>
                    <a:pt x="2408402" y="723900"/>
                  </a:lnTo>
                  <a:lnTo>
                    <a:pt x="2411031" y="723900"/>
                  </a:lnTo>
                  <a:lnTo>
                    <a:pt x="2412149" y="723442"/>
                  </a:lnTo>
                  <a:lnTo>
                    <a:pt x="2414016" y="721575"/>
                  </a:lnTo>
                  <a:lnTo>
                    <a:pt x="2414473" y="720458"/>
                  </a:lnTo>
                  <a:lnTo>
                    <a:pt x="2414473" y="717829"/>
                  </a:lnTo>
                  <a:close/>
                </a:path>
                <a:path w="2414904" h="3295650">
                  <a:moveTo>
                    <a:pt x="2414473" y="670204"/>
                  </a:moveTo>
                  <a:lnTo>
                    <a:pt x="2414016" y="669086"/>
                  </a:lnTo>
                  <a:lnTo>
                    <a:pt x="2412149" y="667219"/>
                  </a:lnTo>
                  <a:lnTo>
                    <a:pt x="2411031" y="666750"/>
                  </a:lnTo>
                  <a:lnTo>
                    <a:pt x="2408402" y="666750"/>
                  </a:lnTo>
                  <a:lnTo>
                    <a:pt x="2407272" y="667219"/>
                  </a:lnTo>
                  <a:lnTo>
                    <a:pt x="2405418" y="669086"/>
                  </a:lnTo>
                  <a:lnTo>
                    <a:pt x="2404948" y="670204"/>
                  </a:lnTo>
                  <a:lnTo>
                    <a:pt x="2404948" y="672833"/>
                  </a:lnTo>
                  <a:lnTo>
                    <a:pt x="2405418" y="673950"/>
                  </a:lnTo>
                  <a:lnTo>
                    <a:pt x="2407272" y="675817"/>
                  </a:lnTo>
                  <a:lnTo>
                    <a:pt x="2408402" y="676275"/>
                  </a:lnTo>
                  <a:lnTo>
                    <a:pt x="2411031" y="676275"/>
                  </a:lnTo>
                  <a:lnTo>
                    <a:pt x="2412149" y="675817"/>
                  </a:lnTo>
                  <a:lnTo>
                    <a:pt x="2414016" y="673950"/>
                  </a:lnTo>
                  <a:lnTo>
                    <a:pt x="2414473" y="672833"/>
                  </a:lnTo>
                  <a:lnTo>
                    <a:pt x="2414473" y="670204"/>
                  </a:lnTo>
                  <a:close/>
                </a:path>
                <a:path w="2414904" h="3295650">
                  <a:moveTo>
                    <a:pt x="2414473" y="622579"/>
                  </a:moveTo>
                  <a:lnTo>
                    <a:pt x="2414016" y="621461"/>
                  </a:lnTo>
                  <a:lnTo>
                    <a:pt x="2412149" y="619594"/>
                  </a:lnTo>
                  <a:lnTo>
                    <a:pt x="2411031" y="619137"/>
                  </a:lnTo>
                  <a:lnTo>
                    <a:pt x="2408402" y="619137"/>
                  </a:lnTo>
                  <a:lnTo>
                    <a:pt x="2407272" y="619594"/>
                  </a:lnTo>
                  <a:lnTo>
                    <a:pt x="2405418" y="621461"/>
                  </a:lnTo>
                  <a:lnTo>
                    <a:pt x="2404948" y="622579"/>
                  </a:lnTo>
                  <a:lnTo>
                    <a:pt x="2404948" y="625208"/>
                  </a:lnTo>
                  <a:lnTo>
                    <a:pt x="2405418" y="626325"/>
                  </a:lnTo>
                  <a:lnTo>
                    <a:pt x="2407272" y="628192"/>
                  </a:lnTo>
                  <a:lnTo>
                    <a:pt x="2408402" y="628650"/>
                  </a:lnTo>
                  <a:lnTo>
                    <a:pt x="2411031" y="628650"/>
                  </a:lnTo>
                  <a:lnTo>
                    <a:pt x="2412149" y="628192"/>
                  </a:lnTo>
                  <a:lnTo>
                    <a:pt x="2414016" y="626325"/>
                  </a:lnTo>
                  <a:lnTo>
                    <a:pt x="2414473" y="625208"/>
                  </a:lnTo>
                  <a:lnTo>
                    <a:pt x="2414473" y="622579"/>
                  </a:lnTo>
                  <a:close/>
                </a:path>
                <a:path w="2414904" h="3295650">
                  <a:moveTo>
                    <a:pt x="2414473" y="574954"/>
                  </a:moveTo>
                  <a:lnTo>
                    <a:pt x="2414016" y="573836"/>
                  </a:lnTo>
                  <a:lnTo>
                    <a:pt x="2412149" y="571969"/>
                  </a:lnTo>
                  <a:lnTo>
                    <a:pt x="2411031" y="571512"/>
                  </a:lnTo>
                  <a:lnTo>
                    <a:pt x="2408402" y="571512"/>
                  </a:lnTo>
                  <a:lnTo>
                    <a:pt x="2407272" y="571969"/>
                  </a:lnTo>
                  <a:lnTo>
                    <a:pt x="2405418" y="573836"/>
                  </a:lnTo>
                  <a:lnTo>
                    <a:pt x="2404948" y="574954"/>
                  </a:lnTo>
                  <a:lnTo>
                    <a:pt x="2404948" y="577583"/>
                  </a:lnTo>
                  <a:lnTo>
                    <a:pt x="2405418" y="578700"/>
                  </a:lnTo>
                  <a:lnTo>
                    <a:pt x="2407272" y="580567"/>
                  </a:lnTo>
                  <a:lnTo>
                    <a:pt x="2408402" y="581025"/>
                  </a:lnTo>
                  <a:lnTo>
                    <a:pt x="2411031" y="581025"/>
                  </a:lnTo>
                  <a:lnTo>
                    <a:pt x="2412149" y="580567"/>
                  </a:lnTo>
                  <a:lnTo>
                    <a:pt x="2414016" y="578700"/>
                  </a:lnTo>
                  <a:lnTo>
                    <a:pt x="2414473" y="577583"/>
                  </a:lnTo>
                  <a:lnTo>
                    <a:pt x="2414473" y="574954"/>
                  </a:lnTo>
                  <a:close/>
                </a:path>
                <a:path w="2414904" h="3295650">
                  <a:moveTo>
                    <a:pt x="2414473" y="527329"/>
                  </a:moveTo>
                  <a:lnTo>
                    <a:pt x="2414016" y="526211"/>
                  </a:lnTo>
                  <a:lnTo>
                    <a:pt x="2412149" y="524344"/>
                  </a:lnTo>
                  <a:lnTo>
                    <a:pt x="2411031" y="523887"/>
                  </a:lnTo>
                  <a:lnTo>
                    <a:pt x="2408402" y="523887"/>
                  </a:lnTo>
                  <a:lnTo>
                    <a:pt x="2407272" y="524344"/>
                  </a:lnTo>
                  <a:lnTo>
                    <a:pt x="2405418" y="526211"/>
                  </a:lnTo>
                  <a:lnTo>
                    <a:pt x="2404948" y="527329"/>
                  </a:lnTo>
                  <a:lnTo>
                    <a:pt x="2404948" y="529958"/>
                  </a:lnTo>
                  <a:lnTo>
                    <a:pt x="2405418" y="531075"/>
                  </a:lnTo>
                  <a:lnTo>
                    <a:pt x="2407272" y="532942"/>
                  </a:lnTo>
                  <a:lnTo>
                    <a:pt x="2408402" y="533400"/>
                  </a:lnTo>
                  <a:lnTo>
                    <a:pt x="2411031" y="533400"/>
                  </a:lnTo>
                  <a:lnTo>
                    <a:pt x="2412149" y="532942"/>
                  </a:lnTo>
                  <a:lnTo>
                    <a:pt x="2414016" y="531075"/>
                  </a:lnTo>
                  <a:lnTo>
                    <a:pt x="2414473" y="529958"/>
                  </a:lnTo>
                  <a:lnTo>
                    <a:pt x="2414473" y="527329"/>
                  </a:lnTo>
                  <a:close/>
                </a:path>
                <a:path w="2414904" h="3295650">
                  <a:moveTo>
                    <a:pt x="2414473" y="479704"/>
                  </a:moveTo>
                  <a:lnTo>
                    <a:pt x="2414016" y="478586"/>
                  </a:lnTo>
                  <a:lnTo>
                    <a:pt x="2412149" y="476719"/>
                  </a:lnTo>
                  <a:lnTo>
                    <a:pt x="2411031" y="476262"/>
                  </a:lnTo>
                  <a:lnTo>
                    <a:pt x="2408402" y="476262"/>
                  </a:lnTo>
                  <a:lnTo>
                    <a:pt x="2407272" y="476719"/>
                  </a:lnTo>
                  <a:lnTo>
                    <a:pt x="2405418" y="478586"/>
                  </a:lnTo>
                  <a:lnTo>
                    <a:pt x="2404948" y="479704"/>
                  </a:lnTo>
                  <a:lnTo>
                    <a:pt x="2404948" y="482333"/>
                  </a:lnTo>
                  <a:lnTo>
                    <a:pt x="2405418" y="483450"/>
                  </a:lnTo>
                  <a:lnTo>
                    <a:pt x="2407272" y="485317"/>
                  </a:lnTo>
                  <a:lnTo>
                    <a:pt x="2408402" y="485775"/>
                  </a:lnTo>
                  <a:lnTo>
                    <a:pt x="2411031" y="485775"/>
                  </a:lnTo>
                  <a:lnTo>
                    <a:pt x="2412149" y="485317"/>
                  </a:lnTo>
                  <a:lnTo>
                    <a:pt x="2414016" y="483450"/>
                  </a:lnTo>
                  <a:lnTo>
                    <a:pt x="2414473" y="482333"/>
                  </a:lnTo>
                  <a:lnTo>
                    <a:pt x="2414473" y="479704"/>
                  </a:lnTo>
                  <a:close/>
                </a:path>
                <a:path w="2414904" h="3295650">
                  <a:moveTo>
                    <a:pt x="2414473" y="432079"/>
                  </a:moveTo>
                  <a:lnTo>
                    <a:pt x="2414016" y="430961"/>
                  </a:lnTo>
                  <a:lnTo>
                    <a:pt x="2412149" y="429094"/>
                  </a:lnTo>
                  <a:lnTo>
                    <a:pt x="2411031" y="428625"/>
                  </a:lnTo>
                  <a:lnTo>
                    <a:pt x="2408402" y="428625"/>
                  </a:lnTo>
                  <a:lnTo>
                    <a:pt x="2407272" y="429094"/>
                  </a:lnTo>
                  <a:lnTo>
                    <a:pt x="2405418" y="430961"/>
                  </a:lnTo>
                  <a:lnTo>
                    <a:pt x="2404948" y="432079"/>
                  </a:lnTo>
                  <a:lnTo>
                    <a:pt x="2404948" y="434708"/>
                  </a:lnTo>
                  <a:lnTo>
                    <a:pt x="2405418" y="435825"/>
                  </a:lnTo>
                  <a:lnTo>
                    <a:pt x="2407272" y="437692"/>
                  </a:lnTo>
                  <a:lnTo>
                    <a:pt x="2408402" y="438150"/>
                  </a:lnTo>
                  <a:lnTo>
                    <a:pt x="2411031" y="438150"/>
                  </a:lnTo>
                  <a:lnTo>
                    <a:pt x="2412149" y="437692"/>
                  </a:lnTo>
                  <a:lnTo>
                    <a:pt x="2414016" y="435825"/>
                  </a:lnTo>
                  <a:lnTo>
                    <a:pt x="2414473" y="434708"/>
                  </a:lnTo>
                  <a:lnTo>
                    <a:pt x="2414473" y="432079"/>
                  </a:lnTo>
                  <a:close/>
                </a:path>
                <a:path w="2414904" h="3295650">
                  <a:moveTo>
                    <a:pt x="2414473" y="384454"/>
                  </a:moveTo>
                  <a:lnTo>
                    <a:pt x="2414016" y="383336"/>
                  </a:lnTo>
                  <a:lnTo>
                    <a:pt x="2412149" y="381469"/>
                  </a:lnTo>
                  <a:lnTo>
                    <a:pt x="2411031" y="381012"/>
                  </a:lnTo>
                  <a:lnTo>
                    <a:pt x="2408402" y="381012"/>
                  </a:lnTo>
                  <a:lnTo>
                    <a:pt x="2407272" y="381469"/>
                  </a:lnTo>
                  <a:lnTo>
                    <a:pt x="2405418" y="383336"/>
                  </a:lnTo>
                  <a:lnTo>
                    <a:pt x="2404948" y="384454"/>
                  </a:lnTo>
                  <a:lnTo>
                    <a:pt x="2404948" y="387083"/>
                  </a:lnTo>
                  <a:lnTo>
                    <a:pt x="2405418" y="388200"/>
                  </a:lnTo>
                  <a:lnTo>
                    <a:pt x="2407272" y="390067"/>
                  </a:lnTo>
                  <a:lnTo>
                    <a:pt x="2408402" y="390525"/>
                  </a:lnTo>
                  <a:lnTo>
                    <a:pt x="2411031" y="390525"/>
                  </a:lnTo>
                  <a:lnTo>
                    <a:pt x="2412149" y="390067"/>
                  </a:lnTo>
                  <a:lnTo>
                    <a:pt x="2414016" y="388200"/>
                  </a:lnTo>
                  <a:lnTo>
                    <a:pt x="2414473" y="387083"/>
                  </a:lnTo>
                  <a:lnTo>
                    <a:pt x="2414473" y="384454"/>
                  </a:lnTo>
                  <a:close/>
                </a:path>
                <a:path w="2414904" h="3295650">
                  <a:moveTo>
                    <a:pt x="2414473" y="336829"/>
                  </a:moveTo>
                  <a:lnTo>
                    <a:pt x="2414016" y="335711"/>
                  </a:lnTo>
                  <a:lnTo>
                    <a:pt x="2412149" y="333844"/>
                  </a:lnTo>
                  <a:lnTo>
                    <a:pt x="2411031" y="333387"/>
                  </a:lnTo>
                  <a:lnTo>
                    <a:pt x="2408402" y="333387"/>
                  </a:lnTo>
                  <a:lnTo>
                    <a:pt x="2407272" y="333844"/>
                  </a:lnTo>
                  <a:lnTo>
                    <a:pt x="2405418" y="335711"/>
                  </a:lnTo>
                  <a:lnTo>
                    <a:pt x="2404948" y="336829"/>
                  </a:lnTo>
                  <a:lnTo>
                    <a:pt x="2404948" y="339458"/>
                  </a:lnTo>
                  <a:lnTo>
                    <a:pt x="2405418" y="340575"/>
                  </a:lnTo>
                  <a:lnTo>
                    <a:pt x="2407272" y="342442"/>
                  </a:lnTo>
                  <a:lnTo>
                    <a:pt x="2408402" y="342900"/>
                  </a:lnTo>
                  <a:lnTo>
                    <a:pt x="2411031" y="342900"/>
                  </a:lnTo>
                  <a:lnTo>
                    <a:pt x="2412149" y="342442"/>
                  </a:lnTo>
                  <a:lnTo>
                    <a:pt x="2414016" y="340575"/>
                  </a:lnTo>
                  <a:lnTo>
                    <a:pt x="2414473" y="339458"/>
                  </a:lnTo>
                  <a:lnTo>
                    <a:pt x="2414473" y="336829"/>
                  </a:lnTo>
                  <a:close/>
                </a:path>
                <a:path w="2414904" h="3295650">
                  <a:moveTo>
                    <a:pt x="2414473" y="289204"/>
                  </a:moveTo>
                  <a:lnTo>
                    <a:pt x="2414016" y="288086"/>
                  </a:lnTo>
                  <a:lnTo>
                    <a:pt x="2412149" y="286219"/>
                  </a:lnTo>
                  <a:lnTo>
                    <a:pt x="2411031" y="285762"/>
                  </a:lnTo>
                  <a:lnTo>
                    <a:pt x="2408402" y="285762"/>
                  </a:lnTo>
                  <a:lnTo>
                    <a:pt x="2407272" y="286219"/>
                  </a:lnTo>
                  <a:lnTo>
                    <a:pt x="2405418" y="288086"/>
                  </a:lnTo>
                  <a:lnTo>
                    <a:pt x="2404948" y="289204"/>
                  </a:lnTo>
                  <a:lnTo>
                    <a:pt x="2404948" y="291833"/>
                  </a:lnTo>
                  <a:lnTo>
                    <a:pt x="2405418" y="292950"/>
                  </a:lnTo>
                  <a:lnTo>
                    <a:pt x="2407272" y="294817"/>
                  </a:lnTo>
                  <a:lnTo>
                    <a:pt x="2408402" y="295275"/>
                  </a:lnTo>
                  <a:lnTo>
                    <a:pt x="2411031" y="295275"/>
                  </a:lnTo>
                  <a:lnTo>
                    <a:pt x="2412149" y="294817"/>
                  </a:lnTo>
                  <a:lnTo>
                    <a:pt x="2414016" y="292950"/>
                  </a:lnTo>
                  <a:lnTo>
                    <a:pt x="2414473" y="291833"/>
                  </a:lnTo>
                  <a:lnTo>
                    <a:pt x="2414473" y="289204"/>
                  </a:lnTo>
                  <a:close/>
                </a:path>
                <a:path w="2414904" h="3295650">
                  <a:moveTo>
                    <a:pt x="2414473" y="241579"/>
                  </a:moveTo>
                  <a:lnTo>
                    <a:pt x="2414016" y="240461"/>
                  </a:lnTo>
                  <a:lnTo>
                    <a:pt x="2412149" y="238594"/>
                  </a:lnTo>
                  <a:lnTo>
                    <a:pt x="2411031" y="238137"/>
                  </a:lnTo>
                  <a:lnTo>
                    <a:pt x="2408402" y="238137"/>
                  </a:lnTo>
                  <a:lnTo>
                    <a:pt x="2407272" y="238594"/>
                  </a:lnTo>
                  <a:lnTo>
                    <a:pt x="2405418" y="240461"/>
                  </a:lnTo>
                  <a:lnTo>
                    <a:pt x="2404948" y="241579"/>
                  </a:lnTo>
                  <a:lnTo>
                    <a:pt x="2404948" y="244208"/>
                  </a:lnTo>
                  <a:lnTo>
                    <a:pt x="2405418" y="245325"/>
                  </a:lnTo>
                  <a:lnTo>
                    <a:pt x="2407272" y="247192"/>
                  </a:lnTo>
                  <a:lnTo>
                    <a:pt x="2408402" y="247650"/>
                  </a:lnTo>
                  <a:lnTo>
                    <a:pt x="2411031" y="247650"/>
                  </a:lnTo>
                  <a:lnTo>
                    <a:pt x="2412149" y="247192"/>
                  </a:lnTo>
                  <a:lnTo>
                    <a:pt x="2414016" y="245325"/>
                  </a:lnTo>
                  <a:lnTo>
                    <a:pt x="2414473" y="244208"/>
                  </a:lnTo>
                  <a:lnTo>
                    <a:pt x="2414473" y="241579"/>
                  </a:lnTo>
                  <a:close/>
                </a:path>
                <a:path w="2414904" h="3295650">
                  <a:moveTo>
                    <a:pt x="2414473" y="193954"/>
                  </a:moveTo>
                  <a:lnTo>
                    <a:pt x="2414016" y="192836"/>
                  </a:lnTo>
                  <a:lnTo>
                    <a:pt x="2412149" y="190969"/>
                  </a:lnTo>
                  <a:lnTo>
                    <a:pt x="2411031" y="190500"/>
                  </a:lnTo>
                  <a:lnTo>
                    <a:pt x="2408402" y="190500"/>
                  </a:lnTo>
                  <a:lnTo>
                    <a:pt x="2407272" y="190969"/>
                  </a:lnTo>
                  <a:lnTo>
                    <a:pt x="2405418" y="192836"/>
                  </a:lnTo>
                  <a:lnTo>
                    <a:pt x="2404948" y="193954"/>
                  </a:lnTo>
                  <a:lnTo>
                    <a:pt x="2404948" y="196583"/>
                  </a:lnTo>
                  <a:lnTo>
                    <a:pt x="2405418" y="197700"/>
                  </a:lnTo>
                  <a:lnTo>
                    <a:pt x="2407272" y="199567"/>
                  </a:lnTo>
                  <a:lnTo>
                    <a:pt x="2408402" y="200025"/>
                  </a:lnTo>
                  <a:lnTo>
                    <a:pt x="2411031" y="200025"/>
                  </a:lnTo>
                  <a:lnTo>
                    <a:pt x="2412149" y="199567"/>
                  </a:lnTo>
                  <a:lnTo>
                    <a:pt x="2414016" y="197700"/>
                  </a:lnTo>
                  <a:lnTo>
                    <a:pt x="2414473" y="196583"/>
                  </a:lnTo>
                  <a:lnTo>
                    <a:pt x="2414473" y="193954"/>
                  </a:lnTo>
                  <a:close/>
                </a:path>
                <a:path w="2414904" h="3295650">
                  <a:moveTo>
                    <a:pt x="2414473" y="146329"/>
                  </a:moveTo>
                  <a:lnTo>
                    <a:pt x="2414016" y="145211"/>
                  </a:lnTo>
                  <a:lnTo>
                    <a:pt x="2412149" y="143344"/>
                  </a:lnTo>
                  <a:lnTo>
                    <a:pt x="2411031" y="142887"/>
                  </a:lnTo>
                  <a:lnTo>
                    <a:pt x="2408402" y="142887"/>
                  </a:lnTo>
                  <a:lnTo>
                    <a:pt x="2407272" y="143344"/>
                  </a:lnTo>
                  <a:lnTo>
                    <a:pt x="2405418" y="145211"/>
                  </a:lnTo>
                  <a:lnTo>
                    <a:pt x="2404948" y="146329"/>
                  </a:lnTo>
                  <a:lnTo>
                    <a:pt x="2404948" y="148958"/>
                  </a:lnTo>
                  <a:lnTo>
                    <a:pt x="2405418" y="150075"/>
                  </a:lnTo>
                  <a:lnTo>
                    <a:pt x="2407272" y="151942"/>
                  </a:lnTo>
                  <a:lnTo>
                    <a:pt x="2408402" y="152400"/>
                  </a:lnTo>
                  <a:lnTo>
                    <a:pt x="2411031" y="152400"/>
                  </a:lnTo>
                  <a:lnTo>
                    <a:pt x="2412149" y="151942"/>
                  </a:lnTo>
                  <a:lnTo>
                    <a:pt x="2414016" y="150075"/>
                  </a:lnTo>
                  <a:lnTo>
                    <a:pt x="2414473" y="148958"/>
                  </a:lnTo>
                  <a:lnTo>
                    <a:pt x="2414473" y="146329"/>
                  </a:lnTo>
                  <a:close/>
                </a:path>
                <a:path w="2414904" h="3295650">
                  <a:moveTo>
                    <a:pt x="2414473" y="98704"/>
                  </a:moveTo>
                  <a:lnTo>
                    <a:pt x="2414016" y="97586"/>
                  </a:lnTo>
                  <a:lnTo>
                    <a:pt x="2412149" y="95719"/>
                  </a:lnTo>
                  <a:lnTo>
                    <a:pt x="2411031" y="95262"/>
                  </a:lnTo>
                  <a:lnTo>
                    <a:pt x="2408402" y="95262"/>
                  </a:lnTo>
                  <a:lnTo>
                    <a:pt x="2407272" y="95719"/>
                  </a:lnTo>
                  <a:lnTo>
                    <a:pt x="2405418" y="97586"/>
                  </a:lnTo>
                  <a:lnTo>
                    <a:pt x="2404948" y="98704"/>
                  </a:lnTo>
                  <a:lnTo>
                    <a:pt x="2404948" y="101333"/>
                  </a:lnTo>
                  <a:lnTo>
                    <a:pt x="2405418" y="102450"/>
                  </a:lnTo>
                  <a:lnTo>
                    <a:pt x="2407272" y="104317"/>
                  </a:lnTo>
                  <a:lnTo>
                    <a:pt x="2408402" y="104775"/>
                  </a:lnTo>
                  <a:lnTo>
                    <a:pt x="2411031" y="104775"/>
                  </a:lnTo>
                  <a:lnTo>
                    <a:pt x="2412149" y="104317"/>
                  </a:lnTo>
                  <a:lnTo>
                    <a:pt x="2414016" y="102450"/>
                  </a:lnTo>
                  <a:lnTo>
                    <a:pt x="2414473" y="101333"/>
                  </a:lnTo>
                  <a:lnTo>
                    <a:pt x="2414473" y="98704"/>
                  </a:lnTo>
                  <a:close/>
                </a:path>
                <a:path w="2414904" h="3295650">
                  <a:moveTo>
                    <a:pt x="2414473" y="51079"/>
                  </a:moveTo>
                  <a:lnTo>
                    <a:pt x="2414016" y="49961"/>
                  </a:lnTo>
                  <a:lnTo>
                    <a:pt x="2412149" y="48094"/>
                  </a:lnTo>
                  <a:lnTo>
                    <a:pt x="2411031" y="47637"/>
                  </a:lnTo>
                  <a:lnTo>
                    <a:pt x="2408402" y="47637"/>
                  </a:lnTo>
                  <a:lnTo>
                    <a:pt x="2407272" y="48094"/>
                  </a:lnTo>
                  <a:lnTo>
                    <a:pt x="2405418" y="49961"/>
                  </a:lnTo>
                  <a:lnTo>
                    <a:pt x="2404948" y="51079"/>
                  </a:lnTo>
                  <a:lnTo>
                    <a:pt x="2404948" y="53708"/>
                  </a:lnTo>
                  <a:lnTo>
                    <a:pt x="2405418" y="54825"/>
                  </a:lnTo>
                  <a:lnTo>
                    <a:pt x="2407272" y="56692"/>
                  </a:lnTo>
                  <a:lnTo>
                    <a:pt x="2408402" y="57150"/>
                  </a:lnTo>
                  <a:lnTo>
                    <a:pt x="2411031" y="57150"/>
                  </a:lnTo>
                  <a:lnTo>
                    <a:pt x="2412149" y="56692"/>
                  </a:lnTo>
                  <a:lnTo>
                    <a:pt x="2414016" y="54825"/>
                  </a:lnTo>
                  <a:lnTo>
                    <a:pt x="2414473" y="53708"/>
                  </a:lnTo>
                  <a:lnTo>
                    <a:pt x="2414473" y="51079"/>
                  </a:lnTo>
                  <a:close/>
                </a:path>
                <a:path w="2414904" h="3295650">
                  <a:moveTo>
                    <a:pt x="2414473" y="3454"/>
                  </a:moveTo>
                  <a:lnTo>
                    <a:pt x="2414016" y="2336"/>
                  </a:lnTo>
                  <a:lnTo>
                    <a:pt x="2412149" y="469"/>
                  </a:lnTo>
                  <a:lnTo>
                    <a:pt x="2411031" y="0"/>
                  </a:lnTo>
                  <a:lnTo>
                    <a:pt x="2408402" y="0"/>
                  </a:lnTo>
                  <a:lnTo>
                    <a:pt x="2407272" y="469"/>
                  </a:lnTo>
                  <a:lnTo>
                    <a:pt x="2405418" y="2336"/>
                  </a:lnTo>
                  <a:lnTo>
                    <a:pt x="2404948" y="3454"/>
                  </a:lnTo>
                  <a:lnTo>
                    <a:pt x="2404948" y="6083"/>
                  </a:lnTo>
                  <a:lnTo>
                    <a:pt x="2405418" y="7200"/>
                  </a:lnTo>
                  <a:lnTo>
                    <a:pt x="2407272" y="9067"/>
                  </a:lnTo>
                  <a:lnTo>
                    <a:pt x="2408402" y="9525"/>
                  </a:lnTo>
                  <a:lnTo>
                    <a:pt x="2411031" y="9525"/>
                  </a:lnTo>
                  <a:lnTo>
                    <a:pt x="2412149" y="9067"/>
                  </a:lnTo>
                  <a:lnTo>
                    <a:pt x="2414016" y="7200"/>
                  </a:lnTo>
                  <a:lnTo>
                    <a:pt x="2414473" y="6083"/>
                  </a:lnTo>
                  <a:lnTo>
                    <a:pt x="2414473" y="3454"/>
                  </a:lnTo>
                  <a:close/>
                </a:path>
              </a:pathLst>
            </a:custGeom>
            <a:solidFill>
              <a:srgbClr val="C7C6C3"/>
            </a:solidFill>
          </p:spPr>
          <p:txBody>
            <a:bodyPr wrap="square" lIns="0" tIns="0" rIns="0" bIns="0" rtlCol="0"/>
            <a:lstStyle/>
            <a:p>
              <a:endParaRPr sz="1266" dirty="0"/>
            </a:p>
          </p:txBody>
        </p:sp>
        <p:sp>
          <p:nvSpPr>
            <p:cNvPr id="8" name="object 8"/>
            <p:cNvSpPr txBox="1"/>
            <p:nvPr/>
          </p:nvSpPr>
          <p:spPr>
            <a:xfrm>
              <a:off x="3452162" y="3738679"/>
              <a:ext cx="108049"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6K</a:t>
              </a:r>
              <a:endParaRPr sz="633">
                <a:latin typeface="Segoe UI"/>
                <a:cs typeface="Segoe UI"/>
              </a:endParaRPr>
            </a:p>
          </p:txBody>
        </p:sp>
        <p:sp>
          <p:nvSpPr>
            <p:cNvPr id="9" name="object 9"/>
            <p:cNvSpPr txBox="1"/>
            <p:nvPr/>
          </p:nvSpPr>
          <p:spPr>
            <a:xfrm>
              <a:off x="1761179" y="3732682"/>
              <a:ext cx="1202382" cy="255008"/>
            </a:xfrm>
            <a:prstGeom prst="rect">
              <a:avLst/>
            </a:prstGeom>
          </p:spPr>
          <p:txBody>
            <a:bodyPr vert="horz" wrap="square" lIns="0" tIns="14734" rIns="0" bIns="0" rtlCol="0">
              <a:spAutoFit/>
            </a:bodyPr>
            <a:lstStyle/>
            <a:p>
              <a:pPr marL="8929">
                <a:spcBef>
                  <a:spcPts val="116"/>
                </a:spcBef>
                <a:tabLst>
                  <a:tab pos="854094" algn="l"/>
                </a:tabLst>
              </a:pPr>
              <a:r>
                <a:rPr sz="633" spc="-18" dirty="0">
                  <a:solidFill>
                    <a:srgbClr val="605D5C"/>
                  </a:solidFill>
                  <a:latin typeface="Segoe UI"/>
                  <a:cs typeface="Segoe UI"/>
                </a:rPr>
                <a:t>2K</a:t>
              </a:r>
              <a:r>
                <a:rPr sz="633" dirty="0">
                  <a:solidFill>
                    <a:srgbClr val="605D5C"/>
                  </a:solidFill>
                  <a:latin typeface="Segoe UI"/>
                  <a:cs typeface="Segoe UI"/>
                </a:rPr>
                <a:t>	</a:t>
              </a:r>
              <a:r>
                <a:rPr sz="633" spc="-18" dirty="0">
                  <a:solidFill>
                    <a:srgbClr val="605D5C"/>
                  </a:solidFill>
                  <a:latin typeface="Segoe UI"/>
                  <a:cs typeface="Segoe UI"/>
                </a:rPr>
                <a:t>4K</a:t>
              </a:r>
              <a:endParaRPr sz="633">
                <a:latin typeface="Segoe UI"/>
                <a:cs typeface="Segoe UI"/>
              </a:endParaRPr>
            </a:p>
            <a:p>
              <a:pPr marL="50897">
                <a:spcBef>
                  <a:spcPts val="63"/>
                </a:spcBef>
              </a:pPr>
              <a:r>
                <a:rPr sz="844" spc="-21" dirty="0">
                  <a:solidFill>
                    <a:srgbClr val="252423"/>
                  </a:solidFill>
                  <a:latin typeface="Trebuchet MS"/>
                  <a:cs typeface="Trebuchet MS"/>
                </a:rPr>
                <a:t>Sum</a:t>
              </a:r>
              <a:r>
                <a:rPr sz="844" spc="-53" dirty="0">
                  <a:solidFill>
                    <a:srgbClr val="252423"/>
                  </a:solidFill>
                  <a:latin typeface="Trebuchet MS"/>
                  <a:cs typeface="Trebuchet MS"/>
                </a:rPr>
                <a:t> </a:t>
              </a:r>
              <a:r>
                <a:rPr sz="844" spc="-67" dirty="0">
                  <a:solidFill>
                    <a:srgbClr val="252423"/>
                  </a:solidFill>
                  <a:latin typeface="Trebuchet MS"/>
                  <a:cs typeface="Trebuchet MS"/>
                </a:rPr>
                <a:t>of</a:t>
              </a:r>
              <a:r>
                <a:rPr sz="844" spc="-49" dirty="0">
                  <a:solidFill>
                    <a:srgbClr val="252423"/>
                  </a:solidFill>
                  <a:latin typeface="Trebuchet MS"/>
                  <a:cs typeface="Trebuchet MS"/>
                </a:rPr>
                <a:t> </a:t>
              </a:r>
              <a:r>
                <a:rPr sz="844" spc="-28" dirty="0">
                  <a:solidFill>
                    <a:srgbClr val="252423"/>
                  </a:solidFill>
                  <a:latin typeface="Trebuchet MS"/>
                  <a:cs typeface="Trebuchet MS"/>
                </a:rPr>
                <a:t>Customers_Served</a:t>
              </a:r>
              <a:endParaRPr sz="844">
                <a:latin typeface="Trebuchet MS"/>
                <a:cs typeface="Trebuchet MS"/>
              </a:endParaRPr>
            </a:p>
          </p:txBody>
        </p:sp>
        <p:sp>
          <p:nvSpPr>
            <p:cNvPr id="10" name="object 10"/>
            <p:cNvSpPr txBox="1"/>
            <p:nvPr/>
          </p:nvSpPr>
          <p:spPr>
            <a:xfrm>
              <a:off x="305929" y="2472267"/>
              <a:ext cx="115416" cy="179933"/>
            </a:xfrm>
            <a:prstGeom prst="rect">
              <a:avLst/>
            </a:prstGeom>
          </p:spPr>
          <p:txBody>
            <a:bodyPr vert="vert270" wrap="square" lIns="0" tIns="0" rIns="0" bIns="0" rtlCol="0">
              <a:spAutoFit/>
            </a:bodyPr>
            <a:lstStyle/>
            <a:p>
              <a:pPr marL="8929">
                <a:lnSpc>
                  <a:spcPts val="896"/>
                </a:lnSpc>
              </a:pPr>
              <a:r>
                <a:rPr sz="844" spc="-25" dirty="0">
                  <a:solidFill>
                    <a:srgbClr val="252423"/>
                  </a:solidFill>
                  <a:latin typeface="Trebuchet MS"/>
                  <a:cs typeface="Trebuchet MS"/>
                </a:rPr>
                <a:t>Day</a:t>
              </a:r>
              <a:endParaRPr sz="844">
                <a:latin typeface="Trebuchet MS"/>
                <a:cs typeface="Trebuchet MS"/>
              </a:endParaRPr>
            </a:p>
          </p:txBody>
        </p:sp>
        <p:sp>
          <p:nvSpPr>
            <p:cNvPr id="11" name="object 11"/>
            <p:cNvSpPr txBox="1"/>
            <p:nvPr/>
          </p:nvSpPr>
          <p:spPr>
            <a:xfrm>
              <a:off x="636286" y="1578645"/>
              <a:ext cx="279053"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Sunday</a:t>
              </a:r>
              <a:endParaRPr sz="633">
                <a:latin typeface="Segoe UI"/>
                <a:cs typeface="Segoe UI"/>
              </a:endParaRPr>
            </a:p>
          </p:txBody>
        </p:sp>
        <p:sp>
          <p:nvSpPr>
            <p:cNvPr id="12" name="object 12"/>
            <p:cNvSpPr txBox="1"/>
            <p:nvPr/>
          </p:nvSpPr>
          <p:spPr>
            <a:xfrm>
              <a:off x="585638" y="1885309"/>
              <a:ext cx="329505"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Saturday</a:t>
              </a:r>
              <a:endParaRPr sz="633">
                <a:latin typeface="Segoe UI"/>
                <a:cs typeface="Segoe UI"/>
              </a:endParaRPr>
            </a:p>
          </p:txBody>
        </p:sp>
        <p:sp>
          <p:nvSpPr>
            <p:cNvPr id="13" name="object 13"/>
            <p:cNvSpPr txBox="1"/>
            <p:nvPr/>
          </p:nvSpPr>
          <p:spPr>
            <a:xfrm>
              <a:off x="683272" y="2191974"/>
              <a:ext cx="231725"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Friday</a:t>
              </a:r>
              <a:endParaRPr sz="633">
                <a:latin typeface="Segoe UI"/>
                <a:cs typeface="Segoe UI"/>
              </a:endParaRPr>
            </a:p>
          </p:txBody>
        </p:sp>
        <p:sp>
          <p:nvSpPr>
            <p:cNvPr id="14" name="object 14"/>
            <p:cNvSpPr txBox="1"/>
            <p:nvPr/>
          </p:nvSpPr>
          <p:spPr>
            <a:xfrm>
              <a:off x="487062" y="2498637"/>
              <a:ext cx="428179"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Wednesday</a:t>
              </a:r>
              <a:endParaRPr sz="633">
                <a:latin typeface="Segoe UI"/>
                <a:cs typeface="Segoe UI"/>
              </a:endParaRPr>
            </a:p>
          </p:txBody>
        </p:sp>
        <p:sp>
          <p:nvSpPr>
            <p:cNvPr id="15" name="object 15"/>
            <p:cNvSpPr txBox="1"/>
            <p:nvPr/>
          </p:nvSpPr>
          <p:spPr>
            <a:xfrm>
              <a:off x="574754" y="2805302"/>
              <a:ext cx="340221"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Thursday</a:t>
              </a:r>
              <a:endParaRPr sz="633">
                <a:latin typeface="Segoe UI"/>
                <a:cs typeface="Segoe UI"/>
              </a:endParaRPr>
            </a:p>
          </p:txBody>
        </p:sp>
        <p:sp>
          <p:nvSpPr>
            <p:cNvPr id="16" name="object 16"/>
            <p:cNvSpPr txBox="1"/>
            <p:nvPr/>
          </p:nvSpPr>
          <p:spPr>
            <a:xfrm>
              <a:off x="606148" y="3111966"/>
              <a:ext cx="30896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Tuesday</a:t>
              </a:r>
              <a:endParaRPr sz="633">
                <a:latin typeface="Segoe UI"/>
                <a:cs typeface="Segoe UI"/>
              </a:endParaRPr>
            </a:p>
          </p:txBody>
        </p:sp>
        <p:sp>
          <p:nvSpPr>
            <p:cNvPr id="17" name="object 17"/>
            <p:cNvSpPr txBox="1"/>
            <p:nvPr/>
          </p:nvSpPr>
          <p:spPr>
            <a:xfrm>
              <a:off x="605206" y="3418630"/>
              <a:ext cx="309860"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Monday</a:t>
              </a:r>
              <a:endParaRPr sz="633">
                <a:latin typeface="Segoe UI"/>
                <a:cs typeface="Segoe UI"/>
              </a:endParaRPr>
            </a:p>
          </p:txBody>
        </p:sp>
        <p:sp>
          <p:nvSpPr>
            <p:cNvPr id="18" name="object 18"/>
            <p:cNvSpPr/>
            <p:nvPr/>
          </p:nvSpPr>
          <p:spPr>
            <a:xfrm>
              <a:off x="966256" y="1826198"/>
              <a:ext cx="2543175" cy="1772543"/>
            </a:xfrm>
            <a:custGeom>
              <a:avLst/>
              <a:gdLst/>
              <a:ahLst/>
              <a:cxnLst/>
              <a:rect l="l" t="t" r="r" b="b"/>
              <a:pathLst>
                <a:path w="3616960" h="2520950">
                  <a:moveTo>
                    <a:pt x="2095919" y="2180729"/>
                  </a:moveTo>
                  <a:lnTo>
                    <a:pt x="0" y="2180729"/>
                  </a:lnTo>
                  <a:lnTo>
                    <a:pt x="0" y="2520696"/>
                  </a:lnTo>
                  <a:lnTo>
                    <a:pt x="2095919" y="2520696"/>
                  </a:lnTo>
                  <a:lnTo>
                    <a:pt x="2095919" y="2180729"/>
                  </a:lnTo>
                  <a:close/>
                </a:path>
                <a:path w="3616960" h="2520950">
                  <a:moveTo>
                    <a:pt x="2258263" y="1744586"/>
                  </a:moveTo>
                  <a:lnTo>
                    <a:pt x="0" y="1744586"/>
                  </a:lnTo>
                  <a:lnTo>
                    <a:pt x="0" y="2084552"/>
                  </a:lnTo>
                  <a:lnTo>
                    <a:pt x="2258263" y="2084552"/>
                  </a:lnTo>
                  <a:lnTo>
                    <a:pt x="2258263" y="1744586"/>
                  </a:lnTo>
                  <a:close/>
                </a:path>
                <a:path w="3616960" h="2520950">
                  <a:moveTo>
                    <a:pt x="2480716" y="1308442"/>
                  </a:moveTo>
                  <a:lnTo>
                    <a:pt x="0" y="1308442"/>
                  </a:lnTo>
                  <a:lnTo>
                    <a:pt x="0" y="1648409"/>
                  </a:lnTo>
                  <a:lnTo>
                    <a:pt x="2480716" y="1648409"/>
                  </a:lnTo>
                  <a:lnTo>
                    <a:pt x="2480716" y="1308442"/>
                  </a:lnTo>
                  <a:close/>
                </a:path>
                <a:path w="3616960" h="2520950">
                  <a:moveTo>
                    <a:pt x="2695956" y="872299"/>
                  </a:moveTo>
                  <a:lnTo>
                    <a:pt x="0" y="872299"/>
                  </a:lnTo>
                  <a:lnTo>
                    <a:pt x="0" y="1212265"/>
                  </a:lnTo>
                  <a:lnTo>
                    <a:pt x="2695956" y="1212265"/>
                  </a:lnTo>
                  <a:lnTo>
                    <a:pt x="2695956" y="872299"/>
                  </a:lnTo>
                  <a:close/>
                </a:path>
                <a:path w="3616960" h="2520950">
                  <a:moveTo>
                    <a:pt x="3097580" y="436156"/>
                  </a:moveTo>
                  <a:lnTo>
                    <a:pt x="0" y="436156"/>
                  </a:lnTo>
                  <a:lnTo>
                    <a:pt x="0" y="776122"/>
                  </a:lnTo>
                  <a:lnTo>
                    <a:pt x="3097580" y="776122"/>
                  </a:lnTo>
                  <a:lnTo>
                    <a:pt x="3097580" y="436156"/>
                  </a:lnTo>
                  <a:close/>
                </a:path>
                <a:path w="3616960" h="2520950">
                  <a:moveTo>
                    <a:pt x="3616452" y="0"/>
                  </a:moveTo>
                  <a:lnTo>
                    <a:pt x="0" y="0"/>
                  </a:lnTo>
                  <a:lnTo>
                    <a:pt x="0" y="339979"/>
                  </a:lnTo>
                  <a:lnTo>
                    <a:pt x="3616452" y="339979"/>
                  </a:lnTo>
                  <a:lnTo>
                    <a:pt x="3616452" y="0"/>
                  </a:lnTo>
                  <a:close/>
                </a:path>
              </a:pathLst>
            </a:custGeom>
            <a:solidFill>
              <a:srgbClr val="118CFF"/>
            </a:solidFill>
          </p:spPr>
          <p:txBody>
            <a:bodyPr wrap="square" lIns="0" tIns="0" rIns="0" bIns="0" rtlCol="0"/>
            <a:lstStyle/>
            <a:p>
              <a:endParaRPr sz="1266"/>
            </a:p>
          </p:txBody>
        </p:sp>
        <p:sp>
          <p:nvSpPr>
            <p:cNvPr id="19" name="object 19"/>
            <p:cNvSpPr txBox="1"/>
            <p:nvPr/>
          </p:nvSpPr>
          <p:spPr>
            <a:xfrm>
              <a:off x="966265" y="1519533"/>
              <a:ext cx="2684710" cy="165026"/>
            </a:xfrm>
            <a:prstGeom prst="rect">
              <a:avLst/>
            </a:prstGeom>
            <a:solidFill>
              <a:srgbClr val="118CFF"/>
            </a:solidFill>
          </p:spPr>
          <p:txBody>
            <a:bodyPr vert="horz" wrap="square" lIns="0" tIns="66973" rIns="0" bIns="0" rtlCol="0">
              <a:spAutoFit/>
            </a:bodyPr>
            <a:lstStyle/>
            <a:p>
              <a:pPr marR="48219" algn="r">
                <a:spcBef>
                  <a:spcPts val="527"/>
                </a:spcBef>
              </a:pPr>
              <a:r>
                <a:rPr sz="633" spc="-14" dirty="0">
                  <a:solidFill>
                    <a:srgbClr val="FFFFFF"/>
                  </a:solidFill>
                  <a:latin typeface="Segoe UI"/>
                  <a:cs typeface="Segoe UI"/>
                </a:rPr>
                <a:t>6.4K</a:t>
              </a:r>
              <a:endParaRPr sz="633" dirty="0">
                <a:latin typeface="Segoe UI"/>
                <a:cs typeface="Segoe UI"/>
              </a:endParaRPr>
            </a:p>
          </p:txBody>
        </p:sp>
        <p:sp>
          <p:nvSpPr>
            <p:cNvPr id="20" name="object 20"/>
            <p:cNvSpPr txBox="1"/>
            <p:nvPr/>
          </p:nvSpPr>
          <p:spPr>
            <a:xfrm>
              <a:off x="3553730" y="1884571"/>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6.0K</a:t>
              </a:r>
              <a:endParaRPr sz="633">
                <a:latin typeface="Segoe UI"/>
                <a:cs typeface="Segoe UI"/>
              </a:endParaRPr>
            </a:p>
          </p:txBody>
        </p:sp>
        <p:sp>
          <p:nvSpPr>
            <p:cNvPr id="21" name="object 21"/>
            <p:cNvSpPr txBox="1"/>
            <p:nvPr/>
          </p:nvSpPr>
          <p:spPr>
            <a:xfrm>
              <a:off x="3188900" y="2191235"/>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5.2K</a:t>
              </a:r>
              <a:endParaRPr sz="633">
                <a:latin typeface="Segoe UI"/>
                <a:cs typeface="Segoe UI"/>
              </a:endParaRPr>
            </a:p>
          </p:txBody>
        </p:sp>
        <p:sp>
          <p:nvSpPr>
            <p:cNvPr id="22" name="object 22"/>
            <p:cNvSpPr txBox="1"/>
            <p:nvPr/>
          </p:nvSpPr>
          <p:spPr>
            <a:xfrm>
              <a:off x="2906507" y="2497899"/>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4.5K</a:t>
              </a:r>
              <a:endParaRPr sz="633">
                <a:latin typeface="Segoe UI"/>
                <a:cs typeface="Segoe UI"/>
              </a:endParaRPr>
            </a:p>
          </p:txBody>
        </p:sp>
        <p:sp>
          <p:nvSpPr>
            <p:cNvPr id="23" name="object 23"/>
            <p:cNvSpPr txBox="1"/>
            <p:nvPr/>
          </p:nvSpPr>
          <p:spPr>
            <a:xfrm>
              <a:off x="2755163" y="2804564"/>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4.1K</a:t>
              </a:r>
              <a:endParaRPr sz="633">
                <a:latin typeface="Segoe UI"/>
                <a:cs typeface="Segoe UI"/>
              </a:endParaRPr>
            </a:p>
          </p:txBody>
        </p:sp>
        <p:sp>
          <p:nvSpPr>
            <p:cNvPr id="24" name="object 24"/>
            <p:cNvSpPr txBox="1"/>
            <p:nvPr/>
          </p:nvSpPr>
          <p:spPr>
            <a:xfrm>
              <a:off x="2598747" y="3111227"/>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3.8K</a:t>
              </a:r>
              <a:endParaRPr sz="633">
                <a:latin typeface="Segoe UI"/>
                <a:cs typeface="Segoe UI"/>
              </a:endParaRPr>
            </a:p>
          </p:txBody>
        </p:sp>
        <p:sp>
          <p:nvSpPr>
            <p:cNvPr id="25" name="object 25"/>
            <p:cNvSpPr txBox="1"/>
            <p:nvPr/>
          </p:nvSpPr>
          <p:spPr>
            <a:xfrm>
              <a:off x="2484606" y="3417892"/>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3.5K</a:t>
              </a:r>
              <a:endParaRPr sz="633">
                <a:latin typeface="Segoe UI"/>
                <a:cs typeface="Segoe UI"/>
              </a:endParaRPr>
            </a:p>
          </p:txBody>
        </p:sp>
      </p:grpSp>
      <p:sp>
        <p:nvSpPr>
          <p:cNvPr id="51" name="Text 0">
            <a:extLst>
              <a:ext uri="{FF2B5EF4-FFF2-40B4-BE49-F238E27FC236}">
                <a16:creationId xmlns:a16="http://schemas.microsoft.com/office/drawing/2014/main" id="{F6211C04-81D4-3990-0C14-7777013C3C03}"/>
              </a:ext>
            </a:extLst>
          </p:cNvPr>
          <p:cNvSpPr/>
          <p:nvPr/>
        </p:nvSpPr>
        <p:spPr>
          <a:xfrm>
            <a:off x="228640" y="137103"/>
            <a:ext cx="68580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Operational Performance Drivers</a:t>
            </a:r>
            <a:endParaRPr lang="en-US" sz="2250" dirty="0"/>
          </a:p>
        </p:txBody>
      </p:sp>
      <p:sp>
        <p:nvSpPr>
          <p:cNvPr id="53" name="Text 1">
            <a:extLst>
              <a:ext uri="{FF2B5EF4-FFF2-40B4-BE49-F238E27FC236}">
                <a16:creationId xmlns:a16="http://schemas.microsoft.com/office/drawing/2014/main" id="{FEF34622-95F6-C1B3-BE55-CC456181C6B6}"/>
              </a:ext>
            </a:extLst>
          </p:cNvPr>
          <p:cNvSpPr/>
          <p:nvPr/>
        </p:nvSpPr>
        <p:spPr>
          <a:xfrm>
            <a:off x="228640" y="534867"/>
            <a:ext cx="68580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Three external and operational factors that shift daily performance</a:t>
            </a:r>
            <a:endParaRPr lang="en-US" sz="938" dirty="0"/>
          </a:p>
        </p:txBody>
      </p:sp>
      <p:pic>
        <p:nvPicPr>
          <p:cNvPr id="55" name="Image 0" descr="icons/calendar_1E3A8A.png">
            <a:extLst>
              <a:ext uri="{FF2B5EF4-FFF2-40B4-BE49-F238E27FC236}">
                <a16:creationId xmlns:a16="http://schemas.microsoft.com/office/drawing/2014/main" id="{D32F3940-1122-30F2-EFB8-035A4A0CD5D8}"/>
              </a:ext>
            </a:extLst>
          </p:cNvPr>
          <p:cNvPicPr>
            <a:picLocks noChangeAspect="1"/>
          </p:cNvPicPr>
          <p:nvPr/>
        </p:nvPicPr>
        <p:blipFill>
          <a:blip r:embed="rId2"/>
          <a:stretch>
            <a:fillRect/>
          </a:stretch>
        </p:blipFill>
        <p:spPr>
          <a:xfrm>
            <a:off x="302343" y="769430"/>
            <a:ext cx="246888" cy="246888"/>
          </a:xfrm>
          <a:prstGeom prst="rect">
            <a:avLst/>
          </a:prstGeom>
        </p:spPr>
      </p:pic>
      <p:sp>
        <p:nvSpPr>
          <p:cNvPr id="57" name="Text 2">
            <a:extLst>
              <a:ext uri="{FF2B5EF4-FFF2-40B4-BE49-F238E27FC236}">
                <a16:creationId xmlns:a16="http://schemas.microsoft.com/office/drawing/2014/main" id="{D7E5A07C-A6B1-8EB3-FBCB-FE38F90EF5E9}"/>
              </a:ext>
            </a:extLst>
          </p:cNvPr>
          <p:cNvSpPr/>
          <p:nvPr/>
        </p:nvSpPr>
        <p:spPr>
          <a:xfrm>
            <a:off x="619759" y="766904"/>
            <a:ext cx="2297430" cy="274320"/>
          </a:xfrm>
          <a:prstGeom prst="rect">
            <a:avLst/>
          </a:prstGeom>
          <a:noFill/>
          <a:ln/>
        </p:spPr>
        <p:txBody>
          <a:bodyPr wrap="square" rtlCol="0" anchor="ctr"/>
          <a:lstStyle/>
          <a:p>
            <a:r>
              <a:rPr lang="en-US" sz="1125" b="1" dirty="0">
                <a:solidFill>
                  <a:srgbClr val="1F2937"/>
                </a:solidFill>
                <a:latin typeface="Calibri" pitchFamily="34" charset="0"/>
                <a:ea typeface="Calibri" pitchFamily="34" charset="-122"/>
                <a:cs typeface="Calibri" pitchFamily="34" charset="-120"/>
              </a:rPr>
              <a:t>Busiest Days</a:t>
            </a:r>
            <a:endParaRPr lang="en-US" sz="1125" dirty="0"/>
          </a:p>
        </p:txBody>
      </p:sp>
      <p:pic>
        <p:nvPicPr>
          <p:cNvPr id="102" name="Image 1" descr="icons/promotion_1E3A8A.png">
            <a:extLst>
              <a:ext uri="{FF2B5EF4-FFF2-40B4-BE49-F238E27FC236}">
                <a16:creationId xmlns:a16="http://schemas.microsoft.com/office/drawing/2014/main" id="{B39C2E4A-5160-C08C-9D49-B957EFC92D6F}"/>
              </a:ext>
            </a:extLst>
          </p:cNvPr>
          <p:cNvPicPr>
            <a:picLocks noChangeAspect="1"/>
          </p:cNvPicPr>
          <p:nvPr/>
        </p:nvPicPr>
        <p:blipFill>
          <a:blip r:embed="rId3"/>
          <a:stretch>
            <a:fillRect/>
          </a:stretch>
        </p:blipFill>
        <p:spPr>
          <a:xfrm>
            <a:off x="4419981" y="829100"/>
            <a:ext cx="246888" cy="246888"/>
          </a:xfrm>
          <a:prstGeom prst="rect">
            <a:avLst/>
          </a:prstGeom>
        </p:spPr>
      </p:pic>
      <p:sp>
        <p:nvSpPr>
          <p:cNvPr id="104" name="Text 3">
            <a:extLst>
              <a:ext uri="{FF2B5EF4-FFF2-40B4-BE49-F238E27FC236}">
                <a16:creationId xmlns:a16="http://schemas.microsoft.com/office/drawing/2014/main" id="{78E4405D-4052-0D21-D22D-192CE1781E66}"/>
              </a:ext>
            </a:extLst>
          </p:cNvPr>
          <p:cNvSpPr/>
          <p:nvPr/>
        </p:nvSpPr>
        <p:spPr>
          <a:xfrm>
            <a:off x="4749165" y="829100"/>
            <a:ext cx="2297430" cy="274320"/>
          </a:xfrm>
          <a:prstGeom prst="rect">
            <a:avLst/>
          </a:prstGeom>
          <a:noFill/>
          <a:ln/>
        </p:spPr>
        <p:txBody>
          <a:bodyPr wrap="square" rtlCol="0" anchor="ctr"/>
          <a:lstStyle/>
          <a:p>
            <a:r>
              <a:rPr lang="en-US" sz="1125" b="1" dirty="0">
                <a:solidFill>
                  <a:srgbClr val="1F2937"/>
                </a:solidFill>
                <a:latin typeface="Calibri" pitchFamily="34" charset="0"/>
                <a:ea typeface="Calibri" pitchFamily="34" charset="-122"/>
                <a:cs typeface="Calibri" pitchFamily="34" charset="-120"/>
              </a:rPr>
              <a:t>Promotion Impact</a:t>
            </a:r>
            <a:endParaRPr lang="en-US" sz="1125" dirty="0"/>
          </a:p>
        </p:txBody>
      </p:sp>
      <p:grpSp>
        <p:nvGrpSpPr>
          <p:cNvPr id="105" name="Group 104">
            <a:extLst>
              <a:ext uri="{FF2B5EF4-FFF2-40B4-BE49-F238E27FC236}">
                <a16:creationId xmlns:a16="http://schemas.microsoft.com/office/drawing/2014/main" id="{4EEB03A4-EE82-C062-DE89-C18CBEBF75E9}"/>
              </a:ext>
            </a:extLst>
          </p:cNvPr>
          <p:cNvGrpSpPr/>
          <p:nvPr/>
        </p:nvGrpSpPr>
        <p:grpSpPr>
          <a:xfrm>
            <a:off x="4452422" y="1126672"/>
            <a:ext cx="4506144" cy="2879807"/>
            <a:chOff x="377279" y="133989"/>
            <a:chExt cx="4506144" cy="2879807"/>
          </a:xfrm>
        </p:grpSpPr>
        <p:sp>
          <p:nvSpPr>
            <p:cNvPr id="106" name="object 2"/>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107" name="object 4"/>
            <p:cNvSpPr txBox="1"/>
            <p:nvPr/>
          </p:nvSpPr>
          <p:spPr>
            <a:xfrm>
              <a:off x="377279" y="133989"/>
              <a:ext cx="2170807" cy="160469"/>
            </a:xfrm>
            <a:prstGeom prst="rect">
              <a:avLst/>
            </a:prstGeom>
          </p:spPr>
          <p:txBody>
            <a:bodyPr vert="horz" wrap="square" lIns="0" tIns="8930" rIns="0" bIns="0" rtlCol="0">
              <a:spAutoFit/>
            </a:bodyPr>
            <a:lstStyle/>
            <a:p>
              <a:pPr marL="8929">
                <a:spcBef>
                  <a:spcPts val="70"/>
                </a:spcBef>
              </a:pPr>
              <a:r>
                <a:rPr sz="984" spc="-53" dirty="0">
                  <a:solidFill>
                    <a:srgbClr val="252423"/>
                  </a:solidFill>
                  <a:latin typeface="Trebuchet MS"/>
                  <a:cs typeface="Trebuchet MS"/>
                </a:rPr>
                <a:t>Average</a:t>
              </a:r>
              <a:r>
                <a:rPr sz="984" spc="-46" dirty="0">
                  <a:solidFill>
                    <a:srgbClr val="252423"/>
                  </a:solidFill>
                  <a:latin typeface="Trebuchet MS"/>
                  <a:cs typeface="Trebuchet MS"/>
                </a:rPr>
                <a:t> Sales:</a:t>
              </a:r>
              <a:r>
                <a:rPr sz="984" spc="-42" dirty="0">
                  <a:solidFill>
                    <a:srgbClr val="252423"/>
                  </a:solidFill>
                  <a:latin typeface="Trebuchet MS"/>
                  <a:cs typeface="Trebuchet MS"/>
                </a:rPr>
                <a:t> </a:t>
              </a:r>
              <a:r>
                <a:rPr sz="984" spc="-53" dirty="0">
                  <a:solidFill>
                    <a:srgbClr val="252423"/>
                  </a:solidFill>
                  <a:latin typeface="Trebuchet MS"/>
                  <a:cs typeface="Trebuchet MS"/>
                </a:rPr>
                <a:t>Promotion</a:t>
              </a:r>
              <a:r>
                <a:rPr sz="984" spc="-46" dirty="0">
                  <a:solidFill>
                    <a:srgbClr val="252423"/>
                  </a:solidFill>
                  <a:latin typeface="Trebuchet MS"/>
                  <a:cs typeface="Trebuchet MS"/>
                </a:rPr>
                <a:t> </a:t>
              </a:r>
              <a:r>
                <a:rPr sz="984" dirty="0">
                  <a:solidFill>
                    <a:srgbClr val="252423"/>
                  </a:solidFill>
                  <a:latin typeface="Trebuchet MS"/>
                  <a:cs typeface="Trebuchet MS"/>
                </a:rPr>
                <a:t>vs</a:t>
              </a:r>
              <a:r>
                <a:rPr sz="984" spc="-42" dirty="0">
                  <a:solidFill>
                    <a:srgbClr val="252423"/>
                  </a:solidFill>
                  <a:latin typeface="Trebuchet MS"/>
                  <a:cs typeface="Trebuchet MS"/>
                </a:rPr>
                <a:t> </a:t>
              </a:r>
              <a:r>
                <a:rPr sz="984" spc="-32" dirty="0">
                  <a:solidFill>
                    <a:srgbClr val="252423"/>
                  </a:solidFill>
                  <a:latin typeface="Trebuchet MS"/>
                  <a:cs typeface="Trebuchet MS"/>
                </a:rPr>
                <a:t>No</a:t>
              </a:r>
              <a:r>
                <a:rPr sz="984" spc="-46" dirty="0">
                  <a:solidFill>
                    <a:srgbClr val="252423"/>
                  </a:solidFill>
                  <a:latin typeface="Trebuchet MS"/>
                  <a:cs typeface="Trebuchet MS"/>
                </a:rPr>
                <a:t> </a:t>
              </a:r>
              <a:r>
                <a:rPr sz="984" spc="-39" dirty="0">
                  <a:solidFill>
                    <a:srgbClr val="252423"/>
                  </a:solidFill>
                  <a:latin typeface="Trebuchet MS"/>
                  <a:cs typeface="Trebuchet MS"/>
                </a:rPr>
                <a:t>Promotion</a:t>
              </a:r>
              <a:endParaRPr sz="984">
                <a:latin typeface="Trebuchet MS"/>
                <a:cs typeface="Trebuchet MS"/>
              </a:endParaRPr>
            </a:p>
          </p:txBody>
        </p:sp>
        <p:sp>
          <p:nvSpPr>
            <p:cNvPr id="108" name="object 5"/>
            <p:cNvSpPr/>
            <p:nvPr/>
          </p:nvSpPr>
          <p:spPr>
            <a:xfrm>
              <a:off x="843623" y="816762"/>
              <a:ext cx="3187898" cy="1942654"/>
            </a:xfrm>
            <a:custGeom>
              <a:avLst/>
              <a:gdLst/>
              <a:ahLst/>
              <a:cxnLst/>
              <a:rect l="l" t="t" r="r" b="b"/>
              <a:pathLst>
                <a:path w="4533900" h="2762885">
                  <a:moveTo>
                    <a:pt x="9525" y="2756611"/>
                  </a:moveTo>
                  <a:lnTo>
                    <a:pt x="9067" y="2755493"/>
                  </a:lnTo>
                  <a:lnTo>
                    <a:pt x="7200" y="2753626"/>
                  </a:lnTo>
                  <a:lnTo>
                    <a:pt x="6083" y="2753156"/>
                  </a:lnTo>
                  <a:lnTo>
                    <a:pt x="3454" y="2753156"/>
                  </a:lnTo>
                  <a:lnTo>
                    <a:pt x="2336" y="2753626"/>
                  </a:lnTo>
                  <a:lnTo>
                    <a:pt x="469" y="2755493"/>
                  </a:lnTo>
                  <a:lnTo>
                    <a:pt x="0" y="2756611"/>
                  </a:lnTo>
                  <a:lnTo>
                    <a:pt x="0" y="2759240"/>
                  </a:lnTo>
                  <a:lnTo>
                    <a:pt x="469" y="2760357"/>
                  </a:lnTo>
                  <a:lnTo>
                    <a:pt x="2336" y="2762224"/>
                  </a:lnTo>
                  <a:lnTo>
                    <a:pt x="3454" y="2762681"/>
                  </a:lnTo>
                  <a:lnTo>
                    <a:pt x="6083" y="2762681"/>
                  </a:lnTo>
                  <a:lnTo>
                    <a:pt x="7200" y="2762224"/>
                  </a:lnTo>
                  <a:lnTo>
                    <a:pt x="9067" y="2760357"/>
                  </a:lnTo>
                  <a:lnTo>
                    <a:pt x="9525" y="2759240"/>
                  </a:lnTo>
                  <a:lnTo>
                    <a:pt x="9525" y="2756611"/>
                  </a:lnTo>
                  <a:close/>
                </a:path>
                <a:path w="4533900" h="2762885">
                  <a:moveTo>
                    <a:pt x="9525" y="2205977"/>
                  </a:moveTo>
                  <a:lnTo>
                    <a:pt x="9067" y="2204859"/>
                  </a:lnTo>
                  <a:lnTo>
                    <a:pt x="7200" y="2202992"/>
                  </a:lnTo>
                  <a:lnTo>
                    <a:pt x="6083" y="2202535"/>
                  </a:lnTo>
                  <a:lnTo>
                    <a:pt x="3454" y="2202535"/>
                  </a:lnTo>
                  <a:lnTo>
                    <a:pt x="2336" y="2202992"/>
                  </a:lnTo>
                  <a:lnTo>
                    <a:pt x="469" y="2204859"/>
                  </a:lnTo>
                  <a:lnTo>
                    <a:pt x="0" y="2205977"/>
                  </a:lnTo>
                  <a:lnTo>
                    <a:pt x="0" y="2208606"/>
                  </a:lnTo>
                  <a:lnTo>
                    <a:pt x="469" y="2209736"/>
                  </a:lnTo>
                  <a:lnTo>
                    <a:pt x="2336" y="2211590"/>
                  </a:lnTo>
                  <a:lnTo>
                    <a:pt x="3454" y="2212060"/>
                  </a:lnTo>
                  <a:lnTo>
                    <a:pt x="6083" y="2212060"/>
                  </a:lnTo>
                  <a:lnTo>
                    <a:pt x="7200" y="2211590"/>
                  </a:lnTo>
                  <a:lnTo>
                    <a:pt x="9067" y="2209736"/>
                  </a:lnTo>
                  <a:lnTo>
                    <a:pt x="9525" y="2208606"/>
                  </a:lnTo>
                  <a:lnTo>
                    <a:pt x="9525" y="2205977"/>
                  </a:lnTo>
                  <a:close/>
                </a:path>
                <a:path w="4533900" h="2762885">
                  <a:moveTo>
                    <a:pt x="9525" y="1655343"/>
                  </a:moveTo>
                  <a:lnTo>
                    <a:pt x="9067" y="1654225"/>
                  </a:lnTo>
                  <a:lnTo>
                    <a:pt x="7200" y="1652358"/>
                  </a:lnTo>
                  <a:lnTo>
                    <a:pt x="6083" y="1651901"/>
                  </a:lnTo>
                  <a:lnTo>
                    <a:pt x="3454" y="1651901"/>
                  </a:lnTo>
                  <a:lnTo>
                    <a:pt x="2336" y="1652358"/>
                  </a:lnTo>
                  <a:lnTo>
                    <a:pt x="469" y="1654225"/>
                  </a:lnTo>
                  <a:lnTo>
                    <a:pt x="0" y="1655343"/>
                  </a:lnTo>
                  <a:lnTo>
                    <a:pt x="0" y="1657972"/>
                  </a:lnTo>
                  <a:lnTo>
                    <a:pt x="469" y="1659102"/>
                  </a:lnTo>
                  <a:lnTo>
                    <a:pt x="2336" y="1660956"/>
                  </a:lnTo>
                  <a:lnTo>
                    <a:pt x="3454" y="1661426"/>
                  </a:lnTo>
                  <a:lnTo>
                    <a:pt x="6083" y="1661426"/>
                  </a:lnTo>
                  <a:lnTo>
                    <a:pt x="7200" y="1660956"/>
                  </a:lnTo>
                  <a:lnTo>
                    <a:pt x="9067" y="1659102"/>
                  </a:lnTo>
                  <a:lnTo>
                    <a:pt x="9525" y="1657972"/>
                  </a:lnTo>
                  <a:lnTo>
                    <a:pt x="9525" y="1655343"/>
                  </a:lnTo>
                  <a:close/>
                </a:path>
                <a:path w="4533900" h="2762885">
                  <a:moveTo>
                    <a:pt x="9525" y="1104709"/>
                  </a:moveTo>
                  <a:lnTo>
                    <a:pt x="9067" y="1103591"/>
                  </a:lnTo>
                  <a:lnTo>
                    <a:pt x="7200" y="1101737"/>
                  </a:lnTo>
                  <a:lnTo>
                    <a:pt x="6083" y="1101267"/>
                  </a:lnTo>
                  <a:lnTo>
                    <a:pt x="3454" y="1101267"/>
                  </a:lnTo>
                  <a:lnTo>
                    <a:pt x="2336" y="1101737"/>
                  </a:lnTo>
                  <a:lnTo>
                    <a:pt x="469" y="1103591"/>
                  </a:lnTo>
                  <a:lnTo>
                    <a:pt x="0" y="1104709"/>
                  </a:lnTo>
                  <a:lnTo>
                    <a:pt x="0" y="1107351"/>
                  </a:lnTo>
                  <a:lnTo>
                    <a:pt x="469" y="1108468"/>
                  </a:lnTo>
                  <a:lnTo>
                    <a:pt x="2336" y="1110322"/>
                  </a:lnTo>
                  <a:lnTo>
                    <a:pt x="3454" y="1110792"/>
                  </a:lnTo>
                  <a:lnTo>
                    <a:pt x="6083" y="1110792"/>
                  </a:lnTo>
                  <a:lnTo>
                    <a:pt x="7200" y="1110322"/>
                  </a:lnTo>
                  <a:lnTo>
                    <a:pt x="9067" y="1108468"/>
                  </a:lnTo>
                  <a:lnTo>
                    <a:pt x="9525" y="1107351"/>
                  </a:lnTo>
                  <a:lnTo>
                    <a:pt x="9525" y="1104709"/>
                  </a:lnTo>
                  <a:close/>
                </a:path>
                <a:path w="4533900" h="2762885">
                  <a:moveTo>
                    <a:pt x="9525" y="554088"/>
                  </a:moveTo>
                  <a:lnTo>
                    <a:pt x="9067" y="552958"/>
                  </a:lnTo>
                  <a:lnTo>
                    <a:pt x="7200" y="551103"/>
                  </a:lnTo>
                  <a:lnTo>
                    <a:pt x="6083" y="550633"/>
                  </a:lnTo>
                  <a:lnTo>
                    <a:pt x="3454" y="550633"/>
                  </a:lnTo>
                  <a:lnTo>
                    <a:pt x="2336" y="551103"/>
                  </a:lnTo>
                  <a:lnTo>
                    <a:pt x="469" y="552958"/>
                  </a:lnTo>
                  <a:lnTo>
                    <a:pt x="0" y="554088"/>
                  </a:lnTo>
                  <a:lnTo>
                    <a:pt x="0" y="556717"/>
                  </a:lnTo>
                  <a:lnTo>
                    <a:pt x="469" y="557834"/>
                  </a:lnTo>
                  <a:lnTo>
                    <a:pt x="2336" y="559701"/>
                  </a:lnTo>
                  <a:lnTo>
                    <a:pt x="3454" y="560158"/>
                  </a:lnTo>
                  <a:lnTo>
                    <a:pt x="6083" y="560158"/>
                  </a:lnTo>
                  <a:lnTo>
                    <a:pt x="7200" y="559701"/>
                  </a:lnTo>
                  <a:lnTo>
                    <a:pt x="9067" y="557834"/>
                  </a:lnTo>
                  <a:lnTo>
                    <a:pt x="9525" y="556717"/>
                  </a:lnTo>
                  <a:lnTo>
                    <a:pt x="9525" y="554088"/>
                  </a:lnTo>
                  <a:close/>
                </a:path>
                <a:path w="4533900" h="2762885">
                  <a:moveTo>
                    <a:pt x="9525" y="3454"/>
                  </a:moveTo>
                  <a:lnTo>
                    <a:pt x="9067" y="2324"/>
                  </a:lnTo>
                  <a:lnTo>
                    <a:pt x="7200" y="469"/>
                  </a:lnTo>
                  <a:lnTo>
                    <a:pt x="6083" y="0"/>
                  </a:lnTo>
                  <a:lnTo>
                    <a:pt x="3454" y="0"/>
                  </a:lnTo>
                  <a:lnTo>
                    <a:pt x="2336" y="469"/>
                  </a:lnTo>
                  <a:lnTo>
                    <a:pt x="469" y="2324"/>
                  </a:lnTo>
                  <a:lnTo>
                    <a:pt x="0" y="3454"/>
                  </a:lnTo>
                  <a:lnTo>
                    <a:pt x="0" y="6083"/>
                  </a:lnTo>
                  <a:lnTo>
                    <a:pt x="469" y="7200"/>
                  </a:lnTo>
                  <a:lnTo>
                    <a:pt x="2336" y="9067"/>
                  </a:lnTo>
                  <a:lnTo>
                    <a:pt x="3454" y="9525"/>
                  </a:lnTo>
                  <a:lnTo>
                    <a:pt x="6083" y="9525"/>
                  </a:lnTo>
                  <a:lnTo>
                    <a:pt x="7200" y="9067"/>
                  </a:lnTo>
                  <a:lnTo>
                    <a:pt x="9067" y="7200"/>
                  </a:lnTo>
                  <a:lnTo>
                    <a:pt x="9525" y="6083"/>
                  </a:lnTo>
                  <a:lnTo>
                    <a:pt x="9525" y="3454"/>
                  </a:lnTo>
                  <a:close/>
                </a:path>
                <a:path w="4533900" h="2762885">
                  <a:moveTo>
                    <a:pt x="57150" y="2756611"/>
                  </a:moveTo>
                  <a:lnTo>
                    <a:pt x="56692" y="2755493"/>
                  </a:lnTo>
                  <a:lnTo>
                    <a:pt x="54825" y="2753626"/>
                  </a:lnTo>
                  <a:lnTo>
                    <a:pt x="53708" y="2753156"/>
                  </a:lnTo>
                  <a:lnTo>
                    <a:pt x="51079" y="2753156"/>
                  </a:lnTo>
                  <a:lnTo>
                    <a:pt x="49961" y="2753626"/>
                  </a:lnTo>
                  <a:lnTo>
                    <a:pt x="48094" y="2755493"/>
                  </a:lnTo>
                  <a:lnTo>
                    <a:pt x="47625" y="2756611"/>
                  </a:lnTo>
                  <a:lnTo>
                    <a:pt x="47625" y="2759240"/>
                  </a:lnTo>
                  <a:lnTo>
                    <a:pt x="48094" y="2760357"/>
                  </a:lnTo>
                  <a:lnTo>
                    <a:pt x="49961" y="2762224"/>
                  </a:lnTo>
                  <a:lnTo>
                    <a:pt x="51079" y="2762681"/>
                  </a:lnTo>
                  <a:lnTo>
                    <a:pt x="53708" y="2762681"/>
                  </a:lnTo>
                  <a:lnTo>
                    <a:pt x="54825" y="2762224"/>
                  </a:lnTo>
                  <a:lnTo>
                    <a:pt x="56692" y="2760357"/>
                  </a:lnTo>
                  <a:lnTo>
                    <a:pt x="57150" y="2759240"/>
                  </a:lnTo>
                  <a:lnTo>
                    <a:pt x="57150" y="2756611"/>
                  </a:lnTo>
                  <a:close/>
                </a:path>
                <a:path w="4533900" h="2762885">
                  <a:moveTo>
                    <a:pt x="57150" y="2205977"/>
                  </a:moveTo>
                  <a:lnTo>
                    <a:pt x="56692" y="2204859"/>
                  </a:lnTo>
                  <a:lnTo>
                    <a:pt x="54825" y="2202992"/>
                  </a:lnTo>
                  <a:lnTo>
                    <a:pt x="53708" y="2202535"/>
                  </a:lnTo>
                  <a:lnTo>
                    <a:pt x="51079" y="2202535"/>
                  </a:lnTo>
                  <a:lnTo>
                    <a:pt x="49961" y="2202992"/>
                  </a:lnTo>
                  <a:lnTo>
                    <a:pt x="48094" y="2204859"/>
                  </a:lnTo>
                  <a:lnTo>
                    <a:pt x="47625" y="2205977"/>
                  </a:lnTo>
                  <a:lnTo>
                    <a:pt x="47625" y="2208606"/>
                  </a:lnTo>
                  <a:lnTo>
                    <a:pt x="48094" y="2209736"/>
                  </a:lnTo>
                  <a:lnTo>
                    <a:pt x="49961" y="2211590"/>
                  </a:lnTo>
                  <a:lnTo>
                    <a:pt x="51079" y="2212060"/>
                  </a:lnTo>
                  <a:lnTo>
                    <a:pt x="53708" y="2212060"/>
                  </a:lnTo>
                  <a:lnTo>
                    <a:pt x="54825" y="2211590"/>
                  </a:lnTo>
                  <a:lnTo>
                    <a:pt x="56692" y="2209736"/>
                  </a:lnTo>
                  <a:lnTo>
                    <a:pt x="57150" y="2208606"/>
                  </a:lnTo>
                  <a:lnTo>
                    <a:pt x="57150" y="2205977"/>
                  </a:lnTo>
                  <a:close/>
                </a:path>
                <a:path w="4533900" h="2762885">
                  <a:moveTo>
                    <a:pt x="57150" y="1655343"/>
                  </a:moveTo>
                  <a:lnTo>
                    <a:pt x="56692" y="1654225"/>
                  </a:lnTo>
                  <a:lnTo>
                    <a:pt x="54825" y="1652358"/>
                  </a:lnTo>
                  <a:lnTo>
                    <a:pt x="53708" y="1651901"/>
                  </a:lnTo>
                  <a:lnTo>
                    <a:pt x="51079" y="1651901"/>
                  </a:lnTo>
                  <a:lnTo>
                    <a:pt x="49961" y="1652358"/>
                  </a:lnTo>
                  <a:lnTo>
                    <a:pt x="48094" y="1654225"/>
                  </a:lnTo>
                  <a:lnTo>
                    <a:pt x="47625" y="1655343"/>
                  </a:lnTo>
                  <a:lnTo>
                    <a:pt x="47625" y="1657972"/>
                  </a:lnTo>
                  <a:lnTo>
                    <a:pt x="48094" y="1659102"/>
                  </a:lnTo>
                  <a:lnTo>
                    <a:pt x="49961" y="1660956"/>
                  </a:lnTo>
                  <a:lnTo>
                    <a:pt x="51079" y="1661426"/>
                  </a:lnTo>
                  <a:lnTo>
                    <a:pt x="53708" y="1661426"/>
                  </a:lnTo>
                  <a:lnTo>
                    <a:pt x="54825" y="1660956"/>
                  </a:lnTo>
                  <a:lnTo>
                    <a:pt x="56692" y="1659102"/>
                  </a:lnTo>
                  <a:lnTo>
                    <a:pt x="57150" y="1657972"/>
                  </a:lnTo>
                  <a:lnTo>
                    <a:pt x="57150" y="1655343"/>
                  </a:lnTo>
                  <a:close/>
                </a:path>
                <a:path w="4533900" h="2762885">
                  <a:moveTo>
                    <a:pt x="57150" y="1104709"/>
                  </a:moveTo>
                  <a:lnTo>
                    <a:pt x="56692" y="1103591"/>
                  </a:lnTo>
                  <a:lnTo>
                    <a:pt x="54825" y="1101737"/>
                  </a:lnTo>
                  <a:lnTo>
                    <a:pt x="53708" y="1101267"/>
                  </a:lnTo>
                  <a:lnTo>
                    <a:pt x="51079" y="1101267"/>
                  </a:lnTo>
                  <a:lnTo>
                    <a:pt x="49961" y="1101737"/>
                  </a:lnTo>
                  <a:lnTo>
                    <a:pt x="48094" y="1103591"/>
                  </a:lnTo>
                  <a:lnTo>
                    <a:pt x="47625" y="1104709"/>
                  </a:lnTo>
                  <a:lnTo>
                    <a:pt x="47625" y="1107351"/>
                  </a:lnTo>
                  <a:lnTo>
                    <a:pt x="48094" y="1108468"/>
                  </a:lnTo>
                  <a:lnTo>
                    <a:pt x="49961" y="1110322"/>
                  </a:lnTo>
                  <a:lnTo>
                    <a:pt x="51079" y="1110792"/>
                  </a:lnTo>
                  <a:lnTo>
                    <a:pt x="53708" y="1110792"/>
                  </a:lnTo>
                  <a:lnTo>
                    <a:pt x="54825" y="1110322"/>
                  </a:lnTo>
                  <a:lnTo>
                    <a:pt x="56692" y="1108468"/>
                  </a:lnTo>
                  <a:lnTo>
                    <a:pt x="57150" y="1107351"/>
                  </a:lnTo>
                  <a:lnTo>
                    <a:pt x="57150" y="1104709"/>
                  </a:lnTo>
                  <a:close/>
                </a:path>
                <a:path w="4533900" h="2762885">
                  <a:moveTo>
                    <a:pt x="57150" y="554088"/>
                  </a:moveTo>
                  <a:lnTo>
                    <a:pt x="56692" y="552958"/>
                  </a:lnTo>
                  <a:lnTo>
                    <a:pt x="54825" y="551103"/>
                  </a:lnTo>
                  <a:lnTo>
                    <a:pt x="53708" y="550633"/>
                  </a:lnTo>
                  <a:lnTo>
                    <a:pt x="51079" y="550633"/>
                  </a:lnTo>
                  <a:lnTo>
                    <a:pt x="49961" y="551103"/>
                  </a:lnTo>
                  <a:lnTo>
                    <a:pt x="48094" y="552958"/>
                  </a:lnTo>
                  <a:lnTo>
                    <a:pt x="47625" y="554088"/>
                  </a:lnTo>
                  <a:lnTo>
                    <a:pt x="47625" y="556717"/>
                  </a:lnTo>
                  <a:lnTo>
                    <a:pt x="48094" y="557834"/>
                  </a:lnTo>
                  <a:lnTo>
                    <a:pt x="49961" y="559701"/>
                  </a:lnTo>
                  <a:lnTo>
                    <a:pt x="51079" y="560158"/>
                  </a:lnTo>
                  <a:lnTo>
                    <a:pt x="53708" y="560158"/>
                  </a:lnTo>
                  <a:lnTo>
                    <a:pt x="54825" y="559701"/>
                  </a:lnTo>
                  <a:lnTo>
                    <a:pt x="56692" y="557834"/>
                  </a:lnTo>
                  <a:lnTo>
                    <a:pt x="57150" y="556717"/>
                  </a:lnTo>
                  <a:lnTo>
                    <a:pt x="57150" y="554088"/>
                  </a:lnTo>
                  <a:close/>
                </a:path>
                <a:path w="4533900" h="2762885">
                  <a:moveTo>
                    <a:pt x="57150" y="3454"/>
                  </a:moveTo>
                  <a:lnTo>
                    <a:pt x="56692" y="2324"/>
                  </a:lnTo>
                  <a:lnTo>
                    <a:pt x="54825" y="469"/>
                  </a:lnTo>
                  <a:lnTo>
                    <a:pt x="53708" y="0"/>
                  </a:lnTo>
                  <a:lnTo>
                    <a:pt x="51079" y="0"/>
                  </a:lnTo>
                  <a:lnTo>
                    <a:pt x="49961" y="469"/>
                  </a:lnTo>
                  <a:lnTo>
                    <a:pt x="48094" y="2324"/>
                  </a:lnTo>
                  <a:lnTo>
                    <a:pt x="47625" y="3454"/>
                  </a:lnTo>
                  <a:lnTo>
                    <a:pt x="47625" y="6083"/>
                  </a:lnTo>
                  <a:lnTo>
                    <a:pt x="48094" y="7200"/>
                  </a:lnTo>
                  <a:lnTo>
                    <a:pt x="49961" y="9067"/>
                  </a:lnTo>
                  <a:lnTo>
                    <a:pt x="51079" y="9525"/>
                  </a:lnTo>
                  <a:lnTo>
                    <a:pt x="53708" y="9525"/>
                  </a:lnTo>
                  <a:lnTo>
                    <a:pt x="54825" y="9067"/>
                  </a:lnTo>
                  <a:lnTo>
                    <a:pt x="56692" y="7200"/>
                  </a:lnTo>
                  <a:lnTo>
                    <a:pt x="57150" y="6083"/>
                  </a:lnTo>
                  <a:lnTo>
                    <a:pt x="57150" y="3454"/>
                  </a:lnTo>
                  <a:close/>
                </a:path>
                <a:path w="4533900" h="2762885">
                  <a:moveTo>
                    <a:pt x="104775" y="2756611"/>
                  </a:moveTo>
                  <a:lnTo>
                    <a:pt x="104317" y="2755493"/>
                  </a:lnTo>
                  <a:lnTo>
                    <a:pt x="102450" y="2753626"/>
                  </a:lnTo>
                  <a:lnTo>
                    <a:pt x="101333" y="2753156"/>
                  </a:lnTo>
                  <a:lnTo>
                    <a:pt x="98704" y="2753156"/>
                  </a:lnTo>
                  <a:lnTo>
                    <a:pt x="97586" y="2753626"/>
                  </a:lnTo>
                  <a:lnTo>
                    <a:pt x="95719" y="2755493"/>
                  </a:lnTo>
                  <a:lnTo>
                    <a:pt x="95250" y="2756611"/>
                  </a:lnTo>
                  <a:lnTo>
                    <a:pt x="95250" y="2759240"/>
                  </a:lnTo>
                  <a:lnTo>
                    <a:pt x="95719" y="2760357"/>
                  </a:lnTo>
                  <a:lnTo>
                    <a:pt x="97586" y="2762224"/>
                  </a:lnTo>
                  <a:lnTo>
                    <a:pt x="98704" y="2762681"/>
                  </a:lnTo>
                  <a:lnTo>
                    <a:pt x="101333" y="2762681"/>
                  </a:lnTo>
                  <a:lnTo>
                    <a:pt x="102450" y="2762224"/>
                  </a:lnTo>
                  <a:lnTo>
                    <a:pt x="104317" y="2760357"/>
                  </a:lnTo>
                  <a:lnTo>
                    <a:pt x="104775" y="2759240"/>
                  </a:lnTo>
                  <a:lnTo>
                    <a:pt x="104775" y="2756611"/>
                  </a:lnTo>
                  <a:close/>
                </a:path>
                <a:path w="4533900" h="2762885">
                  <a:moveTo>
                    <a:pt x="104775" y="2205977"/>
                  </a:moveTo>
                  <a:lnTo>
                    <a:pt x="104317" y="2204859"/>
                  </a:lnTo>
                  <a:lnTo>
                    <a:pt x="102450" y="2202992"/>
                  </a:lnTo>
                  <a:lnTo>
                    <a:pt x="101333" y="2202535"/>
                  </a:lnTo>
                  <a:lnTo>
                    <a:pt x="98704" y="2202535"/>
                  </a:lnTo>
                  <a:lnTo>
                    <a:pt x="97586" y="2202992"/>
                  </a:lnTo>
                  <a:lnTo>
                    <a:pt x="95719" y="2204859"/>
                  </a:lnTo>
                  <a:lnTo>
                    <a:pt x="95250" y="2205977"/>
                  </a:lnTo>
                  <a:lnTo>
                    <a:pt x="95250" y="2208606"/>
                  </a:lnTo>
                  <a:lnTo>
                    <a:pt x="95719" y="2209736"/>
                  </a:lnTo>
                  <a:lnTo>
                    <a:pt x="97586" y="2211590"/>
                  </a:lnTo>
                  <a:lnTo>
                    <a:pt x="98704" y="2212060"/>
                  </a:lnTo>
                  <a:lnTo>
                    <a:pt x="101333" y="2212060"/>
                  </a:lnTo>
                  <a:lnTo>
                    <a:pt x="102450" y="2211590"/>
                  </a:lnTo>
                  <a:lnTo>
                    <a:pt x="104317" y="2209736"/>
                  </a:lnTo>
                  <a:lnTo>
                    <a:pt x="104775" y="2208606"/>
                  </a:lnTo>
                  <a:lnTo>
                    <a:pt x="104775" y="2205977"/>
                  </a:lnTo>
                  <a:close/>
                </a:path>
                <a:path w="4533900" h="2762885">
                  <a:moveTo>
                    <a:pt x="104775" y="1655343"/>
                  </a:moveTo>
                  <a:lnTo>
                    <a:pt x="104317" y="1654225"/>
                  </a:lnTo>
                  <a:lnTo>
                    <a:pt x="102450" y="1652358"/>
                  </a:lnTo>
                  <a:lnTo>
                    <a:pt x="101333" y="1651901"/>
                  </a:lnTo>
                  <a:lnTo>
                    <a:pt x="98704" y="1651901"/>
                  </a:lnTo>
                  <a:lnTo>
                    <a:pt x="97586" y="1652358"/>
                  </a:lnTo>
                  <a:lnTo>
                    <a:pt x="95719" y="1654225"/>
                  </a:lnTo>
                  <a:lnTo>
                    <a:pt x="95250" y="1655343"/>
                  </a:lnTo>
                  <a:lnTo>
                    <a:pt x="95250" y="1657972"/>
                  </a:lnTo>
                  <a:lnTo>
                    <a:pt x="95719" y="1659102"/>
                  </a:lnTo>
                  <a:lnTo>
                    <a:pt x="97586" y="1660956"/>
                  </a:lnTo>
                  <a:lnTo>
                    <a:pt x="98704" y="1661426"/>
                  </a:lnTo>
                  <a:lnTo>
                    <a:pt x="101333" y="1661426"/>
                  </a:lnTo>
                  <a:lnTo>
                    <a:pt x="102450" y="1660956"/>
                  </a:lnTo>
                  <a:lnTo>
                    <a:pt x="104317" y="1659102"/>
                  </a:lnTo>
                  <a:lnTo>
                    <a:pt x="104775" y="1657972"/>
                  </a:lnTo>
                  <a:lnTo>
                    <a:pt x="104775" y="1655343"/>
                  </a:lnTo>
                  <a:close/>
                </a:path>
                <a:path w="4533900" h="2762885">
                  <a:moveTo>
                    <a:pt x="104775" y="1104709"/>
                  </a:moveTo>
                  <a:lnTo>
                    <a:pt x="104317" y="1103591"/>
                  </a:lnTo>
                  <a:lnTo>
                    <a:pt x="102450" y="1101737"/>
                  </a:lnTo>
                  <a:lnTo>
                    <a:pt x="101333" y="1101267"/>
                  </a:lnTo>
                  <a:lnTo>
                    <a:pt x="98704" y="1101267"/>
                  </a:lnTo>
                  <a:lnTo>
                    <a:pt x="97586" y="1101737"/>
                  </a:lnTo>
                  <a:lnTo>
                    <a:pt x="95719" y="1103591"/>
                  </a:lnTo>
                  <a:lnTo>
                    <a:pt x="95250" y="1104709"/>
                  </a:lnTo>
                  <a:lnTo>
                    <a:pt x="95250" y="1107351"/>
                  </a:lnTo>
                  <a:lnTo>
                    <a:pt x="95719" y="1108468"/>
                  </a:lnTo>
                  <a:lnTo>
                    <a:pt x="97586" y="1110322"/>
                  </a:lnTo>
                  <a:lnTo>
                    <a:pt x="98704" y="1110792"/>
                  </a:lnTo>
                  <a:lnTo>
                    <a:pt x="101333" y="1110792"/>
                  </a:lnTo>
                  <a:lnTo>
                    <a:pt x="102450" y="1110322"/>
                  </a:lnTo>
                  <a:lnTo>
                    <a:pt x="104317" y="1108468"/>
                  </a:lnTo>
                  <a:lnTo>
                    <a:pt x="104775" y="1107351"/>
                  </a:lnTo>
                  <a:lnTo>
                    <a:pt x="104775" y="1104709"/>
                  </a:lnTo>
                  <a:close/>
                </a:path>
                <a:path w="4533900" h="2762885">
                  <a:moveTo>
                    <a:pt x="104775" y="554088"/>
                  </a:moveTo>
                  <a:lnTo>
                    <a:pt x="104317" y="552958"/>
                  </a:lnTo>
                  <a:lnTo>
                    <a:pt x="102450" y="551103"/>
                  </a:lnTo>
                  <a:lnTo>
                    <a:pt x="101333" y="550633"/>
                  </a:lnTo>
                  <a:lnTo>
                    <a:pt x="98704" y="550633"/>
                  </a:lnTo>
                  <a:lnTo>
                    <a:pt x="97586" y="551103"/>
                  </a:lnTo>
                  <a:lnTo>
                    <a:pt x="95719" y="552958"/>
                  </a:lnTo>
                  <a:lnTo>
                    <a:pt x="95250" y="554088"/>
                  </a:lnTo>
                  <a:lnTo>
                    <a:pt x="95250" y="556717"/>
                  </a:lnTo>
                  <a:lnTo>
                    <a:pt x="95719" y="557834"/>
                  </a:lnTo>
                  <a:lnTo>
                    <a:pt x="97586" y="559701"/>
                  </a:lnTo>
                  <a:lnTo>
                    <a:pt x="98704" y="560158"/>
                  </a:lnTo>
                  <a:lnTo>
                    <a:pt x="101333" y="560158"/>
                  </a:lnTo>
                  <a:lnTo>
                    <a:pt x="102450" y="559701"/>
                  </a:lnTo>
                  <a:lnTo>
                    <a:pt x="104317" y="557834"/>
                  </a:lnTo>
                  <a:lnTo>
                    <a:pt x="104775" y="556717"/>
                  </a:lnTo>
                  <a:lnTo>
                    <a:pt x="104775" y="554088"/>
                  </a:lnTo>
                  <a:close/>
                </a:path>
                <a:path w="4533900" h="2762885">
                  <a:moveTo>
                    <a:pt x="104775" y="3454"/>
                  </a:moveTo>
                  <a:lnTo>
                    <a:pt x="104317" y="2324"/>
                  </a:lnTo>
                  <a:lnTo>
                    <a:pt x="102450" y="469"/>
                  </a:lnTo>
                  <a:lnTo>
                    <a:pt x="101333" y="0"/>
                  </a:lnTo>
                  <a:lnTo>
                    <a:pt x="98704" y="0"/>
                  </a:lnTo>
                  <a:lnTo>
                    <a:pt x="97586" y="469"/>
                  </a:lnTo>
                  <a:lnTo>
                    <a:pt x="95719" y="2324"/>
                  </a:lnTo>
                  <a:lnTo>
                    <a:pt x="95250" y="3454"/>
                  </a:lnTo>
                  <a:lnTo>
                    <a:pt x="95250" y="6083"/>
                  </a:lnTo>
                  <a:lnTo>
                    <a:pt x="95719" y="7200"/>
                  </a:lnTo>
                  <a:lnTo>
                    <a:pt x="97586" y="9067"/>
                  </a:lnTo>
                  <a:lnTo>
                    <a:pt x="98704" y="9525"/>
                  </a:lnTo>
                  <a:lnTo>
                    <a:pt x="101333" y="9525"/>
                  </a:lnTo>
                  <a:lnTo>
                    <a:pt x="102450" y="9067"/>
                  </a:lnTo>
                  <a:lnTo>
                    <a:pt x="104317" y="7200"/>
                  </a:lnTo>
                  <a:lnTo>
                    <a:pt x="104775" y="6083"/>
                  </a:lnTo>
                  <a:lnTo>
                    <a:pt x="104775" y="3454"/>
                  </a:lnTo>
                  <a:close/>
                </a:path>
                <a:path w="4533900" h="2762885">
                  <a:moveTo>
                    <a:pt x="152400" y="2756611"/>
                  </a:moveTo>
                  <a:lnTo>
                    <a:pt x="151942" y="2755493"/>
                  </a:lnTo>
                  <a:lnTo>
                    <a:pt x="150075" y="2753626"/>
                  </a:lnTo>
                  <a:lnTo>
                    <a:pt x="148958" y="2753156"/>
                  </a:lnTo>
                  <a:lnTo>
                    <a:pt x="146329" y="2753156"/>
                  </a:lnTo>
                  <a:lnTo>
                    <a:pt x="145211" y="2753626"/>
                  </a:lnTo>
                  <a:lnTo>
                    <a:pt x="143344" y="2755493"/>
                  </a:lnTo>
                  <a:lnTo>
                    <a:pt x="142875" y="2756611"/>
                  </a:lnTo>
                  <a:lnTo>
                    <a:pt x="142875" y="2759240"/>
                  </a:lnTo>
                  <a:lnTo>
                    <a:pt x="143344" y="2760357"/>
                  </a:lnTo>
                  <a:lnTo>
                    <a:pt x="145211" y="2762224"/>
                  </a:lnTo>
                  <a:lnTo>
                    <a:pt x="146329" y="2762681"/>
                  </a:lnTo>
                  <a:lnTo>
                    <a:pt x="148958" y="2762681"/>
                  </a:lnTo>
                  <a:lnTo>
                    <a:pt x="150075" y="2762224"/>
                  </a:lnTo>
                  <a:lnTo>
                    <a:pt x="151942" y="2760357"/>
                  </a:lnTo>
                  <a:lnTo>
                    <a:pt x="152400" y="2759240"/>
                  </a:lnTo>
                  <a:lnTo>
                    <a:pt x="152400" y="2756611"/>
                  </a:lnTo>
                  <a:close/>
                </a:path>
                <a:path w="4533900" h="2762885">
                  <a:moveTo>
                    <a:pt x="152400" y="2205977"/>
                  </a:moveTo>
                  <a:lnTo>
                    <a:pt x="151942" y="2204859"/>
                  </a:lnTo>
                  <a:lnTo>
                    <a:pt x="150075" y="2202992"/>
                  </a:lnTo>
                  <a:lnTo>
                    <a:pt x="148958" y="2202535"/>
                  </a:lnTo>
                  <a:lnTo>
                    <a:pt x="146329" y="2202535"/>
                  </a:lnTo>
                  <a:lnTo>
                    <a:pt x="145211" y="2202992"/>
                  </a:lnTo>
                  <a:lnTo>
                    <a:pt x="143344" y="2204859"/>
                  </a:lnTo>
                  <a:lnTo>
                    <a:pt x="142875" y="2205977"/>
                  </a:lnTo>
                  <a:lnTo>
                    <a:pt x="142875" y="2208606"/>
                  </a:lnTo>
                  <a:lnTo>
                    <a:pt x="143344" y="2209736"/>
                  </a:lnTo>
                  <a:lnTo>
                    <a:pt x="145211" y="2211590"/>
                  </a:lnTo>
                  <a:lnTo>
                    <a:pt x="146329" y="2212060"/>
                  </a:lnTo>
                  <a:lnTo>
                    <a:pt x="148958" y="2212060"/>
                  </a:lnTo>
                  <a:lnTo>
                    <a:pt x="150075" y="2211590"/>
                  </a:lnTo>
                  <a:lnTo>
                    <a:pt x="151942" y="2209736"/>
                  </a:lnTo>
                  <a:lnTo>
                    <a:pt x="152400" y="2208606"/>
                  </a:lnTo>
                  <a:lnTo>
                    <a:pt x="152400" y="2205977"/>
                  </a:lnTo>
                  <a:close/>
                </a:path>
                <a:path w="4533900" h="2762885">
                  <a:moveTo>
                    <a:pt x="152400" y="1655343"/>
                  </a:moveTo>
                  <a:lnTo>
                    <a:pt x="151942" y="1654225"/>
                  </a:lnTo>
                  <a:lnTo>
                    <a:pt x="150075" y="1652358"/>
                  </a:lnTo>
                  <a:lnTo>
                    <a:pt x="148958" y="1651901"/>
                  </a:lnTo>
                  <a:lnTo>
                    <a:pt x="146329" y="1651901"/>
                  </a:lnTo>
                  <a:lnTo>
                    <a:pt x="145211" y="1652358"/>
                  </a:lnTo>
                  <a:lnTo>
                    <a:pt x="143344" y="1654225"/>
                  </a:lnTo>
                  <a:lnTo>
                    <a:pt x="142875" y="1655343"/>
                  </a:lnTo>
                  <a:lnTo>
                    <a:pt x="142875" y="1657972"/>
                  </a:lnTo>
                  <a:lnTo>
                    <a:pt x="143344" y="1659102"/>
                  </a:lnTo>
                  <a:lnTo>
                    <a:pt x="145211" y="1660956"/>
                  </a:lnTo>
                  <a:lnTo>
                    <a:pt x="146329" y="1661426"/>
                  </a:lnTo>
                  <a:lnTo>
                    <a:pt x="148958" y="1661426"/>
                  </a:lnTo>
                  <a:lnTo>
                    <a:pt x="150075" y="1660956"/>
                  </a:lnTo>
                  <a:lnTo>
                    <a:pt x="151942" y="1659102"/>
                  </a:lnTo>
                  <a:lnTo>
                    <a:pt x="152400" y="1657972"/>
                  </a:lnTo>
                  <a:lnTo>
                    <a:pt x="152400" y="1655343"/>
                  </a:lnTo>
                  <a:close/>
                </a:path>
                <a:path w="4533900" h="2762885">
                  <a:moveTo>
                    <a:pt x="152400" y="1104709"/>
                  </a:moveTo>
                  <a:lnTo>
                    <a:pt x="151942" y="1103591"/>
                  </a:lnTo>
                  <a:lnTo>
                    <a:pt x="150075" y="1101737"/>
                  </a:lnTo>
                  <a:lnTo>
                    <a:pt x="148958" y="1101267"/>
                  </a:lnTo>
                  <a:lnTo>
                    <a:pt x="146329" y="1101267"/>
                  </a:lnTo>
                  <a:lnTo>
                    <a:pt x="145211" y="1101737"/>
                  </a:lnTo>
                  <a:lnTo>
                    <a:pt x="143344" y="1103591"/>
                  </a:lnTo>
                  <a:lnTo>
                    <a:pt x="142875" y="1104709"/>
                  </a:lnTo>
                  <a:lnTo>
                    <a:pt x="142875" y="1107351"/>
                  </a:lnTo>
                  <a:lnTo>
                    <a:pt x="143344" y="1108468"/>
                  </a:lnTo>
                  <a:lnTo>
                    <a:pt x="145211" y="1110322"/>
                  </a:lnTo>
                  <a:lnTo>
                    <a:pt x="146329" y="1110792"/>
                  </a:lnTo>
                  <a:lnTo>
                    <a:pt x="148958" y="1110792"/>
                  </a:lnTo>
                  <a:lnTo>
                    <a:pt x="150075" y="1110322"/>
                  </a:lnTo>
                  <a:lnTo>
                    <a:pt x="151942" y="1108468"/>
                  </a:lnTo>
                  <a:lnTo>
                    <a:pt x="152400" y="1107351"/>
                  </a:lnTo>
                  <a:lnTo>
                    <a:pt x="152400" y="1104709"/>
                  </a:lnTo>
                  <a:close/>
                </a:path>
                <a:path w="4533900" h="2762885">
                  <a:moveTo>
                    <a:pt x="152400" y="554088"/>
                  </a:moveTo>
                  <a:lnTo>
                    <a:pt x="151942" y="552958"/>
                  </a:lnTo>
                  <a:lnTo>
                    <a:pt x="150075" y="551103"/>
                  </a:lnTo>
                  <a:lnTo>
                    <a:pt x="148958" y="550633"/>
                  </a:lnTo>
                  <a:lnTo>
                    <a:pt x="146329" y="550633"/>
                  </a:lnTo>
                  <a:lnTo>
                    <a:pt x="145211" y="551103"/>
                  </a:lnTo>
                  <a:lnTo>
                    <a:pt x="143344" y="552958"/>
                  </a:lnTo>
                  <a:lnTo>
                    <a:pt x="142875" y="554088"/>
                  </a:lnTo>
                  <a:lnTo>
                    <a:pt x="142875" y="556717"/>
                  </a:lnTo>
                  <a:lnTo>
                    <a:pt x="143344" y="557834"/>
                  </a:lnTo>
                  <a:lnTo>
                    <a:pt x="145211" y="559701"/>
                  </a:lnTo>
                  <a:lnTo>
                    <a:pt x="146329" y="560158"/>
                  </a:lnTo>
                  <a:lnTo>
                    <a:pt x="148958" y="560158"/>
                  </a:lnTo>
                  <a:lnTo>
                    <a:pt x="150075" y="559701"/>
                  </a:lnTo>
                  <a:lnTo>
                    <a:pt x="151942" y="557834"/>
                  </a:lnTo>
                  <a:lnTo>
                    <a:pt x="152400" y="556717"/>
                  </a:lnTo>
                  <a:lnTo>
                    <a:pt x="152400" y="554088"/>
                  </a:lnTo>
                  <a:close/>
                </a:path>
                <a:path w="4533900" h="2762885">
                  <a:moveTo>
                    <a:pt x="152400" y="3454"/>
                  </a:moveTo>
                  <a:lnTo>
                    <a:pt x="151942" y="2324"/>
                  </a:lnTo>
                  <a:lnTo>
                    <a:pt x="150075" y="469"/>
                  </a:lnTo>
                  <a:lnTo>
                    <a:pt x="148958" y="0"/>
                  </a:lnTo>
                  <a:lnTo>
                    <a:pt x="146329" y="0"/>
                  </a:lnTo>
                  <a:lnTo>
                    <a:pt x="145211" y="469"/>
                  </a:lnTo>
                  <a:lnTo>
                    <a:pt x="143344" y="2324"/>
                  </a:lnTo>
                  <a:lnTo>
                    <a:pt x="142875" y="3454"/>
                  </a:lnTo>
                  <a:lnTo>
                    <a:pt x="142875" y="6083"/>
                  </a:lnTo>
                  <a:lnTo>
                    <a:pt x="143344" y="7200"/>
                  </a:lnTo>
                  <a:lnTo>
                    <a:pt x="145211" y="9067"/>
                  </a:lnTo>
                  <a:lnTo>
                    <a:pt x="146329" y="9525"/>
                  </a:lnTo>
                  <a:lnTo>
                    <a:pt x="148958" y="9525"/>
                  </a:lnTo>
                  <a:lnTo>
                    <a:pt x="150075" y="9067"/>
                  </a:lnTo>
                  <a:lnTo>
                    <a:pt x="151942" y="7200"/>
                  </a:lnTo>
                  <a:lnTo>
                    <a:pt x="152400" y="6083"/>
                  </a:lnTo>
                  <a:lnTo>
                    <a:pt x="152400" y="3454"/>
                  </a:lnTo>
                  <a:close/>
                </a:path>
                <a:path w="4533900" h="2762885">
                  <a:moveTo>
                    <a:pt x="200025" y="2756611"/>
                  </a:moveTo>
                  <a:lnTo>
                    <a:pt x="199567" y="2755493"/>
                  </a:lnTo>
                  <a:lnTo>
                    <a:pt x="197700" y="2753626"/>
                  </a:lnTo>
                  <a:lnTo>
                    <a:pt x="196583" y="2753156"/>
                  </a:lnTo>
                  <a:lnTo>
                    <a:pt x="193954" y="2753156"/>
                  </a:lnTo>
                  <a:lnTo>
                    <a:pt x="192836" y="2753626"/>
                  </a:lnTo>
                  <a:lnTo>
                    <a:pt x="190969" y="2755493"/>
                  </a:lnTo>
                  <a:lnTo>
                    <a:pt x="190500" y="2756611"/>
                  </a:lnTo>
                  <a:lnTo>
                    <a:pt x="190500" y="2759240"/>
                  </a:lnTo>
                  <a:lnTo>
                    <a:pt x="190969" y="2760357"/>
                  </a:lnTo>
                  <a:lnTo>
                    <a:pt x="192836" y="2762224"/>
                  </a:lnTo>
                  <a:lnTo>
                    <a:pt x="193954" y="2762681"/>
                  </a:lnTo>
                  <a:lnTo>
                    <a:pt x="196583" y="2762681"/>
                  </a:lnTo>
                  <a:lnTo>
                    <a:pt x="197700" y="2762224"/>
                  </a:lnTo>
                  <a:lnTo>
                    <a:pt x="199567" y="2760357"/>
                  </a:lnTo>
                  <a:lnTo>
                    <a:pt x="200025" y="2759240"/>
                  </a:lnTo>
                  <a:lnTo>
                    <a:pt x="200025" y="2756611"/>
                  </a:lnTo>
                  <a:close/>
                </a:path>
                <a:path w="4533900" h="2762885">
                  <a:moveTo>
                    <a:pt x="200025" y="2205977"/>
                  </a:moveTo>
                  <a:lnTo>
                    <a:pt x="199567" y="2204859"/>
                  </a:lnTo>
                  <a:lnTo>
                    <a:pt x="197700" y="2202992"/>
                  </a:lnTo>
                  <a:lnTo>
                    <a:pt x="196583" y="2202535"/>
                  </a:lnTo>
                  <a:lnTo>
                    <a:pt x="193954" y="2202535"/>
                  </a:lnTo>
                  <a:lnTo>
                    <a:pt x="192836" y="2202992"/>
                  </a:lnTo>
                  <a:lnTo>
                    <a:pt x="190969" y="2204859"/>
                  </a:lnTo>
                  <a:lnTo>
                    <a:pt x="190500" y="2205977"/>
                  </a:lnTo>
                  <a:lnTo>
                    <a:pt x="190500" y="2208606"/>
                  </a:lnTo>
                  <a:lnTo>
                    <a:pt x="190969" y="2209736"/>
                  </a:lnTo>
                  <a:lnTo>
                    <a:pt x="192836" y="2211590"/>
                  </a:lnTo>
                  <a:lnTo>
                    <a:pt x="193954" y="2212060"/>
                  </a:lnTo>
                  <a:lnTo>
                    <a:pt x="196583" y="2212060"/>
                  </a:lnTo>
                  <a:lnTo>
                    <a:pt x="197700" y="2211590"/>
                  </a:lnTo>
                  <a:lnTo>
                    <a:pt x="199567" y="2209736"/>
                  </a:lnTo>
                  <a:lnTo>
                    <a:pt x="200025" y="2208606"/>
                  </a:lnTo>
                  <a:lnTo>
                    <a:pt x="200025" y="2205977"/>
                  </a:lnTo>
                  <a:close/>
                </a:path>
                <a:path w="4533900" h="2762885">
                  <a:moveTo>
                    <a:pt x="200025" y="1655343"/>
                  </a:moveTo>
                  <a:lnTo>
                    <a:pt x="199567" y="1654225"/>
                  </a:lnTo>
                  <a:lnTo>
                    <a:pt x="197700" y="1652358"/>
                  </a:lnTo>
                  <a:lnTo>
                    <a:pt x="196583" y="1651901"/>
                  </a:lnTo>
                  <a:lnTo>
                    <a:pt x="193954" y="1651901"/>
                  </a:lnTo>
                  <a:lnTo>
                    <a:pt x="192836" y="1652358"/>
                  </a:lnTo>
                  <a:lnTo>
                    <a:pt x="190969" y="1654225"/>
                  </a:lnTo>
                  <a:lnTo>
                    <a:pt x="190500" y="1655343"/>
                  </a:lnTo>
                  <a:lnTo>
                    <a:pt x="190500" y="1657972"/>
                  </a:lnTo>
                  <a:lnTo>
                    <a:pt x="190969" y="1659102"/>
                  </a:lnTo>
                  <a:lnTo>
                    <a:pt x="192836" y="1660956"/>
                  </a:lnTo>
                  <a:lnTo>
                    <a:pt x="193954" y="1661426"/>
                  </a:lnTo>
                  <a:lnTo>
                    <a:pt x="196583" y="1661426"/>
                  </a:lnTo>
                  <a:lnTo>
                    <a:pt x="197700" y="1660956"/>
                  </a:lnTo>
                  <a:lnTo>
                    <a:pt x="199567" y="1659102"/>
                  </a:lnTo>
                  <a:lnTo>
                    <a:pt x="200025" y="1657972"/>
                  </a:lnTo>
                  <a:lnTo>
                    <a:pt x="200025" y="1655343"/>
                  </a:lnTo>
                  <a:close/>
                </a:path>
                <a:path w="4533900" h="2762885">
                  <a:moveTo>
                    <a:pt x="200025" y="1104709"/>
                  </a:moveTo>
                  <a:lnTo>
                    <a:pt x="199567" y="1103591"/>
                  </a:lnTo>
                  <a:lnTo>
                    <a:pt x="197700" y="1101737"/>
                  </a:lnTo>
                  <a:lnTo>
                    <a:pt x="196583" y="1101267"/>
                  </a:lnTo>
                  <a:lnTo>
                    <a:pt x="193954" y="1101267"/>
                  </a:lnTo>
                  <a:lnTo>
                    <a:pt x="192836" y="1101737"/>
                  </a:lnTo>
                  <a:lnTo>
                    <a:pt x="190969" y="1103591"/>
                  </a:lnTo>
                  <a:lnTo>
                    <a:pt x="190500" y="1104709"/>
                  </a:lnTo>
                  <a:lnTo>
                    <a:pt x="190500" y="1107351"/>
                  </a:lnTo>
                  <a:lnTo>
                    <a:pt x="190969" y="1108468"/>
                  </a:lnTo>
                  <a:lnTo>
                    <a:pt x="192836" y="1110322"/>
                  </a:lnTo>
                  <a:lnTo>
                    <a:pt x="193954" y="1110792"/>
                  </a:lnTo>
                  <a:lnTo>
                    <a:pt x="196583" y="1110792"/>
                  </a:lnTo>
                  <a:lnTo>
                    <a:pt x="197700" y="1110322"/>
                  </a:lnTo>
                  <a:lnTo>
                    <a:pt x="199567" y="1108468"/>
                  </a:lnTo>
                  <a:lnTo>
                    <a:pt x="200025" y="1107351"/>
                  </a:lnTo>
                  <a:lnTo>
                    <a:pt x="200025" y="1104709"/>
                  </a:lnTo>
                  <a:close/>
                </a:path>
                <a:path w="4533900" h="2762885">
                  <a:moveTo>
                    <a:pt x="200025" y="554088"/>
                  </a:moveTo>
                  <a:lnTo>
                    <a:pt x="199567" y="552958"/>
                  </a:lnTo>
                  <a:lnTo>
                    <a:pt x="197700" y="551103"/>
                  </a:lnTo>
                  <a:lnTo>
                    <a:pt x="196583" y="550633"/>
                  </a:lnTo>
                  <a:lnTo>
                    <a:pt x="193954" y="550633"/>
                  </a:lnTo>
                  <a:lnTo>
                    <a:pt x="192836" y="551103"/>
                  </a:lnTo>
                  <a:lnTo>
                    <a:pt x="190969" y="552958"/>
                  </a:lnTo>
                  <a:lnTo>
                    <a:pt x="190500" y="554088"/>
                  </a:lnTo>
                  <a:lnTo>
                    <a:pt x="190500" y="556717"/>
                  </a:lnTo>
                  <a:lnTo>
                    <a:pt x="190969" y="557834"/>
                  </a:lnTo>
                  <a:lnTo>
                    <a:pt x="192836" y="559701"/>
                  </a:lnTo>
                  <a:lnTo>
                    <a:pt x="193954" y="560158"/>
                  </a:lnTo>
                  <a:lnTo>
                    <a:pt x="196583" y="560158"/>
                  </a:lnTo>
                  <a:lnTo>
                    <a:pt x="197700" y="559701"/>
                  </a:lnTo>
                  <a:lnTo>
                    <a:pt x="199567" y="557834"/>
                  </a:lnTo>
                  <a:lnTo>
                    <a:pt x="200025" y="556717"/>
                  </a:lnTo>
                  <a:lnTo>
                    <a:pt x="200025" y="554088"/>
                  </a:lnTo>
                  <a:close/>
                </a:path>
                <a:path w="4533900" h="2762885">
                  <a:moveTo>
                    <a:pt x="200025" y="3454"/>
                  </a:moveTo>
                  <a:lnTo>
                    <a:pt x="199567" y="2324"/>
                  </a:lnTo>
                  <a:lnTo>
                    <a:pt x="197700" y="469"/>
                  </a:lnTo>
                  <a:lnTo>
                    <a:pt x="196583" y="0"/>
                  </a:lnTo>
                  <a:lnTo>
                    <a:pt x="193954" y="0"/>
                  </a:lnTo>
                  <a:lnTo>
                    <a:pt x="192836" y="469"/>
                  </a:lnTo>
                  <a:lnTo>
                    <a:pt x="190969" y="2324"/>
                  </a:lnTo>
                  <a:lnTo>
                    <a:pt x="190500" y="3454"/>
                  </a:lnTo>
                  <a:lnTo>
                    <a:pt x="190500" y="6083"/>
                  </a:lnTo>
                  <a:lnTo>
                    <a:pt x="190969" y="7200"/>
                  </a:lnTo>
                  <a:lnTo>
                    <a:pt x="192836" y="9067"/>
                  </a:lnTo>
                  <a:lnTo>
                    <a:pt x="193954" y="9525"/>
                  </a:lnTo>
                  <a:lnTo>
                    <a:pt x="196583" y="9525"/>
                  </a:lnTo>
                  <a:lnTo>
                    <a:pt x="197700" y="9067"/>
                  </a:lnTo>
                  <a:lnTo>
                    <a:pt x="199567" y="7200"/>
                  </a:lnTo>
                  <a:lnTo>
                    <a:pt x="200025" y="6083"/>
                  </a:lnTo>
                  <a:lnTo>
                    <a:pt x="200025" y="3454"/>
                  </a:lnTo>
                  <a:close/>
                </a:path>
                <a:path w="4533900" h="2762885">
                  <a:moveTo>
                    <a:pt x="247650" y="2756611"/>
                  </a:moveTo>
                  <a:lnTo>
                    <a:pt x="247192" y="2755493"/>
                  </a:lnTo>
                  <a:lnTo>
                    <a:pt x="245325" y="2753626"/>
                  </a:lnTo>
                  <a:lnTo>
                    <a:pt x="244208" y="2753156"/>
                  </a:lnTo>
                  <a:lnTo>
                    <a:pt x="241579" y="2753156"/>
                  </a:lnTo>
                  <a:lnTo>
                    <a:pt x="240461" y="2753626"/>
                  </a:lnTo>
                  <a:lnTo>
                    <a:pt x="238594" y="2755493"/>
                  </a:lnTo>
                  <a:lnTo>
                    <a:pt x="238125" y="2756611"/>
                  </a:lnTo>
                  <a:lnTo>
                    <a:pt x="238125" y="2759240"/>
                  </a:lnTo>
                  <a:lnTo>
                    <a:pt x="238594" y="2760357"/>
                  </a:lnTo>
                  <a:lnTo>
                    <a:pt x="240461" y="2762224"/>
                  </a:lnTo>
                  <a:lnTo>
                    <a:pt x="241579" y="2762681"/>
                  </a:lnTo>
                  <a:lnTo>
                    <a:pt x="244208" y="2762681"/>
                  </a:lnTo>
                  <a:lnTo>
                    <a:pt x="245325" y="2762224"/>
                  </a:lnTo>
                  <a:lnTo>
                    <a:pt x="247192" y="2760357"/>
                  </a:lnTo>
                  <a:lnTo>
                    <a:pt x="247650" y="2759240"/>
                  </a:lnTo>
                  <a:lnTo>
                    <a:pt x="247650" y="2756611"/>
                  </a:lnTo>
                  <a:close/>
                </a:path>
                <a:path w="4533900" h="2762885">
                  <a:moveTo>
                    <a:pt x="247650" y="2205977"/>
                  </a:moveTo>
                  <a:lnTo>
                    <a:pt x="247192" y="2204859"/>
                  </a:lnTo>
                  <a:lnTo>
                    <a:pt x="245325" y="2202992"/>
                  </a:lnTo>
                  <a:lnTo>
                    <a:pt x="244208" y="2202535"/>
                  </a:lnTo>
                  <a:lnTo>
                    <a:pt x="241579" y="2202535"/>
                  </a:lnTo>
                  <a:lnTo>
                    <a:pt x="240461" y="2202992"/>
                  </a:lnTo>
                  <a:lnTo>
                    <a:pt x="238594" y="2204859"/>
                  </a:lnTo>
                  <a:lnTo>
                    <a:pt x="238125" y="2205977"/>
                  </a:lnTo>
                  <a:lnTo>
                    <a:pt x="238125" y="2208606"/>
                  </a:lnTo>
                  <a:lnTo>
                    <a:pt x="238594" y="2209736"/>
                  </a:lnTo>
                  <a:lnTo>
                    <a:pt x="240461" y="2211590"/>
                  </a:lnTo>
                  <a:lnTo>
                    <a:pt x="241579" y="2212060"/>
                  </a:lnTo>
                  <a:lnTo>
                    <a:pt x="244208" y="2212060"/>
                  </a:lnTo>
                  <a:lnTo>
                    <a:pt x="245325" y="2211590"/>
                  </a:lnTo>
                  <a:lnTo>
                    <a:pt x="247192" y="2209736"/>
                  </a:lnTo>
                  <a:lnTo>
                    <a:pt x="247650" y="2208606"/>
                  </a:lnTo>
                  <a:lnTo>
                    <a:pt x="247650" y="2205977"/>
                  </a:lnTo>
                  <a:close/>
                </a:path>
                <a:path w="4533900" h="2762885">
                  <a:moveTo>
                    <a:pt x="247650" y="1655343"/>
                  </a:moveTo>
                  <a:lnTo>
                    <a:pt x="247192" y="1654225"/>
                  </a:lnTo>
                  <a:lnTo>
                    <a:pt x="245325" y="1652358"/>
                  </a:lnTo>
                  <a:lnTo>
                    <a:pt x="244208" y="1651901"/>
                  </a:lnTo>
                  <a:lnTo>
                    <a:pt x="241579" y="1651901"/>
                  </a:lnTo>
                  <a:lnTo>
                    <a:pt x="240461" y="1652358"/>
                  </a:lnTo>
                  <a:lnTo>
                    <a:pt x="238594" y="1654225"/>
                  </a:lnTo>
                  <a:lnTo>
                    <a:pt x="238125" y="1655343"/>
                  </a:lnTo>
                  <a:lnTo>
                    <a:pt x="238125" y="1657972"/>
                  </a:lnTo>
                  <a:lnTo>
                    <a:pt x="238594" y="1659102"/>
                  </a:lnTo>
                  <a:lnTo>
                    <a:pt x="240461" y="1660956"/>
                  </a:lnTo>
                  <a:lnTo>
                    <a:pt x="241579" y="1661426"/>
                  </a:lnTo>
                  <a:lnTo>
                    <a:pt x="244208" y="1661426"/>
                  </a:lnTo>
                  <a:lnTo>
                    <a:pt x="245325" y="1660956"/>
                  </a:lnTo>
                  <a:lnTo>
                    <a:pt x="247192" y="1659102"/>
                  </a:lnTo>
                  <a:lnTo>
                    <a:pt x="247650" y="1657972"/>
                  </a:lnTo>
                  <a:lnTo>
                    <a:pt x="247650" y="1655343"/>
                  </a:lnTo>
                  <a:close/>
                </a:path>
                <a:path w="4533900" h="2762885">
                  <a:moveTo>
                    <a:pt x="247650" y="1104709"/>
                  </a:moveTo>
                  <a:lnTo>
                    <a:pt x="247192" y="1103591"/>
                  </a:lnTo>
                  <a:lnTo>
                    <a:pt x="245325" y="1101737"/>
                  </a:lnTo>
                  <a:lnTo>
                    <a:pt x="244208" y="1101267"/>
                  </a:lnTo>
                  <a:lnTo>
                    <a:pt x="241579" y="1101267"/>
                  </a:lnTo>
                  <a:lnTo>
                    <a:pt x="240461" y="1101737"/>
                  </a:lnTo>
                  <a:lnTo>
                    <a:pt x="238594" y="1103591"/>
                  </a:lnTo>
                  <a:lnTo>
                    <a:pt x="238125" y="1104709"/>
                  </a:lnTo>
                  <a:lnTo>
                    <a:pt x="238125" y="1107351"/>
                  </a:lnTo>
                  <a:lnTo>
                    <a:pt x="238594" y="1108468"/>
                  </a:lnTo>
                  <a:lnTo>
                    <a:pt x="240461" y="1110322"/>
                  </a:lnTo>
                  <a:lnTo>
                    <a:pt x="241579" y="1110792"/>
                  </a:lnTo>
                  <a:lnTo>
                    <a:pt x="244208" y="1110792"/>
                  </a:lnTo>
                  <a:lnTo>
                    <a:pt x="245325" y="1110322"/>
                  </a:lnTo>
                  <a:lnTo>
                    <a:pt x="247192" y="1108468"/>
                  </a:lnTo>
                  <a:lnTo>
                    <a:pt x="247650" y="1107351"/>
                  </a:lnTo>
                  <a:lnTo>
                    <a:pt x="247650" y="1104709"/>
                  </a:lnTo>
                  <a:close/>
                </a:path>
                <a:path w="4533900" h="2762885">
                  <a:moveTo>
                    <a:pt x="247650" y="554088"/>
                  </a:moveTo>
                  <a:lnTo>
                    <a:pt x="247192" y="552958"/>
                  </a:lnTo>
                  <a:lnTo>
                    <a:pt x="245325" y="551103"/>
                  </a:lnTo>
                  <a:lnTo>
                    <a:pt x="244208" y="550633"/>
                  </a:lnTo>
                  <a:lnTo>
                    <a:pt x="241579" y="550633"/>
                  </a:lnTo>
                  <a:lnTo>
                    <a:pt x="240461" y="551103"/>
                  </a:lnTo>
                  <a:lnTo>
                    <a:pt x="238594" y="552958"/>
                  </a:lnTo>
                  <a:lnTo>
                    <a:pt x="238125" y="554088"/>
                  </a:lnTo>
                  <a:lnTo>
                    <a:pt x="238125" y="556717"/>
                  </a:lnTo>
                  <a:lnTo>
                    <a:pt x="238594" y="557834"/>
                  </a:lnTo>
                  <a:lnTo>
                    <a:pt x="240461" y="559701"/>
                  </a:lnTo>
                  <a:lnTo>
                    <a:pt x="241579" y="560158"/>
                  </a:lnTo>
                  <a:lnTo>
                    <a:pt x="244208" y="560158"/>
                  </a:lnTo>
                  <a:lnTo>
                    <a:pt x="245325" y="559701"/>
                  </a:lnTo>
                  <a:lnTo>
                    <a:pt x="247192" y="557834"/>
                  </a:lnTo>
                  <a:lnTo>
                    <a:pt x="247650" y="556717"/>
                  </a:lnTo>
                  <a:lnTo>
                    <a:pt x="247650" y="554088"/>
                  </a:lnTo>
                  <a:close/>
                </a:path>
                <a:path w="4533900" h="2762885">
                  <a:moveTo>
                    <a:pt x="247650" y="3454"/>
                  </a:moveTo>
                  <a:lnTo>
                    <a:pt x="247192" y="2324"/>
                  </a:lnTo>
                  <a:lnTo>
                    <a:pt x="245325" y="469"/>
                  </a:lnTo>
                  <a:lnTo>
                    <a:pt x="244208" y="0"/>
                  </a:lnTo>
                  <a:lnTo>
                    <a:pt x="241579" y="0"/>
                  </a:lnTo>
                  <a:lnTo>
                    <a:pt x="240461" y="469"/>
                  </a:lnTo>
                  <a:lnTo>
                    <a:pt x="238594" y="2324"/>
                  </a:lnTo>
                  <a:lnTo>
                    <a:pt x="238125" y="3454"/>
                  </a:lnTo>
                  <a:lnTo>
                    <a:pt x="238125" y="6083"/>
                  </a:lnTo>
                  <a:lnTo>
                    <a:pt x="238594" y="7200"/>
                  </a:lnTo>
                  <a:lnTo>
                    <a:pt x="240461" y="9067"/>
                  </a:lnTo>
                  <a:lnTo>
                    <a:pt x="241579" y="9525"/>
                  </a:lnTo>
                  <a:lnTo>
                    <a:pt x="244208" y="9525"/>
                  </a:lnTo>
                  <a:lnTo>
                    <a:pt x="245325" y="9067"/>
                  </a:lnTo>
                  <a:lnTo>
                    <a:pt x="247192" y="7200"/>
                  </a:lnTo>
                  <a:lnTo>
                    <a:pt x="247650" y="6083"/>
                  </a:lnTo>
                  <a:lnTo>
                    <a:pt x="247650" y="3454"/>
                  </a:lnTo>
                  <a:close/>
                </a:path>
                <a:path w="4533900" h="2762885">
                  <a:moveTo>
                    <a:pt x="295275" y="2756611"/>
                  </a:moveTo>
                  <a:lnTo>
                    <a:pt x="294817" y="2755493"/>
                  </a:lnTo>
                  <a:lnTo>
                    <a:pt x="292950" y="2753626"/>
                  </a:lnTo>
                  <a:lnTo>
                    <a:pt x="291833" y="2753156"/>
                  </a:lnTo>
                  <a:lnTo>
                    <a:pt x="289204" y="2753156"/>
                  </a:lnTo>
                  <a:lnTo>
                    <a:pt x="288086" y="2753626"/>
                  </a:lnTo>
                  <a:lnTo>
                    <a:pt x="286219" y="2755493"/>
                  </a:lnTo>
                  <a:lnTo>
                    <a:pt x="285750" y="2756611"/>
                  </a:lnTo>
                  <a:lnTo>
                    <a:pt x="285750" y="2759240"/>
                  </a:lnTo>
                  <a:lnTo>
                    <a:pt x="286219" y="2760357"/>
                  </a:lnTo>
                  <a:lnTo>
                    <a:pt x="288086" y="2762224"/>
                  </a:lnTo>
                  <a:lnTo>
                    <a:pt x="289204" y="2762681"/>
                  </a:lnTo>
                  <a:lnTo>
                    <a:pt x="291833" y="2762681"/>
                  </a:lnTo>
                  <a:lnTo>
                    <a:pt x="292950" y="2762224"/>
                  </a:lnTo>
                  <a:lnTo>
                    <a:pt x="294817" y="2760357"/>
                  </a:lnTo>
                  <a:lnTo>
                    <a:pt x="295275" y="2759240"/>
                  </a:lnTo>
                  <a:lnTo>
                    <a:pt x="295275" y="2756611"/>
                  </a:lnTo>
                  <a:close/>
                </a:path>
                <a:path w="4533900" h="2762885">
                  <a:moveTo>
                    <a:pt x="295275" y="2205977"/>
                  </a:moveTo>
                  <a:lnTo>
                    <a:pt x="294817" y="2204859"/>
                  </a:lnTo>
                  <a:lnTo>
                    <a:pt x="292950" y="2202992"/>
                  </a:lnTo>
                  <a:lnTo>
                    <a:pt x="291833" y="2202535"/>
                  </a:lnTo>
                  <a:lnTo>
                    <a:pt x="289204" y="2202535"/>
                  </a:lnTo>
                  <a:lnTo>
                    <a:pt x="288086" y="2202992"/>
                  </a:lnTo>
                  <a:lnTo>
                    <a:pt x="286219" y="2204859"/>
                  </a:lnTo>
                  <a:lnTo>
                    <a:pt x="285750" y="2205977"/>
                  </a:lnTo>
                  <a:lnTo>
                    <a:pt x="285750" y="2208606"/>
                  </a:lnTo>
                  <a:lnTo>
                    <a:pt x="286219" y="2209736"/>
                  </a:lnTo>
                  <a:lnTo>
                    <a:pt x="288086" y="2211590"/>
                  </a:lnTo>
                  <a:lnTo>
                    <a:pt x="289204" y="2212060"/>
                  </a:lnTo>
                  <a:lnTo>
                    <a:pt x="291833" y="2212060"/>
                  </a:lnTo>
                  <a:lnTo>
                    <a:pt x="292950" y="2211590"/>
                  </a:lnTo>
                  <a:lnTo>
                    <a:pt x="294817" y="2209736"/>
                  </a:lnTo>
                  <a:lnTo>
                    <a:pt x="295275" y="2208606"/>
                  </a:lnTo>
                  <a:lnTo>
                    <a:pt x="295275" y="2205977"/>
                  </a:lnTo>
                  <a:close/>
                </a:path>
                <a:path w="4533900" h="2762885">
                  <a:moveTo>
                    <a:pt x="295275" y="1655343"/>
                  </a:moveTo>
                  <a:lnTo>
                    <a:pt x="294817" y="1654225"/>
                  </a:lnTo>
                  <a:lnTo>
                    <a:pt x="292950" y="1652358"/>
                  </a:lnTo>
                  <a:lnTo>
                    <a:pt x="291833" y="1651901"/>
                  </a:lnTo>
                  <a:lnTo>
                    <a:pt x="289204" y="1651901"/>
                  </a:lnTo>
                  <a:lnTo>
                    <a:pt x="288086" y="1652358"/>
                  </a:lnTo>
                  <a:lnTo>
                    <a:pt x="286219" y="1654225"/>
                  </a:lnTo>
                  <a:lnTo>
                    <a:pt x="285750" y="1655343"/>
                  </a:lnTo>
                  <a:lnTo>
                    <a:pt x="285750" y="1657972"/>
                  </a:lnTo>
                  <a:lnTo>
                    <a:pt x="286219" y="1659102"/>
                  </a:lnTo>
                  <a:lnTo>
                    <a:pt x="288086" y="1660956"/>
                  </a:lnTo>
                  <a:lnTo>
                    <a:pt x="289204" y="1661426"/>
                  </a:lnTo>
                  <a:lnTo>
                    <a:pt x="291833" y="1661426"/>
                  </a:lnTo>
                  <a:lnTo>
                    <a:pt x="292950" y="1660956"/>
                  </a:lnTo>
                  <a:lnTo>
                    <a:pt x="294817" y="1659102"/>
                  </a:lnTo>
                  <a:lnTo>
                    <a:pt x="295275" y="1657972"/>
                  </a:lnTo>
                  <a:lnTo>
                    <a:pt x="295275" y="1655343"/>
                  </a:lnTo>
                  <a:close/>
                </a:path>
                <a:path w="4533900" h="2762885">
                  <a:moveTo>
                    <a:pt x="295275" y="1104709"/>
                  </a:moveTo>
                  <a:lnTo>
                    <a:pt x="294817" y="1103591"/>
                  </a:lnTo>
                  <a:lnTo>
                    <a:pt x="292950" y="1101737"/>
                  </a:lnTo>
                  <a:lnTo>
                    <a:pt x="291833" y="1101267"/>
                  </a:lnTo>
                  <a:lnTo>
                    <a:pt x="289204" y="1101267"/>
                  </a:lnTo>
                  <a:lnTo>
                    <a:pt x="288086" y="1101737"/>
                  </a:lnTo>
                  <a:lnTo>
                    <a:pt x="286219" y="1103591"/>
                  </a:lnTo>
                  <a:lnTo>
                    <a:pt x="285750" y="1104709"/>
                  </a:lnTo>
                  <a:lnTo>
                    <a:pt x="285750" y="1107351"/>
                  </a:lnTo>
                  <a:lnTo>
                    <a:pt x="286219" y="1108468"/>
                  </a:lnTo>
                  <a:lnTo>
                    <a:pt x="288086" y="1110322"/>
                  </a:lnTo>
                  <a:lnTo>
                    <a:pt x="289204" y="1110792"/>
                  </a:lnTo>
                  <a:lnTo>
                    <a:pt x="291833" y="1110792"/>
                  </a:lnTo>
                  <a:lnTo>
                    <a:pt x="292950" y="1110322"/>
                  </a:lnTo>
                  <a:lnTo>
                    <a:pt x="294817" y="1108468"/>
                  </a:lnTo>
                  <a:lnTo>
                    <a:pt x="295275" y="1107351"/>
                  </a:lnTo>
                  <a:lnTo>
                    <a:pt x="295275" y="1104709"/>
                  </a:lnTo>
                  <a:close/>
                </a:path>
                <a:path w="4533900" h="2762885">
                  <a:moveTo>
                    <a:pt x="295275" y="554088"/>
                  </a:moveTo>
                  <a:lnTo>
                    <a:pt x="294817" y="552958"/>
                  </a:lnTo>
                  <a:lnTo>
                    <a:pt x="292950" y="551103"/>
                  </a:lnTo>
                  <a:lnTo>
                    <a:pt x="291833" y="550633"/>
                  </a:lnTo>
                  <a:lnTo>
                    <a:pt x="289204" y="550633"/>
                  </a:lnTo>
                  <a:lnTo>
                    <a:pt x="288086" y="551103"/>
                  </a:lnTo>
                  <a:lnTo>
                    <a:pt x="286219" y="552958"/>
                  </a:lnTo>
                  <a:lnTo>
                    <a:pt x="285750" y="554088"/>
                  </a:lnTo>
                  <a:lnTo>
                    <a:pt x="285750" y="556717"/>
                  </a:lnTo>
                  <a:lnTo>
                    <a:pt x="286219" y="557834"/>
                  </a:lnTo>
                  <a:lnTo>
                    <a:pt x="288086" y="559701"/>
                  </a:lnTo>
                  <a:lnTo>
                    <a:pt x="289204" y="560158"/>
                  </a:lnTo>
                  <a:lnTo>
                    <a:pt x="291833" y="560158"/>
                  </a:lnTo>
                  <a:lnTo>
                    <a:pt x="292950" y="559701"/>
                  </a:lnTo>
                  <a:lnTo>
                    <a:pt x="294817" y="557834"/>
                  </a:lnTo>
                  <a:lnTo>
                    <a:pt x="295275" y="556717"/>
                  </a:lnTo>
                  <a:lnTo>
                    <a:pt x="295275" y="554088"/>
                  </a:lnTo>
                  <a:close/>
                </a:path>
                <a:path w="4533900" h="2762885">
                  <a:moveTo>
                    <a:pt x="295275" y="3454"/>
                  </a:moveTo>
                  <a:lnTo>
                    <a:pt x="294817" y="2324"/>
                  </a:lnTo>
                  <a:lnTo>
                    <a:pt x="292950" y="469"/>
                  </a:lnTo>
                  <a:lnTo>
                    <a:pt x="291833" y="0"/>
                  </a:lnTo>
                  <a:lnTo>
                    <a:pt x="289204" y="0"/>
                  </a:lnTo>
                  <a:lnTo>
                    <a:pt x="288086" y="469"/>
                  </a:lnTo>
                  <a:lnTo>
                    <a:pt x="286219" y="2324"/>
                  </a:lnTo>
                  <a:lnTo>
                    <a:pt x="285750" y="3454"/>
                  </a:lnTo>
                  <a:lnTo>
                    <a:pt x="285750" y="6083"/>
                  </a:lnTo>
                  <a:lnTo>
                    <a:pt x="286219" y="7200"/>
                  </a:lnTo>
                  <a:lnTo>
                    <a:pt x="288086" y="9067"/>
                  </a:lnTo>
                  <a:lnTo>
                    <a:pt x="289204" y="9525"/>
                  </a:lnTo>
                  <a:lnTo>
                    <a:pt x="291833" y="9525"/>
                  </a:lnTo>
                  <a:lnTo>
                    <a:pt x="292950" y="9067"/>
                  </a:lnTo>
                  <a:lnTo>
                    <a:pt x="294817" y="7200"/>
                  </a:lnTo>
                  <a:lnTo>
                    <a:pt x="295275" y="6083"/>
                  </a:lnTo>
                  <a:lnTo>
                    <a:pt x="295275" y="3454"/>
                  </a:lnTo>
                  <a:close/>
                </a:path>
                <a:path w="4533900" h="2762885">
                  <a:moveTo>
                    <a:pt x="342900" y="2756611"/>
                  </a:moveTo>
                  <a:lnTo>
                    <a:pt x="342442" y="2755493"/>
                  </a:lnTo>
                  <a:lnTo>
                    <a:pt x="340575" y="2753626"/>
                  </a:lnTo>
                  <a:lnTo>
                    <a:pt x="339458" y="2753156"/>
                  </a:lnTo>
                  <a:lnTo>
                    <a:pt x="336829" y="2753156"/>
                  </a:lnTo>
                  <a:lnTo>
                    <a:pt x="335711" y="2753626"/>
                  </a:lnTo>
                  <a:lnTo>
                    <a:pt x="333844" y="2755493"/>
                  </a:lnTo>
                  <a:lnTo>
                    <a:pt x="333375" y="2756611"/>
                  </a:lnTo>
                  <a:lnTo>
                    <a:pt x="333375" y="2759240"/>
                  </a:lnTo>
                  <a:lnTo>
                    <a:pt x="333844" y="2760357"/>
                  </a:lnTo>
                  <a:lnTo>
                    <a:pt x="335711" y="2762224"/>
                  </a:lnTo>
                  <a:lnTo>
                    <a:pt x="336829" y="2762681"/>
                  </a:lnTo>
                  <a:lnTo>
                    <a:pt x="339458" y="2762681"/>
                  </a:lnTo>
                  <a:lnTo>
                    <a:pt x="340575" y="2762224"/>
                  </a:lnTo>
                  <a:lnTo>
                    <a:pt x="342442" y="2760357"/>
                  </a:lnTo>
                  <a:lnTo>
                    <a:pt x="342900" y="2759240"/>
                  </a:lnTo>
                  <a:lnTo>
                    <a:pt x="342900" y="2756611"/>
                  </a:lnTo>
                  <a:close/>
                </a:path>
                <a:path w="4533900" h="2762885">
                  <a:moveTo>
                    <a:pt x="342900" y="2205977"/>
                  </a:moveTo>
                  <a:lnTo>
                    <a:pt x="342442" y="2204859"/>
                  </a:lnTo>
                  <a:lnTo>
                    <a:pt x="340575" y="2202992"/>
                  </a:lnTo>
                  <a:lnTo>
                    <a:pt x="339458" y="2202535"/>
                  </a:lnTo>
                  <a:lnTo>
                    <a:pt x="336829" y="2202535"/>
                  </a:lnTo>
                  <a:lnTo>
                    <a:pt x="335711" y="2202992"/>
                  </a:lnTo>
                  <a:lnTo>
                    <a:pt x="333844" y="2204859"/>
                  </a:lnTo>
                  <a:lnTo>
                    <a:pt x="333375" y="2205977"/>
                  </a:lnTo>
                  <a:lnTo>
                    <a:pt x="333375" y="2208606"/>
                  </a:lnTo>
                  <a:lnTo>
                    <a:pt x="333844" y="2209736"/>
                  </a:lnTo>
                  <a:lnTo>
                    <a:pt x="335711" y="2211590"/>
                  </a:lnTo>
                  <a:lnTo>
                    <a:pt x="336829" y="2212060"/>
                  </a:lnTo>
                  <a:lnTo>
                    <a:pt x="339458" y="2212060"/>
                  </a:lnTo>
                  <a:lnTo>
                    <a:pt x="340575" y="2211590"/>
                  </a:lnTo>
                  <a:lnTo>
                    <a:pt x="342442" y="2209736"/>
                  </a:lnTo>
                  <a:lnTo>
                    <a:pt x="342900" y="2208606"/>
                  </a:lnTo>
                  <a:lnTo>
                    <a:pt x="342900" y="2205977"/>
                  </a:lnTo>
                  <a:close/>
                </a:path>
                <a:path w="4533900" h="2762885">
                  <a:moveTo>
                    <a:pt x="342900" y="1655343"/>
                  </a:moveTo>
                  <a:lnTo>
                    <a:pt x="342442" y="1654225"/>
                  </a:lnTo>
                  <a:lnTo>
                    <a:pt x="340575" y="1652358"/>
                  </a:lnTo>
                  <a:lnTo>
                    <a:pt x="339458" y="1651901"/>
                  </a:lnTo>
                  <a:lnTo>
                    <a:pt x="336829" y="1651901"/>
                  </a:lnTo>
                  <a:lnTo>
                    <a:pt x="335711" y="1652358"/>
                  </a:lnTo>
                  <a:lnTo>
                    <a:pt x="333844" y="1654225"/>
                  </a:lnTo>
                  <a:lnTo>
                    <a:pt x="333375" y="1655343"/>
                  </a:lnTo>
                  <a:lnTo>
                    <a:pt x="333375" y="1657972"/>
                  </a:lnTo>
                  <a:lnTo>
                    <a:pt x="333844" y="1659102"/>
                  </a:lnTo>
                  <a:lnTo>
                    <a:pt x="335711" y="1660956"/>
                  </a:lnTo>
                  <a:lnTo>
                    <a:pt x="336829" y="1661426"/>
                  </a:lnTo>
                  <a:lnTo>
                    <a:pt x="339458" y="1661426"/>
                  </a:lnTo>
                  <a:lnTo>
                    <a:pt x="340575" y="1660956"/>
                  </a:lnTo>
                  <a:lnTo>
                    <a:pt x="342442" y="1659102"/>
                  </a:lnTo>
                  <a:lnTo>
                    <a:pt x="342900" y="1657972"/>
                  </a:lnTo>
                  <a:lnTo>
                    <a:pt x="342900" y="1655343"/>
                  </a:lnTo>
                  <a:close/>
                </a:path>
                <a:path w="4533900" h="2762885">
                  <a:moveTo>
                    <a:pt x="342900" y="1104709"/>
                  </a:moveTo>
                  <a:lnTo>
                    <a:pt x="342442" y="1103591"/>
                  </a:lnTo>
                  <a:lnTo>
                    <a:pt x="340575" y="1101737"/>
                  </a:lnTo>
                  <a:lnTo>
                    <a:pt x="339458" y="1101267"/>
                  </a:lnTo>
                  <a:lnTo>
                    <a:pt x="336829" y="1101267"/>
                  </a:lnTo>
                  <a:lnTo>
                    <a:pt x="335711" y="1101737"/>
                  </a:lnTo>
                  <a:lnTo>
                    <a:pt x="333844" y="1103591"/>
                  </a:lnTo>
                  <a:lnTo>
                    <a:pt x="333375" y="1104709"/>
                  </a:lnTo>
                  <a:lnTo>
                    <a:pt x="333375" y="1107351"/>
                  </a:lnTo>
                  <a:lnTo>
                    <a:pt x="333844" y="1108468"/>
                  </a:lnTo>
                  <a:lnTo>
                    <a:pt x="335711" y="1110322"/>
                  </a:lnTo>
                  <a:lnTo>
                    <a:pt x="336829" y="1110792"/>
                  </a:lnTo>
                  <a:lnTo>
                    <a:pt x="339458" y="1110792"/>
                  </a:lnTo>
                  <a:lnTo>
                    <a:pt x="340575" y="1110322"/>
                  </a:lnTo>
                  <a:lnTo>
                    <a:pt x="342442" y="1108468"/>
                  </a:lnTo>
                  <a:lnTo>
                    <a:pt x="342900" y="1107351"/>
                  </a:lnTo>
                  <a:lnTo>
                    <a:pt x="342900" y="1104709"/>
                  </a:lnTo>
                  <a:close/>
                </a:path>
                <a:path w="4533900" h="2762885">
                  <a:moveTo>
                    <a:pt x="342900" y="554088"/>
                  </a:moveTo>
                  <a:lnTo>
                    <a:pt x="342442" y="552958"/>
                  </a:lnTo>
                  <a:lnTo>
                    <a:pt x="340575" y="551103"/>
                  </a:lnTo>
                  <a:lnTo>
                    <a:pt x="339458" y="550633"/>
                  </a:lnTo>
                  <a:lnTo>
                    <a:pt x="336829" y="550633"/>
                  </a:lnTo>
                  <a:lnTo>
                    <a:pt x="335711" y="551103"/>
                  </a:lnTo>
                  <a:lnTo>
                    <a:pt x="333844" y="552958"/>
                  </a:lnTo>
                  <a:lnTo>
                    <a:pt x="333375" y="554088"/>
                  </a:lnTo>
                  <a:lnTo>
                    <a:pt x="333375" y="556717"/>
                  </a:lnTo>
                  <a:lnTo>
                    <a:pt x="333844" y="557834"/>
                  </a:lnTo>
                  <a:lnTo>
                    <a:pt x="335711" y="559701"/>
                  </a:lnTo>
                  <a:lnTo>
                    <a:pt x="336829" y="560158"/>
                  </a:lnTo>
                  <a:lnTo>
                    <a:pt x="339458" y="560158"/>
                  </a:lnTo>
                  <a:lnTo>
                    <a:pt x="340575" y="559701"/>
                  </a:lnTo>
                  <a:lnTo>
                    <a:pt x="342442" y="557834"/>
                  </a:lnTo>
                  <a:lnTo>
                    <a:pt x="342900" y="556717"/>
                  </a:lnTo>
                  <a:lnTo>
                    <a:pt x="342900" y="554088"/>
                  </a:lnTo>
                  <a:close/>
                </a:path>
                <a:path w="4533900" h="2762885">
                  <a:moveTo>
                    <a:pt x="342900" y="3454"/>
                  </a:moveTo>
                  <a:lnTo>
                    <a:pt x="342442" y="2324"/>
                  </a:lnTo>
                  <a:lnTo>
                    <a:pt x="340575" y="469"/>
                  </a:lnTo>
                  <a:lnTo>
                    <a:pt x="339458" y="0"/>
                  </a:lnTo>
                  <a:lnTo>
                    <a:pt x="336829" y="0"/>
                  </a:lnTo>
                  <a:lnTo>
                    <a:pt x="335711" y="469"/>
                  </a:lnTo>
                  <a:lnTo>
                    <a:pt x="333844" y="2324"/>
                  </a:lnTo>
                  <a:lnTo>
                    <a:pt x="333375" y="3454"/>
                  </a:lnTo>
                  <a:lnTo>
                    <a:pt x="333375" y="6083"/>
                  </a:lnTo>
                  <a:lnTo>
                    <a:pt x="333844" y="7200"/>
                  </a:lnTo>
                  <a:lnTo>
                    <a:pt x="335711" y="9067"/>
                  </a:lnTo>
                  <a:lnTo>
                    <a:pt x="336829" y="9525"/>
                  </a:lnTo>
                  <a:lnTo>
                    <a:pt x="339458" y="9525"/>
                  </a:lnTo>
                  <a:lnTo>
                    <a:pt x="340575" y="9067"/>
                  </a:lnTo>
                  <a:lnTo>
                    <a:pt x="342442" y="7200"/>
                  </a:lnTo>
                  <a:lnTo>
                    <a:pt x="342900" y="6083"/>
                  </a:lnTo>
                  <a:lnTo>
                    <a:pt x="342900" y="3454"/>
                  </a:lnTo>
                  <a:close/>
                </a:path>
                <a:path w="4533900" h="2762885">
                  <a:moveTo>
                    <a:pt x="390525" y="2756611"/>
                  </a:moveTo>
                  <a:lnTo>
                    <a:pt x="390067" y="2755493"/>
                  </a:lnTo>
                  <a:lnTo>
                    <a:pt x="388200" y="2753626"/>
                  </a:lnTo>
                  <a:lnTo>
                    <a:pt x="387083" y="2753156"/>
                  </a:lnTo>
                  <a:lnTo>
                    <a:pt x="384454" y="2753156"/>
                  </a:lnTo>
                  <a:lnTo>
                    <a:pt x="383336" y="2753626"/>
                  </a:lnTo>
                  <a:lnTo>
                    <a:pt x="381469" y="2755493"/>
                  </a:lnTo>
                  <a:lnTo>
                    <a:pt x="381000" y="2756611"/>
                  </a:lnTo>
                  <a:lnTo>
                    <a:pt x="381000" y="2759240"/>
                  </a:lnTo>
                  <a:lnTo>
                    <a:pt x="381469" y="2760357"/>
                  </a:lnTo>
                  <a:lnTo>
                    <a:pt x="383336" y="2762224"/>
                  </a:lnTo>
                  <a:lnTo>
                    <a:pt x="384454" y="2762681"/>
                  </a:lnTo>
                  <a:lnTo>
                    <a:pt x="387083" y="2762681"/>
                  </a:lnTo>
                  <a:lnTo>
                    <a:pt x="388200" y="2762224"/>
                  </a:lnTo>
                  <a:lnTo>
                    <a:pt x="390067" y="2760357"/>
                  </a:lnTo>
                  <a:lnTo>
                    <a:pt x="390525" y="2759240"/>
                  </a:lnTo>
                  <a:lnTo>
                    <a:pt x="390525" y="2756611"/>
                  </a:lnTo>
                  <a:close/>
                </a:path>
                <a:path w="4533900" h="2762885">
                  <a:moveTo>
                    <a:pt x="390525" y="2205977"/>
                  </a:moveTo>
                  <a:lnTo>
                    <a:pt x="390067" y="2204859"/>
                  </a:lnTo>
                  <a:lnTo>
                    <a:pt x="388200" y="2202992"/>
                  </a:lnTo>
                  <a:lnTo>
                    <a:pt x="387083" y="2202535"/>
                  </a:lnTo>
                  <a:lnTo>
                    <a:pt x="384454" y="2202535"/>
                  </a:lnTo>
                  <a:lnTo>
                    <a:pt x="383336" y="2202992"/>
                  </a:lnTo>
                  <a:lnTo>
                    <a:pt x="381469" y="2204859"/>
                  </a:lnTo>
                  <a:lnTo>
                    <a:pt x="381000" y="2205977"/>
                  </a:lnTo>
                  <a:lnTo>
                    <a:pt x="381000" y="2208606"/>
                  </a:lnTo>
                  <a:lnTo>
                    <a:pt x="381469" y="2209736"/>
                  </a:lnTo>
                  <a:lnTo>
                    <a:pt x="383336" y="2211590"/>
                  </a:lnTo>
                  <a:lnTo>
                    <a:pt x="384454" y="2212060"/>
                  </a:lnTo>
                  <a:lnTo>
                    <a:pt x="387083" y="2212060"/>
                  </a:lnTo>
                  <a:lnTo>
                    <a:pt x="388200" y="2211590"/>
                  </a:lnTo>
                  <a:lnTo>
                    <a:pt x="390067" y="2209736"/>
                  </a:lnTo>
                  <a:lnTo>
                    <a:pt x="390525" y="2208606"/>
                  </a:lnTo>
                  <a:lnTo>
                    <a:pt x="390525" y="2205977"/>
                  </a:lnTo>
                  <a:close/>
                </a:path>
                <a:path w="4533900" h="2762885">
                  <a:moveTo>
                    <a:pt x="390525" y="1655343"/>
                  </a:moveTo>
                  <a:lnTo>
                    <a:pt x="390067" y="1654225"/>
                  </a:lnTo>
                  <a:lnTo>
                    <a:pt x="388200" y="1652358"/>
                  </a:lnTo>
                  <a:lnTo>
                    <a:pt x="387083" y="1651901"/>
                  </a:lnTo>
                  <a:lnTo>
                    <a:pt x="384454" y="1651901"/>
                  </a:lnTo>
                  <a:lnTo>
                    <a:pt x="383336" y="1652358"/>
                  </a:lnTo>
                  <a:lnTo>
                    <a:pt x="381469" y="1654225"/>
                  </a:lnTo>
                  <a:lnTo>
                    <a:pt x="381000" y="1655343"/>
                  </a:lnTo>
                  <a:lnTo>
                    <a:pt x="381000" y="1657972"/>
                  </a:lnTo>
                  <a:lnTo>
                    <a:pt x="381469" y="1659102"/>
                  </a:lnTo>
                  <a:lnTo>
                    <a:pt x="383336" y="1660956"/>
                  </a:lnTo>
                  <a:lnTo>
                    <a:pt x="384454" y="1661426"/>
                  </a:lnTo>
                  <a:lnTo>
                    <a:pt x="387083" y="1661426"/>
                  </a:lnTo>
                  <a:lnTo>
                    <a:pt x="388200" y="1660956"/>
                  </a:lnTo>
                  <a:lnTo>
                    <a:pt x="390067" y="1659102"/>
                  </a:lnTo>
                  <a:lnTo>
                    <a:pt x="390525" y="1657972"/>
                  </a:lnTo>
                  <a:lnTo>
                    <a:pt x="390525" y="1655343"/>
                  </a:lnTo>
                  <a:close/>
                </a:path>
                <a:path w="4533900" h="2762885">
                  <a:moveTo>
                    <a:pt x="390525" y="1104709"/>
                  </a:moveTo>
                  <a:lnTo>
                    <a:pt x="390067" y="1103591"/>
                  </a:lnTo>
                  <a:lnTo>
                    <a:pt x="388200" y="1101737"/>
                  </a:lnTo>
                  <a:lnTo>
                    <a:pt x="387083" y="1101267"/>
                  </a:lnTo>
                  <a:lnTo>
                    <a:pt x="384454" y="1101267"/>
                  </a:lnTo>
                  <a:lnTo>
                    <a:pt x="383336" y="1101737"/>
                  </a:lnTo>
                  <a:lnTo>
                    <a:pt x="381469" y="1103591"/>
                  </a:lnTo>
                  <a:lnTo>
                    <a:pt x="381000" y="1104709"/>
                  </a:lnTo>
                  <a:lnTo>
                    <a:pt x="381000" y="1107351"/>
                  </a:lnTo>
                  <a:lnTo>
                    <a:pt x="381469" y="1108468"/>
                  </a:lnTo>
                  <a:lnTo>
                    <a:pt x="383336" y="1110322"/>
                  </a:lnTo>
                  <a:lnTo>
                    <a:pt x="384454" y="1110792"/>
                  </a:lnTo>
                  <a:lnTo>
                    <a:pt x="387083" y="1110792"/>
                  </a:lnTo>
                  <a:lnTo>
                    <a:pt x="388200" y="1110322"/>
                  </a:lnTo>
                  <a:lnTo>
                    <a:pt x="390067" y="1108468"/>
                  </a:lnTo>
                  <a:lnTo>
                    <a:pt x="390525" y="1107351"/>
                  </a:lnTo>
                  <a:lnTo>
                    <a:pt x="390525" y="1104709"/>
                  </a:lnTo>
                  <a:close/>
                </a:path>
                <a:path w="4533900" h="2762885">
                  <a:moveTo>
                    <a:pt x="390525" y="554088"/>
                  </a:moveTo>
                  <a:lnTo>
                    <a:pt x="390067" y="552958"/>
                  </a:lnTo>
                  <a:lnTo>
                    <a:pt x="388200" y="551103"/>
                  </a:lnTo>
                  <a:lnTo>
                    <a:pt x="387083" y="550633"/>
                  </a:lnTo>
                  <a:lnTo>
                    <a:pt x="384454" y="550633"/>
                  </a:lnTo>
                  <a:lnTo>
                    <a:pt x="383336" y="551103"/>
                  </a:lnTo>
                  <a:lnTo>
                    <a:pt x="381469" y="552958"/>
                  </a:lnTo>
                  <a:lnTo>
                    <a:pt x="381000" y="554088"/>
                  </a:lnTo>
                  <a:lnTo>
                    <a:pt x="381000" y="556717"/>
                  </a:lnTo>
                  <a:lnTo>
                    <a:pt x="381469" y="557834"/>
                  </a:lnTo>
                  <a:lnTo>
                    <a:pt x="383336" y="559701"/>
                  </a:lnTo>
                  <a:lnTo>
                    <a:pt x="384454" y="560158"/>
                  </a:lnTo>
                  <a:lnTo>
                    <a:pt x="387083" y="560158"/>
                  </a:lnTo>
                  <a:lnTo>
                    <a:pt x="388200" y="559701"/>
                  </a:lnTo>
                  <a:lnTo>
                    <a:pt x="390067" y="557834"/>
                  </a:lnTo>
                  <a:lnTo>
                    <a:pt x="390525" y="556717"/>
                  </a:lnTo>
                  <a:lnTo>
                    <a:pt x="390525" y="554088"/>
                  </a:lnTo>
                  <a:close/>
                </a:path>
                <a:path w="4533900" h="2762885">
                  <a:moveTo>
                    <a:pt x="390525" y="3454"/>
                  </a:moveTo>
                  <a:lnTo>
                    <a:pt x="390067" y="2324"/>
                  </a:lnTo>
                  <a:lnTo>
                    <a:pt x="388200" y="469"/>
                  </a:lnTo>
                  <a:lnTo>
                    <a:pt x="387083" y="0"/>
                  </a:lnTo>
                  <a:lnTo>
                    <a:pt x="384454" y="0"/>
                  </a:lnTo>
                  <a:lnTo>
                    <a:pt x="383336" y="469"/>
                  </a:lnTo>
                  <a:lnTo>
                    <a:pt x="381469" y="2324"/>
                  </a:lnTo>
                  <a:lnTo>
                    <a:pt x="381000" y="3454"/>
                  </a:lnTo>
                  <a:lnTo>
                    <a:pt x="381000" y="6083"/>
                  </a:lnTo>
                  <a:lnTo>
                    <a:pt x="381469" y="7200"/>
                  </a:lnTo>
                  <a:lnTo>
                    <a:pt x="383336" y="9067"/>
                  </a:lnTo>
                  <a:lnTo>
                    <a:pt x="384454" y="9525"/>
                  </a:lnTo>
                  <a:lnTo>
                    <a:pt x="387083" y="9525"/>
                  </a:lnTo>
                  <a:lnTo>
                    <a:pt x="388200" y="9067"/>
                  </a:lnTo>
                  <a:lnTo>
                    <a:pt x="390067" y="7200"/>
                  </a:lnTo>
                  <a:lnTo>
                    <a:pt x="390525" y="6083"/>
                  </a:lnTo>
                  <a:lnTo>
                    <a:pt x="390525" y="3454"/>
                  </a:lnTo>
                  <a:close/>
                </a:path>
                <a:path w="4533900" h="2762885">
                  <a:moveTo>
                    <a:pt x="438150" y="2756611"/>
                  </a:moveTo>
                  <a:lnTo>
                    <a:pt x="437692" y="2755493"/>
                  </a:lnTo>
                  <a:lnTo>
                    <a:pt x="435825" y="2753626"/>
                  </a:lnTo>
                  <a:lnTo>
                    <a:pt x="434708" y="2753156"/>
                  </a:lnTo>
                  <a:lnTo>
                    <a:pt x="432079" y="2753156"/>
                  </a:lnTo>
                  <a:lnTo>
                    <a:pt x="430961" y="2753626"/>
                  </a:lnTo>
                  <a:lnTo>
                    <a:pt x="429094" y="2755493"/>
                  </a:lnTo>
                  <a:lnTo>
                    <a:pt x="428625" y="2756611"/>
                  </a:lnTo>
                  <a:lnTo>
                    <a:pt x="428625" y="2759240"/>
                  </a:lnTo>
                  <a:lnTo>
                    <a:pt x="429094" y="2760357"/>
                  </a:lnTo>
                  <a:lnTo>
                    <a:pt x="430961" y="2762224"/>
                  </a:lnTo>
                  <a:lnTo>
                    <a:pt x="432079" y="2762681"/>
                  </a:lnTo>
                  <a:lnTo>
                    <a:pt x="434708" y="2762681"/>
                  </a:lnTo>
                  <a:lnTo>
                    <a:pt x="435825" y="2762224"/>
                  </a:lnTo>
                  <a:lnTo>
                    <a:pt x="437692" y="2760357"/>
                  </a:lnTo>
                  <a:lnTo>
                    <a:pt x="438150" y="2759240"/>
                  </a:lnTo>
                  <a:lnTo>
                    <a:pt x="438150" y="2756611"/>
                  </a:lnTo>
                  <a:close/>
                </a:path>
                <a:path w="4533900" h="2762885">
                  <a:moveTo>
                    <a:pt x="438150" y="2205977"/>
                  </a:moveTo>
                  <a:lnTo>
                    <a:pt x="437692" y="2204859"/>
                  </a:lnTo>
                  <a:lnTo>
                    <a:pt x="435825" y="2202992"/>
                  </a:lnTo>
                  <a:lnTo>
                    <a:pt x="434708" y="2202535"/>
                  </a:lnTo>
                  <a:lnTo>
                    <a:pt x="432079" y="2202535"/>
                  </a:lnTo>
                  <a:lnTo>
                    <a:pt x="430961" y="2202992"/>
                  </a:lnTo>
                  <a:lnTo>
                    <a:pt x="429094" y="2204859"/>
                  </a:lnTo>
                  <a:lnTo>
                    <a:pt x="428625" y="2205977"/>
                  </a:lnTo>
                  <a:lnTo>
                    <a:pt x="428625" y="2208606"/>
                  </a:lnTo>
                  <a:lnTo>
                    <a:pt x="429094" y="2209736"/>
                  </a:lnTo>
                  <a:lnTo>
                    <a:pt x="430961" y="2211590"/>
                  </a:lnTo>
                  <a:lnTo>
                    <a:pt x="432079" y="2212060"/>
                  </a:lnTo>
                  <a:lnTo>
                    <a:pt x="434708" y="2212060"/>
                  </a:lnTo>
                  <a:lnTo>
                    <a:pt x="435825" y="2211590"/>
                  </a:lnTo>
                  <a:lnTo>
                    <a:pt x="437692" y="2209736"/>
                  </a:lnTo>
                  <a:lnTo>
                    <a:pt x="438150" y="2208606"/>
                  </a:lnTo>
                  <a:lnTo>
                    <a:pt x="438150" y="2205977"/>
                  </a:lnTo>
                  <a:close/>
                </a:path>
                <a:path w="4533900" h="2762885">
                  <a:moveTo>
                    <a:pt x="438150" y="1655343"/>
                  </a:moveTo>
                  <a:lnTo>
                    <a:pt x="437692" y="1654225"/>
                  </a:lnTo>
                  <a:lnTo>
                    <a:pt x="435825" y="1652358"/>
                  </a:lnTo>
                  <a:lnTo>
                    <a:pt x="434708" y="1651901"/>
                  </a:lnTo>
                  <a:lnTo>
                    <a:pt x="432079" y="1651901"/>
                  </a:lnTo>
                  <a:lnTo>
                    <a:pt x="430961" y="1652358"/>
                  </a:lnTo>
                  <a:lnTo>
                    <a:pt x="429094" y="1654225"/>
                  </a:lnTo>
                  <a:lnTo>
                    <a:pt x="428625" y="1655343"/>
                  </a:lnTo>
                  <a:lnTo>
                    <a:pt x="428625" y="1657972"/>
                  </a:lnTo>
                  <a:lnTo>
                    <a:pt x="429094" y="1659102"/>
                  </a:lnTo>
                  <a:lnTo>
                    <a:pt x="430961" y="1660956"/>
                  </a:lnTo>
                  <a:lnTo>
                    <a:pt x="432079" y="1661426"/>
                  </a:lnTo>
                  <a:lnTo>
                    <a:pt x="434708" y="1661426"/>
                  </a:lnTo>
                  <a:lnTo>
                    <a:pt x="435825" y="1660956"/>
                  </a:lnTo>
                  <a:lnTo>
                    <a:pt x="437692" y="1659102"/>
                  </a:lnTo>
                  <a:lnTo>
                    <a:pt x="438150" y="1657972"/>
                  </a:lnTo>
                  <a:lnTo>
                    <a:pt x="438150" y="1655343"/>
                  </a:lnTo>
                  <a:close/>
                </a:path>
                <a:path w="4533900" h="2762885">
                  <a:moveTo>
                    <a:pt x="438150" y="1104709"/>
                  </a:moveTo>
                  <a:lnTo>
                    <a:pt x="437692" y="1103591"/>
                  </a:lnTo>
                  <a:lnTo>
                    <a:pt x="435825" y="1101737"/>
                  </a:lnTo>
                  <a:lnTo>
                    <a:pt x="434708" y="1101267"/>
                  </a:lnTo>
                  <a:lnTo>
                    <a:pt x="432079" y="1101267"/>
                  </a:lnTo>
                  <a:lnTo>
                    <a:pt x="430961" y="1101737"/>
                  </a:lnTo>
                  <a:lnTo>
                    <a:pt x="429094" y="1103591"/>
                  </a:lnTo>
                  <a:lnTo>
                    <a:pt x="428625" y="1104709"/>
                  </a:lnTo>
                  <a:lnTo>
                    <a:pt x="428625" y="1107351"/>
                  </a:lnTo>
                  <a:lnTo>
                    <a:pt x="429094" y="1108468"/>
                  </a:lnTo>
                  <a:lnTo>
                    <a:pt x="430961" y="1110322"/>
                  </a:lnTo>
                  <a:lnTo>
                    <a:pt x="432079" y="1110792"/>
                  </a:lnTo>
                  <a:lnTo>
                    <a:pt x="434708" y="1110792"/>
                  </a:lnTo>
                  <a:lnTo>
                    <a:pt x="435825" y="1110322"/>
                  </a:lnTo>
                  <a:lnTo>
                    <a:pt x="437692" y="1108468"/>
                  </a:lnTo>
                  <a:lnTo>
                    <a:pt x="438150" y="1107351"/>
                  </a:lnTo>
                  <a:lnTo>
                    <a:pt x="438150" y="1104709"/>
                  </a:lnTo>
                  <a:close/>
                </a:path>
                <a:path w="4533900" h="2762885">
                  <a:moveTo>
                    <a:pt x="438150" y="554088"/>
                  </a:moveTo>
                  <a:lnTo>
                    <a:pt x="437692" y="552958"/>
                  </a:lnTo>
                  <a:lnTo>
                    <a:pt x="435825" y="551103"/>
                  </a:lnTo>
                  <a:lnTo>
                    <a:pt x="434708" y="550633"/>
                  </a:lnTo>
                  <a:lnTo>
                    <a:pt x="432079" y="550633"/>
                  </a:lnTo>
                  <a:lnTo>
                    <a:pt x="430961" y="551103"/>
                  </a:lnTo>
                  <a:lnTo>
                    <a:pt x="429094" y="552958"/>
                  </a:lnTo>
                  <a:lnTo>
                    <a:pt x="428625" y="554088"/>
                  </a:lnTo>
                  <a:lnTo>
                    <a:pt x="428625" y="556717"/>
                  </a:lnTo>
                  <a:lnTo>
                    <a:pt x="429094" y="557834"/>
                  </a:lnTo>
                  <a:lnTo>
                    <a:pt x="430961" y="559701"/>
                  </a:lnTo>
                  <a:lnTo>
                    <a:pt x="432079" y="560158"/>
                  </a:lnTo>
                  <a:lnTo>
                    <a:pt x="434708" y="560158"/>
                  </a:lnTo>
                  <a:lnTo>
                    <a:pt x="435825" y="559701"/>
                  </a:lnTo>
                  <a:lnTo>
                    <a:pt x="437692" y="557834"/>
                  </a:lnTo>
                  <a:lnTo>
                    <a:pt x="438150" y="556717"/>
                  </a:lnTo>
                  <a:lnTo>
                    <a:pt x="438150" y="554088"/>
                  </a:lnTo>
                  <a:close/>
                </a:path>
                <a:path w="4533900" h="2762885">
                  <a:moveTo>
                    <a:pt x="438150" y="3454"/>
                  </a:moveTo>
                  <a:lnTo>
                    <a:pt x="437692" y="2324"/>
                  </a:lnTo>
                  <a:lnTo>
                    <a:pt x="435825" y="469"/>
                  </a:lnTo>
                  <a:lnTo>
                    <a:pt x="434708" y="0"/>
                  </a:lnTo>
                  <a:lnTo>
                    <a:pt x="432079" y="0"/>
                  </a:lnTo>
                  <a:lnTo>
                    <a:pt x="430961" y="469"/>
                  </a:lnTo>
                  <a:lnTo>
                    <a:pt x="429094" y="2324"/>
                  </a:lnTo>
                  <a:lnTo>
                    <a:pt x="428625" y="3454"/>
                  </a:lnTo>
                  <a:lnTo>
                    <a:pt x="428625" y="6083"/>
                  </a:lnTo>
                  <a:lnTo>
                    <a:pt x="429094" y="7200"/>
                  </a:lnTo>
                  <a:lnTo>
                    <a:pt x="430961" y="9067"/>
                  </a:lnTo>
                  <a:lnTo>
                    <a:pt x="432079" y="9525"/>
                  </a:lnTo>
                  <a:lnTo>
                    <a:pt x="434708" y="9525"/>
                  </a:lnTo>
                  <a:lnTo>
                    <a:pt x="435825" y="9067"/>
                  </a:lnTo>
                  <a:lnTo>
                    <a:pt x="437692" y="7200"/>
                  </a:lnTo>
                  <a:lnTo>
                    <a:pt x="438150" y="6083"/>
                  </a:lnTo>
                  <a:lnTo>
                    <a:pt x="438150" y="3454"/>
                  </a:lnTo>
                  <a:close/>
                </a:path>
                <a:path w="4533900" h="2762885">
                  <a:moveTo>
                    <a:pt x="485775" y="2756611"/>
                  </a:moveTo>
                  <a:lnTo>
                    <a:pt x="485317" y="2755493"/>
                  </a:lnTo>
                  <a:lnTo>
                    <a:pt x="483450" y="2753626"/>
                  </a:lnTo>
                  <a:lnTo>
                    <a:pt x="482333" y="2753156"/>
                  </a:lnTo>
                  <a:lnTo>
                    <a:pt x="479704" y="2753156"/>
                  </a:lnTo>
                  <a:lnTo>
                    <a:pt x="478586" y="2753626"/>
                  </a:lnTo>
                  <a:lnTo>
                    <a:pt x="476719" y="2755493"/>
                  </a:lnTo>
                  <a:lnTo>
                    <a:pt x="476250" y="2756611"/>
                  </a:lnTo>
                  <a:lnTo>
                    <a:pt x="476250" y="2759240"/>
                  </a:lnTo>
                  <a:lnTo>
                    <a:pt x="476719" y="2760357"/>
                  </a:lnTo>
                  <a:lnTo>
                    <a:pt x="478586" y="2762224"/>
                  </a:lnTo>
                  <a:lnTo>
                    <a:pt x="479704" y="2762681"/>
                  </a:lnTo>
                  <a:lnTo>
                    <a:pt x="482333" y="2762681"/>
                  </a:lnTo>
                  <a:lnTo>
                    <a:pt x="483450" y="2762224"/>
                  </a:lnTo>
                  <a:lnTo>
                    <a:pt x="485317" y="2760357"/>
                  </a:lnTo>
                  <a:lnTo>
                    <a:pt x="485775" y="2759240"/>
                  </a:lnTo>
                  <a:lnTo>
                    <a:pt x="485775" y="2756611"/>
                  </a:lnTo>
                  <a:close/>
                </a:path>
                <a:path w="4533900" h="2762885">
                  <a:moveTo>
                    <a:pt x="485775" y="2205977"/>
                  </a:moveTo>
                  <a:lnTo>
                    <a:pt x="485317" y="2204859"/>
                  </a:lnTo>
                  <a:lnTo>
                    <a:pt x="483450" y="2202992"/>
                  </a:lnTo>
                  <a:lnTo>
                    <a:pt x="482333" y="2202535"/>
                  </a:lnTo>
                  <a:lnTo>
                    <a:pt x="479704" y="2202535"/>
                  </a:lnTo>
                  <a:lnTo>
                    <a:pt x="478586" y="2202992"/>
                  </a:lnTo>
                  <a:lnTo>
                    <a:pt x="476719" y="2204859"/>
                  </a:lnTo>
                  <a:lnTo>
                    <a:pt x="476250" y="2205977"/>
                  </a:lnTo>
                  <a:lnTo>
                    <a:pt x="476250" y="2208606"/>
                  </a:lnTo>
                  <a:lnTo>
                    <a:pt x="476719" y="2209736"/>
                  </a:lnTo>
                  <a:lnTo>
                    <a:pt x="478586" y="2211590"/>
                  </a:lnTo>
                  <a:lnTo>
                    <a:pt x="479704" y="2212060"/>
                  </a:lnTo>
                  <a:lnTo>
                    <a:pt x="482333" y="2212060"/>
                  </a:lnTo>
                  <a:lnTo>
                    <a:pt x="483450" y="2211590"/>
                  </a:lnTo>
                  <a:lnTo>
                    <a:pt x="485317" y="2209736"/>
                  </a:lnTo>
                  <a:lnTo>
                    <a:pt x="485775" y="2208606"/>
                  </a:lnTo>
                  <a:lnTo>
                    <a:pt x="485775" y="2205977"/>
                  </a:lnTo>
                  <a:close/>
                </a:path>
                <a:path w="4533900" h="2762885">
                  <a:moveTo>
                    <a:pt x="485775" y="1655343"/>
                  </a:moveTo>
                  <a:lnTo>
                    <a:pt x="485317" y="1654225"/>
                  </a:lnTo>
                  <a:lnTo>
                    <a:pt x="483450" y="1652358"/>
                  </a:lnTo>
                  <a:lnTo>
                    <a:pt x="482333" y="1651901"/>
                  </a:lnTo>
                  <a:lnTo>
                    <a:pt x="479704" y="1651901"/>
                  </a:lnTo>
                  <a:lnTo>
                    <a:pt x="478586" y="1652358"/>
                  </a:lnTo>
                  <a:lnTo>
                    <a:pt x="476719" y="1654225"/>
                  </a:lnTo>
                  <a:lnTo>
                    <a:pt x="476250" y="1655343"/>
                  </a:lnTo>
                  <a:lnTo>
                    <a:pt x="476250" y="1657972"/>
                  </a:lnTo>
                  <a:lnTo>
                    <a:pt x="476719" y="1659102"/>
                  </a:lnTo>
                  <a:lnTo>
                    <a:pt x="478586" y="1660956"/>
                  </a:lnTo>
                  <a:lnTo>
                    <a:pt x="479704" y="1661426"/>
                  </a:lnTo>
                  <a:lnTo>
                    <a:pt x="482333" y="1661426"/>
                  </a:lnTo>
                  <a:lnTo>
                    <a:pt x="483450" y="1660956"/>
                  </a:lnTo>
                  <a:lnTo>
                    <a:pt x="485317" y="1659102"/>
                  </a:lnTo>
                  <a:lnTo>
                    <a:pt x="485775" y="1657972"/>
                  </a:lnTo>
                  <a:lnTo>
                    <a:pt x="485775" y="1655343"/>
                  </a:lnTo>
                  <a:close/>
                </a:path>
                <a:path w="4533900" h="2762885">
                  <a:moveTo>
                    <a:pt x="485775" y="1104709"/>
                  </a:moveTo>
                  <a:lnTo>
                    <a:pt x="485317" y="1103591"/>
                  </a:lnTo>
                  <a:lnTo>
                    <a:pt x="483450" y="1101737"/>
                  </a:lnTo>
                  <a:lnTo>
                    <a:pt x="482333" y="1101267"/>
                  </a:lnTo>
                  <a:lnTo>
                    <a:pt x="479704" y="1101267"/>
                  </a:lnTo>
                  <a:lnTo>
                    <a:pt x="478586" y="1101737"/>
                  </a:lnTo>
                  <a:lnTo>
                    <a:pt x="476719" y="1103591"/>
                  </a:lnTo>
                  <a:lnTo>
                    <a:pt x="476250" y="1104709"/>
                  </a:lnTo>
                  <a:lnTo>
                    <a:pt x="476250" y="1107351"/>
                  </a:lnTo>
                  <a:lnTo>
                    <a:pt x="476719" y="1108468"/>
                  </a:lnTo>
                  <a:lnTo>
                    <a:pt x="478586" y="1110322"/>
                  </a:lnTo>
                  <a:lnTo>
                    <a:pt x="479704" y="1110792"/>
                  </a:lnTo>
                  <a:lnTo>
                    <a:pt x="482333" y="1110792"/>
                  </a:lnTo>
                  <a:lnTo>
                    <a:pt x="483450" y="1110322"/>
                  </a:lnTo>
                  <a:lnTo>
                    <a:pt x="485317" y="1108468"/>
                  </a:lnTo>
                  <a:lnTo>
                    <a:pt x="485775" y="1107351"/>
                  </a:lnTo>
                  <a:lnTo>
                    <a:pt x="485775" y="1104709"/>
                  </a:lnTo>
                  <a:close/>
                </a:path>
                <a:path w="4533900" h="2762885">
                  <a:moveTo>
                    <a:pt x="485775" y="554088"/>
                  </a:moveTo>
                  <a:lnTo>
                    <a:pt x="485317" y="552958"/>
                  </a:lnTo>
                  <a:lnTo>
                    <a:pt x="483450" y="551103"/>
                  </a:lnTo>
                  <a:lnTo>
                    <a:pt x="482333" y="550633"/>
                  </a:lnTo>
                  <a:lnTo>
                    <a:pt x="479704" y="550633"/>
                  </a:lnTo>
                  <a:lnTo>
                    <a:pt x="478586" y="551103"/>
                  </a:lnTo>
                  <a:lnTo>
                    <a:pt x="476719" y="552958"/>
                  </a:lnTo>
                  <a:lnTo>
                    <a:pt x="476250" y="554088"/>
                  </a:lnTo>
                  <a:lnTo>
                    <a:pt x="476250" y="556717"/>
                  </a:lnTo>
                  <a:lnTo>
                    <a:pt x="476719" y="557834"/>
                  </a:lnTo>
                  <a:lnTo>
                    <a:pt x="478586" y="559701"/>
                  </a:lnTo>
                  <a:lnTo>
                    <a:pt x="479704" y="560158"/>
                  </a:lnTo>
                  <a:lnTo>
                    <a:pt x="482333" y="560158"/>
                  </a:lnTo>
                  <a:lnTo>
                    <a:pt x="483450" y="559701"/>
                  </a:lnTo>
                  <a:lnTo>
                    <a:pt x="485317" y="557834"/>
                  </a:lnTo>
                  <a:lnTo>
                    <a:pt x="485775" y="556717"/>
                  </a:lnTo>
                  <a:lnTo>
                    <a:pt x="485775" y="554088"/>
                  </a:lnTo>
                  <a:close/>
                </a:path>
                <a:path w="4533900" h="2762885">
                  <a:moveTo>
                    <a:pt x="485775" y="3454"/>
                  </a:moveTo>
                  <a:lnTo>
                    <a:pt x="485317" y="2324"/>
                  </a:lnTo>
                  <a:lnTo>
                    <a:pt x="483450" y="469"/>
                  </a:lnTo>
                  <a:lnTo>
                    <a:pt x="482333" y="0"/>
                  </a:lnTo>
                  <a:lnTo>
                    <a:pt x="479704" y="0"/>
                  </a:lnTo>
                  <a:lnTo>
                    <a:pt x="478586" y="469"/>
                  </a:lnTo>
                  <a:lnTo>
                    <a:pt x="476719" y="2324"/>
                  </a:lnTo>
                  <a:lnTo>
                    <a:pt x="476250" y="3454"/>
                  </a:lnTo>
                  <a:lnTo>
                    <a:pt x="476250" y="6083"/>
                  </a:lnTo>
                  <a:lnTo>
                    <a:pt x="476719" y="7200"/>
                  </a:lnTo>
                  <a:lnTo>
                    <a:pt x="478586" y="9067"/>
                  </a:lnTo>
                  <a:lnTo>
                    <a:pt x="479704" y="9525"/>
                  </a:lnTo>
                  <a:lnTo>
                    <a:pt x="482333" y="9525"/>
                  </a:lnTo>
                  <a:lnTo>
                    <a:pt x="483450" y="9067"/>
                  </a:lnTo>
                  <a:lnTo>
                    <a:pt x="485317" y="7200"/>
                  </a:lnTo>
                  <a:lnTo>
                    <a:pt x="485775" y="6083"/>
                  </a:lnTo>
                  <a:lnTo>
                    <a:pt x="485775" y="3454"/>
                  </a:lnTo>
                  <a:close/>
                </a:path>
                <a:path w="4533900" h="2762885">
                  <a:moveTo>
                    <a:pt x="533400" y="2756611"/>
                  </a:moveTo>
                  <a:lnTo>
                    <a:pt x="532942" y="2755493"/>
                  </a:lnTo>
                  <a:lnTo>
                    <a:pt x="531075" y="2753626"/>
                  </a:lnTo>
                  <a:lnTo>
                    <a:pt x="529958" y="2753156"/>
                  </a:lnTo>
                  <a:lnTo>
                    <a:pt x="527329" y="2753156"/>
                  </a:lnTo>
                  <a:lnTo>
                    <a:pt x="526211" y="2753626"/>
                  </a:lnTo>
                  <a:lnTo>
                    <a:pt x="524344" y="2755493"/>
                  </a:lnTo>
                  <a:lnTo>
                    <a:pt x="523875" y="2756611"/>
                  </a:lnTo>
                  <a:lnTo>
                    <a:pt x="523875" y="2759240"/>
                  </a:lnTo>
                  <a:lnTo>
                    <a:pt x="524344" y="2760357"/>
                  </a:lnTo>
                  <a:lnTo>
                    <a:pt x="526211" y="2762224"/>
                  </a:lnTo>
                  <a:lnTo>
                    <a:pt x="527329" y="2762681"/>
                  </a:lnTo>
                  <a:lnTo>
                    <a:pt x="529958" y="2762681"/>
                  </a:lnTo>
                  <a:lnTo>
                    <a:pt x="531075" y="2762224"/>
                  </a:lnTo>
                  <a:lnTo>
                    <a:pt x="532942" y="2760357"/>
                  </a:lnTo>
                  <a:lnTo>
                    <a:pt x="533400" y="2759240"/>
                  </a:lnTo>
                  <a:lnTo>
                    <a:pt x="533400" y="2756611"/>
                  </a:lnTo>
                  <a:close/>
                </a:path>
                <a:path w="4533900" h="2762885">
                  <a:moveTo>
                    <a:pt x="533400" y="2205977"/>
                  </a:moveTo>
                  <a:lnTo>
                    <a:pt x="532942" y="2204859"/>
                  </a:lnTo>
                  <a:lnTo>
                    <a:pt x="531075" y="2202992"/>
                  </a:lnTo>
                  <a:lnTo>
                    <a:pt x="529958" y="2202535"/>
                  </a:lnTo>
                  <a:lnTo>
                    <a:pt x="527329" y="2202535"/>
                  </a:lnTo>
                  <a:lnTo>
                    <a:pt x="526211" y="2202992"/>
                  </a:lnTo>
                  <a:lnTo>
                    <a:pt x="524344" y="2204859"/>
                  </a:lnTo>
                  <a:lnTo>
                    <a:pt x="523875" y="2205977"/>
                  </a:lnTo>
                  <a:lnTo>
                    <a:pt x="523875" y="2208606"/>
                  </a:lnTo>
                  <a:lnTo>
                    <a:pt x="524344" y="2209736"/>
                  </a:lnTo>
                  <a:lnTo>
                    <a:pt x="526211" y="2211590"/>
                  </a:lnTo>
                  <a:lnTo>
                    <a:pt x="527329" y="2212060"/>
                  </a:lnTo>
                  <a:lnTo>
                    <a:pt x="529958" y="2212060"/>
                  </a:lnTo>
                  <a:lnTo>
                    <a:pt x="531075" y="2211590"/>
                  </a:lnTo>
                  <a:lnTo>
                    <a:pt x="532942" y="2209736"/>
                  </a:lnTo>
                  <a:lnTo>
                    <a:pt x="533400" y="2208606"/>
                  </a:lnTo>
                  <a:lnTo>
                    <a:pt x="533400" y="2205977"/>
                  </a:lnTo>
                  <a:close/>
                </a:path>
                <a:path w="4533900" h="2762885">
                  <a:moveTo>
                    <a:pt x="533400" y="1655343"/>
                  </a:moveTo>
                  <a:lnTo>
                    <a:pt x="532942" y="1654225"/>
                  </a:lnTo>
                  <a:lnTo>
                    <a:pt x="531075" y="1652358"/>
                  </a:lnTo>
                  <a:lnTo>
                    <a:pt x="529958" y="1651901"/>
                  </a:lnTo>
                  <a:lnTo>
                    <a:pt x="527329" y="1651901"/>
                  </a:lnTo>
                  <a:lnTo>
                    <a:pt x="526211" y="1652358"/>
                  </a:lnTo>
                  <a:lnTo>
                    <a:pt x="524344" y="1654225"/>
                  </a:lnTo>
                  <a:lnTo>
                    <a:pt x="523875" y="1655343"/>
                  </a:lnTo>
                  <a:lnTo>
                    <a:pt x="523875" y="1657972"/>
                  </a:lnTo>
                  <a:lnTo>
                    <a:pt x="524344" y="1659102"/>
                  </a:lnTo>
                  <a:lnTo>
                    <a:pt x="526211" y="1660956"/>
                  </a:lnTo>
                  <a:lnTo>
                    <a:pt x="527329" y="1661426"/>
                  </a:lnTo>
                  <a:lnTo>
                    <a:pt x="529958" y="1661426"/>
                  </a:lnTo>
                  <a:lnTo>
                    <a:pt x="531075" y="1660956"/>
                  </a:lnTo>
                  <a:lnTo>
                    <a:pt x="532942" y="1659102"/>
                  </a:lnTo>
                  <a:lnTo>
                    <a:pt x="533400" y="1657972"/>
                  </a:lnTo>
                  <a:lnTo>
                    <a:pt x="533400" y="1655343"/>
                  </a:lnTo>
                  <a:close/>
                </a:path>
                <a:path w="4533900" h="2762885">
                  <a:moveTo>
                    <a:pt x="533400" y="1104709"/>
                  </a:moveTo>
                  <a:lnTo>
                    <a:pt x="532942" y="1103591"/>
                  </a:lnTo>
                  <a:lnTo>
                    <a:pt x="531075" y="1101737"/>
                  </a:lnTo>
                  <a:lnTo>
                    <a:pt x="529958" y="1101267"/>
                  </a:lnTo>
                  <a:lnTo>
                    <a:pt x="527329" y="1101267"/>
                  </a:lnTo>
                  <a:lnTo>
                    <a:pt x="526211" y="1101737"/>
                  </a:lnTo>
                  <a:lnTo>
                    <a:pt x="524344" y="1103591"/>
                  </a:lnTo>
                  <a:lnTo>
                    <a:pt x="523875" y="1104709"/>
                  </a:lnTo>
                  <a:lnTo>
                    <a:pt x="523875" y="1107351"/>
                  </a:lnTo>
                  <a:lnTo>
                    <a:pt x="524344" y="1108468"/>
                  </a:lnTo>
                  <a:lnTo>
                    <a:pt x="526211" y="1110322"/>
                  </a:lnTo>
                  <a:lnTo>
                    <a:pt x="527329" y="1110792"/>
                  </a:lnTo>
                  <a:lnTo>
                    <a:pt x="529958" y="1110792"/>
                  </a:lnTo>
                  <a:lnTo>
                    <a:pt x="531075" y="1110322"/>
                  </a:lnTo>
                  <a:lnTo>
                    <a:pt x="532942" y="1108468"/>
                  </a:lnTo>
                  <a:lnTo>
                    <a:pt x="533400" y="1107351"/>
                  </a:lnTo>
                  <a:lnTo>
                    <a:pt x="533400" y="1104709"/>
                  </a:lnTo>
                  <a:close/>
                </a:path>
                <a:path w="4533900" h="2762885">
                  <a:moveTo>
                    <a:pt x="533400" y="554088"/>
                  </a:moveTo>
                  <a:lnTo>
                    <a:pt x="532942" y="552958"/>
                  </a:lnTo>
                  <a:lnTo>
                    <a:pt x="531075" y="551103"/>
                  </a:lnTo>
                  <a:lnTo>
                    <a:pt x="529958" y="550633"/>
                  </a:lnTo>
                  <a:lnTo>
                    <a:pt x="527329" y="550633"/>
                  </a:lnTo>
                  <a:lnTo>
                    <a:pt x="526211" y="551103"/>
                  </a:lnTo>
                  <a:lnTo>
                    <a:pt x="524344" y="552958"/>
                  </a:lnTo>
                  <a:lnTo>
                    <a:pt x="523875" y="554088"/>
                  </a:lnTo>
                  <a:lnTo>
                    <a:pt x="523875" y="556717"/>
                  </a:lnTo>
                  <a:lnTo>
                    <a:pt x="524344" y="557834"/>
                  </a:lnTo>
                  <a:lnTo>
                    <a:pt x="526211" y="559701"/>
                  </a:lnTo>
                  <a:lnTo>
                    <a:pt x="527329" y="560158"/>
                  </a:lnTo>
                  <a:lnTo>
                    <a:pt x="529958" y="560158"/>
                  </a:lnTo>
                  <a:lnTo>
                    <a:pt x="531075" y="559701"/>
                  </a:lnTo>
                  <a:lnTo>
                    <a:pt x="532942" y="557834"/>
                  </a:lnTo>
                  <a:lnTo>
                    <a:pt x="533400" y="556717"/>
                  </a:lnTo>
                  <a:lnTo>
                    <a:pt x="533400" y="554088"/>
                  </a:lnTo>
                  <a:close/>
                </a:path>
                <a:path w="4533900" h="2762885">
                  <a:moveTo>
                    <a:pt x="533400" y="3454"/>
                  </a:moveTo>
                  <a:lnTo>
                    <a:pt x="532942" y="2324"/>
                  </a:lnTo>
                  <a:lnTo>
                    <a:pt x="531075" y="469"/>
                  </a:lnTo>
                  <a:lnTo>
                    <a:pt x="529958" y="0"/>
                  </a:lnTo>
                  <a:lnTo>
                    <a:pt x="527329" y="0"/>
                  </a:lnTo>
                  <a:lnTo>
                    <a:pt x="526211" y="469"/>
                  </a:lnTo>
                  <a:lnTo>
                    <a:pt x="524344" y="2324"/>
                  </a:lnTo>
                  <a:lnTo>
                    <a:pt x="523875" y="3454"/>
                  </a:lnTo>
                  <a:lnTo>
                    <a:pt x="523875" y="6083"/>
                  </a:lnTo>
                  <a:lnTo>
                    <a:pt x="524344" y="7200"/>
                  </a:lnTo>
                  <a:lnTo>
                    <a:pt x="526211" y="9067"/>
                  </a:lnTo>
                  <a:lnTo>
                    <a:pt x="527329" y="9525"/>
                  </a:lnTo>
                  <a:lnTo>
                    <a:pt x="529958" y="9525"/>
                  </a:lnTo>
                  <a:lnTo>
                    <a:pt x="531075" y="9067"/>
                  </a:lnTo>
                  <a:lnTo>
                    <a:pt x="532942" y="7200"/>
                  </a:lnTo>
                  <a:lnTo>
                    <a:pt x="533400" y="6083"/>
                  </a:lnTo>
                  <a:lnTo>
                    <a:pt x="533400" y="3454"/>
                  </a:lnTo>
                  <a:close/>
                </a:path>
                <a:path w="4533900" h="2762885">
                  <a:moveTo>
                    <a:pt x="581025" y="2756611"/>
                  </a:moveTo>
                  <a:lnTo>
                    <a:pt x="580567" y="2755493"/>
                  </a:lnTo>
                  <a:lnTo>
                    <a:pt x="578700" y="2753626"/>
                  </a:lnTo>
                  <a:lnTo>
                    <a:pt x="577583" y="2753156"/>
                  </a:lnTo>
                  <a:lnTo>
                    <a:pt x="574954" y="2753156"/>
                  </a:lnTo>
                  <a:lnTo>
                    <a:pt x="573836" y="2753626"/>
                  </a:lnTo>
                  <a:lnTo>
                    <a:pt x="571969" y="2755493"/>
                  </a:lnTo>
                  <a:lnTo>
                    <a:pt x="571500" y="2756611"/>
                  </a:lnTo>
                  <a:lnTo>
                    <a:pt x="571500" y="2759240"/>
                  </a:lnTo>
                  <a:lnTo>
                    <a:pt x="571969" y="2760357"/>
                  </a:lnTo>
                  <a:lnTo>
                    <a:pt x="573836" y="2762224"/>
                  </a:lnTo>
                  <a:lnTo>
                    <a:pt x="574954" y="2762681"/>
                  </a:lnTo>
                  <a:lnTo>
                    <a:pt x="577583" y="2762681"/>
                  </a:lnTo>
                  <a:lnTo>
                    <a:pt x="578700" y="2762224"/>
                  </a:lnTo>
                  <a:lnTo>
                    <a:pt x="580567" y="2760357"/>
                  </a:lnTo>
                  <a:lnTo>
                    <a:pt x="581025" y="2759240"/>
                  </a:lnTo>
                  <a:lnTo>
                    <a:pt x="581025" y="2756611"/>
                  </a:lnTo>
                  <a:close/>
                </a:path>
                <a:path w="4533900" h="2762885">
                  <a:moveTo>
                    <a:pt x="581025" y="2205977"/>
                  </a:moveTo>
                  <a:lnTo>
                    <a:pt x="580567" y="2204859"/>
                  </a:lnTo>
                  <a:lnTo>
                    <a:pt x="578700" y="2202992"/>
                  </a:lnTo>
                  <a:lnTo>
                    <a:pt x="577583" y="2202535"/>
                  </a:lnTo>
                  <a:lnTo>
                    <a:pt x="574954" y="2202535"/>
                  </a:lnTo>
                  <a:lnTo>
                    <a:pt x="573836" y="2202992"/>
                  </a:lnTo>
                  <a:lnTo>
                    <a:pt x="571969" y="2204859"/>
                  </a:lnTo>
                  <a:lnTo>
                    <a:pt x="571500" y="2205977"/>
                  </a:lnTo>
                  <a:lnTo>
                    <a:pt x="571500" y="2208606"/>
                  </a:lnTo>
                  <a:lnTo>
                    <a:pt x="571969" y="2209736"/>
                  </a:lnTo>
                  <a:lnTo>
                    <a:pt x="573836" y="2211590"/>
                  </a:lnTo>
                  <a:lnTo>
                    <a:pt x="574954" y="2212060"/>
                  </a:lnTo>
                  <a:lnTo>
                    <a:pt x="577583" y="2212060"/>
                  </a:lnTo>
                  <a:lnTo>
                    <a:pt x="578700" y="2211590"/>
                  </a:lnTo>
                  <a:lnTo>
                    <a:pt x="580567" y="2209736"/>
                  </a:lnTo>
                  <a:lnTo>
                    <a:pt x="581025" y="2208606"/>
                  </a:lnTo>
                  <a:lnTo>
                    <a:pt x="581025" y="2205977"/>
                  </a:lnTo>
                  <a:close/>
                </a:path>
                <a:path w="4533900" h="2762885">
                  <a:moveTo>
                    <a:pt x="581025" y="1655343"/>
                  </a:moveTo>
                  <a:lnTo>
                    <a:pt x="580567" y="1654225"/>
                  </a:lnTo>
                  <a:lnTo>
                    <a:pt x="578700" y="1652358"/>
                  </a:lnTo>
                  <a:lnTo>
                    <a:pt x="577583" y="1651901"/>
                  </a:lnTo>
                  <a:lnTo>
                    <a:pt x="574954" y="1651901"/>
                  </a:lnTo>
                  <a:lnTo>
                    <a:pt x="573836" y="1652358"/>
                  </a:lnTo>
                  <a:lnTo>
                    <a:pt x="571969" y="1654225"/>
                  </a:lnTo>
                  <a:lnTo>
                    <a:pt x="571500" y="1655343"/>
                  </a:lnTo>
                  <a:lnTo>
                    <a:pt x="571500" y="1657972"/>
                  </a:lnTo>
                  <a:lnTo>
                    <a:pt x="571969" y="1659102"/>
                  </a:lnTo>
                  <a:lnTo>
                    <a:pt x="573836" y="1660956"/>
                  </a:lnTo>
                  <a:lnTo>
                    <a:pt x="574954" y="1661426"/>
                  </a:lnTo>
                  <a:lnTo>
                    <a:pt x="577583" y="1661426"/>
                  </a:lnTo>
                  <a:lnTo>
                    <a:pt x="578700" y="1660956"/>
                  </a:lnTo>
                  <a:lnTo>
                    <a:pt x="580567" y="1659102"/>
                  </a:lnTo>
                  <a:lnTo>
                    <a:pt x="581025" y="1657972"/>
                  </a:lnTo>
                  <a:lnTo>
                    <a:pt x="581025" y="1655343"/>
                  </a:lnTo>
                  <a:close/>
                </a:path>
                <a:path w="4533900" h="2762885">
                  <a:moveTo>
                    <a:pt x="581025" y="1104709"/>
                  </a:moveTo>
                  <a:lnTo>
                    <a:pt x="580567" y="1103591"/>
                  </a:lnTo>
                  <a:lnTo>
                    <a:pt x="578700" y="1101737"/>
                  </a:lnTo>
                  <a:lnTo>
                    <a:pt x="577583" y="1101267"/>
                  </a:lnTo>
                  <a:lnTo>
                    <a:pt x="574954" y="1101267"/>
                  </a:lnTo>
                  <a:lnTo>
                    <a:pt x="573836" y="1101737"/>
                  </a:lnTo>
                  <a:lnTo>
                    <a:pt x="571969" y="1103591"/>
                  </a:lnTo>
                  <a:lnTo>
                    <a:pt x="571500" y="1104709"/>
                  </a:lnTo>
                  <a:lnTo>
                    <a:pt x="571500" y="1107351"/>
                  </a:lnTo>
                  <a:lnTo>
                    <a:pt x="571969" y="1108468"/>
                  </a:lnTo>
                  <a:lnTo>
                    <a:pt x="573836" y="1110322"/>
                  </a:lnTo>
                  <a:lnTo>
                    <a:pt x="574954" y="1110792"/>
                  </a:lnTo>
                  <a:lnTo>
                    <a:pt x="577583" y="1110792"/>
                  </a:lnTo>
                  <a:lnTo>
                    <a:pt x="578700" y="1110322"/>
                  </a:lnTo>
                  <a:lnTo>
                    <a:pt x="580567" y="1108468"/>
                  </a:lnTo>
                  <a:lnTo>
                    <a:pt x="581025" y="1107351"/>
                  </a:lnTo>
                  <a:lnTo>
                    <a:pt x="581025" y="1104709"/>
                  </a:lnTo>
                  <a:close/>
                </a:path>
                <a:path w="4533900" h="2762885">
                  <a:moveTo>
                    <a:pt x="581025" y="554088"/>
                  </a:moveTo>
                  <a:lnTo>
                    <a:pt x="580567" y="552958"/>
                  </a:lnTo>
                  <a:lnTo>
                    <a:pt x="578700" y="551103"/>
                  </a:lnTo>
                  <a:lnTo>
                    <a:pt x="577583" y="550633"/>
                  </a:lnTo>
                  <a:lnTo>
                    <a:pt x="574954" y="550633"/>
                  </a:lnTo>
                  <a:lnTo>
                    <a:pt x="573836" y="551103"/>
                  </a:lnTo>
                  <a:lnTo>
                    <a:pt x="571969" y="552958"/>
                  </a:lnTo>
                  <a:lnTo>
                    <a:pt x="571500" y="554088"/>
                  </a:lnTo>
                  <a:lnTo>
                    <a:pt x="571500" y="556717"/>
                  </a:lnTo>
                  <a:lnTo>
                    <a:pt x="571969" y="557834"/>
                  </a:lnTo>
                  <a:lnTo>
                    <a:pt x="573836" y="559701"/>
                  </a:lnTo>
                  <a:lnTo>
                    <a:pt x="574954" y="560158"/>
                  </a:lnTo>
                  <a:lnTo>
                    <a:pt x="577583" y="560158"/>
                  </a:lnTo>
                  <a:lnTo>
                    <a:pt x="578700" y="559701"/>
                  </a:lnTo>
                  <a:lnTo>
                    <a:pt x="580567" y="557834"/>
                  </a:lnTo>
                  <a:lnTo>
                    <a:pt x="581025" y="556717"/>
                  </a:lnTo>
                  <a:lnTo>
                    <a:pt x="581025" y="554088"/>
                  </a:lnTo>
                  <a:close/>
                </a:path>
                <a:path w="4533900" h="2762885">
                  <a:moveTo>
                    <a:pt x="581025" y="3454"/>
                  </a:moveTo>
                  <a:lnTo>
                    <a:pt x="580567" y="2324"/>
                  </a:lnTo>
                  <a:lnTo>
                    <a:pt x="578700" y="469"/>
                  </a:lnTo>
                  <a:lnTo>
                    <a:pt x="577583" y="0"/>
                  </a:lnTo>
                  <a:lnTo>
                    <a:pt x="574954" y="0"/>
                  </a:lnTo>
                  <a:lnTo>
                    <a:pt x="573836" y="469"/>
                  </a:lnTo>
                  <a:lnTo>
                    <a:pt x="571969" y="2324"/>
                  </a:lnTo>
                  <a:lnTo>
                    <a:pt x="571500" y="3454"/>
                  </a:lnTo>
                  <a:lnTo>
                    <a:pt x="571500" y="6083"/>
                  </a:lnTo>
                  <a:lnTo>
                    <a:pt x="571969" y="7200"/>
                  </a:lnTo>
                  <a:lnTo>
                    <a:pt x="573836" y="9067"/>
                  </a:lnTo>
                  <a:lnTo>
                    <a:pt x="574954" y="9525"/>
                  </a:lnTo>
                  <a:lnTo>
                    <a:pt x="577583" y="9525"/>
                  </a:lnTo>
                  <a:lnTo>
                    <a:pt x="578700" y="9067"/>
                  </a:lnTo>
                  <a:lnTo>
                    <a:pt x="580567" y="7200"/>
                  </a:lnTo>
                  <a:lnTo>
                    <a:pt x="581025" y="6083"/>
                  </a:lnTo>
                  <a:lnTo>
                    <a:pt x="581025" y="3454"/>
                  </a:lnTo>
                  <a:close/>
                </a:path>
                <a:path w="4533900" h="2762885">
                  <a:moveTo>
                    <a:pt x="628650" y="2756611"/>
                  </a:moveTo>
                  <a:lnTo>
                    <a:pt x="628192" y="2755493"/>
                  </a:lnTo>
                  <a:lnTo>
                    <a:pt x="626325" y="2753626"/>
                  </a:lnTo>
                  <a:lnTo>
                    <a:pt x="625208" y="2753156"/>
                  </a:lnTo>
                  <a:lnTo>
                    <a:pt x="622579" y="2753156"/>
                  </a:lnTo>
                  <a:lnTo>
                    <a:pt x="621461" y="2753626"/>
                  </a:lnTo>
                  <a:lnTo>
                    <a:pt x="619594" y="2755493"/>
                  </a:lnTo>
                  <a:lnTo>
                    <a:pt x="619125" y="2756611"/>
                  </a:lnTo>
                  <a:lnTo>
                    <a:pt x="619125" y="2759240"/>
                  </a:lnTo>
                  <a:lnTo>
                    <a:pt x="619594" y="2760357"/>
                  </a:lnTo>
                  <a:lnTo>
                    <a:pt x="621461" y="2762224"/>
                  </a:lnTo>
                  <a:lnTo>
                    <a:pt x="622579" y="2762681"/>
                  </a:lnTo>
                  <a:lnTo>
                    <a:pt x="625208" y="2762681"/>
                  </a:lnTo>
                  <a:lnTo>
                    <a:pt x="626325" y="2762224"/>
                  </a:lnTo>
                  <a:lnTo>
                    <a:pt x="628192" y="2760357"/>
                  </a:lnTo>
                  <a:lnTo>
                    <a:pt x="628650" y="2759240"/>
                  </a:lnTo>
                  <a:lnTo>
                    <a:pt x="628650" y="2756611"/>
                  </a:lnTo>
                  <a:close/>
                </a:path>
                <a:path w="4533900" h="2762885">
                  <a:moveTo>
                    <a:pt x="628650" y="2205977"/>
                  </a:moveTo>
                  <a:lnTo>
                    <a:pt x="628192" y="2204859"/>
                  </a:lnTo>
                  <a:lnTo>
                    <a:pt x="626325" y="2202992"/>
                  </a:lnTo>
                  <a:lnTo>
                    <a:pt x="625208" y="2202535"/>
                  </a:lnTo>
                  <a:lnTo>
                    <a:pt x="622579" y="2202535"/>
                  </a:lnTo>
                  <a:lnTo>
                    <a:pt x="621461" y="2202992"/>
                  </a:lnTo>
                  <a:lnTo>
                    <a:pt x="619594" y="2204859"/>
                  </a:lnTo>
                  <a:lnTo>
                    <a:pt x="619125" y="2205977"/>
                  </a:lnTo>
                  <a:lnTo>
                    <a:pt x="619125" y="2208606"/>
                  </a:lnTo>
                  <a:lnTo>
                    <a:pt x="619594" y="2209736"/>
                  </a:lnTo>
                  <a:lnTo>
                    <a:pt x="621461" y="2211590"/>
                  </a:lnTo>
                  <a:lnTo>
                    <a:pt x="622579" y="2212060"/>
                  </a:lnTo>
                  <a:lnTo>
                    <a:pt x="625208" y="2212060"/>
                  </a:lnTo>
                  <a:lnTo>
                    <a:pt x="626325" y="2211590"/>
                  </a:lnTo>
                  <a:lnTo>
                    <a:pt x="628192" y="2209736"/>
                  </a:lnTo>
                  <a:lnTo>
                    <a:pt x="628650" y="2208606"/>
                  </a:lnTo>
                  <a:lnTo>
                    <a:pt x="628650" y="2205977"/>
                  </a:lnTo>
                  <a:close/>
                </a:path>
                <a:path w="4533900" h="2762885">
                  <a:moveTo>
                    <a:pt x="628650" y="1655343"/>
                  </a:moveTo>
                  <a:lnTo>
                    <a:pt x="628192" y="1654225"/>
                  </a:lnTo>
                  <a:lnTo>
                    <a:pt x="626325" y="1652358"/>
                  </a:lnTo>
                  <a:lnTo>
                    <a:pt x="625208" y="1651901"/>
                  </a:lnTo>
                  <a:lnTo>
                    <a:pt x="622579" y="1651901"/>
                  </a:lnTo>
                  <a:lnTo>
                    <a:pt x="621461" y="1652358"/>
                  </a:lnTo>
                  <a:lnTo>
                    <a:pt x="619594" y="1654225"/>
                  </a:lnTo>
                  <a:lnTo>
                    <a:pt x="619125" y="1655343"/>
                  </a:lnTo>
                  <a:lnTo>
                    <a:pt x="619125" y="1657972"/>
                  </a:lnTo>
                  <a:lnTo>
                    <a:pt x="619594" y="1659102"/>
                  </a:lnTo>
                  <a:lnTo>
                    <a:pt x="621461" y="1660956"/>
                  </a:lnTo>
                  <a:lnTo>
                    <a:pt x="622579" y="1661426"/>
                  </a:lnTo>
                  <a:lnTo>
                    <a:pt x="625208" y="1661426"/>
                  </a:lnTo>
                  <a:lnTo>
                    <a:pt x="626325" y="1660956"/>
                  </a:lnTo>
                  <a:lnTo>
                    <a:pt x="628192" y="1659102"/>
                  </a:lnTo>
                  <a:lnTo>
                    <a:pt x="628650" y="1657972"/>
                  </a:lnTo>
                  <a:lnTo>
                    <a:pt x="628650" y="1655343"/>
                  </a:lnTo>
                  <a:close/>
                </a:path>
                <a:path w="4533900" h="2762885">
                  <a:moveTo>
                    <a:pt x="628650" y="1104709"/>
                  </a:moveTo>
                  <a:lnTo>
                    <a:pt x="628192" y="1103591"/>
                  </a:lnTo>
                  <a:lnTo>
                    <a:pt x="626325" y="1101737"/>
                  </a:lnTo>
                  <a:lnTo>
                    <a:pt x="625208" y="1101267"/>
                  </a:lnTo>
                  <a:lnTo>
                    <a:pt x="622579" y="1101267"/>
                  </a:lnTo>
                  <a:lnTo>
                    <a:pt x="621461" y="1101737"/>
                  </a:lnTo>
                  <a:lnTo>
                    <a:pt x="619594" y="1103591"/>
                  </a:lnTo>
                  <a:lnTo>
                    <a:pt x="619125" y="1104709"/>
                  </a:lnTo>
                  <a:lnTo>
                    <a:pt x="619125" y="1107351"/>
                  </a:lnTo>
                  <a:lnTo>
                    <a:pt x="619594" y="1108468"/>
                  </a:lnTo>
                  <a:lnTo>
                    <a:pt x="621461" y="1110322"/>
                  </a:lnTo>
                  <a:lnTo>
                    <a:pt x="622579" y="1110792"/>
                  </a:lnTo>
                  <a:lnTo>
                    <a:pt x="625208" y="1110792"/>
                  </a:lnTo>
                  <a:lnTo>
                    <a:pt x="626325" y="1110322"/>
                  </a:lnTo>
                  <a:lnTo>
                    <a:pt x="628192" y="1108468"/>
                  </a:lnTo>
                  <a:lnTo>
                    <a:pt x="628650" y="1107351"/>
                  </a:lnTo>
                  <a:lnTo>
                    <a:pt x="628650" y="1104709"/>
                  </a:lnTo>
                  <a:close/>
                </a:path>
                <a:path w="4533900" h="2762885">
                  <a:moveTo>
                    <a:pt x="628650" y="554088"/>
                  </a:moveTo>
                  <a:lnTo>
                    <a:pt x="628192" y="552958"/>
                  </a:lnTo>
                  <a:lnTo>
                    <a:pt x="626325" y="551103"/>
                  </a:lnTo>
                  <a:lnTo>
                    <a:pt x="625208" y="550633"/>
                  </a:lnTo>
                  <a:lnTo>
                    <a:pt x="622579" y="550633"/>
                  </a:lnTo>
                  <a:lnTo>
                    <a:pt x="621461" y="551103"/>
                  </a:lnTo>
                  <a:lnTo>
                    <a:pt x="619594" y="552958"/>
                  </a:lnTo>
                  <a:lnTo>
                    <a:pt x="619125" y="554088"/>
                  </a:lnTo>
                  <a:lnTo>
                    <a:pt x="619125" y="556717"/>
                  </a:lnTo>
                  <a:lnTo>
                    <a:pt x="619594" y="557834"/>
                  </a:lnTo>
                  <a:lnTo>
                    <a:pt x="621461" y="559701"/>
                  </a:lnTo>
                  <a:lnTo>
                    <a:pt x="622579" y="560158"/>
                  </a:lnTo>
                  <a:lnTo>
                    <a:pt x="625208" y="560158"/>
                  </a:lnTo>
                  <a:lnTo>
                    <a:pt x="626325" y="559701"/>
                  </a:lnTo>
                  <a:lnTo>
                    <a:pt x="628192" y="557834"/>
                  </a:lnTo>
                  <a:lnTo>
                    <a:pt x="628650" y="556717"/>
                  </a:lnTo>
                  <a:lnTo>
                    <a:pt x="628650" y="554088"/>
                  </a:lnTo>
                  <a:close/>
                </a:path>
                <a:path w="4533900" h="2762885">
                  <a:moveTo>
                    <a:pt x="628650" y="3454"/>
                  </a:moveTo>
                  <a:lnTo>
                    <a:pt x="628192" y="2324"/>
                  </a:lnTo>
                  <a:lnTo>
                    <a:pt x="626325" y="469"/>
                  </a:lnTo>
                  <a:lnTo>
                    <a:pt x="625208" y="0"/>
                  </a:lnTo>
                  <a:lnTo>
                    <a:pt x="622579" y="0"/>
                  </a:lnTo>
                  <a:lnTo>
                    <a:pt x="621461" y="469"/>
                  </a:lnTo>
                  <a:lnTo>
                    <a:pt x="619594" y="2324"/>
                  </a:lnTo>
                  <a:lnTo>
                    <a:pt x="619125" y="3454"/>
                  </a:lnTo>
                  <a:lnTo>
                    <a:pt x="619125" y="6083"/>
                  </a:lnTo>
                  <a:lnTo>
                    <a:pt x="619594" y="7200"/>
                  </a:lnTo>
                  <a:lnTo>
                    <a:pt x="621461" y="9067"/>
                  </a:lnTo>
                  <a:lnTo>
                    <a:pt x="622579" y="9525"/>
                  </a:lnTo>
                  <a:lnTo>
                    <a:pt x="625208" y="9525"/>
                  </a:lnTo>
                  <a:lnTo>
                    <a:pt x="626325" y="9067"/>
                  </a:lnTo>
                  <a:lnTo>
                    <a:pt x="628192" y="7200"/>
                  </a:lnTo>
                  <a:lnTo>
                    <a:pt x="628650" y="6083"/>
                  </a:lnTo>
                  <a:lnTo>
                    <a:pt x="628650" y="3454"/>
                  </a:lnTo>
                  <a:close/>
                </a:path>
                <a:path w="4533900" h="2762885">
                  <a:moveTo>
                    <a:pt x="676275" y="2756611"/>
                  </a:moveTo>
                  <a:lnTo>
                    <a:pt x="675817" y="2755493"/>
                  </a:lnTo>
                  <a:lnTo>
                    <a:pt x="673950" y="2753626"/>
                  </a:lnTo>
                  <a:lnTo>
                    <a:pt x="672833" y="2753156"/>
                  </a:lnTo>
                  <a:lnTo>
                    <a:pt x="670204" y="2753156"/>
                  </a:lnTo>
                  <a:lnTo>
                    <a:pt x="669086" y="2753626"/>
                  </a:lnTo>
                  <a:lnTo>
                    <a:pt x="667219" y="2755493"/>
                  </a:lnTo>
                  <a:lnTo>
                    <a:pt x="666750" y="2756611"/>
                  </a:lnTo>
                  <a:lnTo>
                    <a:pt x="666750" y="2759240"/>
                  </a:lnTo>
                  <a:lnTo>
                    <a:pt x="667219" y="2760357"/>
                  </a:lnTo>
                  <a:lnTo>
                    <a:pt x="669086" y="2762224"/>
                  </a:lnTo>
                  <a:lnTo>
                    <a:pt x="670204" y="2762681"/>
                  </a:lnTo>
                  <a:lnTo>
                    <a:pt x="672833" y="2762681"/>
                  </a:lnTo>
                  <a:lnTo>
                    <a:pt x="673950" y="2762224"/>
                  </a:lnTo>
                  <a:lnTo>
                    <a:pt x="675817" y="2760357"/>
                  </a:lnTo>
                  <a:lnTo>
                    <a:pt x="676275" y="2759240"/>
                  </a:lnTo>
                  <a:lnTo>
                    <a:pt x="676275" y="2756611"/>
                  </a:lnTo>
                  <a:close/>
                </a:path>
                <a:path w="4533900" h="2762885">
                  <a:moveTo>
                    <a:pt x="676275" y="2205977"/>
                  </a:moveTo>
                  <a:lnTo>
                    <a:pt x="675817" y="2204859"/>
                  </a:lnTo>
                  <a:lnTo>
                    <a:pt x="673950" y="2202992"/>
                  </a:lnTo>
                  <a:lnTo>
                    <a:pt x="672833" y="2202535"/>
                  </a:lnTo>
                  <a:lnTo>
                    <a:pt x="670204" y="2202535"/>
                  </a:lnTo>
                  <a:lnTo>
                    <a:pt x="669086" y="2202992"/>
                  </a:lnTo>
                  <a:lnTo>
                    <a:pt x="667219" y="2204859"/>
                  </a:lnTo>
                  <a:lnTo>
                    <a:pt x="666750" y="2205977"/>
                  </a:lnTo>
                  <a:lnTo>
                    <a:pt x="666750" y="2208606"/>
                  </a:lnTo>
                  <a:lnTo>
                    <a:pt x="667219" y="2209736"/>
                  </a:lnTo>
                  <a:lnTo>
                    <a:pt x="669086" y="2211590"/>
                  </a:lnTo>
                  <a:lnTo>
                    <a:pt x="670204" y="2212060"/>
                  </a:lnTo>
                  <a:lnTo>
                    <a:pt x="672833" y="2212060"/>
                  </a:lnTo>
                  <a:lnTo>
                    <a:pt x="673950" y="2211590"/>
                  </a:lnTo>
                  <a:lnTo>
                    <a:pt x="675817" y="2209736"/>
                  </a:lnTo>
                  <a:lnTo>
                    <a:pt x="676275" y="2208606"/>
                  </a:lnTo>
                  <a:lnTo>
                    <a:pt x="676275" y="2205977"/>
                  </a:lnTo>
                  <a:close/>
                </a:path>
                <a:path w="4533900" h="2762885">
                  <a:moveTo>
                    <a:pt x="676275" y="1655343"/>
                  </a:moveTo>
                  <a:lnTo>
                    <a:pt x="675817" y="1654225"/>
                  </a:lnTo>
                  <a:lnTo>
                    <a:pt x="673950" y="1652358"/>
                  </a:lnTo>
                  <a:lnTo>
                    <a:pt x="672833" y="1651901"/>
                  </a:lnTo>
                  <a:lnTo>
                    <a:pt x="670204" y="1651901"/>
                  </a:lnTo>
                  <a:lnTo>
                    <a:pt x="669086" y="1652358"/>
                  </a:lnTo>
                  <a:lnTo>
                    <a:pt x="667219" y="1654225"/>
                  </a:lnTo>
                  <a:lnTo>
                    <a:pt x="666750" y="1655343"/>
                  </a:lnTo>
                  <a:lnTo>
                    <a:pt x="666750" y="1657972"/>
                  </a:lnTo>
                  <a:lnTo>
                    <a:pt x="667219" y="1659102"/>
                  </a:lnTo>
                  <a:lnTo>
                    <a:pt x="669086" y="1660956"/>
                  </a:lnTo>
                  <a:lnTo>
                    <a:pt x="670204" y="1661426"/>
                  </a:lnTo>
                  <a:lnTo>
                    <a:pt x="672833" y="1661426"/>
                  </a:lnTo>
                  <a:lnTo>
                    <a:pt x="673950" y="1660956"/>
                  </a:lnTo>
                  <a:lnTo>
                    <a:pt x="675817" y="1659102"/>
                  </a:lnTo>
                  <a:lnTo>
                    <a:pt x="676275" y="1657972"/>
                  </a:lnTo>
                  <a:lnTo>
                    <a:pt x="676275" y="1655343"/>
                  </a:lnTo>
                  <a:close/>
                </a:path>
                <a:path w="4533900" h="2762885">
                  <a:moveTo>
                    <a:pt x="676275" y="1104709"/>
                  </a:moveTo>
                  <a:lnTo>
                    <a:pt x="675817" y="1103591"/>
                  </a:lnTo>
                  <a:lnTo>
                    <a:pt x="673950" y="1101737"/>
                  </a:lnTo>
                  <a:lnTo>
                    <a:pt x="672833" y="1101267"/>
                  </a:lnTo>
                  <a:lnTo>
                    <a:pt x="670204" y="1101267"/>
                  </a:lnTo>
                  <a:lnTo>
                    <a:pt x="669086" y="1101737"/>
                  </a:lnTo>
                  <a:lnTo>
                    <a:pt x="667219" y="1103591"/>
                  </a:lnTo>
                  <a:lnTo>
                    <a:pt x="666750" y="1104709"/>
                  </a:lnTo>
                  <a:lnTo>
                    <a:pt x="666750" y="1107351"/>
                  </a:lnTo>
                  <a:lnTo>
                    <a:pt x="667219" y="1108468"/>
                  </a:lnTo>
                  <a:lnTo>
                    <a:pt x="669086" y="1110322"/>
                  </a:lnTo>
                  <a:lnTo>
                    <a:pt x="670204" y="1110792"/>
                  </a:lnTo>
                  <a:lnTo>
                    <a:pt x="672833" y="1110792"/>
                  </a:lnTo>
                  <a:lnTo>
                    <a:pt x="673950" y="1110322"/>
                  </a:lnTo>
                  <a:lnTo>
                    <a:pt x="675817" y="1108468"/>
                  </a:lnTo>
                  <a:lnTo>
                    <a:pt x="676275" y="1107351"/>
                  </a:lnTo>
                  <a:lnTo>
                    <a:pt x="676275" y="1104709"/>
                  </a:lnTo>
                  <a:close/>
                </a:path>
                <a:path w="4533900" h="2762885">
                  <a:moveTo>
                    <a:pt x="676275" y="554088"/>
                  </a:moveTo>
                  <a:lnTo>
                    <a:pt x="675817" y="552958"/>
                  </a:lnTo>
                  <a:lnTo>
                    <a:pt x="673950" y="551103"/>
                  </a:lnTo>
                  <a:lnTo>
                    <a:pt x="672833" y="550633"/>
                  </a:lnTo>
                  <a:lnTo>
                    <a:pt x="670204" y="550633"/>
                  </a:lnTo>
                  <a:lnTo>
                    <a:pt x="669086" y="551103"/>
                  </a:lnTo>
                  <a:lnTo>
                    <a:pt x="667219" y="552958"/>
                  </a:lnTo>
                  <a:lnTo>
                    <a:pt x="666750" y="554088"/>
                  </a:lnTo>
                  <a:lnTo>
                    <a:pt x="666750" y="556717"/>
                  </a:lnTo>
                  <a:lnTo>
                    <a:pt x="667219" y="557834"/>
                  </a:lnTo>
                  <a:lnTo>
                    <a:pt x="669086" y="559701"/>
                  </a:lnTo>
                  <a:lnTo>
                    <a:pt x="670204" y="560158"/>
                  </a:lnTo>
                  <a:lnTo>
                    <a:pt x="672833" y="560158"/>
                  </a:lnTo>
                  <a:lnTo>
                    <a:pt x="673950" y="559701"/>
                  </a:lnTo>
                  <a:lnTo>
                    <a:pt x="675817" y="557834"/>
                  </a:lnTo>
                  <a:lnTo>
                    <a:pt x="676275" y="556717"/>
                  </a:lnTo>
                  <a:lnTo>
                    <a:pt x="676275" y="554088"/>
                  </a:lnTo>
                  <a:close/>
                </a:path>
                <a:path w="4533900" h="2762885">
                  <a:moveTo>
                    <a:pt x="676275" y="3454"/>
                  </a:moveTo>
                  <a:lnTo>
                    <a:pt x="675817" y="2324"/>
                  </a:lnTo>
                  <a:lnTo>
                    <a:pt x="673950" y="469"/>
                  </a:lnTo>
                  <a:lnTo>
                    <a:pt x="672833" y="0"/>
                  </a:lnTo>
                  <a:lnTo>
                    <a:pt x="670204" y="0"/>
                  </a:lnTo>
                  <a:lnTo>
                    <a:pt x="669086" y="469"/>
                  </a:lnTo>
                  <a:lnTo>
                    <a:pt x="667219" y="2324"/>
                  </a:lnTo>
                  <a:lnTo>
                    <a:pt x="666750" y="3454"/>
                  </a:lnTo>
                  <a:lnTo>
                    <a:pt x="666750" y="6083"/>
                  </a:lnTo>
                  <a:lnTo>
                    <a:pt x="667219" y="7200"/>
                  </a:lnTo>
                  <a:lnTo>
                    <a:pt x="669086" y="9067"/>
                  </a:lnTo>
                  <a:lnTo>
                    <a:pt x="670204" y="9525"/>
                  </a:lnTo>
                  <a:lnTo>
                    <a:pt x="672833" y="9525"/>
                  </a:lnTo>
                  <a:lnTo>
                    <a:pt x="673950" y="9067"/>
                  </a:lnTo>
                  <a:lnTo>
                    <a:pt x="675817" y="7200"/>
                  </a:lnTo>
                  <a:lnTo>
                    <a:pt x="676275" y="6083"/>
                  </a:lnTo>
                  <a:lnTo>
                    <a:pt x="676275" y="3454"/>
                  </a:lnTo>
                  <a:close/>
                </a:path>
                <a:path w="4533900" h="2762885">
                  <a:moveTo>
                    <a:pt x="723900" y="2756611"/>
                  </a:moveTo>
                  <a:lnTo>
                    <a:pt x="723442" y="2755493"/>
                  </a:lnTo>
                  <a:lnTo>
                    <a:pt x="721575" y="2753626"/>
                  </a:lnTo>
                  <a:lnTo>
                    <a:pt x="720458" y="2753156"/>
                  </a:lnTo>
                  <a:lnTo>
                    <a:pt x="717829" y="2753156"/>
                  </a:lnTo>
                  <a:lnTo>
                    <a:pt x="716711" y="2753626"/>
                  </a:lnTo>
                  <a:lnTo>
                    <a:pt x="714844" y="2755493"/>
                  </a:lnTo>
                  <a:lnTo>
                    <a:pt x="714375" y="2756611"/>
                  </a:lnTo>
                  <a:lnTo>
                    <a:pt x="714375" y="2759240"/>
                  </a:lnTo>
                  <a:lnTo>
                    <a:pt x="714844" y="2760357"/>
                  </a:lnTo>
                  <a:lnTo>
                    <a:pt x="716711" y="2762224"/>
                  </a:lnTo>
                  <a:lnTo>
                    <a:pt x="717829" y="2762681"/>
                  </a:lnTo>
                  <a:lnTo>
                    <a:pt x="720458" y="2762681"/>
                  </a:lnTo>
                  <a:lnTo>
                    <a:pt x="721575" y="2762224"/>
                  </a:lnTo>
                  <a:lnTo>
                    <a:pt x="723442" y="2760357"/>
                  </a:lnTo>
                  <a:lnTo>
                    <a:pt x="723900" y="2759240"/>
                  </a:lnTo>
                  <a:lnTo>
                    <a:pt x="723900" y="2756611"/>
                  </a:lnTo>
                  <a:close/>
                </a:path>
                <a:path w="4533900" h="2762885">
                  <a:moveTo>
                    <a:pt x="723900" y="2205977"/>
                  </a:moveTo>
                  <a:lnTo>
                    <a:pt x="723442" y="2204859"/>
                  </a:lnTo>
                  <a:lnTo>
                    <a:pt x="721575" y="2202992"/>
                  </a:lnTo>
                  <a:lnTo>
                    <a:pt x="720458" y="2202535"/>
                  </a:lnTo>
                  <a:lnTo>
                    <a:pt x="717829" y="2202535"/>
                  </a:lnTo>
                  <a:lnTo>
                    <a:pt x="716711" y="2202992"/>
                  </a:lnTo>
                  <a:lnTo>
                    <a:pt x="714844" y="2204859"/>
                  </a:lnTo>
                  <a:lnTo>
                    <a:pt x="714375" y="2205977"/>
                  </a:lnTo>
                  <a:lnTo>
                    <a:pt x="714375" y="2208606"/>
                  </a:lnTo>
                  <a:lnTo>
                    <a:pt x="714844" y="2209736"/>
                  </a:lnTo>
                  <a:lnTo>
                    <a:pt x="716711" y="2211590"/>
                  </a:lnTo>
                  <a:lnTo>
                    <a:pt x="717829" y="2212060"/>
                  </a:lnTo>
                  <a:lnTo>
                    <a:pt x="720458" y="2212060"/>
                  </a:lnTo>
                  <a:lnTo>
                    <a:pt x="721575" y="2211590"/>
                  </a:lnTo>
                  <a:lnTo>
                    <a:pt x="723442" y="2209736"/>
                  </a:lnTo>
                  <a:lnTo>
                    <a:pt x="723900" y="2208606"/>
                  </a:lnTo>
                  <a:lnTo>
                    <a:pt x="723900" y="2205977"/>
                  </a:lnTo>
                  <a:close/>
                </a:path>
                <a:path w="4533900" h="2762885">
                  <a:moveTo>
                    <a:pt x="723900" y="1655343"/>
                  </a:moveTo>
                  <a:lnTo>
                    <a:pt x="723442" y="1654225"/>
                  </a:lnTo>
                  <a:lnTo>
                    <a:pt x="721575" y="1652358"/>
                  </a:lnTo>
                  <a:lnTo>
                    <a:pt x="720458" y="1651901"/>
                  </a:lnTo>
                  <a:lnTo>
                    <a:pt x="717829" y="1651901"/>
                  </a:lnTo>
                  <a:lnTo>
                    <a:pt x="716711" y="1652358"/>
                  </a:lnTo>
                  <a:lnTo>
                    <a:pt x="714844" y="1654225"/>
                  </a:lnTo>
                  <a:lnTo>
                    <a:pt x="714375" y="1655343"/>
                  </a:lnTo>
                  <a:lnTo>
                    <a:pt x="714375" y="1657972"/>
                  </a:lnTo>
                  <a:lnTo>
                    <a:pt x="714844" y="1659102"/>
                  </a:lnTo>
                  <a:lnTo>
                    <a:pt x="716711" y="1660956"/>
                  </a:lnTo>
                  <a:lnTo>
                    <a:pt x="717829" y="1661426"/>
                  </a:lnTo>
                  <a:lnTo>
                    <a:pt x="720458" y="1661426"/>
                  </a:lnTo>
                  <a:lnTo>
                    <a:pt x="721575" y="1660956"/>
                  </a:lnTo>
                  <a:lnTo>
                    <a:pt x="723442" y="1659102"/>
                  </a:lnTo>
                  <a:lnTo>
                    <a:pt x="723900" y="1657972"/>
                  </a:lnTo>
                  <a:lnTo>
                    <a:pt x="723900" y="1655343"/>
                  </a:lnTo>
                  <a:close/>
                </a:path>
                <a:path w="4533900" h="2762885">
                  <a:moveTo>
                    <a:pt x="723900" y="1104709"/>
                  </a:moveTo>
                  <a:lnTo>
                    <a:pt x="723442" y="1103591"/>
                  </a:lnTo>
                  <a:lnTo>
                    <a:pt x="721575" y="1101737"/>
                  </a:lnTo>
                  <a:lnTo>
                    <a:pt x="720458" y="1101267"/>
                  </a:lnTo>
                  <a:lnTo>
                    <a:pt x="717829" y="1101267"/>
                  </a:lnTo>
                  <a:lnTo>
                    <a:pt x="716711" y="1101737"/>
                  </a:lnTo>
                  <a:lnTo>
                    <a:pt x="714844" y="1103591"/>
                  </a:lnTo>
                  <a:lnTo>
                    <a:pt x="714375" y="1104709"/>
                  </a:lnTo>
                  <a:lnTo>
                    <a:pt x="714375" y="1107351"/>
                  </a:lnTo>
                  <a:lnTo>
                    <a:pt x="714844" y="1108468"/>
                  </a:lnTo>
                  <a:lnTo>
                    <a:pt x="716711" y="1110322"/>
                  </a:lnTo>
                  <a:lnTo>
                    <a:pt x="717829" y="1110792"/>
                  </a:lnTo>
                  <a:lnTo>
                    <a:pt x="720458" y="1110792"/>
                  </a:lnTo>
                  <a:lnTo>
                    <a:pt x="721575" y="1110322"/>
                  </a:lnTo>
                  <a:lnTo>
                    <a:pt x="723442" y="1108468"/>
                  </a:lnTo>
                  <a:lnTo>
                    <a:pt x="723900" y="1107351"/>
                  </a:lnTo>
                  <a:lnTo>
                    <a:pt x="723900" y="1104709"/>
                  </a:lnTo>
                  <a:close/>
                </a:path>
                <a:path w="4533900" h="2762885">
                  <a:moveTo>
                    <a:pt x="723900" y="554088"/>
                  </a:moveTo>
                  <a:lnTo>
                    <a:pt x="723442" y="552958"/>
                  </a:lnTo>
                  <a:lnTo>
                    <a:pt x="721575" y="551103"/>
                  </a:lnTo>
                  <a:lnTo>
                    <a:pt x="720458" y="550633"/>
                  </a:lnTo>
                  <a:lnTo>
                    <a:pt x="717829" y="550633"/>
                  </a:lnTo>
                  <a:lnTo>
                    <a:pt x="716711" y="551103"/>
                  </a:lnTo>
                  <a:lnTo>
                    <a:pt x="714844" y="552958"/>
                  </a:lnTo>
                  <a:lnTo>
                    <a:pt x="714375" y="554088"/>
                  </a:lnTo>
                  <a:lnTo>
                    <a:pt x="714375" y="556717"/>
                  </a:lnTo>
                  <a:lnTo>
                    <a:pt x="714844" y="557834"/>
                  </a:lnTo>
                  <a:lnTo>
                    <a:pt x="716711" y="559701"/>
                  </a:lnTo>
                  <a:lnTo>
                    <a:pt x="717829" y="560158"/>
                  </a:lnTo>
                  <a:lnTo>
                    <a:pt x="720458" y="560158"/>
                  </a:lnTo>
                  <a:lnTo>
                    <a:pt x="721575" y="559701"/>
                  </a:lnTo>
                  <a:lnTo>
                    <a:pt x="723442" y="557834"/>
                  </a:lnTo>
                  <a:lnTo>
                    <a:pt x="723900" y="556717"/>
                  </a:lnTo>
                  <a:lnTo>
                    <a:pt x="723900" y="554088"/>
                  </a:lnTo>
                  <a:close/>
                </a:path>
                <a:path w="4533900" h="2762885">
                  <a:moveTo>
                    <a:pt x="723900" y="3454"/>
                  </a:moveTo>
                  <a:lnTo>
                    <a:pt x="723442" y="2324"/>
                  </a:lnTo>
                  <a:lnTo>
                    <a:pt x="721575" y="469"/>
                  </a:lnTo>
                  <a:lnTo>
                    <a:pt x="720458" y="0"/>
                  </a:lnTo>
                  <a:lnTo>
                    <a:pt x="717829" y="0"/>
                  </a:lnTo>
                  <a:lnTo>
                    <a:pt x="716711" y="469"/>
                  </a:lnTo>
                  <a:lnTo>
                    <a:pt x="714844" y="2324"/>
                  </a:lnTo>
                  <a:lnTo>
                    <a:pt x="714375" y="3454"/>
                  </a:lnTo>
                  <a:lnTo>
                    <a:pt x="714375" y="6083"/>
                  </a:lnTo>
                  <a:lnTo>
                    <a:pt x="714844" y="7200"/>
                  </a:lnTo>
                  <a:lnTo>
                    <a:pt x="716711" y="9067"/>
                  </a:lnTo>
                  <a:lnTo>
                    <a:pt x="717829" y="9525"/>
                  </a:lnTo>
                  <a:lnTo>
                    <a:pt x="720458" y="9525"/>
                  </a:lnTo>
                  <a:lnTo>
                    <a:pt x="721575" y="9067"/>
                  </a:lnTo>
                  <a:lnTo>
                    <a:pt x="723442" y="7200"/>
                  </a:lnTo>
                  <a:lnTo>
                    <a:pt x="723900" y="6083"/>
                  </a:lnTo>
                  <a:lnTo>
                    <a:pt x="723900" y="3454"/>
                  </a:lnTo>
                  <a:close/>
                </a:path>
                <a:path w="4533900" h="2762885">
                  <a:moveTo>
                    <a:pt x="771525" y="2756611"/>
                  </a:moveTo>
                  <a:lnTo>
                    <a:pt x="771067" y="2755493"/>
                  </a:lnTo>
                  <a:lnTo>
                    <a:pt x="769200" y="2753626"/>
                  </a:lnTo>
                  <a:lnTo>
                    <a:pt x="768083" y="2753156"/>
                  </a:lnTo>
                  <a:lnTo>
                    <a:pt x="765454" y="2753156"/>
                  </a:lnTo>
                  <a:lnTo>
                    <a:pt x="764336" y="2753626"/>
                  </a:lnTo>
                  <a:lnTo>
                    <a:pt x="762469" y="2755493"/>
                  </a:lnTo>
                  <a:lnTo>
                    <a:pt x="762000" y="2756611"/>
                  </a:lnTo>
                  <a:lnTo>
                    <a:pt x="762000" y="2759240"/>
                  </a:lnTo>
                  <a:lnTo>
                    <a:pt x="762469" y="2760357"/>
                  </a:lnTo>
                  <a:lnTo>
                    <a:pt x="764336" y="2762224"/>
                  </a:lnTo>
                  <a:lnTo>
                    <a:pt x="765454" y="2762681"/>
                  </a:lnTo>
                  <a:lnTo>
                    <a:pt x="768083" y="2762681"/>
                  </a:lnTo>
                  <a:lnTo>
                    <a:pt x="769200" y="2762224"/>
                  </a:lnTo>
                  <a:lnTo>
                    <a:pt x="771067" y="2760357"/>
                  </a:lnTo>
                  <a:lnTo>
                    <a:pt x="771525" y="2759240"/>
                  </a:lnTo>
                  <a:lnTo>
                    <a:pt x="771525" y="2756611"/>
                  </a:lnTo>
                  <a:close/>
                </a:path>
                <a:path w="4533900" h="2762885">
                  <a:moveTo>
                    <a:pt x="771525" y="2205977"/>
                  </a:moveTo>
                  <a:lnTo>
                    <a:pt x="771067" y="2204859"/>
                  </a:lnTo>
                  <a:lnTo>
                    <a:pt x="769200" y="2202992"/>
                  </a:lnTo>
                  <a:lnTo>
                    <a:pt x="768083" y="2202535"/>
                  </a:lnTo>
                  <a:lnTo>
                    <a:pt x="765454" y="2202535"/>
                  </a:lnTo>
                  <a:lnTo>
                    <a:pt x="764336" y="2202992"/>
                  </a:lnTo>
                  <a:lnTo>
                    <a:pt x="762469" y="2204859"/>
                  </a:lnTo>
                  <a:lnTo>
                    <a:pt x="762000" y="2205977"/>
                  </a:lnTo>
                  <a:lnTo>
                    <a:pt x="762000" y="2208606"/>
                  </a:lnTo>
                  <a:lnTo>
                    <a:pt x="762469" y="2209736"/>
                  </a:lnTo>
                  <a:lnTo>
                    <a:pt x="764336" y="2211590"/>
                  </a:lnTo>
                  <a:lnTo>
                    <a:pt x="765454" y="2212060"/>
                  </a:lnTo>
                  <a:lnTo>
                    <a:pt x="768083" y="2212060"/>
                  </a:lnTo>
                  <a:lnTo>
                    <a:pt x="769200" y="2211590"/>
                  </a:lnTo>
                  <a:lnTo>
                    <a:pt x="771067" y="2209736"/>
                  </a:lnTo>
                  <a:lnTo>
                    <a:pt x="771525" y="2208606"/>
                  </a:lnTo>
                  <a:lnTo>
                    <a:pt x="771525" y="2205977"/>
                  </a:lnTo>
                  <a:close/>
                </a:path>
                <a:path w="4533900" h="2762885">
                  <a:moveTo>
                    <a:pt x="771525" y="1655343"/>
                  </a:moveTo>
                  <a:lnTo>
                    <a:pt x="771067" y="1654225"/>
                  </a:lnTo>
                  <a:lnTo>
                    <a:pt x="769200" y="1652358"/>
                  </a:lnTo>
                  <a:lnTo>
                    <a:pt x="768083" y="1651901"/>
                  </a:lnTo>
                  <a:lnTo>
                    <a:pt x="765454" y="1651901"/>
                  </a:lnTo>
                  <a:lnTo>
                    <a:pt x="764336" y="1652358"/>
                  </a:lnTo>
                  <a:lnTo>
                    <a:pt x="762469" y="1654225"/>
                  </a:lnTo>
                  <a:lnTo>
                    <a:pt x="762000" y="1655343"/>
                  </a:lnTo>
                  <a:lnTo>
                    <a:pt x="762000" y="1657972"/>
                  </a:lnTo>
                  <a:lnTo>
                    <a:pt x="762469" y="1659102"/>
                  </a:lnTo>
                  <a:lnTo>
                    <a:pt x="764336" y="1660956"/>
                  </a:lnTo>
                  <a:lnTo>
                    <a:pt x="765454" y="1661426"/>
                  </a:lnTo>
                  <a:lnTo>
                    <a:pt x="768083" y="1661426"/>
                  </a:lnTo>
                  <a:lnTo>
                    <a:pt x="769200" y="1660956"/>
                  </a:lnTo>
                  <a:lnTo>
                    <a:pt x="771067" y="1659102"/>
                  </a:lnTo>
                  <a:lnTo>
                    <a:pt x="771525" y="1657972"/>
                  </a:lnTo>
                  <a:lnTo>
                    <a:pt x="771525" y="1655343"/>
                  </a:lnTo>
                  <a:close/>
                </a:path>
                <a:path w="4533900" h="2762885">
                  <a:moveTo>
                    <a:pt x="771525" y="1104709"/>
                  </a:moveTo>
                  <a:lnTo>
                    <a:pt x="771067" y="1103591"/>
                  </a:lnTo>
                  <a:lnTo>
                    <a:pt x="769200" y="1101737"/>
                  </a:lnTo>
                  <a:lnTo>
                    <a:pt x="768083" y="1101267"/>
                  </a:lnTo>
                  <a:lnTo>
                    <a:pt x="765454" y="1101267"/>
                  </a:lnTo>
                  <a:lnTo>
                    <a:pt x="764336" y="1101737"/>
                  </a:lnTo>
                  <a:lnTo>
                    <a:pt x="762469" y="1103591"/>
                  </a:lnTo>
                  <a:lnTo>
                    <a:pt x="762000" y="1104709"/>
                  </a:lnTo>
                  <a:lnTo>
                    <a:pt x="762000" y="1107351"/>
                  </a:lnTo>
                  <a:lnTo>
                    <a:pt x="762469" y="1108468"/>
                  </a:lnTo>
                  <a:lnTo>
                    <a:pt x="764336" y="1110322"/>
                  </a:lnTo>
                  <a:lnTo>
                    <a:pt x="765454" y="1110792"/>
                  </a:lnTo>
                  <a:lnTo>
                    <a:pt x="768083" y="1110792"/>
                  </a:lnTo>
                  <a:lnTo>
                    <a:pt x="769200" y="1110322"/>
                  </a:lnTo>
                  <a:lnTo>
                    <a:pt x="771067" y="1108468"/>
                  </a:lnTo>
                  <a:lnTo>
                    <a:pt x="771525" y="1107351"/>
                  </a:lnTo>
                  <a:lnTo>
                    <a:pt x="771525" y="1104709"/>
                  </a:lnTo>
                  <a:close/>
                </a:path>
                <a:path w="4533900" h="2762885">
                  <a:moveTo>
                    <a:pt x="771525" y="554088"/>
                  </a:moveTo>
                  <a:lnTo>
                    <a:pt x="771067" y="552958"/>
                  </a:lnTo>
                  <a:lnTo>
                    <a:pt x="769200" y="551103"/>
                  </a:lnTo>
                  <a:lnTo>
                    <a:pt x="768083" y="550633"/>
                  </a:lnTo>
                  <a:lnTo>
                    <a:pt x="765454" y="550633"/>
                  </a:lnTo>
                  <a:lnTo>
                    <a:pt x="764336" y="551103"/>
                  </a:lnTo>
                  <a:lnTo>
                    <a:pt x="762469" y="552958"/>
                  </a:lnTo>
                  <a:lnTo>
                    <a:pt x="762000" y="554088"/>
                  </a:lnTo>
                  <a:lnTo>
                    <a:pt x="762000" y="556717"/>
                  </a:lnTo>
                  <a:lnTo>
                    <a:pt x="762469" y="557834"/>
                  </a:lnTo>
                  <a:lnTo>
                    <a:pt x="764336" y="559701"/>
                  </a:lnTo>
                  <a:lnTo>
                    <a:pt x="765454" y="560158"/>
                  </a:lnTo>
                  <a:lnTo>
                    <a:pt x="768083" y="560158"/>
                  </a:lnTo>
                  <a:lnTo>
                    <a:pt x="769200" y="559701"/>
                  </a:lnTo>
                  <a:lnTo>
                    <a:pt x="771067" y="557834"/>
                  </a:lnTo>
                  <a:lnTo>
                    <a:pt x="771525" y="556717"/>
                  </a:lnTo>
                  <a:lnTo>
                    <a:pt x="771525" y="554088"/>
                  </a:lnTo>
                  <a:close/>
                </a:path>
                <a:path w="4533900" h="2762885">
                  <a:moveTo>
                    <a:pt x="771525" y="3454"/>
                  </a:moveTo>
                  <a:lnTo>
                    <a:pt x="771067" y="2324"/>
                  </a:lnTo>
                  <a:lnTo>
                    <a:pt x="769200" y="469"/>
                  </a:lnTo>
                  <a:lnTo>
                    <a:pt x="768083" y="0"/>
                  </a:lnTo>
                  <a:lnTo>
                    <a:pt x="765454" y="0"/>
                  </a:lnTo>
                  <a:lnTo>
                    <a:pt x="764336" y="469"/>
                  </a:lnTo>
                  <a:lnTo>
                    <a:pt x="762469" y="2324"/>
                  </a:lnTo>
                  <a:lnTo>
                    <a:pt x="762000" y="3454"/>
                  </a:lnTo>
                  <a:lnTo>
                    <a:pt x="762000" y="6083"/>
                  </a:lnTo>
                  <a:lnTo>
                    <a:pt x="762469" y="7200"/>
                  </a:lnTo>
                  <a:lnTo>
                    <a:pt x="764336" y="9067"/>
                  </a:lnTo>
                  <a:lnTo>
                    <a:pt x="765454" y="9525"/>
                  </a:lnTo>
                  <a:lnTo>
                    <a:pt x="768083" y="9525"/>
                  </a:lnTo>
                  <a:lnTo>
                    <a:pt x="769200" y="9067"/>
                  </a:lnTo>
                  <a:lnTo>
                    <a:pt x="771067" y="7200"/>
                  </a:lnTo>
                  <a:lnTo>
                    <a:pt x="771525" y="6083"/>
                  </a:lnTo>
                  <a:lnTo>
                    <a:pt x="771525" y="3454"/>
                  </a:lnTo>
                  <a:close/>
                </a:path>
                <a:path w="4533900" h="2762885">
                  <a:moveTo>
                    <a:pt x="819150" y="2756611"/>
                  </a:moveTo>
                  <a:lnTo>
                    <a:pt x="818692" y="2755493"/>
                  </a:lnTo>
                  <a:lnTo>
                    <a:pt x="816825" y="2753626"/>
                  </a:lnTo>
                  <a:lnTo>
                    <a:pt x="815708" y="2753156"/>
                  </a:lnTo>
                  <a:lnTo>
                    <a:pt x="813079" y="2753156"/>
                  </a:lnTo>
                  <a:lnTo>
                    <a:pt x="811961" y="2753626"/>
                  </a:lnTo>
                  <a:lnTo>
                    <a:pt x="810094" y="2755493"/>
                  </a:lnTo>
                  <a:lnTo>
                    <a:pt x="809625" y="2756611"/>
                  </a:lnTo>
                  <a:lnTo>
                    <a:pt x="809625" y="2759240"/>
                  </a:lnTo>
                  <a:lnTo>
                    <a:pt x="810094" y="2760357"/>
                  </a:lnTo>
                  <a:lnTo>
                    <a:pt x="811961" y="2762224"/>
                  </a:lnTo>
                  <a:lnTo>
                    <a:pt x="813079" y="2762681"/>
                  </a:lnTo>
                  <a:lnTo>
                    <a:pt x="815708" y="2762681"/>
                  </a:lnTo>
                  <a:lnTo>
                    <a:pt x="816825" y="2762224"/>
                  </a:lnTo>
                  <a:lnTo>
                    <a:pt x="818692" y="2760357"/>
                  </a:lnTo>
                  <a:lnTo>
                    <a:pt x="819150" y="2759240"/>
                  </a:lnTo>
                  <a:lnTo>
                    <a:pt x="819150" y="2756611"/>
                  </a:lnTo>
                  <a:close/>
                </a:path>
                <a:path w="4533900" h="2762885">
                  <a:moveTo>
                    <a:pt x="819150" y="2205977"/>
                  </a:moveTo>
                  <a:lnTo>
                    <a:pt x="818692" y="2204859"/>
                  </a:lnTo>
                  <a:lnTo>
                    <a:pt x="816825" y="2202992"/>
                  </a:lnTo>
                  <a:lnTo>
                    <a:pt x="815708" y="2202535"/>
                  </a:lnTo>
                  <a:lnTo>
                    <a:pt x="813079" y="2202535"/>
                  </a:lnTo>
                  <a:lnTo>
                    <a:pt x="811961" y="2202992"/>
                  </a:lnTo>
                  <a:lnTo>
                    <a:pt x="810094" y="2204859"/>
                  </a:lnTo>
                  <a:lnTo>
                    <a:pt x="809625" y="2205977"/>
                  </a:lnTo>
                  <a:lnTo>
                    <a:pt x="809625" y="2208606"/>
                  </a:lnTo>
                  <a:lnTo>
                    <a:pt x="810094" y="2209736"/>
                  </a:lnTo>
                  <a:lnTo>
                    <a:pt x="811961" y="2211590"/>
                  </a:lnTo>
                  <a:lnTo>
                    <a:pt x="813079" y="2212060"/>
                  </a:lnTo>
                  <a:lnTo>
                    <a:pt x="815708" y="2212060"/>
                  </a:lnTo>
                  <a:lnTo>
                    <a:pt x="816825" y="2211590"/>
                  </a:lnTo>
                  <a:lnTo>
                    <a:pt x="818692" y="2209736"/>
                  </a:lnTo>
                  <a:lnTo>
                    <a:pt x="819150" y="2208606"/>
                  </a:lnTo>
                  <a:lnTo>
                    <a:pt x="819150" y="2205977"/>
                  </a:lnTo>
                  <a:close/>
                </a:path>
                <a:path w="4533900" h="2762885">
                  <a:moveTo>
                    <a:pt x="819150" y="1655343"/>
                  </a:moveTo>
                  <a:lnTo>
                    <a:pt x="818692" y="1654225"/>
                  </a:lnTo>
                  <a:lnTo>
                    <a:pt x="816825" y="1652358"/>
                  </a:lnTo>
                  <a:lnTo>
                    <a:pt x="815708" y="1651901"/>
                  </a:lnTo>
                  <a:lnTo>
                    <a:pt x="813079" y="1651901"/>
                  </a:lnTo>
                  <a:lnTo>
                    <a:pt x="811961" y="1652358"/>
                  </a:lnTo>
                  <a:lnTo>
                    <a:pt x="810094" y="1654225"/>
                  </a:lnTo>
                  <a:lnTo>
                    <a:pt x="809625" y="1655343"/>
                  </a:lnTo>
                  <a:lnTo>
                    <a:pt x="809625" y="1657972"/>
                  </a:lnTo>
                  <a:lnTo>
                    <a:pt x="810094" y="1659102"/>
                  </a:lnTo>
                  <a:lnTo>
                    <a:pt x="811961" y="1660956"/>
                  </a:lnTo>
                  <a:lnTo>
                    <a:pt x="813079" y="1661426"/>
                  </a:lnTo>
                  <a:lnTo>
                    <a:pt x="815708" y="1661426"/>
                  </a:lnTo>
                  <a:lnTo>
                    <a:pt x="816825" y="1660956"/>
                  </a:lnTo>
                  <a:lnTo>
                    <a:pt x="818692" y="1659102"/>
                  </a:lnTo>
                  <a:lnTo>
                    <a:pt x="819150" y="1657972"/>
                  </a:lnTo>
                  <a:lnTo>
                    <a:pt x="819150" y="1655343"/>
                  </a:lnTo>
                  <a:close/>
                </a:path>
                <a:path w="4533900" h="2762885">
                  <a:moveTo>
                    <a:pt x="819150" y="1104709"/>
                  </a:moveTo>
                  <a:lnTo>
                    <a:pt x="818692" y="1103591"/>
                  </a:lnTo>
                  <a:lnTo>
                    <a:pt x="816825" y="1101737"/>
                  </a:lnTo>
                  <a:lnTo>
                    <a:pt x="815708" y="1101267"/>
                  </a:lnTo>
                  <a:lnTo>
                    <a:pt x="813079" y="1101267"/>
                  </a:lnTo>
                  <a:lnTo>
                    <a:pt x="811961" y="1101737"/>
                  </a:lnTo>
                  <a:lnTo>
                    <a:pt x="810094" y="1103591"/>
                  </a:lnTo>
                  <a:lnTo>
                    <a:pt x="809625" y="1104709"/>
                  </a:lnTo>
                  <a:lnTo>
                    <a:pt x="809625" y="1107351"/>
                  </a:lnTo>
                  <a:lnTo>
                    <a:pt x="810094" y="1108468"/>
                  </a:lnTo>
                  <a:lnTo>
                    <a:pt x="811961" y="1110322"/>
                  </a:lnTo>
                  <a:lnTo>
                    <a:pt x="813079" y="1110792"/>
                  </a:lnTo>
                  <a:lnTo>
                    <a:pt x="815708" y="1110792"/>
                  </a:lnTo>
                  <a:lnTo>
                    <a:pt x="816825" y="1110322"/>
                  </a:lnTo>
                  <a:lnTo>
                    <a:pt x="818692" y="1108468"/>
                  </a:lnTo>
                  <a:lnTo>
                    <a:pt x="819150" y="1107351"/>
                  </a:lnTo>
                  <a:lnTo>
                    <a:pt x="819150" y="1104709"/>
                  </a:lnTo>
                  <a:close/>
                </a:path>
                <a:path w="4533900" h="2762885">
                  <a:moveTo>
                    <a:pt x="819150" y="554088"/>
                  </a:moveTo>
                  <a:lnTo>
                    <a:pt x="818692" y="552958"/>
                  </a:lnTo>
                  <a:lnTo>
                    <a:pt x="816825" y="551103"/>
                  </a:lnTo>
                  <a:lnTo>
                    <a:pt x="815708" y="550633"/>
                  </a:lnTo>
                  <a:lnTo>
                    <a:pt x="813079" y="550633"/>
                  </a:lnTo>
                  <a:lnTo>
                    <a:pt x="811961" y="551103"/>
                  </a:lnTo>
                  <a:lnTo>
                    <a:pt x="810094" y="552958"/>
                  </a:lnTo>
                  <a:lnTo>
                    <a:pt x="809625" y="554088"/>
                  </a:lnTo>
                  <a:lnTo>
                    <a:pt x="809625" y="556717"/>
                  </a:lnTo>
                  <a:lnTo>
                    <a:pt x="810094" y="557834"/>
                  </a:lnTo>
                  <a:lnTo>
                    <a:pt x="811961" y="559701"/>
                  </a:lnTo>
                  <a:lnTo>
                    <a:pt x="813079" y="560158"/>
                  </a:lnTo>
                  <a:lnTo>
                    <a:pt x="815708" y="560158"/>
                  </a:lnTo>
                  <a:lnTo>
                    <a:pt x="816825" y="559701"/>
                  </a:lnTo>
                  <a:lnTo>
                    <a:pt x="818692" y="557834"/>
                  </a:lnTo>
                  <a:lnTo>
                    <a:pt x="819150" y="556717"/>
                  </a:lnTo>
                  <a:lnTo>
                    <a:pt x="819150" y="554088"/>
                  </a:lnTo>
                  <a:close/>
                </a:path>
                <a:path w="4533900" h="2762885">
                  <a:moveTo>
                    <a:pt x="819150" y="3454"/>
                  </a:moveTo>
                  <a:lnTo>
                    <a:pt x="818692" y="2324"/>
                  </a:lnTo>
                  <a:lnTo>
                    <a:pt x="816825" y="469"/>
                  </a:lnTo>
                  <a:lnTo>
                    <a:pt x="815708" y="0"/>
                  </a:lnTo>
                  <a:lnTo>
                    <a:pt x="813079" y="0"/>
                  </a:lnTo>
                  <a:lnTo>
                    <a:pt x="811961" y="469"/>
                  </a:lnTo>
                  <a:lnTo>
                    <a:pt x="810094" y="2324"/>
                  </a:lnTo>
                  <a:lnTo>
                    <a:pt x="809625" y="3454"/>
                  </a:lnTo>
                  <a:lnTo>
                    <a:pt x="809625" y="6083"/>
                  </a:lnTo>
                  <a:lnTo>
                    <a:pt x="810094" y="7200"/>
                  </a:lnTo>
                  <a:lnTo>
                    <a:pt x="811961" y="9067"/>
                  </a:lnTo>
                  <a:lnTo>
                    <a:pt x="813079" y="9525"/>
                  </a:lnTo>
                  <a:lnTo>
                    <a:pt x="815708" y="9525"/>
                  </a:lnTo>
                  <a:lnTo>
                    <a:pt x="816825" y="9067"/>
                  </a:lnTo>
                  <a:lnTo>
                    <a:pt x="818692" y="7200"/>
                  </a:lnTo>
                  <a:lnTo>
                    <a:pt x="819150" y="6083"/>
                  </a:lnTo>
                  <a:lnTo>
                    <a:pt x="819150" y="3454"/>
                  </a:lnTo>
                  <a:close/>
                </a:path>
                <a:path w="4533900" h="2762885">
                  <a:moveTo>
                    <a:pt x="866775" y="2756611"/>
                  </a:moveTo>
                  <a:lnTo>
                    <a:pt x="866317" y="2755493"/>
                  </a:lnTo>
                  <a:lnTo>
                    <a:pt x="864450" y="2753626"/>
                  </a:lnTo>
                  <a:lnTo>
                    <a:pt x="863333" y="2753156"/>
                  </a:lnTo>
                  <a:lnTo>
                    <a:pt x="860704" y="2753156"/>
                  </a:lnTo>
                  <a:lnTo>
                    <a:pt x="859586" y="2753626"/>
                  </a:lnTo>
                  <a:lnTo>
                    <a:pt x="857719" y="2755493"/>
                  </a:lnTo>
                  <a:lnTo>
                    <a:pt x="857250" y="2756611"/>
                  </a:lnTo>
                  <a:lnTo>
                    <a:pt x="857250" y="2759240"/>
                  </a:lnTo>
                  <a:lnTo>
                    <a:pt x="857719" y="2760357"/>
                  </a:lnTo>
                  <a:lnTo>
                    <a:pt x="859586" y="2762224"/>
                  </a:lnTo>
                  <a:lnTo>
                    <a:pt x="860704" y="2762681"/>
                  </a:lnTo>
                  <a:lnTo>
                    <a:pt x="863333" y="2762681"/>
                  </a:lnTo>
                  <a:lnTo>
                    <a:pt x="864450" y="2762224"/>
                  </a:lnTo>
                  <a:lnTo>
                    <a:pt x="866317" y="2760357"/>
                  </a:lnTo>
                  <a:lnTo>
                    <a:pt x="866775" y="2759240"/>
                  </a:lnTo>
                  <a:lnTo>
                    <a:pt x="866775" y="2756611"/>
                  </a:lnTo>
                  <a:close/>
                </a:path>
                <a:path w="4533900" h="2762885">
                  <a:moveTo>
                    <a:pt x="866775" y="2205977"/>
                  </a:moveTo>
                  <a:lnTo>
                    <a:pt x="866317" y="2204859"/>
                  </a:lnTo>
                  <a:lnTo>
                    <a:pt x="864450" y="2202992"/>
                  </a:lnTo>
                  <a:lnTo>
                    <a:pt x="863333" y="2202535"/>
                  </a:lnTo>
                  <a:lnTo>
                    <a:pt x="860704" y="2202535"/>
                  </a:lnTo>
                  <a:lnTo>
                    <a:pt x="859586" y="2202992"/>
                  </a:lnTo>
                  <a:lnTo>
                    <a:pt x="857719" y="2204859"/>
                  </a:lnTo>
                  <a:lnTo>
                    <a:pt x="857250" y="2205977"/>
                  </a:lnTo>
                  <a:lnTo>
                    <a:pt x="857250" y="2208606"/>
                  </a:lnTo>
                  <a:lnTo>
                    <a:pt x="857719" y="2209736"/>
                  </a:lnTo>
                  <a:lnTo>
                    <a:pt x="859586" y="2211590"/>
                  </a:lnTo>
                  <a:lnTo>
                    <a:pt x="860704" y="2212060"/>
                  </a:lnTo>
                  <a:lnTo>
                    <a:pt x="863333" y="2212060"/>
                  </a:lnTo>
                  <a:lnTo>
                    <a:pt x="864450" y="2211590"/>
                  </a:lnTo>
                  <a:lnTo>
                    <a:pt x="866317" y="2209736"/>
                  </a:lnTo>
                  <a:lnTo>
                    <a:pt x="866775" y="2208606"/>
                  </a:lnTo>
                  <a:lnTo>
                    <a:pt x="866775" y="2205977"/>
                  </a:lnTo>
                  <a:close/>
                </a:path>
                <a:path w="4533900" h="2762885">
                  <a:moveTo>
                    <a:pt x="866775" y="1655343"/>
                  </a:moveTo>
                  <a:lnTo>
                    <a:pt x="866317" y="1654225"/>
                  </a:lnTo>
                  <a:lnTo>
                    <a:pt x="864450" y="1652358"/>
                  </a:lnTo>
                  <a:lnTo>
                    <a:pt x="863333" y="1651901"/>
                  </a:lnTo>
                  <a:lnTo>
                    <a:pt x="860704" y="1651901"/>
                  </a:lnTo>
                  <a:lnTo>
                    <a:pt x="859586" y="1652358"/>
                  </a:lnTo>
                  <a:lnTo>
                    <a:pt x="857719" y="1654225"/>
                  </a:lnTo>
                  <a:lnTo>
                    <a:pt x="857250" y="1655343"/>
                  </a:lnTo>
                  <a:lnTo>
                    <a:pt x="857250" y="1657972"/>
                  </a:lnTo>
                  <a:lnTo>
                    <a:pt x="857719" y="1659102"/>
                  </a:lnTo>
                  <a:lnTo>
                    <a:pt x="859586" y="1660956"/>
                  </a:lnTo>
                  <a:lnTo>
                    <a:pt x="860704" y="1661426"/>
                  </a:lnTo>
                  <a:lnTo>
                    <a:pt x="863333" y="1661426"/>
                  </a:lnTo>
                  <a:lnTo>
                    <a:pt x="864450" y="1660956"/>
                  </a:lnTo>
                  <a:lnTo>
                    <a:pt x="866317" y="1659102"/>
                  </a:lnTo>
                  <a:lnTo>
                    <a:pt x="866775" y="1657972"/>
                  </a:lnTo>
                  <a:lnTo>
                    <a:pt x="866775" y="1655343"/>
                  </a:lnTo>
                  <a:close/>
                </a:path>
                <a:path w="4533900" h="2762885">
                  <a:moveTo>
                    <a:pt x="866775" y="1104709"/>
                  </a:moveTo>
                  <a:lnTo>
                    <a:pt x="866317" y="1103591"/>
                  </a:lnTo>
                  <a:lnTo>
                    <a:pt x="864450" y="1101737"/>
                  </a:lnTo>
                  <a:lnTo>
                    <a:pt x="863333" y="1101267"/>
                  </a:lnTo>
                  <a:lnTo>
                    <a:pt x="860704" y="1101267"/>
                  </a:lnTo>
                  <a:lnTo>
                    <a:pt x="859586" y="1101737"/>
                  </a:lnTo>
                  <a:lnTo>
                    <a:pt x="857719" y="1103591"/>
                  </a:lnTo>
                  <a:lnTo>
                    <a:pt x="857250" y="1104709"/>
                  </a:lnTo>
                  <a:lnTo>
                    <a:pt x="857250" y="1107351"/>
                  </a:lnTo>
                  <a:lnTo>
                    <a:pt x="857719" y="1108468"/>
                  </a:lnTo>
                  <a:lnTo>
                    <a:pt x="859586" y="1110322"/>
                  </a:lnTo>
                  <a:lnTo>
                    <a:pt x="860704" y="1110792"/>
                  </a:lnTo>
                  <a:lnTo>
                    <a:pt x="863333" y="1110792"/>
                  </a:lnTo>
                  <a:lnTo>
                    <a:pt x="864450" y="1110322"/>
                  </a:lnTo>
                  <a:lnTo>
                    <a:pt x="866317" y="1108468"/>
                  </a:lnTo>
                  <a:lnTo>
                    <a:pt x="866775" y="1107351"/>
                  </a:lnTo>
                  <a:lnTo>
                    <a:pt x="866775" y="1104709"/>
                  </a:lnTo>
                  <a:close/>
                </a:path>
                <a:path w="4533900" h="2762885">
                  <a:moveTo>
                    <a:pt x="866775" y="554088"/>
                  </a:moveTo>
                  <a:lnTo>
                    <a:pt x="866317" y="552958"/>
                  </a:lnTo>
                  <a:lnTo>
                    <a:pt x="864450" y="551103"/>
                  </a:lnTo>
                  <a:lnTo>
                    <a:pt x="863333" y="550633"/>
                  </a:lnTo>
                  <a:lnTo>
                    <a:pt x="860704" y="550633"/>
                  </a:lnTo>
                  <a:lnTo>
                    <a:pt x="859586" y="551103"/>
                  </a:lnTo>
                  <a:lnTo>
                    <a:pt x="857719" y="552958"/>
                  </a:lnTo>
                  <a:lnTo>
                    <a:pt x="857250" y="554088"/>
                  </a:lnTo>
                  <a:lnTo>
                    <a:pt x="857250" y="556717"/>
                  </a:lnTo>
                  <a:lnTo>
                    <a:pt x="857719" y="557834"/>
                  </a:lnTo>
                  <a:lnTo>
                    <a:pt x="859586" y="559701"/>
                  </a:lnTo>
                  <a:lnTo>
                    <a:pt x="860704" y="560158"/>
                  </a:lnTo>
                  <a:lnTo>
                    <a:pt x="863333" y="560158"/>
                  </a:lnTo>
                  <a:lnTo>
                    <a:pt x="864450" y="559701"/>
                  </a:lnTo>
                  <a:lnTo>
                    <a:pt x="866317" y="557834"/>
                  </a:lnTo>
                  <a:lnTo>
                    <a:pt x="866775" y="556717"/>
                  </a:lnTo>
                  <a:lnTo>
                    <a:pt x="866775" y="554088"/>
                  </a:lnTo>
                  <a:close/>
                </a:path>
                <a:path w="4533900" h="2762885">
                  <a:moveTo>
                    <a:pt x="866775" y="3454"/>
                  </a:moveTo>
                  <a:lnTo>
                    <a:pt x="866317" y="2324"/>
                  </a:lnTo>
                  <a:lnTo>
                    <a:pt x="864450" y="469"/>
                  </a:lnTo>
                  <a:lnTo>
                    <a:pt x="863333" y="0"/>
                  </a:lnTo>
                  <a:lnTo>
                    <a:pt x="860704" y="0"/>
                  </a:lnTo>
                  <a:lnTo>
                    <a:pt x="859586" y="469"/>
                  </a:lnTo>
                  <a:lnTo>
                    <a:pt x="857719" y="2324"/>
                  </a:lnTo>
                  <a:lnTo>
                    <a:pt x="857250" y="3454"/>
                  </a:lnTo>
                  <a:lnTo>
                    <a:pt x="857250" y="6083"/>
                  </a:lnTo>
                  <a:lnTo>
                    <a:pt x="857719" y="7200"/>
                  </a:lnTo>
                  <a:lnTo>
                    <a:pt x="859586" y="9067"/>
                  </a:lnTo>
                  <a:lnTo>
                    <a:pt x="860704" y="9525"/>
                  </a:lnTo>
                  <a:lnTo>
                    <a:pt x="863333" y="9525"/>
                  </a:lnTo>
                  <a:lnTo>
                    <a:pt x="864450" y="9067"/>
                  </a:lnTo>
                  <a:lnTo>
                    <a:pt x="866317" y="7200"/>
                  </a:lnTo>
                  <a:lnTo>
                    <a:pt x="866775" y="6083"/>
                  </a:lnTo>
                  <a:lnTo>
                    <a:pt x="866775" y="3454"/>
                  </a:lnTo>
                  <a:close/>
                </a:path>
                <a:path w="4533900" h="2762885">
                  <a:moveTo>
                    <a:pt x="914400" y="2756611"/>
                  </a:moveTo>
                  <a:lnTo>
                    <a:pt x="913942" y="2755493"/>
                  </a:lnTo>
                  <a:lnTo>
                    <a:pt x="912075" y="2753626"/>
                  </a:lnTo>
                  <a:lnTo>
                    <a:pt x="910958" y="2753156"/>
                  </a:lnTo>
                  <a:lnTo>
                    <a:pt x="908329" y="2753156"/>
                  </a:lnTo>
                  <a:lnTo>
                    <a:pt x="907211" y="2753626"/>
                  </a:lnTo>
                  <a:lnTo>
                    <a:pt x="905344" y="2755493"/>
                  </a:lnTo>
                  <a:lnTo>
                    <a:pt x="904875" y="2756611"/>
                  </a:lnTo>
                  <a:lnTo>
                    <a:pt x="904875" y="2759240"/>
                  </a:lnTo>
                  <a:lnTo>
                    <a:pt x="905344" y="2760357"/>
                  </a:lnTo>
                  <a:lnTo>
                    <a:pt x="907211" y="2762224"/>
                  </a:lnTo>
                  <a:lnTo>
                    <a:pt x="908329" y="2762681"/>
                  </a:lnTo>
                  <a:lnTo>
                    <a:pt x="910958" y="2762681"/>
                  </a:lnTo>
                  <a:lnTo>
                    <a:pt x="912075" y="2762224"/>
                  </a:lnTo>
                  <a:lnTo>
                    <a:pt x="913942" y="2760357"/>
                  </a:lnTo>
                  <a:lnTo>
                    <a:pt x="914400" y="2759240"/>
                  </a:lnTo>
                  <a:lnTo>
                    <a:pt x="914400" y="2756611"/>
                  </a:lnTo>
                  <a:close/>
                </a:path>
                <a:path w="4533900" h="2762885">
                  <a:moveTo>
                    <a:pt x="914400" y="2205977"/>
                  </a:moveTo>
                  <a:lnTo>
                    <a:pt x="913942" y="2204859"/>
                  </a:lnTo>
                  <a:lnTo>
                    <a:pt x="912075" y="2202992"/>
                  </a:lnTo>
                  <a:lnTo>
                    <a:pt x="910958" y="2202535"/>
                  </a:lnTo>
                  <a:lnTo>
                    <a:pt x="908329" y="2202535"/>
                  </a:lnTo>
                  <a:lnTo>
                    <a:pt x="907211" y="2202992"/>
                  </a:lnTo>
                  <a:lnTo>
                    <a:pt x="905344" y="2204859"/>
                  </a:lnTo>
                  <a:lnTo>
                    <a:pt x="904875" y="2205977"/>
                  </a:lnTo>
                  <a:lnTo>
                    <a:pt x="904875" y="2208606"/>
                  </a:lnTo>
                  <a:lnTo>
                    <a:pt x="905344" y="2209736"/>
                  </a:lnTo>
                  <a:lnTo>
                    <a:pt x="907211" y="2211590"/>
                  </a:lnTo>
                  <a:lnTo>
                    <a:pt x="908329" y="2212060"/>
                  </a:lnTo>
                  <a:lnTo>
                    <a:pt x="910958" y="2212060"/>
                  </a:lnTo>
                  <a:lnTo>
                    <a:pt x="912075" y="2211590"/>
                  </a:lnTo>
                  <a:lnTo>
                    <a:pt x="913942" y="2209736"/>
                  </a:lnTo>
                  <a:lnTo>
                    <a:pt x="914400" y="2208606"/>
                  </a:lnTo>
                  <a:lnTo>
                    <a:pt x="914400" y="2205977"/>
                  </a:lnTo>
                  <a:close/>
                </a:path>
                <a:path w="4533900" h="2762885">
                  <a:moveTo>
                    <a:pt x="914400" y="1655343"/>
                  </a:moveTo>
                  <a:lnTo>
                    <a:pt x="913942" y="1654225"/>
                  </a:lnTo>
                  <a:lnTo>
                    <a:pt x="912075" y="1652358"/>
                  </a:lnTo>
                  <a:lnTo>
                    <a:pt x="910958" y="1651901"/>
                  </a:lnTo>
                  <a:lnTo>
                    <a:pt x="908329" y="1651901"/>
                  </a:lnTo>
                  <a:lnTo>
                    <a:pt x="907211" y="1652358"/>
                  </a:lnTo>
                  <a:lnTo>
                    <a:pt x="905344" y="1654225"/>
                  </a:lnTo>
                  <a:lnTo>
                    <a:pt x="904875" y="1655343"/>
                  </a:lnTo>
                  <a:lnTo>
                    <a:pt x="904875" y="1657972"/>
                  </a:lnTo>
                  <a:lnTo>
                    <a:pt x="905344" y="1659102"/>
                  </a:lnTo>
                  <a:lnTo>
                    <a:pt x="907211" y="1660956"/>
                  </a:lnTo>
                  <a:lnTo>
                    <a:pt x="908329" y="1661426"/>
                  </a:lnTo>
                  <a:lnTo>
                    <a:pt x="910958" y="1661426"/>
                  </a:lnTo>
                  <a:lnTo>
                    <a:pt x="912075" y="1660956"/>
                  </a:lnTo>
                  <a:lnTo>
                    <a:pt x="913942" y="1659102"/>
                  </a:lnTo>
                  <a:lnTo>
                    <a:pt x="914400" y="1657972"/>
                  </a:lnTo>
                  <a:lnTo>
                    <a:pt x="914400" y="1655343"/>
                  </a:lnTo>
                  <a:close/>
                </a:path>
                <a:path w="4533900" h="2762885">
                  <a:moveTo>
                    <a:pt x="914400" y="1104709"/>
                  </a:moveTo>
                  <a:lnTo>
                    <a:pt x="913942" y="1103591"/>
                  </a:lnTo>
                  <a:lnTo>
                    <a:pt x="912075" y="1101737"/>
                  </a:lnTo>
                  <a:lnTo>
                    <a:pt x="910958" y="1101267"/>
                  </a:lnTo>
                  <a:lnTo>
                    <a:pt x="908329" y="1101267"/>
                  </a:lnTo>
                  <a:lnTo>
                    <a:pt x="907211" y="1101737"/>
                  </a:lnTo>
                  <a:lnTo>
                    <a:pt x="905344" y="1103591"/>
                  </a:lnTo>
                  <a:lnTo>
                    <a:pt x="904875" y="1104709"/>
                  </a:lnTo>
                  <a:lnTo>
                    <a:pt x="904875" y="1107351"/>
                  </a:lnTo>
                  <a:lnTo>
                    <a:pt x="905344" y="1108468"/>
                  </a:lnTo>
                  <a:lnTo>
                    <a:pt x="907211" y="1110322"/>
                  </a:lnTo>
                  <a:lnTo>
                    <a:pt x="908329" y="1110792"/>
                  </a:lnTo>
                  <a:lnTo>
                    <a:pt x="910958" y="1110792"/>
                  </a:lnTo>
                  <a:lnTo>
                    <a:pt x="912075" y="1110322"/>
                  </a:lnTo>
                  <a:lnTo>
                    <a:pt x="913942" y="1108468"/>
                  </a:lnTo>
                  <a:lnTo>
                    <a:pt x="914400" y="1107351"/>
                  </a:lnTo>
                  <a:lnTo>
                    <a:pt x="914400" y="1104709"/>
                  </a:lnTo>
                  <a:close/>
                </a:path>
                <a:path w="4533900" h="2762885">
                  <a:moveTo>
                    <a:pt x="914400" y="554088"/>
                  </a:moveTo>
                  <a:lnTo>
                    <a:pt x="913942" y="552958"/>
                  </a:lnTo>
                  <a:lnTo>
                    <a:pt x="912075" y="551103"/>
                  </a:lnTo>
                  <a:lnTo>
                    <a:pt x="910958" y="550633"/>
                  </a:lnTo>
                  <a:lnTo>
                    <a:pt x="908329" y="550633"/>
                  </a:lnTo>
                  <a:lnTo>
                    <a:pt x="907211" y="551103"/>
                  </a:lnTo>
                  <a:lnTo>
                    <a:pt x="905344" y="552958"/>
                  </a:lnTo>
                  <a:lnTo>
                    <a:pt x="904875" y="554088"/>
                  </a:lnTo>
                  <a:lnTo>
                    <a:pt x="904875" y="556717"/>
                  </a:lnTo>
                  <a:lnTo>
                    <a:pt x="905344" y="557834"/>
                  </a:lnTo>
                  <a:lnTo>
                    <a:pt x="907211" y="559701"/>
                  </a:lnTo>
                  <a:lnTo>
                    <a:pt x="908329" y="560158"/>
                  </a:lnTo>
                  <a:lnTo>
                    <a:pt x="910958" y="560158"/>
                  </a:lnTo>
                  <a:lnTo>
                    <a:pt x="912075" y="559701"/>
                  </a:lnTo>
                  <a:lnTo>
                    <a:pt x="913942" y="557834"/>
                  </a:lnTo>
                  <a:lnTo>
                    <a:pt x="914400" y="556717"/>
                  </a:lnTo>
                  <a:lnTo>
                    <a:pt x="914400" y="554088"/>
                  </a:lnTo>
                  <a:close/>
                </a:path>
                <a:path w="4533900" h="2762885">
                  <a:moveTo>
                    <a:pt x="914400" y="3454"/>
                  </a:moveTo>
                  <a:lnTo>
                    <a:pt x="913942" y="2324"/>
                  </a:lnTo>
                  <a:lnTo>
                    <a:pt x="912075" y="469"/>
                  </a:lnTo>
                  <a:lnTo>
                    <a:pt x="910958" y="0"/>
                  </a:lnTo>
                  <a:lnTo>
                    <a:pt x="908329" y="0"/>
                  </a:lnTo>
                  <a:lnTo>
                    <a:pt x="907211" y="469"/>
                  </a:lnTo>
                  <a:lnTo>
                    <a:pt x="905344" y="2324"/>
                  </a:lnTo>
                  <a:lnTo>
                    <a:pt x="904875" y="3454"/>
                  </a:lnTo>
                  <a:lnTo>
                    <a:pt x="904875" y="6083"/>
                  </a:lnTo>
                  <a:lnTo>
                    <a:pt x="905344" y="7200"/>
                  </a:lnTo>
                  <a:lnTo>
                    <a:pt x="907211" y="9067"/>
                  </a:lnTo>
                  <a:lnTo>
                    <a:pt x="908329" y="9525"/>
                  </a:lnTo>
                  <a:lnTo>
                    <a:pt x="910958" y="9525"/>
                  </a:lnTo>
                  <a:lnTo>
                    <a:pt x="912075" y="9067"/>
                  </a:lnTo>
                  <a:lnTo>
                    <a:pt x="913942" y="7200"/>
                  </a:lnTo>
                  <a:lnTo>
                    <a:pt x="914400" y="6083"/>
                  </a:lnTo>
                  <a:lnTo>
                    <a:pt x="914400" y="3454"/>
                  </a:lnTo>
                  <a:close/>
                </a:path>
                <a:path w="4533900" h="2762885">
                  <a:moveTo>
                    <a:pt x="962025" y="2756611"/>
                  </a:moveTo>
                  <a:lnTo>
                    <a:pt x="961567" y="2755493"/>
                  </a:lnTo>
                  <a:lnTo>
                    <a:pt x="959700" y="2753626"/>
                  </a:lnTo>
                  <a:lnTo>
                    <a:pt x="958583" y="2753156"/>
                  </a:lnTo>
                  <a:lnTo>
                    <a:pt x="955954" y="2753156"/>
                  </a:lnTo>
                  <a:lnTo>
                    <a:pt x="954836" y="2753626"/>
                  </a:lnTo>
                  <a:lnTo>
                    <a:pt x="952969" y="2755493"/>
                  </a:lnTo>
                  <a:lnTo>
                    <a:pt x="952500" y="2756611"/>
                  </a:lnTo>
                  <a:lnTo>
                    <a:pt x="952500" y="2759240"/>
                  </a:lnTo>
                  <a:lnTo>
                    <a:pt x="952969" y="2760357"/>
                  </a:lnTo>
                  <a:lnTo>
                    <a:pt x="954836" y="2762224"/>
                  </a:lnTo>
                  <a:lnTo>
                    <a:pt x="955954" y="2762681"/>
                  </a:lnTo>
                  <a:lnTo>
                    <a:pt x="958583" y="2762681"/>
                  </a:lnTo>
                  <a:lnTo>
                    <a:pt x="959700" y="2762224"/>
                  </a:lnTo>
                  <a:lnTo>
                    <a:pt x="961567" y="2760357"/>
                  </a:lnTo>
                  <a:lnTo>
                    <a:pt x="962025" y="2759240"/>
                  </a:lnTo>
                  <a:lnTo>
                    <a:pt x="962025" y="2756611"/>
                  </a:lnTo>
                  <a:close/>
                </a:path>
                <a:path w="4533900" h="2762885">
                  <a:moveTo>
                    <a:pt x="962025" y="2205977"/>
                  </a:moveTo>
                  <a:lnTo>
                    <a:pt x="961567" y="2204859"/>
                  </a:lnTo>
                  <a:lnTo>
                    <a:pt x="959700" y="2202992"/>
                  </a:lnTo>
                  <a:lnTo>
                    <a:pt x="958583" y="2202535"/>
                  </a:lnTo>
                  <a:lnTo>
                    <a:pt x="955954" y="2202535"/>
                  </a:lnTo>
                  <a:lnTo>
                    <a:pt x="954836" y="2202992"/>
                  </a:lnTo>
                  <a:lnTo>
                    <a:pt x="952969" y="2204859"/>
                  </a:lnTo>
                  <a:lnTo>
                    <a:pt x="952500" y="2205977"/>
                  </a:lnTo>
                  <a:lnTo>
                    <a:pt x="952500" y="2208606"/>
                  </a:lnTo>
                  <a:lnTo>
                    <a:pt x="952969" y="2209736"/>
                  </a:lnTo>
                  <a:lnTo>
                    <a:pt x="954836" y="2211590"/>
                  </a:lnTo>
                  <a:lnTo>
                    <a:pt x="955954" y="2212060"/>
                  </a:lnTo>
                  <a:lnTo>
                    <a:pt x="958583" y="2212060"/>
                  </a:lnTo>
                  <a:lnTo>
                    <a:pt x="959700" y="2211590"/>
                  </a:lnTo>
                  <a:lnTo>
                    <a:pt x="961567" y="2209736"/>
                  </a:lnTo>
                  <a:lnTo>
                    <a:pt x="962025" y="2208606"/>
                  </a:lnTo>
                  <a:lnTo>
                    <a:pt x="962025" y="2205977"/>
                  </a:lnTo>
                  <a:close/>
                </a:path>
                <a:path w="4533900" h="2762885">
                  <a:moveTo>
                    <a:pt x="962025" y="1655343"/>
                  </a:moveTo>
                  <a:lnTo>
                    <a:pt x="961567" y="1654225"/>
                  </a:lnTo>
                  <a:lnTo>
                    <a:pt x="959700" y="1652358"/>
                  </a:lnTo>
                  <a:lnTo>
                    <a:pt x="958583" y="1651901"/>
                  </a:lnTo>
                  <a:lnTo>
                    <a:pt x="955954" y="1651901"/>
                  </a:lnTo>
                  <a:lnTo>
                    <a:pt x="954836" y="1652358"/>
                  </a:lnTo>
                  <a:lnTo>
                    <a:pt x="952969" y="1654225"/>
                  </a:lnTo>
                  <a:lnTo>
                    <a:pt x="952500" y="1655343"/>
                  </a:lnTo>
                  <a:lnTo>
                    <a:pt x="952500" y="1657972"/>
                  </a:lnTo>
                  <a:lnTo>
                    <a:pt x="952969" y="1659102"/>
                  </a:lnTo>
                  <a:lnTo>
                    <a:pt x="954836" y="1660956"/>
                  </a:lnTo>
                  <a:lnTo>
                    <a:pt x="955954" y="1661426"/>
                  </a:lnTo>
                  <a:lnTo>
                    <a:pt x="958583" y="1661426"/>
                  </a:lnTo>
                  <a:lnTo>
                    <a:pt x="959700" y="1660956"/>
                  </a:lnTo>
                  <a:lnTo>
                    <a:pt x="961567" y="1659102"/>
                  </a:lnTo>
                  <a:lnTo>
                    <a:pt x="962025" y="1657972"/>
                  </a:lnTo>
                  <a:lnTo>
                    <a:pt x="962025" y="1655343"/>
                  </a:lnTo>
                  <a:close/>
                </a:path>
                <a:path w="4533900" h="2762885">
                  <a:moveTo>
                    <a:pt x="962025" y="1104709"/>
                  </a:moveTo>
                  <a:lnTo>
                    <a:pt x="961567" y="1103591"/>
                  </a:lnTo>
                  <a:lnTo>
                    <a:pt x="959700" y="1101737"/>
                  </a:lnTo>
                  <a:lnTo>
                    <a:pt x="958583" y="1101267"/>
                  </a:lnTo>
                  <a:lnTo>
                    <a:pt x="955954" y="1101267"/>
                  </a:lnTo>
                  <a:lnTo>
                    <a:pt x="954836" y="1101737"/>
                  </a:lnTo>
                  <a:lnTo>
                    <a:pt x="952969" y="1103591"/>
                  </a:lnTo>
                  <a:lnTo>
                    <a:pt x="952500" y="1104709"/>
                  </a:lnTo>
                  <a:lnTo>
                    <a:pt x="952500" y="1107351"/>
                  </a:lnTo>
                  <a:lnTo>
                    <a:pt x="952969" y="1108468"/>
                  </a:lnTo>
                  <a:lnTo>
                    <a:pt x="954836" y="1110322"/>
                  </a:lnTo>
                  <a:lnTo>
                    <a:pt x="955954" y="1110792"/>
                  </a:lnTo>
                  <a:lnTo>
                    <a:pt x="958583" y="1110792"/>
                  </a:lnTo>
                  <a:lnTo>
                    <a:pt x="959700" y="1110322"/>
                  </a:lnTo>
                  <a:lnTo>
                    <a:pt x="961567" y="1108468"/>
                  </a:lnTo>
                  <a:lnTo>
                    <a:pt x="962025" y="1107351"/>
                  </a:lnTo>
                  <a:lnTo>
                    <a:pt x="962025" y="1104709"/>
                  </a:lnTo>
                  <a:close/>
                </a:path>
                <a:path w="4533900" h="2762885">
                  <a:moveTo>
                    <a:pt x="962025" y="554088"/>
                  </a:moveTo>
                  <a:lnTo>
                    <a:pt x="961567" y="552958"/>
                  </a:lnTo>
                  <a:lnTo>
                    <a:pt x="959700" y="551103"/>
                  </a:lnTo>
                  <a:lnTo>
                    <a:pt x="958583" y="550633"/>
                  </a:lnTo>
                  <a:lnTo>
                    <a:pt x="955954" y="550633"/>
                  </a:lnTo>
                  <a:lnTo>
                    <a:pt x="954836" y="551103"/>
                  </a:lnTo>
                  <a:lnTo>
                    <a:pt x="952969" y="552958"/>
                  </a:lnTo>
                  <a:lnTo>
                    <a:pt x="952500" y="554088"/>
                  </a:lnTo>
                  <a:lnTo>
                    <a:pt x="952500" y="556717"/>
                  </a:lnTo>
                  <a:lnTo>
                    <a:pt x="952969" y="557834"/>
                  </a:lnTo>
                  <a:lnTo>
                    <a:pt x="954836" y="559701"/>
                  </a:lnTo>
                  <a:lnTo>
                    <a:pt x="955954" y="560158"/>
                  </a:lnTo>
                  <a:lnTo>
                    <a:pt x="958583" y="560158"/>
                  </a:lnTo>
                  <a:lnTo>
                    <a:pt x="959700" y="559701"/>
                  </a:lnTo>
                  <a:lnTo>
                    <a:pt x="961567" y="557834"/>
                  </a:lnTo>
                  <a:lnTo>
                    <a:pt x="962025" y="556717"/>
                  </a:lnTo>
                  <a:lnTo>
                    <a:pt x="962025" y="554088"/>
                  </a:lnTo>
                  <a:close/>
                </a:path>
                <a:path w="4533900" h="2762885">
                  <a:moveTo>
                    <a:pt x="962025" y="3454"/>
                  </a:moveTo>
                  <a:lnTo>
                    <a:pt x="961567" y="2324"/>
                  </a:lnTo>
                  <a:lnTo>
                    <a:pt x="959700" y="469"/>
                  </a:lnTo>
                  <a:lnTo>
                    <a:pt x="958583" y="0"/>
                  </a:lnTo>
                  <a:lnTo>
                    <a:pt x="955954" y="0"/>
                  </a:lnTo>
                  <a:lnTo>
                    <a:pt x="954836" y="469"/>
                  </a:lnTo>
                  <a:lnTo>
                    <a:pt x="952969" y="2324"/>
                  </a:lnTo>
                  <a:lnTo>
                    <a:pt x="952500" y="3454"/>
                  </a:lnTo>
                  <a:lnTo>
                    <a:pt x="952500" y="6083"/>
                  </a:lnTo>
                  <a:lnTo>
                    <a:pt x="952969" y="7200"/>
                  </a:lnTo>
                  <a:lnTo>
                    <a:pt x="954836" y="9067"/>
                  </a:lnTo>
                  <a:lnTo>
                    <a:pt x="955954" y="9525"/>
                  </a:lnTo>
                  <a:lnTo>
                    <a:pt x="958583" y="9525"/>
                  </a:lnTo>
                  <a:lnTo>
                    <a:pt x="959700" y="9067"/>
                  </a:lnTo>
                  <a:lnTo>
                    <a:pt x="961567" y="7200"/>
                  </a:lnTo>
                  <a:lnTo>
                    <a:pt x="962025" y="6083"/>
                  </a:lnTo>
                  <a:lnTo>
                    <a:pt x="962025" y="3454"/>
                  </a:lnTo>
                  <a:close/>
                </a:path>
                <a:path w="4533900" h="2762885">
                  <a:moveTo>
                    <a:pt x="1009650" y="2756611"/>
                  </a:moveTo>
                  <a:lnTo>
                    <a:pt x="1009192" y="2755493"/>
                  </a:lnTo>
                  <a:lnTo>
                    <a:pt x="1007325" y="2753626"/>
                  </a:lnTo>
                  <a:lnTo>
                    <a:pt x="1006208" y="2753156"/>
                  </a:lnTo>
                  <a:lnTo>
                    <a:pt x="1003579" y="2753156"/>
                  </a:lnTo>
                  <a:lnTo>
                    <a:pt x="1002461" y="2753626"/>
                  </a:lnTo>
                  <a:lnTo>
                    <a:pt x="1000594" y="2755493"/>
                  </a:lnTo>
                  <a:lnTo>
                    <a:pt x="1000125" y="2756611"/>
                  </a:lnTo>
                  <a:lnTo>
                    <a:pt x="1000125" y="2759240"/>
                  </a:lnTo>
                  <a:lnTo>
                    <a:pt x="1000594" y="2760357"/>
                  </a:lnTo>
                  <a:lnTo>
                    <a:pt x="1002461" y="2762224"/>
                  </a:lnTo>
                  <a:lnTo>
                    <a:pt x="1003579" y="2762681"/>
                  </a:lnTo>
                  <a:lnTo>
                    <a:pt x="1006208" y="2762681"/>
                  </a:lnTo>
                  <a:lnTo>
                    <a:pt x="1007325" y="2762224"/>
                  </a:lnTo>
                  <a:lnTo>
                    <a:pt x="1009192" y="2760357"/>
                  </a:lnTo>
                  <a:lnTo>
                    <a:pt x="1009650" y="2759240"/>
                  </a:lnTo>
                  <a:lnTo>
                    <a:pt x="1009650" y="2756611"/>
                  </a:lnTo>
                  <a:close/>
                </a:path>
                <a:path w="4533900" h="2762885">
                  <a:moveTo>
                    <a:pt x="1009650" y="2205977"/>
                  </a:moveTo>
                  <a:lnTo>
                    <a:pt x="1009192" y="2204859"/>
                  </a:lnTo>
                  <a:lnTo>
                    <a:pt x="1007325" y="2202992"/>
                  </a:lnTo>
                  <a:lnTo>
                    <a:pt x="1006208" y="2202535"/>
                  </a:lnTo>
                  <a:lnTo>
                    <a:pt x="1003579" y="2202535"/>
                  </a:lnTo>
                  <a:lnTo>
                    <a:pt x="1002461" y="2202992"/>
                  </a:lnTo>
                  <a:lnTo>
                    <a:pt x="1000594" y="2204859"/>
                  </a:lnTo>
                  <a:lnTo>
                    <a:pt x="1000125" y="2205977"/>
                  </a:lnTo>
                  <a:lnTo>
                    <a:pt x="1000125" y="2208606"/>
                  </a:lnTo>
                  <a:lnTo>
                    <a:pt x="1000594" y="2209736"/>
                  </a:lnTo>
                  <a:lnTo>
                    <a:pt x="1002461" y="2211590"/>
                  </a:lnTo>
                  <a:lnTo>
                    <a:pt x="1003579" y="2212060"/>
                  </a:lnTo>
                  <a:lnTo>
                    <a:pt x="1006208" y="2212060"/>
                  </a:lnTo>
                  <a:lnTo>
                    <a:pt x="1007325" y="2211590"/>
                  </a:lnTo>
                  <a:lnTo>
                    <a:pt x="1009192" y="2209736"/>
                  </a:lnTo>
                  <a:lnTo>
                    <a:pt x="1009650" y="2208606"/>
                  </a:lnTo>
                  <a:lnTo>
                    <a:pt x="1009650" y="2205977"/>
                  </a:lnTo>
                  <a:close/>
                </a:path>
                <a:path w="4533900" h="2762885">
                  <a:moveTo>
                    <a:pt x="1009650" y="1655343"/>
                  </a:moveTo>
                  <a:lnTo>
                    <a:pt x="1009192" y="1654225"/>
                  </a:lnTo>
                  <a:lnTo>
                    <a:pt x="1007325" y="1652358"/>
                  </a:lnTo>
                  <a:lnTo>
                    <a:pt x="1006208" y="1651901"/>
                  </a:lnTo>
                  <a:lnTo>
                    <a:pt x="1003579" y="1651901"/>
                  </a:lnTo>
                  <a:lnTo>
                    <a:pt x="1002461" y="1652358"/>
                  </a:lnTo>
                  <a:lnTo>
                    <a:pt x="1000594" y="1654225"/>
                  </a:lnTo>
                  <a:lnTo>
                    <a:pt x="1000125" y="1655343"/>
                  </a:lnTo>
                  <a:lnTo>
                    <a:pt x="1000125" y="1657972"/>
                  </a:lnTo>
                  <a:lnTo>
                    <a:pt x="1000594" y="1659102"/>
                  </a:lnTo>
                  <a:lnTo>
                    <a:pt x="1002461" y="1660956"/>
                  </a:lnTo>
                  <a:lnTo>
                    <a:pt x="1003579" y="1661426"/>
                  </a:lnTo>
                  <a:lnTo>
                    <a:pt x="1006208" y="1661426"/>
                  </a:lnTo>
                  <a:lnTo>
                    <a:pt x="1007325" y="1660956"/>
                  </a:lnTo>
                  <a:lnTo>
                    <a:pt x="1009192" y="1659102"/>
                  </a:lnTo>
                  <a:lnTo>
                    <a:pt x="1009650" y="1657972"/>
                  </a:lnTo>
                  <a:lnTo>
                    <a:pt x="1009650" y="1655343"/>
                  </a:lnTo>
                  <a:close/>
                </a:path>
                <a:path w="4533900" h="2762885">
                  <a:moveTo>
                    <a:pt x="1009650" y="1104709"/>
                  </a:moveTo>
                  <a:lnTo>
                    <a:pt x="1009192" y="1103591"/>
                  </a:lnTo>
                  <a:lnTo>
                    <a:pt x="1007325" y="1101737"/>
                  </a:lnTo>
                  <a:lnTo>
                    <a:pt x="1006208" y="1101267"/>
                  </a:lnTo>
                  <a:lnTo>
                    <a:pt x="1003579" y="1101267"/>
                  </a:lnTo>
                  <a:lnTo>
                    <a:pt x="1002461" y="1101737"/>
                  </a:lnTo>
                  <a:lnTo>
                    <a:pt x="1000594" y="1103591"/>
                  </a:lnTo>
                  <a:lnTo>
                    <a:pt x="1000125" y="1104709"/>
                  </a:lnTo>
                  <a:lnTo>
                    <a:pt x="1000125" y="1107351"/>
                  </a:lnTo>
                  <a:lnTo>
                    <a:pt x="1000594" y="1108468"/>
                  </a:lnTo>
                  <a:lnTo>
                    <a:pt x="1002461" y="1110322"/>
                  </a:lnTo>
                  <a:lnTo>
                    <a:pt x="1003579" y="1110792"/>
                  </a:lnTo>
                  <a:lnTo>
                    <a:pt x="1006208" y="1110792"/>
                  </a:lnTo>
                  <a:lnTo>
                    <a:pt x="1007325" y="1110322"/>
                  </a:lnTo>
                  <a:lnTo>
                    <a:pt x="1009192" y="1108468"/>
                  </a:lnTo>
                  <a:lnTo>
                    <a:pt x="1009650" y="1107351"/>
                  </a:lnTo>
                  <a:lnTo>
                    <a:pt x="1009650" y="1104709"/>
                  </a:lnTo>
                  <a:close/>
                </a:path>
                <a:path w="4533900" h="2762885">
                  <a:moveTo>
                    <a:pt x="1009650" y="554088"/>
                  </a:moveTo>
                  <a:lnTo>
                    <a:pt x="1009192" y="552958"/>
                  </a:lnTo>
                  <a:lnTo>
                    <a:pt x="1007325" y="551103"/>
                  </a:lnTo>
                  <a:lnTo>
                    <a:pt x="1006208" y="550633"/>
                  </a:lnTo>
                  <a:lnTo>
                    <a:pt x="1003579" y="550633"/>
                  </a:lnTo>
                  <a:lnTo>
                    <a:pt x="1002461" y="551103"/>
                  </a:lnTo>
                  <a:lnTo>
                    <a:pt x="1000594" y="552958"/>
                  </a:lnTo>
                  <a:lnTo>
                    <a:pt x="1000125" y="554088"/>
                  </a:lnTo>
                  <a:lnTo>
                    <a:pt x="1000125" y="556717"/>
                  </a:lnTo>
                  <a:lnTo>
                    <a:pt x="1000594" y="557834"/>
                  </a:lnTo>
                  <a:lnTo>
                    <a:pt x="1002461" y="559701"/>
                  </a:lnTo>
                  <a:lnTo>
                    <a:pt x="1003579" y="560158"/>
                  </a:lnTo>
                  <a:lnTo>
                    <a:pt x="1006208" y="560158"/>
                  </a:lnTo>
                  <a:lnTo>
                    <a:pt x="1007325" y="559701"/>
                  </a:lnTo>
                  <a:lnTo>
                    <a:pt x="1009192" y="557834"/>
                  </a:lnTo>
                  <a:lnTo>
                    <a:pt x="1009650" y="556717"/>
                  </a:lnTo>
                  <a:lnTo>
                    <a:pt x="1009650" y="554088"/>
                  </a:lnTo>
                  <a:close/>
                </a:path>
                <a:path w="4533900" h="2762885">
                  <a:moveTo>
                    <a:pt x="1009650" y="3454"/>
                  </a:moveTo>
                  <a:lnTo>
                    <a:pt x="1009192" y="2324"/>
                  </a:lnTo>
                  <a:lnTo>
                    <a:pt x="1007325" y="469"/>
                  </a:lnTo>
                  <a:lnTo>
                    <a:pt x="1006208" y="0"/>
                  </a:lnTo>
                  <a:lnTo>
                    <a:pt x="1003579" y="0"/>
                  </a:lnTo>
                  <a:lnTo>
                    <a:pt x="1002461" y="469"/>
                  </a:lnTo>
                  <a:lnTo>
                    <a:pt x="1000594" y="2324"/>
                  </a:lnTo>
                  <a:lnTo>
                    <a:pt x="1000125" y="3454"/>
                  </a:lnTo>
                  <a:lnTo>
                    <a:pt x="1000125" y="6083"/>
                  </a:lnTo>
                  <a:lnTo>
                    <a:pt x="1000594" y="7200"/>
                  </a:lnTo>
                  <a:lnTo>
                    <a:pt x="1002461" y="9067"/>
                  </a:lnTo>
                  <a:lnTo>
                    <a:pt x="1003579" y="9525"/>
                  </a:lnTo>
                  <a:lnTo>
                    <a:pt x="1006208" y="9525"/>
                  </a:lnTo>
                  <a:lnTo>
                    <a:pt x="1007325" y="9067"/>
                  </a:lnTo>
                  <a:lnTo>
                    <a:pt x="1009192" y="7200"/>
                  </a:lnTo>
                  <a:lnTo>
                    <a:pt x="1009650" y="6083"/>
                  </a:lnTo>
                  <a:lnTo>
                    <a:pt x="1009650" y="3454"/>
                  </a:lnTo>
                  <a:close/>
                </a:path>
                <a:path w="4533900" h="2762885">
                  <a:moveTo>
                    <a:pt x="1057275" y="2756611"/>
                  </a:moveTo>
                  <a:lnTo>
                    <a:pt x="1056817" y="2755493"/>
                  </a:lnTo>
                  <a:lnTo>
                    <a:pt x="1054950" y="2753626"/>
                  </a:lnTo>
                  <a:lnTo>
                    <a:pt x="1053833" y="2753156"/>
                  </a:lnTo>
                  <a:lnTo>
                    <a:pt x="1051204" y="2753156"/>
                  </a:lnTo>
                  <a:lnTo>
                    <a:pt x="1050086" y="2753626"/>
                  </a:lnTo>
                  <a:lnTo>
                    <a:pt x="1048219" y="2755493"/>
                  </a:lnTo>
                  <a:lnTo>
                    <a:pt x="1047750" y="2756611"/>
                  </a:lnTo>
                  <a:lnTo>
                    <a:pt x="1047750" y="2759240"/>
                  </a:lnTo>
                  <a:lnTo>
                    <a:pt x="1048219" y="2760357"/>
                  </a:lnTo>
                  <a:lnTo>
                    <a:pt x="1050086" y="2762224"/>
                  </a:lnTo>
                  <a:lnTo>
                    <a:pt x="1051204" y="2762681"/>
                  </a:lnTo>
                  <a:lnTo>
                    <a:pt x="1053833" y="2762681"/>
                  </a:lnTo>
                  <a:lnTo>
                    <a:pt x="1054950" y="2762224"/>
                  </a:lnTo>
                  <a:lnTo>
                    <a:pt x="1056817" y="2760357"/>
                  </a:lnTo>
                  <a:lnTo>
                    <a:pt x="1057275" y="2759240"/>
                  </a:lnTo>
                  <a:lnTo>
                    <a:pt x="1057275" y="2756611"/>
                  </a:lnTo>
                  <a:close/>
                </a:path>
                <a:path w="4533900" h="2762885">
                  <a:moveTo>
                    <a:pt x="1057275" y="2205977"/>
                  </a:moveTo>
                  <a:lnTo>
                    <a:pt x="1056817" y="2204859"/>
                  </a:lnTo>
                  <a:lnTo>
                    <a:pt x="1054950" y="2202992"/>
                  </a:lnTo>
                  <a:lnTo>
                    <a:pt x="1053833" y="2202535"/>
                  </a:lnTo>
                  <a:lnTo>
                    <a:pt x="1051204" y="2202535"/>
                  </a:lnTo>
                  <a:lnTo>
                    <a:pt x="1050086" y="2202992"/>
                  </a:lnTo>
                  <a:lnTo>
                    <a:pt x="1048219" y="2204859"/>
                  </a:lnTo>
                  <a:lnTo>
                    <a:pt x="1047750" y="2205977"/>
                  </a:lnTo>
                  <a:lnTo>
                    <a:pt x="1047750" y="2208606"/>
                  </a:lnTo>
                  <a:lnTo>
                    <a:pt x="1048219" y="2209736"/>
                  </a:lnTo>
                  <a:lnTo>
                    <a:pt x="1050086" y="2211590"/>
                  </a:lnTo>
                  <a:lnTo>
                    <a:pt x="1051204" y="2212060"/>
                  </a:lnTo>
                  <a:lnTo>
                    <a:pt x="1053833" y="2212060"/>
                  </a:lnTo>
                  <a:lnTo>
                    <a:pt x="1054950" y="2211590"/>
                  </a:lnTo>
                  <a:lnTo>
                    <a:pt x="1056817" y="2209736"/>
                  </a:lnTo>
                  <a:lnTo>
                    <a:pt x="1057275" y="2208606"/>
                  </a:lnTo>
                  <a:lnTo>
                    <a:pt x="1057275" y="2205977"/>
                  </a:lnTo>
                  <a:close/>
                </a:path>
                <a:path w="4533900" h="2762885">
                  <a:moveTo>
                    <a:pt x="1057275" y="1655343"/>
                  </a:moveTo>
                  <a:lnTo>
                    <a:pt x="1056817" y="1654225"/>
                  </a:lnTo>
                  <a:lnTo>
                    <a:pt x="1054950" y="1652358"/>
                  </a:lnTo>
                  <a:lnTo>
                    <a:pt x="1053833" y="1651901"/>
                  </a:lnTo>
                  <a:lnTo>
                    <a:pt x="1051204" y="1651901"/>
                  </a:lnTo>
                  <a:lnTo>
                    <a:pt x="1050086" y="1652358"/>
                  </a:lnTo>
                  <a:lnTo>
                    <a:pt x="1048219" y="1654225"/>
                  </a:lnTo>
                  <a:lnTo>
                    <a:pt x="1047750" y="1655343"/>
                  </a:lnTo>
                  <a:lnTo>
                    <a:pt x="1047750" y="1657972"/>
                  </a:lnTo>
                  <a:lnTo>
                    <a:pt x="1048219" y="1659102"/>
                  </a:lnTo>
                  <a:lnTo>
                    <a:pt x="1050086" y="1660956"/>
                  </a:lnTo>
                  <a:lnTo>
                    <a:pt x="1051204" y="1661426"/>
                  </a:lnTo>
                  <a:lnTo>
                    <a:pt x="1053833" y="1661426"/>
                  </a:lnTo>
                  <a:lnTo>
                    <a:pt x="1054950" y="1660956"/>
                  </a:lnTo>
                  <a:lnTo>
                    <a:pt x="1056817" y="1659102"/>
                  </a:lnTo>
                  <a:lnTo>
                    <a:pt x="1057275" y="1657972"/>
                  </a:lnTo>
                  <a:lnTo>
                    <a:pt x="1057275" y="1655343"/>
                  </a:lnTo>
                  <a:close/>
                </a:path>
                <a:path w="4533900" h="2762885">
                  <a:moveTo>
                    <a:pt x="1057275" y="1104709"/>
                  </a:moveTo>
                  <a:lnTo>
                    <a:pt x="1056817" y="1103591"/>
                  </a:lnTo>
                  <a:lnTo>
                    <a:pt x="1054950" y="1101737"/>
                  </a:lnTo>
                  <a:lnTo>
                    <a:pt x="1053833" y="1101267"/>
                  </a:lnTo>
                  <a:lnTo>
                    <a:pt x="1051204" y="1101267"/>
                  </a:lnTo>
                  <a:lnTo>
                    <a:pt x="1050086" y="1101737"/>
                  </a:lnTo>
                  <a:lnTo>
                    <a:pt x="1048219" y="1103591"/>
                  </a:lnTo>
                  <a:lnTo>
                    <a:pt x="1047750" y="1104709"/>
                  </a:lnTo>
                  <a:lnTo>
                    <a:pt x="1047750" y="1107351"/>
                  </a:lnTo>
                  <a:lnTo>
                    <a:pt x="1048219" y="1108468"/>
                  </a:lnTo>
                  <a:lnTo>
                    <a:pt x="1050086" y="1110322"/>
                  </a:lnTo>
                  <a:lnTo>
                    <a:pt x="1051204" y="1110792"/>
                  </a:lnTo>
                  <a:lnTo>
                    <a:pt x="1053833" y="1110792"/>
                  </a:lnTo>
                  <a:lnTo>
                    <a:pt x="1054950" y="1110322"/>
                  </a:lnTo>
                  <a:lnTo>
                    <a:pt x="1056817" y="1108468"/>
                  </a:lnTo>
                  <a:lnTo>
                    <a:pt x="1057275" y="1107351"/>
                  </a:lnTo>
                  <a:lnTo>
                    <a:pt x="1057275" y="1104709"/>
                  </a:lnTo>
                  <a:close/>
                </a:path>
                <a:path w="4533900" h="2762885">
                  <a:moveTo>
                    <a:pt x="1057275" y="554088"/>
                  </a:moveTo>
                  <a:lnTo>
                    <a:pt x="1056817" y="552958"/>
                  </a:lnTo>
                  <a:lnTo>
                    <a:pt x="1054950" y="551103"/>
                  </a:lnTo>
                  <a:lnTo>
                    <a:pt x="1053833" y="550633"/>
                  </a:lnTo>
                  <a:lnTo>
                    <a:pt x="1051204" y="550633"/>
                  </a:lnTo>
                  <a:lnTo>
                    <a:pt x="1050086" y="551103"/>
                  </a:lnTo>
                  <a:lnTo>
                    <a:pt x="1048219" y="552958"/>
                  </a:lnTo>
                  <a:lnTo>
                    <a:pt x="1047750" y="554088"/>
                  </a:lnTo>
                  <a:lnTo>
                    <a:pt x="1047750" y="556717"/>
                  </a:lnTo>
                  <a:lnTo>
                    <a:pt x="1048219" y="557834"/>
                  </a:lnTo>
                  <a:lnTo>
                    <a:pt x="1050086" y="559701"/>
                  </a:lnTo>
                  <a:lnTo>
                    <a:pt x="1051204" y="560158"/>
                  </a:lnTo>
                  <a:lnTo>
                    <a:pt x="1053833" y="560158"/>
                  </a:lnTo>
                  <a:lnTo>
                    <a:pt x="1054950" y="559701"/>
                  </a:lnTo>
                  <a:lnTo>
                    <a:pt x="1056817" y="557834"/>
                  </a:lnTo>
                  <a:lnTo>
                    <a:pt x="1057275" y="556717"/>
                  </a:lnTo>
                  <a:lnTo>
                    <a:pt x="1057275" y="554088"/>
                  </a:lnTo>
                  <a:close/>
                </a:path>
                <a:path w="4533900" h="2762885">
                  <a:moveTo>
                    <a:pt x="1057275" y="3454"/>
                  </a:moveTo>
                  <a:lnTo>
                    <a:pt x="1056817" y="2324"/>
                  </a:lnTo>
                  <a:lnTo>
                    <a:pt x="1054950" y="469"/>
                  </a:lnTo>
                  <a:lnTo>
                    <a:pt x="1053833" y="0"/>
                  </a:lnTo>
                  <a:lnTo>
                    <a:pt x="1051204" y="0"/>
                  </a:lnTo>
                  <a:lnTo>
                    <a:pt x="1050086" y="469"/>
                  </a:lnTo>
                  <a:lnTo>
                    <a:pt x="1048219" y="2324"/>
                  </a:lnTo>
                  <a:lnTo>
                    <a:pt x="1047750" y="3454"/>
                  </a:lnTo>
                  <a:lnTo>
                    <a:pt x="1047750" y="6083"/>
                  </a:lnTo>
                  <a:lnTo>
                    <a:pt x="1048219" y="7200"/>
                  </a:lnTo>
                  <a:lnTo>
                    <a:pt x="1050086" y="9067"/>
                  </a:lnTo>
                  <a:lnTo>
                    <a:pt x="1051204" y="9525"/>
                  </a:lnTo>
                  <a:lnTo>
                    <a:pt x="1053833" y="9525"/>
                  </a:lnTo>
                  <a:lnTo>
                    <a:pt x="1054950" y="9067"/>
                  </a:lnTo>
                  <a:lnTo>
                    <a:pt x="1056817" y="7200"/>
                  </a:lnTo>
                  <a:lnTo>
                    <a:pt x="1057275" y="6083"/>
                  </a:lnTo>
                  <a:lnTo>
                    <a:pt x="1057275" y="3454"/>
                  </a:lnTo>
                  <a:close/>
                </a:path>
                <a:path w="4533900" h="2762885">
                  <a:moveTo>
                    <a:pt x="1104900" y="2756611"/>
                  </a:moveTo>
                  <a:lnTo>
                    <a:pt x="1104442" y="2755493"/>
                  </a:lnTo>
                  <a:lnTo>
                    <a:pt x="1102575" y="2753626"/>
                  </a:lnTo>
                  <a:lnTo>
                    <a:pt x="1101458" y="2753156"/>
                  </a:lnTo>
                  <a:lnTo>
                    <a:pt x="1098829" y="2753156"/>
                  </a:lnTo>
                  <a:lnTo>
                    <a:pt x="1097711" y="2753626"/>
                  </a:lnTo>
                  <a:lnTo>
                    <a:pt x="1095844" y="2755493"/>
                  </a:lnTo>
                  <a:lnTo>
                    <a:pt x="1095375" y="2756611"/>
                  </a:lnTo>
                  <a:lnTo>
                    <a:pt x="1095375" y="2759240"/>
                  </a:lnTo>
                  <a:lnTo>
                    <a:pt x="1095844" y="2760357"/>
                  </a:lnTo>
                  <a:lnTo>
                    <a:pt x="1097711" y="2762224"/>
                  </a:lnTo>
                  <a:lnTo>
                    <a:pt x="1098829" y="2762681"/>
                  </a:lnTo>
                  <a:lnTo>
                    <a:pt x="1101458" y="2762681"/>
                  </a:lnTo>
                  <a:lnTo>
                    <a:pt x="1102575" y="2762224"/>
                  </a:lnTo>
                  <a:lnTo>
                    <a:pt x="1104442" y="2760357"/>
                  </a:lnTo>
                  <a:lnTo>
                    <a:pt x="1104900" y="2759240"/>
                  </a:lnTo>
                  <a:lnTo>
                    <a:pt x="1104900" y="2756611"/>
                  </a:lnTo>
                  <a:close/>
                </a:path>
                <a:path w="4533900" h="2762885">
                  <a:moveTo>
                    <a:pt x="1104900" y="2205977"/>
                  </a:moveTo>
                  <a:lnTo>
                    <a:pt x="1104442" y="2204859"/>
                  </a:lnTo>
                  <a:lnTo>
                    <a:pt x="1102575" y="2202992"/>
                  </a:lnTo>
                  <a:lnTo>
                    <a:pt x="1101458" y="2202535"/>
                  </a:lnTo>
                  <a:lnTo>
                    <a:pt x="1098829" y="2202535"/>
                  </a:lnTo>
                  <a:lnTo>
                    <a:pt x="1097711" y="2202992"/>
                  </a:lnTo>
                  <a:lnTo>
                    <a:pt x="1095844" y="2204859"/>
                  </a:lnTo>
                  <a:lnTo>
                    <a:pt x="1095375" y="2205977"/>
                  </a:lnTo>
                  <a:lnTo>
                    <a:pt x="1095375" y="2208606"/>
                  </a:lnTo>
                  <a:lnTo>
                    <a:pt x="1095844" y="2209736"/>
                  </a:lnTo>
                  <a:lnTo>
                    <a:pt x="1097711" y="2211590"/>
                  </a:lnTo>
                  <a:lnTo>
                    <a:pt x="1098829" y="2212060"/>
                  </a:lnTo>
                  <a:lnTo>
                    <a:pt x="1101458" y="2212060"/>
                  </a:lnTo>
                  <a:lnTo>
                    <a:pt x="1102575" y="2211590"/>
                  </a:lnTo>
                  <a:lnTo>
                    <a:pt x="1104442" y="2209736"/>
                  </a:lnTo>
                  <a:lnTo>
                    <a:pt x="1104900" y="2208606"/>
                  </a:lnTo>
                  <a:lnTo>
                    <a:pt x="1104900" y="2205977"/>
                  </a:lnTo>
                  <a:close/>
                </a:path>
                <a:path w="4533900" h="2762885">
                  <a:moveTo>
                    <a:pt x="1104900" y="1655343"/>
                  </a:moveTo>
                  <a:lnTo>
                    <a:pt x="1104442" y="1654225"/>
                  </a:lnTo>
                  <a:lnTo>
                    <a:pt x="1102575" y="1652358"/>
                  </a:lnTo>
                  <a:lnTo>
                    <a:pt x="1101458" y="1651901"/>
                  </a:lnTo>
                  <a:lnTo>
                    <a:pt x="1098829" y="1651901"/>
                  </a:lnTo>
                  <a:lnTo>
                    <a:pt x="1097711" y="1652358"/>
                  </a:lnTo>
                  <a:lnTo>
                    <a:pt x="1095844" y="1654225"/>
                  </a:lnTo>
                  <a:lnTo>
                    <a:pt x="1095375" y="1655343"/>
                  </a:lnTo>
                  <a:lnTo>
                    <a:pt x="1095375" y="1657972"/>
                  </a:lnTo>
                  <a:lnTo>
                    <a:pt x="1095844" y="1659102"/>
                  </a:lnTo>
                  <a:lnTo>
                    <a:pt x="1097711" y="1660956"/>
                  </a:lnTo>
                  <a:lnTo>
                    <a:pt x="1098829" y="1661426"/>
                  </a:lnTo>
                  <a:lnTo>
                    <a:pt x="1101458" y="1661426"/>
                  </a:lnTo>
                  <a:lnTo>
                    <a:pt x="1102575" y="1660956"/>
                  </a:lnTo>
                  <a:lnTo>
                    <a:pt x="1104442" y="1659102"/>
                  </a:lnTo>
                  <a:lnTo>
                    <a:pt x="1104900" y="1657972"/>
                  </a:lnTo>
                  <a:lnTo>
                    <a:pt x="1104900" y="1655343"/>
                  </a:lnTo>
                  <a:close/>
                </a:path>
                <a:path w="4533900" h="2762885">
                  <a:moveTo>
                    <a:pt x="1104900" y="1104709"/>
                  </a:moveTo>
                  <a:lnTo>
                    <a:pt x="1104442" y="1103591"/>
                  </a:lnTo>
                  <a:lnTo>
                    <a:pt x="1102575" y="1101737"/>
                  </a:lnTo>
                  <a:lnTo>
                    <a:pt x="1101458" y="1101267"/>
                  </a:lnTo>
                  <a:lnTo>
                    <a:pt x="1098829" y="1101267"/>
                  </a:lnTo>
                  <a:lnTo>
                    <a:pt x="1097711" y="1101737"/>
                  </a:lnTo>
                  <a:lnTo>
                    <a:pt x="1095844" y="1103591"/>
                  </a:lnTo>
                  <a:lnTo>
                    <a:pt x="1095375" y="1104709"/>
                  </a:lnTo>
                  <a:lnTo>
                    <a:pt x="1095375" y="1107351"/>
                  </a:lnTo>
                  <a:lnTo>
                    <a:pt x="1095844" y="1108468"/>
                  </a:lnTo>
                  <a:lnTo>
                    <a:pt x="1097711" y="1110322"/>
                  </a:lnTo>
                  <a:lnTo>
                    <a:pt x="1098829" y="1110792"/>
                  </a:lnTo>
                  <a:lnTo>
                    <a:pt x="1101458" y="1110792"/>
                  </a:lnTo>
                  <a:lnTo>
                    <a:pt x="1102575" y="1110322"/>
                  </a:lnTo>
                  <a:lnTo>
                    <a:pt x="1104442" y="1108468"/>
                  </a:lnTo>
                  <a:lnTo>
                    <a:pt x="1104900" y="1107351"/>
                  </a:lnTo>
                  <a:lnTo>
                    <a:pt x="1104900" y="1104709"/>
                  </a:lnTo>
                  <a:close/>
                </a:path>
                <a:path w="4533900" h="2762885">
                  <a:moveTo>
                    <a:pt x="1104900" y="554088"/>
                  </a:moveTo>
                  <a:lnTo>
                    <a:pt x="1104442" y="552958"/>
                  </a:lnTo>
                  <a:lnTo>
                    <a:pt x="1102575" y="551103"/>
                  </a:lnTo>
                  <a:lnTo>
                    <a:pt x="1101458" y="550633"/>
                  </a:lnTo>
                  <a:lnTo>
                    <a:pt x="1098829" y="550633"/>
                  </a:lnTo>
                  <a:lnTo>
                    <a:pt x="1097711" y="551103"/>
                  </a:lnTo>
                  <a:lnTo>
                    <a:pt x="1095844" y="552958"/>
                  </a:lnTo>
                  <a:lnTo>
                    <a:pt x="1095375" y="554088"/>
                  </a:lnTo>
                  <a:lnTo>
                    <a:pt x="1095375" y="556717"/>
                  </a:lnTo>
                  <a:lnTo>
                    <a:pt x="1095844" y="557834"/>
                  </a:lnTo>
                  <a:lnTo>
                    <a:pt x="1097711" y="559701"/>
                  </a:lnTo>
                  <a:lnTo>
                    <a:pt x="1098829" y="560158"/>
                  </a:lnTo>
                  <a:lnTo>
                    <a:pt x="1101458" y="560158"/>
                  </a:lnTo>
                  <a:lnTo>
                    <a:pt x="1102575" y="559701"/>
                  </a:lnTo>
                  <a:lnTo>
                    <a:pt x="1104442" y="557834"/>
                  </a:lnTo>
                  <a:lnTo>
                    <a:pt x="1104900" y="556717"/>
                  </a:lnTo>
                  <a:lnTo>
                    <a:pt x="1104900" y="554088"/>
                  </a:lnTo>
                  <a:close/>
                </a:path>
                <a:path w="4533900" h="2762885">
                  <a:moveTo>
                    <a:pt x="1104900" y="3454"/>
                  </a:moveTo>
                  <a:lnTo>
                    <a:pt x="1104442" y="2324"/>
                  </a:lnTo>
                  <a:lnTo>
                    <a:pt x="1102575" y="469"/>
                  </a:lnTo>
                  <a:lnTo>
                    <a:pt x="1101458" y="0"/>
                  </a:lnTo>
                  <a:lnTo>
                    <a:pt x="1098829" y="0"/>
                  </a:lnTo>
                  <a:lnTo>
                    <a:pt x="1097711" y="469"/>
                  </a:lnTo>
                  <a:lnTo>
                    <a:pt x="1095844" y="2324"/>
                  </a:lnTo>
                  <a:lnTo>
                    <a:pt x="1095375" y="3454"/>
                  </a:lnTo>
                  <a:lnTo>
                    <a:pt x="1095375" y="6083"/>
                  </a:lnTo>
                  <a:lnTo>
                    <a:pt x="1095844" y="7200"/>
                  </a:lnTo>
                  <a:lnTo>
                    <a:pt x="1097711" y="9067"/>
                  </a:lnTo>
                  <a:lnTo>
                    <a:pt x="1098829" y="9525"/>
                  </a:lnTo>
                  <a:lnTo>
                    <a:pt x="1101458" y="9525"/>
                  </a:lnTo>
                  <a:lnTo>
                    <a:pt x="1102575" y="9067"/>
                  </a:lnTo>
                  <a:lnTo>
                    <a:pt x="1104442" y="7200"/>
                  </a:lnTo>
                  <a:lnTo>
                    <a:pt x="1104900" y="6083"/>
                  </a:lnTo>
                  <a:lnTo>
                    <a:pt x="1104900" y="3454"/>
                  </a:lnTo>
                  <a:close/>
                </a:path>
                <a:path w="4533900" h="2762885">
                  <a:moveTo>
                    <a:pt x="1152525" y="2756611"/>
                  </a:moveTo>
                  <a:lnTo>
                    <a:pt x="1152067" y="2755493"/>
                  </a:lnTo>
                  <a:lnTo>
                    <a:pt x="1150200" y="2753626"/>
                  </a:lnTo>
                  <a:lnTo>
                    <a:pt x="1149083" y="2753156"/>
                  </a:lnTo>
                  <a:lnTo>
                    <a:pt x="1146454" y="2753156"/>
                  </a:lnTo>
                  <a:lnTo>
                    <a:pt x="1145336" y="2753626"/>
                  </a:lnTo>
                  <a:lnTo>
                    <a:pt x="1143469" y="2755493"/>
                  </a:lnTo>
                  <a:lnTo>
                    <a:pt x="1143000" y="2756611"/>
                  </a:lnTo>
                  <a:lnTo>
                    <a:pt x="1143000" y="2759240"/>
                  </a:lnTo>
                  <a:lnTo>
                    <a:pt x="1143469" y="2760357"/>
                  </a:lnTo>
                  <a:lnTo>
                    <a:pt x="1145336" y="2762224"/>
                  </a:lnTo>
                  <a:lnTo>
                    <a:pt x="1146454" y="2762681"/>
                  </a:lnTo>
                  <a:lnTo>
                    <a:pt x="1149083" y="2762681"/>
                  </a:lnTo>
                  <a:lnTo>
                    <a:pt x="1150200" y="2762224"/>
                  </a:lnTo>
                  <a:lnTo>
                    <a:pt x="1152067" y="2760357"/>
                  </a:lnTo>
                  <a:lnTo>
                    <a:pt x="1152525" y="2759240"/>
                  </a:lnTo>
                  <a:lnTo>
                    <a:pt x="1152525" y="2756611"/>
                  </a:lnTo>
                  <a:close/>
                </a:path>
                <a:path w="4533900" h="2762885">
                  <a:moveTo>
                    <a:pt x="1152525" y="2205977"/>
                  </a:moveTo>
                  <a:lnTo>
                    <a:pt x="1152067" y="2204859"/>
                  </a:lnTo>
                  <a:lnTo>
                    <a:pt x="1150200" y="2202992"/>
                  </a:lnTo>
                  <a:lnTo>
                    <a:pt x="1149083" y="2202535"/>
                  </a:lnTo>
                  <a:lnTo>
                    <a:pt x="1146454" y="2202535"/>
                  </a:lnTo>
                  <a:lnTo>
                    <a:pt x="1145336" y="2202992"/>
                  </a:lnTo>
                  <a:lnTo>
                    <a:pt x="1143469" y="2204859"/>
                  </a:lnTo>
                  <a:lnTo>
                    <a:pt x="1143000" y="2205977"/>
                  </a:lnTo>
                  <a:lnTo>
                    <a:pt x="1143000" y="2208606"/>
                  </a:lnTo>
                  <a:lnTo>
                    <a:pt x="1143469" y="2209736"/>
                  </a:lnTo>
                  <a:lnTo>
                    <a:pt x="1145336" y="2211590"/>
                  </a:lnTo>
                  <a:lnTo>
                    <a:pt x="1146454" y="2212060"/>
                  </a:lnTo>
                  <a:lnTo>
                    <a:pt x="1149083" y="2212060"/>
                  </a:lnTo>
                  <a:lnTo>
                    <a:pt x="1150200" y="2211590"/>
                  </a:lnTo>
                  <a:lnTo>
                    <a:pt x="1152067" y="2209736"/>
                  </a:lnTo>
                  <a:lnTo>
                    <a:pt x="1152525" y="2208606"/>
                  </a:lnTo>
                  <a:lnTo>
                    <a:pt x="1152525" y="2205977"/>
                  </a:lnTo>
                  <a:close/>
                </a:path>
                <a:path w="4533900" h="2762885">
                  <a:moveTo>
                    <a:pt x="1152525" y="1655343"/>
                  </a:moveTo>
                  <a:lnTo>
                    <a:pt x="1152067" y="1654225"/>
                  </a:lnTo>
                  <a:lnTo>
                    <a:pt x="1150200" y="1652358"/>
                  </a:lnTo>
                  <a:lnTo>
                    <a:pt x="1149083" y="1651901"/>
                  </a:lnTo>
                  <a:lnTo>
                    <a:pt x="1146454" y="1651901"/>
                  </a:lnTo>
                  <a:lnTo>
                    <a:pt x="1145336" y="1652358"/>
                  </a:lnTo>
                  <a:lnTo>
                    <a:pt x="1143469" y="1654225"/>
                  </a:lnTo>
                  <a:lnTo>
                    <a:pt x="1143000" y="1655343"/>
                  </a:lnTo>
                  <a:lnTo>
                    <a:pt x="1143000" y="1657972"/>
                  </a:lnTo>
                  <a:lnTo>
                    <a:pt x="1143469" y="1659102"/>
                  </a:lnTo>
                  <a:lnTo>
                    <a:pt x="1145336" y="1660956"/>
                  </a:lnTo>
                  <a:lnTo>
                    <a:pt x="1146454" y="1661426"/>
                  </a:lnTo>
                  <a:lnTo>
                    <a:pt x="1149083" y="1661426"/>
                  </a:lnTo>
                  <a:lnTo>
                    <a:pt x="1150200" y="1660956"/>
                  </a:lnTo>
                  <a:lnTo>
                    <a:pt x="1152067" y="1659102"/>
                  </a:lnTo>
                  <a:lnTo>
                    <a:pt x="1152525" y="1657972"/>
                  </a:lnTo>
                  <a:lnTo>
                    <a:pt x="1152525" y="1655343"/>
                  </a:lnTo>
                  <a:close/>
                </a:path>
                <a:path w="4533900" h="2762885">
                  <a:moveTo>
                    <a:pt x="1152525" y="1104709"/>
                  </a:moveTo>
                  <a:lnTo>
                    <a:pt x="1152067" y="1103591"/>
                  </a:lnTo>
                  <a:lnTo>
                    <a:pt x="1150200" y="1101737"/>
                  </a:lnTo>
                  <a:lnTo>
                    <a:pt x="1149083" y="1101267"/>
                  </a:lnTo>
                  <a:lnTo>
                    <a:pt x="1146454" y="1101267"/>
                  </a:lnTo>
                  <a:lnTo>
                    <a:pt x="1145336" y="1101737"/>
                  </a:lnTo>
                  <a:lnTo>
                    <a:pt x="1143469" y="1103591"/>
                  </a:lnTo>
                  <a:lnTo>
                    <a:pt x="1143000" y="1104709"/>
                  </a:lnTo>
                  <a:lnTo>
                    <a:pt x="1143000" y="1107351"/>
                  </a:lnTo>
                  <a:lnTo>
                    <a:pt x="1143469" y="1108468"/>
                  </a:lnTo>
                  <a:lnTo>
                    <a:pt x="1145336" y="1110322"/>
                  </a:lnTo>
                  <a:lnTo>
                    <a:pt x="1146454" y="1110792"/>
                  </a:lnTo>
                  <a:lnTo>
                    <a:pt x="1149083" y="1110792"/>
                  </a:lnTo>
                  <a:lnTo>
                    <a:pt x="1150200" y="1110322"/>
                  </a:lnTo>
                  <a:lnTo>
                    <a:pt x="1152067" y="1108468"/>
                  </a:lnTo>
                  <a:lnTo>
                    <a:pt x="1152525" y="1107351"/>
                  </a:lnTo>
                  <a:lnTo>
                    <a:pt x="1152525" y="1104709"/>
                  </a:lnTo>
                  <a:close/>
                </a:path>
                <a:path w="4533900" h="2762885">
                  <a:moveTo>
                    <a:pt x="1152525" y="554088"/>
                  </a:moveTo>
                  <a:lnTo>
                    <a:pt x="1152067" y="552958"/>
                  </a:lnTo>
                  <a:lnTo>
                    <a:pt x="1150200" y="551103"/>
                  </a:lnTo>
                  <a:lnTo>
                    <a:pt x="1149083" y="550633"/>
                  </a:lnTo>
                  <a:lnTo>
                    <a:pt x="1146454" y="550633"/>
                  </a:lnTo>
                  <a:lnTo>
                    <a:pt x="1145336" y="551103"/>
                  </a:lnTo>
                  <a:lnTo>
                    <a:pt x="1143469" y="552958"/>
                  </a:lnTo>
                  <a:lnTo>
                    <a:pt x="1143000" y="554088"/>
                  </a:lnTo>
                  <a:lnTo>
                    <a:pt x="1143000" y="556717"/>
                  </a:lnTo>
                  <a:lnTo>
                    <a:pt x="1143469" y="557834"/>
                  </a:lnTo>
                  <a:lnTo>
                    <a:pt x="1145336" y="559701"/>
                  </a:lnTo>
                  <a:lnTo>
                    <a:pt x="1146454" y="560158"/>
                  </a:lnTo>
                  <a:lnTo>
                    <a:pt x="1149083" y="560158"/>
                  </a:lnTo>
                  <a:lnTo>
                    <a:pt x="1150200" y="559701"/>
                  </a:lnTo>
                  <a:lnTo>
                    <a:pt x="1152067" y="557834"/>
                  </a:lnTo>
                  <a:lnTo>
                    <a:pt x="1152525" y="556717"/>
                  </a:lnTo>
                  <a:lnTo>
                    <a:pt x="1152525" y="554088"/>
                  </a:lnTo>
                  <a:close/>
                </a:path>
                <a:path w="4533900" h="2762885">
                  <a:moveTo>
                    <a:pt x="1152525" y="3454"/>
                  </a:moveTo>
                  <a:lnTo>
                    <a:pt x="1152067" y="2324"/>
                  </a:lnTo>
                  <a:lnTo>
                    <a:pt x="1150200" y="469"/>
                  </a:lnTo>
                  <a:lnTo>
                    <a:pt x="1149083" y="0"/>
                  </a:lnTo>
                  <a:lnTo>
                    <a:pt x="1146454" y="0"/>
                  </a:lnTo>
                  <a:lnTo>
                    <a:pt x="1145336" y="469"/>
                  </a:lnTo>
                  <a:lnTo>
                    <a:pt x="1143469" y="2324"/>
                  </a:lnTo>
                  <a:lnTo>
                    <a:pt x="1143000" y="3454"/>
                  </a:lnTo>
                  <a:lnTo>
                    <a:pt x="1143000" y="6083"/>
                  </a:lnTo>
                  <a:lnTo>
                    <a:pt x="1143469" y="7200"/>
                  </a:lnTo>
                  <a:lnTo>
                    <a:pt x="1145336" y="9067"/>
                  </a:lnTo>
                  <a:lnTo>
                    <a:pt x="1146454" y="9525"/>
                  </a:lnTo>
                  <a:lnTo>
                    <a:pt x="1149083" y="9525"/>
                  </a:lnTo>
                  <a:lnTo>
                    <a:pt x="1150200" y="9067"/>
                  </a:lnTo>
                  <a:lnTo>
                    <a:pt x="1152067" y="7200"/>
                  </a:lnTo>
                  <a:lnTo>
                    <a:pt x="1152525" y="6083"/>
                  </a:lnTo>
                  <a:lnTo>
                    <a:pt x="1152525" y="3454"/>
                  </a:lnTo>
                  <a:close/>
                </a:path>
                <a:path w="4533900" h="2762885">
                  <a:moveTo>
                    <a:pt x="1200150" y="2756611"/>
                  </a:moveTo>
                  <a:lnTo>
                    <a:pt x="1199692" y="2755493"/>
                  </a:lnTo>
                  <a:lnTo>
                    <a:pt x="1197825" y="2753626"/>
                  </a:lnTo>
                  <a:lnTo>
                    <a:pt x="1196708" y="2753156"/>
                  </a:lnTo>
                  <a:lnTo>
                    <a:pt x="1194079" y="2753156"/>
                  </a:lnTo>
                  <a:lnTo>
                    <a:pt x="1192961" y="2753626"/>
                  </a:lnTo>
                  <a:lnTo>
                    <a:pt x="1191094" y="2755493"/>
                  </a:lnTo>
                  <a:lnTo>
                    <a:pt x="1190625" y="2756611"/>
                  </a:lnTo>
                  <a:lnTo>
                    <a:pt x="1190625" y="2759240"/>
                  </a:lnTo>
                  <a:lnTo>
                    <a:pt x="1191094" y="2760357"/>
                  </a:lnTo>
                  <a:lnTo>
                    <a:pt x="1192961" y="2762224"/>
                  </a:lnTo>
                  <a:lnTo>
                    <a:pt x="1194079" y="2762681"/>
                  </a:lnTo>
                  <a:lnTo>
                    <a:pt x="1196708" y="2762681"/>
                  </a:lnTo>
                  <a:lnTo>
                    <a:pt x="1197825" y="2762224"/>
                  </a:lnTo>
                  <a:lnTo>
                    <a:pt x="1199692" y="2760357"/>
                  </a:lnTo>
                  <a:lnTo>
                    <a:pt x="1200150" y="2759240"/>
                  </a:lnTo>
                  <a:lnTo>
                    <a:pt x="1200150" y="2756611"/>
                  </a:lnTo>
                  <a:close/>
                </a:path>
                <a:path w="4533900" h="2762885">
                  <a:moveTo>
                    <a:pt x="1200150" y="2205977"/>
                  </a:moveTo>
                  <a:lnTo>
                    <a:pt x="1199692" y="2204859"/>
                  </a:lnTo>
                  <a:lnTo>
                    <a:pt x="1197825" y="2202992"/>
                  </a:lnTo>
                  <a:lnTo>
                    <a:pt x="1196708" y="2202535"/>
                  </a:lnTo>
                  <a:lnTo>
                    <a:pt x="1194079" y="2202535"/>
                  </a:lnTo>
                  <a:lnTo>
                    <a:pt x="1192961" y="2202992"/>
                  </a:lnTo>
                  <a:lnTo>
                    <a:pt x="1191094" y="2204859"/>
                  </a:lnTo>
                  <a:lnTo>
                    <a:pt x="1190625" y="2205977"/>
                  </a:lnTo>
                  <a:lnTo>
                    <a:pt x="1190625" y="2208606"/>
                  </a:lnTo>
                  <a:lnTo>
                    <a:pt x="1191094" y="2209736"/>
                  </a:lnTo>
                  <a:lnTo>
                    <a:pt x="1192961" y="2211590"/>
                  </a:lnTo>
                  <a:lnTo>
                    <a:pt x="1194079" y="2212060"/>
                  </a:lnTo>
                  <a:lnTo>
                    <a:pt x="1196708" y="2212060"/>
                  </a:lnTo>
                  <a:lnTo>
                    <a:pt x="1197825" y="2211590"/>
                  </a:lnTo>
                  <a:lnTo>
                    <a:pt x="1199692" y="2209736"/>
                  </a:lnTo>
                  <a:lnTo>
                    <a:pt x="1200150" y="2208606"/>
                  </a:lnTo>
                  <a:lnTo>
                    <a:pt x="1200150" y="2205977"/>
                  </a:lnTo>
                  <a:close/>
                </a:path>
                <a:path w="4533900" h="2762885">
                  <a:moveTo>
                    <a:pt x="1200150" y="1655343"/>
                  </a:moveTo>
                  <a:lnTo>
                    <a:pt x="1199692" y="1654225"/>
                  </a:lnTo>
                  <a:lnTo>
                    <a:pt x="1197825" y="1652358"/>
                  </a:lnTo>
                  <a:lnTo>
                    <a:pt x="1196708" y="1651901"/>
                  </a:lnTo>
                  <a:lnTo>
                    <a:pt x="1194079" y="1651901"/>
                  </a:lnTo>
                  <a:lnTo>
                    <a:pt x="1192961" y="1652358"/>
                  </a:lnTo>
                  <a:lnTo>
                    <a:pt x="1191094" y="1654225"/>
                  </a:lnTo>
                  <a:lnTo>
                    <a:pt x="1190625" y="1655343"/>
                  </a:lnTo>
                  <a:lnTo>
                    <a:pt x="1190625" y="1657972"/>
                  </a:lnTo>
                  <a:lnTo>
                    <a:pt x="1191094" y="1659102"/>
                  </a:lnTo>
                  <a:lnTo>
                    <a:pt x="1192961" y="1660956"/>
                  </a:lnTo>
                  <a:lnTo>
                    <a:pt x="1194079" y="1661426"/>
                  </a:lnTo>
                  <a:lnTo>
                    <a:pt x="1196708" y="1661426"/>
                  </a:lnTo>
                  <a:lnTo>
                    <a:pt x="1197825" y="1660956"/>
                  </a:lnTo>
                  <a:lnTo>
                    <a:pt x="1199692" y="1659102"/>
                  </a:lnTo>
                  <a:lnTo>
                    <a:pt x="1200150" y="1657972"/>
                  </a:lnTo>
                  <a:lnTo>
                    <a:pt x="1200150" y="1655343"/>
                  </a:lnTo>
                  <a:close/>
                </a:path>
                <a:path w="4533900" h="2762885">
                  <a:moveTo>
                    <a:pt x="1200150" y="1104709"/>
                  </a:moveTo>
                  <a:lnTo>
                    <a:pt x="1199692" y="1103591"/>
                  </a:lnTo>
                  <a:lnTo>
                    <a:pt x="1197825" y="1101737"/>
                  </a:lnTo>
                  <a:lnTo>
                    <a:pt x="1196708" y="1101267"/>
                  </a:lnTo>
                  <a:lnTo>
                    <a:pt x="1194079" y="1101267"/>
                  </a:lnTo>
                  <a:lnTo>
                    <a:pt x="1192961" y="1101737"/>
                  </a:lnTo>
                  <a:lnTo>
                    <a:pt x="1191094" y="1103591"/>
                  </a:lnTo>
                  <a:lnTo>
                    <a:pt x="1190625" y="1104709"/>
                  </a:lnTo>
                  <a:lnTo>
                    <a:pt x="1190625" y="1107351"/>
                  </a:lnTo>
                  <a:lnTo>
                    <a:pt x="1191094" y="1108468"/>
                  </a:lnTo>
                  <a:lnTo>
                    <a:pt x="1192961" y="1110322"/>
                  </a:lnTo>
                  <a:lnTo>
                    <a:pt x="1194079" y="1110792"/>
                  </a:lnTo>
                  <a:lnTo>
                    <a:pt x="1196708" y="1110792"/>
                  </a:lnTo>
                  <a:lnTo>
                    <a:pt x="1197825" y="1110322"/>
                  </a:lnTo>
                  <a:lnTo>
                    <a:pt x="1199692" y="1108468"/>
                  </a:lnTo>
                  <a:lnTo>
                    <a:pt x="1200150" y="1107351"/>
                  </a:lnTo>
                  <a:lnTo>
                    <a:pt x="1200150" y="1104709"/>
                  </a:lnTo>
                  <a:close/>
                </a:path>
                <a:path w="4533900" h="2762885">
                  <a:moveTo>
                    <a:pt x="1200150" y="554088"/>
                  </a:moveTo>
                  <a:lnTo>
                    <a:pt x="1199692" y="552958"/>
                  </a:lnTo>
                  <a:lnTo>
                    <a:pt x="1197825" y="551103"/>
                  </a:lnTo>
                  <a:lnTo>
                    <a:pt x="1196708" y="550633"/>
                  </a:lnTo>
                  <a:lnTo>
                    <a:pt x="1194079" y="550633"/>
                  </a:lnTo>
                  <a:lnTo>
                    <a:pt x="1192961" y="551103"/>
                  </a:lnTo>
                  <a:lnTo>
                    <a:pt x="1191094" y="552958"/>
                  </a:lnTo>
                  <a:lnTo>
                    <a:pt x="1190625" y="554088"/>
                  </a:lnTo>
                  <a:lnTo>
                    <a:pt x="1190625" y="556717"/>
                  </a:lnTo>
                  <a:lnTo>
                    <a:pt x="1191094" y="557834"/>
                  </a:lnTo>
                  <a:lnTo>
                    <a:pt x="1192961" y="559701"/>
                  </a:lnTo>
                  <a:lnTo>
                    <a:pt x="1194079" y="560158"/>
                  </a:lnTo>
                  <a:lnTo>
                    <a:pt x="1196708" y="560158"/>
                  </a:lnTo>
                  <a:lnTo>
                    <a:pt x="1197825" y="559701"/>
                  </a:lnTo>
                  <a:lnTo>
                    <a:pt x="1199692" y="557834"/>
                  </a:lnTo>
                  <a:lnTo>
                    <a:pt x="1200150" y="556717"/>
                  </a:lnTo>
                  <a:lnTo>
                    <a:pt x="1200150" y="554088"/>
                  </a:lnTo>
                  <a:close/>
                </a:path>
                <a:path w="4533900" h="2762885">
                  <a:moveTo>
                    <a:pt x="1200150" y="3454"/>
                  </a:moveTo>
                  <a:lnTo>
                    <a:pt x="1199692" y="2324"/>
                  </a:lnTo>
                  <a:lnTo>
                    <a:pt x="1197825" y="469"/>
                  </a:lnTo>
                  <a:lnTo>
                    <a:pt x="1196708" y="0"/>
                  </a:lnTo>
                  <a:lnTo>
                    <a:pt x="1194079" y="0"/>
                  </a:lnTo>
                  <a:lnTo>
                    <a:pt x="1192961" y="469"/>
                  </a:lnTo>
                  <a:lnTo>
                    <a:pt x="1191094" y="2324"/>
                  </a:lnTo>
                  <a:lnTo>
                    <a:pt x="1190625" y="3454"/>
                  </a:lnTo>
                  <a:lnTo>
                    <a:pt x="1190625" y="6083"/>
                  </a:lnTo>
                  <a:lnTo>
                    <a:pt x="1191094" y="7200"/>
                  </a:lnTo>
                  <a:lnTo>
                    <a:pt x="1192961" y="9067"/>
                  </a:lnTo>
                  <a:lnTo>
                    <a:pt x="1194079" y="9525"/>
                  </a:lnTo>
                  <a:lnTo>
                    <a:pt x="1196708" y="9525"/>
                  </a:lnTo>
                  <a:lnTo>
                    <a:pt x="1197825" y="9067"/>
                  </a:lnTo>
                  <a:lnTo>
                    <a:pt x="1199692" y="7200"/>
                  </a:lnTo>
                  <a:lnTo>
                    <a:pt x="1200150" y="6083"/>
                  </a:lnTo>
                  <a:lnTo>
                    <a:pt x="1200150" y="3454"/>
                  </a:lnTo>
                  <a:close/>
                </a:path>
                <a:path w="4533900" h="2762885">
                  <a:moveTo>
                    <a:pt x="1247775" y="2756611"/>
                  </a:moveTo>
                  <a:lnTo>
                    <a:pt x="1247317" y="2755493"/>
                  </a:lnTo>
                  <a:lnTo>
                    <a:pt x="1245450" y="2753626"/>
                  </a:lnTo>
                  <a:lnTo>
                    <a:pt x="1244333" y="2753156"/>
                  </a:lnTo>
                  <a:lnTo>
                    <a:pt x="1241704" y="2753156"/>
                  </a:lnTo>
                  <a:lnTo>
                    <a:pt x="1240586" y="2753626"/>
                  </a:lnTo>
                  <a:lnTo>
                    <a:pt x="1238719" y="2755493"/>
                  </a:lnTo>
                  <a:lnTo>
                    <a:pt x="1238250" y="2756611"/>
                  </a:lnTo>
                  <a:lnTo>
                    <a:pt x="1238250" y="2759240"/>
                  </a:lnTo>
                  <a:lnTo>
                    <a:pt x="1238719" y="2760357"/>
                  </a:lnTo>
                  <a:lnTo>
                    <a:pt x="1240586" y="2762224"/>
                  </a:lnTo>
                  <a:lnTo>
                    <a:pt x="1241704" y="2762681"/>
                  </a:lnTo>
                  <a:lnTo>
                    <a:pt x="1244333" y="2762681"/>
                  </a:lnTo>
                  <a:lnTo>
                    <a:pt x="1245450" y="2762224"/>
                  </a:lnTo>
                  <a:lnTo>
                    <a:pt x="1247317" y="2760357"/>
                  </a:lnTo>
                  <a:lnTo>
                    <a:pt x="1247775" y="2759240"/>
                  </a:lnTo>
                  <a:lnTo>
                    <a:pt x="1247775" y="2756611"/>
                  </a:lnTo>
                  <a:close/>
                </a:path>
                <a:path w="4533900" h="2762885">
                  <a:moveTo>
                    <a:pt x="1247775" y="2205977"/>
                  </a:moveTo>
                  <a:lnTo>
                    <a:pt x="1247317" y="2204859"/>
                  </a:lnTo>
                  <a:lnTo>
                    <a:pt x="1245450" y="2202992"/>
                  </a:lnTo>
                  <a:lnTo>
                    <a:pt x="1244333" y="2202535"/>
                  </a:lnTo>
                  <a:lnTo>
                    <a:pt x="1241704" y="2202535"/>
                  </a:lnTo>
                  <a:lnTo>
                    <a:pt x="1240586" y="2202992"/>
                  </a:lnTo>
                  <a:lnTo>
                    <a:pt x="1238719" y="2204859"/>
                  </a:lnTo>
                  <a:lnTo>
                    <a:pt x="1238250" y="2205977"/>
                  </a:lnTo>
                  <a:lnTo>
                    <a:pt x="1238250" y="2208606"/>
                  </a:lnTo>
                  <a:lnTo>
                    <a:pt x="1238719" y="2209736"/>
                  </a:lnTo>
                  <a:lnTo>
                    <a:pt x="1240586" y="2211590"/>
                  </a:lnTo>
                  <a:lnTo>
                    <a:pt x="1241704" y="2212060"/>
                  </a:lnTo>
                  <a:lnTo>
                    <a:pt x="1244333" y="2212060"/>
                  </a:lnTo>
                  <a:lnTo>
                    <a:pt x="1245450" y="2211590"/>
                  </a:lnTo>
                  <a:lnTo>
                    <a:pt x="1247317" y="2209736"/>
                  </a:lnTo>
                  <a:lnTo>
                    <a:pt x="1247775" y="2208606"/>
                  </a:lnTo>
                  <a:lnTo>
                    <a:pt x="1247775" y="2205977"/>
                  </a:lnTo>
                  <a:close/>
                </a:path>
                <a:path w="4533900" h="2762885">
                  <a:moveTo>
                    <a:pt x="1247775" y="1655343"/>
                  </a:moveTo>
                  <a:lnTo>
                    <a:pt x="1247317" y="1654225"/>
                  </a:lnTo>
                  <a:lnTo>
                    <a:pt x="1245450" y="1652358"/>
                  </a:lnTo>
                  <a:lnTo>
                    <a:pt x="1244333" y="1651901"/>
                  </a:lnTo>
                  <a:lnTo>
                    <a:pt x="1241704" y="1651901"/>
                  </a:lnTo>
                  <a:lnTo>
                    <a:pt x="1240586" y="1652358"/>
                  </a:lnTo>
                  <a:lnTo>
                    <a:pt x="1238719" y="1654225"/>
                  </a:lnTo>
                  <a:lnTo>
                    <a:pt x="1238250" y="1655343"/>
                  </a:lnTo>
                  <a:lnTo>
                    <a:pt x="1238250" y="1657972"/>
                  </a:lnTo>
                  <a:lnTo>
                    <a:pt x="1238719" y="1659102"/>
                  </a:lnTo>
                  <a:lnTo>
                    <a:pt x="1240586" y="1660956"/>
                  </a:lnTo>
                  <a:lnTo>
                    <a:pt x="1241704" y="1661426"/>
                  </a:lnTo>
                  <a:lnTo>
                    <a:pt x="1244333" y="1661426"/>
                  </a:lnTo>
                  <a:lnTo>
                    <a:pt x="1245450" y="1660956"/>
                  </a:lnTo>
                  <a:lnTo>
                    <a:pt x="1247317" y="1659102"/>
                  </a:lnTo>
                  <a:lnTo>
                    <a:pt x="1247775" y="1657972"/>
                  </a:lnTo>
                  <a:lnTo>
                    <a:pt x="1247775" y="1655343"/>
                  </a:lnTo>
                  <a:close/>
                </a:path>
                <a:path w="4533900" h="2762885">
                  <a:moveTo>
                    <a:pt x="1247775" y="1104709"/>
                  </a:moveTo>
                  <a:lnTo>
                    <a:pt x="1247317" y="1103591"/>
                  </a:lnTo>
                  <a:lnTo>
                    <a:pt x="1245450" y="1101737"/>
                  </a:lnTo>
                  <a:lnTo>
                    <a:pt x="1244333" y="1101267"/>
                  </a:lnTo>
                  <a:lnTo>
                    <a:pt x="1241704" y="1101267"/>
                  </a:lnTo>
                  <a:lnTo>
                    <a:pt x="1240586" y="1101737"/>
                  </a:lnTo>
                  <a:lnTo>
                    <a:pt x="1238719" y="1103591"/>
                  </a:lnTo>
                  <a:lnTo>
                    <a:pt x="1238250" y="1104709"/>
                  </a:lnTo>
                  <a:lnTo>
                    <a:pt x="1238250" y="1107351"/>
                  </a:lnTo>
                  <a:lnTo>
                    <a:pt x="1238719" y="1108468"/>
                  </a:lnTo>
                  <a:lnTo>
                    <a:pt x="1240586" y="1110322"/>
                  </a:lnTo>
                  <a:lnTo>
                    <a:pt x="1241704" y="1110792"/>
                  </a:lnTo>
                  <a:lnTo>
                    <a:pt x="1244333" y="1110792"/>
                  </a:lnTo>
                  <a:lnTo>
                    <a:pt x="1245450" y="1110322"/>
                  </a:lnTo>
                  <a:lnTo>
                    <a:pt x="1247317" y="1108468"/>
                  </a:lnTo>
                  <a:lnTo>
                    <a:pt x="1247775" y="1107351"/>
                  </a:lnTo>
                  <a:lnTo>
                    <a:pt x="1247775" y="1104709"/>
                  </a:lnTo>
                  <a:close/>
                </a:path>
                <a:path w="4533900" h="2762885">
                  <a:moveTo>
                    <a:pt x="1247775" y="554088"/>
                  </a:moveTo>
                  <a:lnTo>
                    <a:pt x="1247317" y="552958"/>
                  </a:lnTo>
                  <a:lnTo>
                    <a:pt x="1245450" y="551103"/>
                  </a:lnTo>
                  <a:lnTo>
                    <a:pt x="1244333" y="550633"/>
                  </a:lnTo>
                  <a:lnTo>
                    <a:pt x="1241704" y="550633"/>
                  </a:lnTo>
                  <a:lnTo>
                    <a:pt x="1240586" y="551103"/>
                  </a:lnTo>
                  <a:lnTo>
                    <a:pt x="1238719" y="552958"/>
                  </a:lnTo>
                  <a:lnTo>
                    <a:pt x="1238250" y="554088"/>
                  </a:lnTo>
                  <a:lnTo>
                    <a:pt x="1238250" y="556717"/>
                  </a:lnTo>
                  <a:lnTo>
                    <a:pt x="1238719" y="557834"/>
                  </a:lnTo>
                  <a:lnTo>
                    <a:pt x="1240586" y="559701"/>
                  </a:lnTo>
                  <a:lnTo>
                    <a:pt x="1241704" y="560158"/>
                  </a:lnTo>
                  <a:lnTo>
                    <a:pt x="1244333" y="560158"/>
                  </a:lnTo>
                  <a:lnTo>
                    <a:pt x="1245450" y="559701"/>
                  </a:lnTo>
                  <a:lnTo>
                    <a:pt x="1247317" y="557834"/>
                  </a:lnTo>
                  <a:lnTo>
                    <a:pt x="1247775" y="556717"/>
                  </a:lnTo>
                  <a:lnTo>
                    <a:pt x="1247775" y="554088"/>
                  </a:lnTo>
                  <a:close/>
                </a:path>
                <a:path w="4533900" h="2762885">
                  <a:moveTo>
                    <a:pt x="1247775" y="3454"/>
                  </a:moveTo>
                  <a:lnTo>
                    <a:pt x="1247317" y="2324"/>
                  </a:lnTo>
                  <a:lnTo>
                    <a:pt x="1245450" y="469"/>
                  </a:lnTo>
                  <a:lnTo>
                    <a:pt x="1244333" y="0"/>
                  </a:lnTo>
                  <a:lnTo>
                    <a:pt x="1241704" y="0"/>
                  </a:lnTo>
                  <a:lnTo>
                    <a:pt x="1240586" y="469"/>
                  </a:lnTo>
                  <a:lnTo>
                    <a:pt x="1238719" y="2324"/>
                  </a:lnTo>
                  <a:lnTo>
                    <a:pt x="1238250" y="3454"/>
                  </a:lnTo>
                  <a:lnTo>
                    <a:pt x="1238250" y="6083"/>
                  </a:lnTo>
                  <a:lnTo>
                    <a:pt x="1238719" y="7200"/>
                  </a:lnTo>
                  <a:lnTo>
                    <a:pt x="1240586" y="9067"/>
                  </a:lnTo>
                  <a:lnTo>
                    <a:pt x="1241704" y="9525"/>
                  </a:lnTo>
                  <a:lnTo>
                    <a:pt x="1244333" y="9525"/>
                  </a:lnTo>
                  <a:lnTo>
                    <a:pt x="1245450" y="9067"/>
                  </a:lnTo>
                  <a:lnTo>
                    <a:pt x="1247317" y="7200"/>
                  </a:lnTo>
                  <a:lnTo>
                    <a:pt x="1247775" y="6083"/>
                  </a:lnTo>
                  <a:lnTo>
                    <a:pt x="1247775" y="3454"/>
                  </a:lnTo>
                  <a:close/>
                </a:path>
                <a:path w="4533900" h="2762885">
                  <a:moveTo>
                    <a:pt x="1295400" y="2756611"/>
                  </a:moveTo>
                  <a:lnTo>
                    <a:pt x="1294942" y="2755493"/>
                  </a:lnTo>
                  <a:lnTo>
                    <a:pt x="1293075" y="2753626"/>
                  </a:lnTo>
                  <a:lnTo>
                    <a:pt x="1291958" y="2753156"/>
                  </a:lnTo>
                  <a:lnTo>
                    <a:pt x="1289329" y="2753156"/>
                  </a:lnTo>
                  <a:lnTo>
                    <a:pt x="1288211" y="2753626"/>
                  </a:lnTo>
                  <a:lnTo>
                    <a:pt x="1286344" y="2755493"/>
                  </a:lnTo>
                  <a:lnTo>
                    <a:pt x="1285875" y="2756611"/>
                  </a:lnTo>
                  <a:lnTo>
                    <a:pt x="1285875" y="2759240"/>
                  </a:lnTo>
                  <a:lnTo>
                    <a:pt x="1286344" y="2760357"/>
                  </a:lnTo>
                  <a:lnTo>
                    <a:pt x="1288211" y="2762224"/>
                  </a:lnTo>
                  <a:lnTo>
                    <a:pt x="1289329" y="2762681"/>
                  </a:lnTo>
                  <a:lnTo>
                    <a:pt x="1291958" y="2762681"/>
                  </a:lnTo>
                  <a:lnTo>
                    <a:pt x="1293075" y="2762224"/>
                  </a:lnTo>
                  <a:lnTo>
                    <a:pt x="1294942" y="2760357"/>
                  </a:lnTo>
                  <a:lnTo>
                    <a:pt x="1295400" y="2759240"/>
                  </a:lnTo>
                  <a:lnTo>
                    <a:pt x="1295400" y="2756611"/>
                  </a:lnTo>
                  <a:close/>
                </a:path>
                <a:path w="4533900" h="2762885">
                  <a:moveTo>
                    <a:pt x="1295400" y="2205977"/>
                  </a:moveTo>
                  <a:lnTo>
                    <a:pt x="1294942" y="2204859"/>
                  </a:lnTo>
                  <a:lnTo>
                    <a:pt x="1293075" y="2202992"/>
                  </a:lnTo>
                  <a:lnTo>
                    <a:pt x="1291958" y="2202535"/>
                  </a:lnTo>
                  <a:lnTo>
                    <a:pt x="1289329" y="2202535"/>
                  </a:lnTo>
                  <a:lnTo>
                    <a:pt x="1288211" y="2202992"/>
                  </a:lnTo>
                  <a:lnTo>
                    <a:pt x="1286344" y="2204859"/>
                  </a:lnTo>
                  <a:lnTo>
                    <a:pt x="1285875" y="2205977"/>
                  </a:lnTo>
                  <a:lnTo>
                    <a:pt x="1285875" y="2208606"/>
                  </a:lnTo>
                  <a:lnTo>
                    <a:pt x="1286344" y="2209736"/>
                  </a:lnTo>
                  <a:lnTo>
                    <a:pt x="1288211" y="2211590"/>
                  </a:lnTo>
                  <a:lnTo>
                    <a:pt x="1289329" y="2212060"/>
                  </a:lnTo>
                  <a:lnTo>
                    <a:pt x="1291958" y="2212060"/>
                  </a:lnTo>
                  <a:lnTo>
                    <a:pt x="1293075" y="2211590"/>
                  </a:lnTo>
                  <a:lnTo>
                    <a:pt x="1294942" y="2209736"/>
                  </a:lnTo>
                  <a:lnTo>
                    <a:pt x="1295400" y="2208606"/>
                  </a:lnTo>
                  <a:lnTo>
                    <a:pt x="1295400" y="2205977"/>
                  </a:lnTo>
                  <a:close/>
                </a:path>
                <a:path w="4533900" h="2762885">
                  <a:moveTo>
                    <a:pt x="1295400" y="1655343"/>
                  </a:moveTo>
                  <a:lnTo>
                    <a:pt x="1294942" y="1654225"/>
                  </a:lnTo>
                  <a:lnTo>
                    <a:pt x="1293075" y="1652358"/>
                  </a:lnTo>
                  <a:lnTo>
                    <a:pt x="1291958" y="1651901"/>
                  </a:lnTo>
                  <a:lnTo>
                    <a:pt x="1289329" y="1651901"/>
                  </a:lnTo>
                  <a:lnTo>
                    <a:pt x="1288211" y="1652358"/>
                  </a:lnTo>
                  <a:lnTo>
                    <a:pt x="1286344" y="1654225"/>
                  </a:lnTo>
                  <a:lnTo>
                    <a:pt x="1285875" y="1655343"/>
                  </a:lnTo>
                  <a:lnTo>
                    <a:pt x="1285875" y="1657972"/>
                  </a:lnTo>
                  <a:lnTo>
                    <a:pt x="1286344" y="1659102"/>
                  </a:lnTo>
                  <a:lnTo>
                    <a:pt x="1288211" y="1660956"/>
                  </a:lnTo>
                  <a:lnTo>
                    <a:pt x="1289329" y="1661426"/>
                  </a:lnTo>
                  <a:lnTo>
                    <a:pt x="1291958" y="1661426"/>
                  </a:lnTo>
                  <a:lnTo>
                    <a:pt x="1293075" y="1660956"/>
                  </a:lnTo>
                  <a:lnTo>
                    <a:pt x="1294942" y="1659102"/>
                  </a:lnTo>
                  <a:lnTo>
                    <a:pt x="1295400" y="1657972"/>
                  </a:lnTo>
                  <a:lnTo>
                    <a:pt x="1295400" y="1655343"/>
                  </a:lnTo>
                  <a:close/>
                </a:path>
                <a:path w="4533900" h="2762885">
                  <a:moveTo>
                    <a:pt x="1295400" y="1104709"/>
                  </a:moveTo>
                  <a:lnTo>
                    <a:pt x="1294942" y="1103591"/>
                  </a:lnTo>
                  <a:lnTo>
                    <a:pt x="1293075" y="1101737"/>
                  </a:lnTo>
                  <a:lnTo>
                    <a:pt x="1291958" y="1101267"/>
                  </a:lnTo>
                  <a:lnTo>
                    <a:pt x="1289329" y="1101267"/>
                  </a:lnTo>
                  <a:lnTo>
                    <a:pt x="1288211" y="1101737"/>
                  </a:lnTo>
                  <a:lnTo>
                    <a:pt x="1286344" y="1103591"/>
                  </a:lnTo>
                  <a:lnTo>
                    <a:pt x="1285875" y="1104709"/>
                  </a:lnTo>
                  <a:lnTo>
                    <a:pt x="1285875" y="1107351"/>
                  </a:lnTo>
                  <a:lnTo>
                    <a:pt x="1286344" y="1108468"/>
                  </a:lnTo>
                  <a:lnTo>
                    <a:pt x="1288211" y="1110322"/>
                  </a:lnTo>
                  <a:lnTo>
                    <a:pt x="1289329" y="1110792"/>
                  </a:lnTo>
                  <a:lnTo>
                    <a:pt x="1291958" y="1110792"/>
                  </a:lnTo>
                  <a:lnTo>
                    <a:pt x="1293075" y="1110322"/>
                  </a:lnTo>
                  <a:lnTo>
                    <a:pt x="1294942" y="1108468"/>
                  </a:lnTo>
                  <a:lnTo>
                    <a:pt x="1295400" y="1107351"/>
                  </a:lnTo>
                  <a:lnTo>
                    <a:pt x="1295400" y="1104709"/>
                  </a:lnTo>
                  <a:close/>
                </a:path>
                <a:path w="4533900" h="2762885">
                  <a:moveTo>
                    <a:pt x="1295400" y="554088"/>
                  </a:moveTo>
                  <a:lnTo>
                    <a:pt x="1294942" y="552958"/>
                  </a:lnTo>
                  <a:lnTo>
                    <a:pt x="1293075" y="551103"/>
                  </a:lnTo>
                  <a:lnTo>
                    <a:pt x="1291958" y="550633"/>
                  </a:lnTo>
                  <a:lnTo>
                    <a:pt x="1289329" y="550633"/>
                  </a:lnTo>
                  <a:lnTo>
                    <a:pt x="1288211" y="551103"/>
                  </a:lnTo>
                  <a:lnTo>
                    <a:pt x="1286344" y="552958"/>
                  </a:lnTo>
                  <a:lnTo>
                    <a:pt x="1285875" y="554088"/>
                  </a:lnTo>
                  <a:lnTo>
                    <a:pt x="1285875" y="556717"/>
                  </a:lnTo>
                  <a:lnTo>
                    <a:pt x="1286344" y="557834"/>
                  </a:lnTo>
                  <a:lnTo>
                    <a:pt x="1288211" y="559701"/>
                  </a:lnTo>
                  <a:lnTo>
                    <a:pt x="1289329" y="560158"/>
                  </a:lnTo>
                  <a:lnTo>
                    <a:pt x="1291958" y="560158"/>
                  </a:lnTo>
                  <a:lnTo>
                    <a:pt x="1293075" y="559701"/>
                  </a:lnTo>
                  <a:lnTo>
                    <a:pt x="1294942" y="557834"/>
                  </a:lnTo>
                  <a:lnTo>
                    <a:pt x="1295400" y="556717"/>
                  </a:lnTo>
                  <a:lnTo>
                    <a:pt x="1295400" y="554088"/>
                  </a:lnTo>
                  <a:close/>
                </a:path>
                <a:path w="4533900" h="2762885">
                  <a:moveTo>
                    <a:pt x="1295400" y="3454"/>
                  </a:moveTo>
                  <a:lnTo>
                    <a:pt x="1294942" y="2324"/>
                  </a:lnTo>
                  <a:lnTo>
                    <a:pt x="1293075" y="469"/>
                  </a:lnTo>
                  <a:lnTo>
                    <a:pt x="1291958" y="0"/>
                  </a:lnTo>
                  <a:lnTo>
                    <a:pt x="1289329" y="0"/>
                  </a:lnTo>
                  <a:lnTo>
                    <a:pt x="1288211" y="469"/>
                  </a:lnTo>
                  <a:lnTo>
                    <a:pt x="1286344" y="2324"/>
                  </a:lnTo>
                  <a:lnTo>
                    <a:pt x="1285875" y="3454"/>
                  </a:lnTo>
                  <a:lnTo>
                    <a:pt x="1285875" y="6083"/>
                  </a:lnTo>
                  <a:lnTo>
                    <a:pt x="1286344" y="7200"/>
                  </a:lnTo>
                  <a:lnTo>
                    <a:pt x="1288211" y="9067"/>
                  </a:lnTo>
                  <a:lnTo>
                    <a:pt x="1289329" y="9525"/>
                  </a:lnTo>
                  <a:lnTo>
                    <a:pt x="1291958" y="9525"/>
                  </a:lnTo>
                  <a:lnTo>
                    <a:pt x="1293075" y="9067"/>
                  </a:lnTo>
                  <a:lnTo>
                    <a:pt x="1294942" y="7200"/>
                  </a:lnTo>
                  <a:lnTo>
                    <a:pt x="1295400" y="6083"/>
                  </a:lnTo>
                  <a:lnTo>
                    <a:pt x="1295400" y="3454"/>
                  </a:lnTo>
                  <a:close/>
                </a:path>
                <a:path w="4533900" h="2762885">
                  <a:moveTo>
                    <a:pt x="1343025" y="2756611"/>
                  </a:moveTo>
                  <a:lnTo>
                    <a:pt x="1342567" y="2755493"/>
                  </a:lnTo>
                  <a:lnTo>
                    <a:pt x="1340700" y="2753626"/>
                  </a:lnTo>
                  <a:lnTo>
                    <a:pt x="1339583" y="2753156"/>
                  </a:lnTo>
                  <a:lnTo>
                    <a:pt x="1336954" y="2753156"/>
                  </a:lnTo>
                  <a:lnTo>
                    <a:pt x="1335836" y="2753626"/>
                  </a:lnTo>
                  <a:lnTo>
                    <a:pt x="1333969" y="2755493"/>
                  </a:lnTo>
                  <a:lnTo>
                    <a:pt x="1333500" y="2756611"/>
                  </a:lnTo>
                  <a:lnTo>
                    <a:pt x="1333500" y="2759240"/>
                  </a:lnTo>
                  <a:lnTo>
                    <a:pt x="1333969" y="2760357"/>
                  </a:lnTo>
                  <a:lnTo>
                    <a:pt x="1335836" y="2762224"/>
                  </a:lnTo>
                  <a:lnTo>
                    <a:pt x="1336954" y="2762681"/>
                  </a:lnTo>
                  <a:lnTo>
                    <a:pt x="1339583" y="2762681"/>
                  </a:lnTo>
                  <a:lnTo>
                    <a:pt x="1340700" y="2762224"/>
                  </a:lnTo>
                  <a:lnTo>
                    <a:pt x="1342567" y="2760357"/>
                  </a:lnTo>
                  <a:lnTo>
                    <a:pt x="1343025" y="2759240"/>
                  </a:lnTo>
                  <a:lnTo>
                    <a:pt x="1343025" y="2756611"/>
                  </a:lnTo>
                  <a:close/>
                </a:path>
                <a:path w="4533900" h="2762885">
                  <a:moveTo>
                    <a:pt x="1343025" y="2205977"/>
                  </a:moveTo>
                  <a:lnTo>
                    <a:pt x="1342567" y="2204859"/>
                  </a:lnTo>
                  <a:lnTo>
                    <a:pt x="1340700" y="2202992"/>
                  </a:lnTo>
                  <a:lnTo>
                    <a:pt x="1339583" y="2202535"/>
                  </a:lnTo>
                  <a:lnTo>
                    <a:pt x="1336954" y="2202535"/>
                  </a:lnTo>
                  <a:lnTo>
                    <a:pt x="1335836" y="2202992"/>
                  </a:lnTo>
                  <a:lnTo>
                    <a:pt x="1333969" y="2204859"/>
                  </a:lnTo>
                  <a:lnTo>
                    <a:pt x="1333500" y="2205977"/>
                  </a:lnTo>
                  <a:lnTo>
                    <a:pt x="1333500" y="2208606"/>
                  </a:lnTo>
                  <a:lnTo>
                    <a:pt x="1333969" y="2209736"/>
                  </a:lnTo>
                  <a:lnTo>
                    <a:pt x="1335836" y="2211590"/>
                  </a:lnTo>
                  <a:lnTo>
                    <a:pt x="1336954" y="2212060"/>
                  </a:lnTo>
                  <a:lnTo>
                    <a:pt x="1339583" y="2212060"/>
                  </a:lnTo>
                  <a:lnTo>
                    <a:pt x="1340700" y="2211590"/>
                  </a:lnTo>
                  <a:lnTo>
                    <a:pt x="1342567" y="2209736"/>
                  </a:lnTo>
                  <a:lnTo>
                    <a:pt x="1343025" y="2208606"/>
                  </a:lnTo>
                  <a:lnTo>
                    <a:pt x="1343025" y="2205977"/>
                  </a:lnTo>
                  <a:close/>
                </a:path>
                <a:path w="4533900" h="2762885">
                  <a:moveTo>
                    <a:pt x="1343025" y="1655343"/>
                  </a:moveTo>
                  <a:lnTo>
                    <a:pt x="1342567" y="1654225"/>
                  </a:lnTo>
                  <a:lnTo>
                    <a:pt x="1340700" y="1652358"/>
                  </a:lnTo>
                  <a:lnTo>
                    <a:pt x="1339583" y="1651901"/>
                  </a:lnTo>
                  <a:lnTo>
                    <a:pt x="1336954" y="1651901"/>
                  </a:lnTo>
                  <a:lnTo>
                    <a:pt x="1335836" y="1652358"/>
                  </a:lnTo>
                  <a:lnTo>
                    <a:pt x="1333969" y="1654225"/>
                  </a:lnTo>
                  <a:lnTo>
                    <a:pt x="1333500" y="1655343"/>
                  </a:lnTo>
                  <a:lnTo>
                    <a:pt x="1333500" y="1657972"/>
                  </a:lnTo>
                  <a:lnTo>
                    <a:pt x="1333969" y="1659102"/>
                  </a:lnTo>
                  <a:lnTo>
                    <a:pt x="1335836" y="1660956"/>
                  </a:lnTo>
                  <a:lnTo>
                    <a:pt x="1336954" y="1661426"/>
                  </a:lnTo>
                  <a:lnTo>
                    <a:pt x="1339583" y="1661426"/>
                  </a:lnTo>
                  <a:lnTo>
                    <a:pt x="1340700" y="1660956"/>
                  </a:lnTo>
                  <a:lnTo>
                    <a:pt x="1342567" y="1659102"/>
                  </a:lnTo>
                  <a:lnTo>
                    <a:pt x="1343025" y="1657972"/>
                  </a:lnTo>
                  <a:lnTo>
                    <a:pt x="1343025" y="1655343"/>
                  </a:lnTo>
                  <a:close/>
                </a:path>
                <a:path w="4533900" h="2762885">
                  <a:moveTo>
                    <a:pt x="1343025" y="1104709"/>
                  </a:moveTo>
                  <a:lnTo>
                    <a:pt x="1342567" y="1103591"/>
                  </a:lnTo>
                  <a:lnTo>
                    <a:pt x="1340700" y="1101737"/>
                  </a:lnTo>
                  <a:lnTo>
                    <a:pt x="1339583" y="1101267"/>
                  </a:lnTo>
                  <a:lnTo>
                    <a:pt x="1336954" y="1101267"/>
                  </a:lnTo>
                  <a:lnTo>
                    <a:pt x="1335836" y="1101737"/>
                  </a:lnTo>
                  <a:lnTo>
                    <a:pt x="1333969" y="1103591"/>
                  </a:lnTo>
                  <a:lnTo>
                    <a:pt x="1333500" y="1104709"/>
                  </a:lnTo>
                  <a:lnTo>
                    <a:pt x="1333500" y="1107351"/>
                  </a:lnTo>
                  <a:lnTo>
                    <a:pt x="1333969" y="1108468"/>
                  </a:lnTo>
                  <a:lnTo>
                    <a:pt x="1335836" y="1110322"/>
                  </a:lnTo>
                  <a:lnTo>
                    <a:pt x="1336954" y="1110792"/>
                  </a:lnTo>
                  <a:lnTo>
                    <a:pt x="1339583" y="1110792"/>
                  </a:lnTo>
                  <a:lnTo>
                    <a:pt x="1340700" y="1110322"/>
                  </a:lnTo>
                  <a:lnTo>
                    <a:pt x="1342567" y="1108468"/>
                  </a:lnTo>
                  <a:lnTo>
                    <a:pt x="1343025" y="1107351"/>
                  </a:lnTo>
                  <a:lnTo>
                    <a:pt x="1343025" y="1104709"/>
                  </a:lnTo>
                  <a:close/>
                </a:path>
                <a:path w="4533900" h="2762885">
                  <a:moveTo>
                    <a:pt x="1343025" y="554088"/>
                  </a:moveTo>
                  <a:lnTo>
                    <a:pt x="1342567" y="552958"/>
                  </a:lnTo>
                  <a:lnTo>
                    <a:pt x="1340700" y="551103"/>
                  </a:lnTo>
                  <a:lnTo>
                    <a:pt x="1339583" y="550633"/>
                  </a:lnTo>
                  <a:lnTo>
                    <a:pt x="1336954" y="550633"/>
                  </a:lnTo>
                  <a:lnTo>
                    <a:pt x="1335836" y="551103"/>
                  </a:lnTo>
                  <a:lnTo>
                    <a:pt x="1333969" y="552958"/>
                  </a:lnTo>
                  <a:lnTo>
                    <a:pt x="1333500" y="554088"/>
                  </a:lnTo>
                  <a:lnTo>
                    <a:pt x="1333500" y="556717"/>
                  </a:lnTo>
                  <a:lnTo>
                    <a:pt x="1333969" y="557834"/>
                  </a:lnTo>
                  <a:lnTo>
                    <a:pt x="1335836" y="559701"/>
                  </a:lnTo>
                  <a:lnTo>
                    <a:pt x="1336954" y="560158"/>
                  </a:lnTo>
                  <a:lnTo>
                    <a:pt x="1339583" y="560158"/>
                  </a:lnTo>
                  <a:lnTo>
                    <a:pt x="1340700" y="559701"/>
                  </a:lnTo>
                  <a:lnTo>
                    <a:pt x="1342567" y="557834"/>
                  </a:lnTo>
                  <a:lnTo>
                    <a:pt x="1343025" y="556717"/>
                  </a:lnTo>
                  <a:lnTo>
                    <a:pt x="1343025" y="554088"/>
                  </a:lnTo>
                  <a:close/>
                </a:path>
                <a:path w="4533900" h="2762885">
                  <a:moveTo>
                    <a:pt x="1343025" y="3454"/>
                  </a:moveTo>
                  <a:lnTo>
                    <a:pt x="1342567" y="2324"/>
                  </a:lnTo>
                  <a:lnTo>
                    <a:pt x="1340700" y="469"/>
                  </a:lnTo>
                  <a:lnTo>
                    <a:pt x="1339583" y="0"/>
                  </a:lnTo>
                  <a:lnTo>
                    <a:pt x="1336954" y="0"/>
                  </a:lnTo>
                  <a:lnTo>
                    <a:pt x="1335836" y="469"/>
                  </a:lnTo>
                  <a:lnTo>
                    <a:pt x="1333969" y="2324"/>
                  </a:lnTo>
                  <a:lnTo>
                    <a:pt x="1333500" y="3454"/>
                  </a:lnTo>
                  <a:lnTo>
                    <a:pt x="1333500" y="6083"/>
                  </a:lnTo>
                  <a:lnTo>
                    <a:pt x="1333969" y="7200"/>
                  </a:lnTo>
                  <a:lnTo>
                    <a:pt x="1335836" y="9067"/>
                  </a:lnTo>
                  <a:lnTo>
                    <a:pt x="1336954" y="9525"/>
                  </a:lnTo>
                  <a:lnTo>
                    <a:pt x="1339583" y="9525"/>
                  </a:lnTo>
                  <a:lnTo>
                    <a:pt x="1340700" y="9067"/>
                  </a:lnTo>
                  <a:lnTo>
                    <a:pt x="1342567" y="7200"/>
                  </a:lnTo>
                  <a:lnTo>
                    <a:pt x="1343025" y="6083"/>
                  </a:lnTo>
                  <a:lnTo>
                    <a:pt x="1343025" y="3454"/>
                  </a:lnTo>
                  <a:close/>
                </a:path>
                <a:path w="4533900" h="2762885">
                  <a:moveTo>
                    <a:pt x="1390650" y="2756611"/>
                  </a:moveTo>
                  <a:lnTo>
                    <a:pt x="1390192" y="2755493"/>
                  </a:lnTo>
                  <a:lnTo>
                    <a:pt x="1388325" y="2753626"/>
                  </a:lnTo>
                  <a:lnTo>
                    <a:pt x="1387208" y="2753156"/>
                  </a:lnTo>
                  <a:lnTo>
                    <a:pt x="1384579" y="2753156"/>
                  </a:lnTo>
                  <a:lnTo>
                    <a:pt x="1383461" y="2753626"/>
                  </a:lnTo>
                  <a:lnTo>
                    <a:pt x="1381594" y="2755493"/>
                  </a:lnTo>
                  <a:lnTo>
                    <a:pt x="1381125" y="2756611"/>
                  </a:lnTo>
                  <a:lnTo>
                    <a:pt x="1381125" y="2759240"/>
                  </a:lnTo>
                  <a:lnTo>
                    <a:pt x="1381594" y="2760357"/>
                  </a:lnTo>
                  <a:lnTo>
                    <a:pt x="1383461" y="2762224"/>
                  </a:lnTo>
                  <a:lnTo>
                    <a:pt x="1384579" y="2762681"/>
                  </a:lnTo>
                  <a:lnTo>
                    <a:pt x="1387208" y="2762681"/>
                  </a:lnTo>
                  <a:lnTo>
                    <a:pt x="1388325" y="2762224"/>
                  </a:lnTo>
                  <a:lnTo>
                    <a:pt x="1390192" y="2760357"/>
                  </a:lnTo>
                  <a:lnTo>
                    <a:pt x="1390650" y="2759240"/>
                  </a:lnTo>
                  <a:lnTo>
                    <a:pt x="1390650" y="2756611"/>
                  </a:lnTo>
                  <a:close/>
                </a:path>
                <a:path w="4533900" h="2762885">
                  <a:moveTo>
                    <a:pt x="1390650" y="2205977"/>
                  </a:moveTo>
                  <a:lnTo>
                    <a:pt x="1390192" y="2204859"/>
                  </a:lnTo>
                  <a:lnTo>
                    <a:pt x="1388325" y="2202992"/>
                  </a:lnTo>
                  <a:lnTo>
                    <a:pt x="1387208" y="2202535"/>
                  </a:lnTo>
                  <a:lnTo>
                    <a:pt x="1384579" y="2202535"/>
                  </a:lnTo>
                  <a:lnTo>
                    <a:pt x="1383461" y="2202992"/>
                  </a:lnTo>
                  <a:lnTo>
                    <a:pt x="1381594" y="2204859"/>
                  </a:lnTo>
                  <a:lnTo>
                    <a:pt x="1381125" y="2205977"/>
                  </a:lnTo>
                  <a:lnTo>
                    <a:pt x="1381125" y="2208606"/>
                  </a:lnTo>
                  <a:lnTo>
                    <a:pt x="1381594" y="2209736"/>
                  </a:lnTo>
                  <a:lnTo>
                    <a:pt x="1383461" y="2211590"/>
                  </a:lnTo>
                  <a:lnTo>
                    <a:pt x="1384579" y="2212060"/>
                  </a:lnTo>
                  <a:lnTo>
                    <a:pt x="1387208" y="2212060"/>
                  </a:lnTo>
                  <a:lnTo>
                    <a:pt x="1388325" y="2211590"/>
                  </a:lnTo>
                  <a:lnTo>
                    <a:pt x="1390192" y="2209736"/>
                  </a:lnTo>
                  <a:lnTo>
                    <a:pt x="1390650" y="2208606"/>
                  </a:lnTo>
                  <a:lnTo>
                    <a:pt x="1390650" y="2205977"/>
                  </a:lnTo>
                  <a:close/>
                </a:path>
                <a:path w="4533900" h="2762885">
                  <a:moveTo>
                    <a:pt x="1390650" y="1655343"/>
                  </a:moveTo>
                  <a:lnTo>
                    <a:pt x="1390192" y="1654225"/>
                  </a:lnTo>
                  <a:lnTo>
                    <a:pt x="1388325" y="1652358"/>
                  </a:lnTo>
                  <a:lnTo>
                    <a:pt x="1387208" y="1651901"/>
                  </a:lnTo>
                  <a:lnTo>
                    <a:pt x="1384579" y="1651901"/>
                  </a:lnTo>
                  <a:lnTo>
                    <a:pt x="1383461" y="1652358"/>
                  </a:lnTo>
                  <a:lnTo>
                    <a:pt x="1381594" y="1654225"/>
                  </a:lnTo>
                  <a:lnTo>
                    <a:pt x="1381125" y="1655343"/>
                  </a:lnTo>
                  <a:lnTo>
                    <a:pt x="1381125" y="1657972"/>
                  </a:lnTo>
                  <a:lnTo>
                    <a:pt x="1381594" y="1659102"/>
                  </a:lnTo>
                  <a:lnTo>
                    <a:pt x="1383461" y="1660956"/>
                  </a:lnTo>
                  <a:lnTo>
                    <a:pt x="1384579" y="1661426"/>
                  </a:lnTo>
                  <a:lnTo>
                    <a:pt x="1387208" y="1661426"/>
                  </a:lnTo>
                  <a:lnTo>
                    <a:pt x="1388325" y="1660956"/>
                  </a:lnTo>
                  <a:lnTo>
                    <a:pt x="1390192" y="1659102"/>
                  </a:lnTo>
                  <a:lnTo>
                    <a:pt x="1390650" y="1657972"/>
                  </a:lnTo>
                  <a:lnTo>
                    <a:pt x="1390650" y="1655343"/>
                  </a:lnTo>
                  <a:close/>
                </a:path>
                <a:path w="4533900" h="2762885">
                  <a:moveTo>
                    <a:pt x="1390650" y="1104709"/>
                  </a:moveTo>
                  <a:lnTo>
                    <a:pt x="1390192" y="1103591"/>
                  </a:lnTo>
                  <a:lnTo>
                    <a:pt x="1388325" y="1101737"/>
                  </a:lnTo>
                  <a:lnTo>
                    <a:pt x="1387208" y="1101267"/>
                  </a:lnTo>
                  <a:lnTo>
                    <a:pt x="1384579" y="1101267"/>
                  </a:lnTo>
                  <a:lnTo>
                    <a:pt x="1383461" y="1101737"/>
                  </a:lnTo>
                  <a:lnTo>
                    <a:pt x="1381594" y="1103591"/>
                  </a:lnTo>
                  <a:lnTo>
                    <a:pt x="1381125" y="1104709"/>
                  </a:lnTo>
                  <a:lnTo>
                    <a:pt x="1381125" y="1107351"/>
                  </a:lnTo>
                  <a:lnTo>
                    <a:pt x="1381594" y="1108468"/>
                  </a:lnTo>
                  <a:lnTo>
                    <a:pt x="1383461" y="1110322"/>
                  </a:lnTo>
                  <a:lnTo>
                    <a:pt x="1384579" y="1110792"/>
                  </a:lnTo>
                  <a:lnTo>
                    <a:pt x="1387208" y="1110792"/>
                  </a:lnTo>
                  <a:lnTo>
                    <a:pt x="1388325" y="1110322"/>
                  </a:lnTo>
                  <a:lnTo>
                    <a:pt x="1390192" y="1108468"/>
                  </a:lnTo>
                  <a:lnTo>
                    <a:pt x="1390650" y="1107351"/>
                  </a:lnTo>
                  <a:lnTo>
                    <a:pt x="1390650" y="1104709"/>
                  </a:lnTo>
                  <a:close/>
                </a:path>
                <a:path w="4533900" h="2762885">
                  <a:moveTo>
                    <a:pt x="1390650" y="554088"/>
                  </a:moveTo>
                  <a:lnTo>
                    <a:pt x="1390192" y="552958"/>
                  </a:lnTo>
                  <a:lnTo>
                    <a:pt x="1388325" y="551103"/>
                  </a:lnTo>
                  <a:lnTo>
                    <a:pt x="1387208" y="550633"/>
                  </a:lnTo>
                  <a:lnTo>
                    <a:pt x="1384579" y="550633"/>
                  </a:lnTo>
                  <a:lnTo>
                    <a:pt x="1383461" y="551103"/>
                  </a:lnTo>
                  <a:lnTo>
                    <a:pt x="1381594" y="552958"/>
                  </a:lnTo>
                  <a:lnTo>
                    <a:pt x="1381125" y="554088"/>
                  </a:lnTo>
                  <a:lnTo>
                    <a:pt x="1381125" y="556717"/>
                  </a:lnTo>
                  <a:lnTo>
                    <a:pt x="1381594" y="557834"/>
                  </a:lnTo>
                  <a:lnTo>
                    <a:pt x="1383461" y="559701"/>
                  </a:lnTo>
                  <a:lnTo>
                    <a:pt x="1384579" y="560158"/>
                  </a:lnTo>
                  <a:lnTo>
                    <a:pt x="1387208" y="560158"/>
                  </a:lnTo>
                  <a:lnTo>
                    <a:pt x="1388325" y="559701"/>
                  </a:lnTo>
                  <a:lnTo>
                    <a:pt x="1390192" y="557834"/>
                  </a:lnTo>
                  <a:lnTo>
                    <a:pt x="1390650" y="556717"/>
                  </a:lnTo>
                  <a:lnTo>
                    <a:pt x="1390650" y="554088"/>
                  </a:lnTo>
                  <a:close/>
                </a:path>
                <a:path w="4533900" h="2762885">
                  <a:moveTo>
                    <a:pt x="1390650" y="3454"/>
                  </a:moveTo>
                  <a:lnTo>
                    <a:pt x="1390192" y="2324"/>
                  </a:lnTo>
                  <a:lnTo>
                    <a:pt x="1388325" y="469"/>
                  </a:lnTo>
                  <a:lnTo>
                    <a:pt x="1387208" y="0"/>
                  </a:lnTo>
                  <a:lnTo>
                    <a:pt x="1384579" y="0"/>
                  </a:lnTo>
                  <a:lnTo>
                    <a:pt x="1383461" y="469"/>
                  </a:lnTo>
                  <a:lnTo>
                    <a:pt x="1381594" y="2324"/>
                  </a:lnTo>
                  <a:lnTo>
                    <a:pt x="1381125" y="3454"/>
                  </a:lnTo>
                  <a:lnTo>
                    <a:pt x="1381125" y="6083"/>
                  </a:lnTo>
                  <a:lnTo>
                    <a:pt x="1381594" y="7200"/>
                  </a:lnTo>
                  <a:lnTo>
                    <a:pt x="1383461" y="9067"/>
                  </a:lnTo>
                  <a:lnTo>
                    <a:pt x="1384579" y="9525"/>
                  </a:lnTo>
                  <a:lnTo>
                    <a:pt x="1387208" y="9525"/>
                  </a:lnTo>
                  <a:lnTo>
                    <a:pt x="1388325" y="9067"/>
                  </a:lnTo>
                  <a:lnTo>
                    <a:pt x="1390192" y="7200"/>
                  </a:lnTo>
                  <a:lnTo>
                    <a:pt x="1390650" y="6083"/>
                  </a:lnTo>
                  <a:lnTo>
                    <a:pt x="1390650" y="3454"/>
                  </a:lnTo>
                  <a:close/>
                </a:path>
                <a:path w="4533900" h="2762885">
                  <a:moveTo>
                    <a:pt x="1438275" y="2756611"/>
                  </a:moveTo>
                  <a:lnTo>
                    <a:pt x="1437817" y="2755493"/>
                  </a:lnTo>
                  <a:lnTo>
                    <a:pt x="1435950" y="2753626"/>
                  </a:lnTo>
                  <a:lnTo>
                    <a:pt x="1434833" y="2753156"/>
                  </a:lnTo>
                  <a:lnTo>
                    <a:pt x="1432204" y="2753156"/>
                  </a:lnTo>
                  <a:lnTo>
                    <a:pt x="1431086" y="2753626"/>
                  </a:lnTo>
                  <a:lnTo>
                    <a:pt x="1429219" y="2755493"/>
                  </a:lnTo>
                  <a:lnTo>
                    <a:pt x="1428750" y="2756611"/>
                  </a:lnTo>
                  <a:lnTo>
                    <a:pt x="1428750" y="2759240"/>
                  </a:lnTo>
                  <a:lnTo>
                    <a:pt x="1429219" y="2760357"/>
                  </a:lnTo>
                  <a:lnTo>
                    <a:pt x="1431086" y="2762224"/>
                  </a:lnTo>
                  <a:lnTo>
                    <a:pt x="1432204" y="2762681"/>
                  </a:lnTo>
                  <a:lnTo>
                    <a:pt x="1434833" y="2762681"/>
                  </a:lnTo>
                  <a:lnTo>
                    <a:pt x="1435950" y="2762224"/>
                  </a:lnTo>
                  <a:lnTo>
                    <a:pt x="1437817" y="2760357"/>
                  </a:lnTo>
                  <a:lnTo>
                    <a:pt x="1438275" y="2759240"/>
                  </a:lnTo>
                  <a:lnTo>
                    <a:pt x="1438275" y="2756611"/>
                  </a:lnTo>
                  <a:close/>
                </a:path>
                <a:path w="4533900" h="2762885">
                  <a:moveTo>
                    <a:pt x="1438275" y="2205977"/>
                  </a:moveTo>
                  <a:lnTo>
                    <a:pt x="1437817" y="2204859"/>
                  </a:lnTo>
                  <a:lnTo>
                    <a:pt x="1435950" y="2202992"/>
                  </a:lnTo>
                  <a:lnTo>
                    <a:pt x="1434833" y="2202535"/>
                  </a:lnTo>
                  <a:lnTo>
                    <a:pt x="1432204" y="2202535"/>
                  </a:lnTo>
                  <a:lnTo>
                    <a:pt x="1431086" y="2202992"/>
                  </a:lnTo>
                  <a:lnTo>
                    <a:pt x="1429219" y="2204859"/>
                  </a:lnTo>
                  <a:lnTo>
                    <a:pt x="1428750" y="2205977"/>
                  </a:lnTo>
                  <a:lnTo>
                    <a:pt x="1428750" y="2208606"/>
                  </a:lnTo>
                  <a:lnTo>
                    <a:pt x="1429219" y="2209736"/>
                  </a:lnTo>
                  <a:lnTo>
                    <a:pt x="1431086" y="2211590"/>
                  </a:lnTo>
                  <a:lnTo>
                    <a:pt x="1432204" y="2212060"/>
                  </a:lnTo>
                  <a:lnTo>
                    <a:pt x="1434833" y="2212060"/>
                  </a:lnTo>
                  <a:lnTo>
                    <a:pt x="1435950" y="2211590"/>
                  </a:lnTo>
                  <a:lnTo>
                    <a:pt x="1437817" y="2209736"/>
                  </a:lnTo>
                  <a:lnTo>
                    <a:pt x="1438275" y="2208606"/>
                  </a:lnTo>
                  <a:lnTo>
                    <a:pt x="1438275" y="2205977"/>
                  </a:lnTo>
                  <a:close/>
                </a:path>
                <a:path w="4533900" h="2762885">
                  <a:moveTo>
                    <a:pt x="1438275" y="1655343"/>
                  </a:moveTo>
                  <a:lnTo>
                    <a:pt x="1437817" y="1654225"/>
                  </a:lnTo>
                  <a:lnTo>
                    <a:pt x="1435950" y="1652358"/>
                  </a:lnTo>
                  <a:lnTo>
                    <a:pt x="1434833" y="1651901"/>
                  </a:lnTo>
                  <a:lnTo>
                    <a:pt x="1432204" y="1651901"/>
                  </a:lnTo>
                  <a:lnTo>
                    <a:pt x="1431086" y="1652358"/>
                  </a:lnTo>
                  <a:lnTo>
                    <a:pt x="1429219" y="1654225"/>
                  </a:lnTo>
                  <a:lnTo>
                    <a:pt x="1428750" y="1655343"/>
                  </a:lnTo>
                  <a:lnTo>
                    <a:pt x="1428750" y="1657972"/>
                  </a:lnTo>
                  <a:lnTo>
                    <a:pt x="1429219" y="1659102"/>
                  </a:lnTo>
                  <a:lnTo>
                    <a:pt x="1431086" y="1660956"/>
                  </a:lnTo>
                  <a:lnTo>
                    <a:pt x="1432204" y="1661426"/>
                  </a:lnTo>
                  <a:lnTo>
                    <a:pt x="1434833" y="1661426"/>
                  </a:lnTo>
                  <a:lnTo>
                    <a:pt x="1435950" y="1660956"/>
                  </a:lnTo>
                  <a:lnTo>
                    <a:pt x="1437817" y="1659102"/>
                  </a:lnTo>
                  <a:lnTo>
                    <a:pt x="1438275" y="1657972"/>
                  </a:lnTo>
                  <a:lnTo>
                    <a:pt x="1438275" y="1655343"/>
                  </a:lnTo>
                  <a:close/>
                </a:path>
                <a:path w="4533900" h="2762885">
                  <a:moveTo>
                    <a:pt x="1438275" y="1104709"/>
                  </a:moveTo>
                  <a:lnTo>
                    <a:pt x="1437817" y="1103591"/>
                  </a:lnTo>
                  <a:lnTo>
                    <a:pt x="1435950" y="1101737"/>
                  </a:lnTo>
                  <a:lnTo>
                    <a:pt x="1434833" y="1101267"/>
                  </a:lnTo>
                  <a:lnTo>
                    <a:pt x="1432204" y="1101267"/>
                  </a:lnTo>
                  <a:lnTo>
                    <a:pt x="1431086" y="1101737"/>
                  </a:lnTo>
                  <a:lnTo>
                    <a:pt x="1429219" y="1103591"/>
                  </a:lnTo>
                  <a:lnTo>
                    <a:pt x="1428750" y="1104709"/>
                  </a:lnTo>
                  <a:lnTo>
                    <a:pt x="1428750" y="1107351"/>
                  </a:lnTo>
                  <a:lnTo>
                    <a:pt x="1429219" y="1108468"/>
                  </a:lnTo>
                  <a:lnTo>
                    <a:pt x="1431086" y="1110322"/>
                  </a:lnTo>
                  <a:lnTo>
                    <a:pt x="1432204" y="1110792"/>
                  </a:lnTo>
                  <a:lnTo>
                    <a:pt x="1434833" y="1110792"/>
                  </a:lnTo>
                  <a:lnTo>
                    <a:pt x="1435950" y="1110322"/>
                  </a:lnTo>
                  <a:lnTo>
                    <a:pt x="1437817" y="1108468"/>
                  </a:lnTo>
                  <a:lnTo>
                    <a:pt x="1438275" y="1107351"/>
                  </a:lnTo>
                  <a:lnTo>
                    <a:pt x="1438275" y="1104709"/>
                  </a:lnTo>
                  <a:close/>
                </a:path>
                <a:path w="4533900" h="2762885">
                  <a:moveTo>
                    <a:pt x="1438275" y="554088"/>
                  </a:moveTo>
                  <a:lnTo>
                    <a:pt x="1437817" y="552958"/>
                  </a:lnTo>
                  <a:lnTo>
                    <a:pt x="1435950" y="551103"/>
                  </a:lnTo>
                  <a:lnTo>
                    <a:pt x="1434833" y="550633"/>
                  </a:lnTo>
                  <a:lnTo>
                    <a:pt x="1432204" y="550633"/>
                  </a:lnTo>
                  <a:lnTo>
                    <a:pt x="1431086" y="551103"/>
                  </a:lnTo>
                  <a:lnTo>
                    <a:pt x="1429219" y="552958"/>
                  </a:lnTo>
                  <a:lnTo>
                    <a:pt x="1428750" y="554088"/>
                  </a:lnTo>
                  <a:lnTo>
                    <a:pt x="1428750" y="556717"/>
                  </a:lnTo>
                  <a:lnTo>
                    <a:pt x="1429219" y="557834"/>
                  </a:lnTo>
                  <a:lnTo>
                    <a:pt x="1431086" y="559701"/>
                  </a:lnTo>
                  <a:lnTo>
                    <a:pt x="1432204" y="560158"/>
                  </a:lnTo>
                  <a:lnTo>
                    <a:pt x="1434833" y="560158"/>
                  </a:lnTo>
                  <a:lnTo>
                    <a:pt x="1435950" y="559701"/>
                  </a:lnTo>
                  <a:lnTo>
                    <a:pt x="1437817" y="557834"/>
                  </a:lnTo>
                  <a:lnTo>
                    <a:pt x="1438275" y="556717"/>
                  </a:lnTo>
                  <a:lnTo>
                    <a:pt x="1438275" y="554088"/>
                  </a:lnTo>
                  <a:close/>
                </a:path>
                <a:path w="4533900" h="2762885">
                  <a:moveTo>
                    <a:pt x="1438275" y="3454"/>
                  </a:moveTo>
                  <a:lnTo>
                    <a:pt x="1437817" y="2324"/>
                  </a:lnTo>
                  <a:lnTo>
                    <a:pt x="1435950" y="469"/>
                  </a:lnTo>
                  <a:lnTo>
                    <a:pt x="1434833" y="0"/>
                  </a:lnTo>
                  <a:lnTo>
                    <a:pt x="1432204" y="0"/>
                  </a:lnTo>
                  <a:lnTo>
                    <a:pt x="1431086" y="469"/>
                  </a:lnTo>
                  <a:lnTo>
                    <a:pt x="1429219" y="2324"/>
                  </a:lnTo>
                  <a:lnTo>
                    <a:pt x="1428750" y="3454"/>
                  </a:lnTo>
                  <a:lnTo>
                    <a:pt x="1428750" y="6083"/>
                  </a:lnTo>
                  <a:lnTo>
                    <a:pt x="1429219" y="7200"/>
                  </a:lnTo>
                  <a:lnTo>
                    <a:pt x="1431086" y="9067"/>
                  </a:lnTo>
                  <a:lnTo>
                    <a:pt x="1432204" y="9525"/>
                  </a:lnTo>
                  <a:lnTo>
                    <a:pt x="1434833" y="9525"/>
                  </a:lnTo>
                  <a:lnTo>
                    <a:pt x="1435950" y="9067"/>
                  </a:lnTo>
                  <a:lnTo>
                    <a:pt x="1437817" y="7200"/>
                  </a:lnTo>
                  <a:lnTo>
                    <a:pt x="1438275" y="6083"/>
                  </a:lnTo>
                  <a:lnTo>
                    <a:pt x="1438275" y="3454"/>
                  </a:lnTo>
                  <a:close/>
                </a:path>
                <a:path w="4533900" h="2762885">
                  <a:moveTo>
                    <a:pt x="1485900" y="2756611"/>
                  </a:moveTo>
                  <a:lnTo>
                    <a:pt x="1485442" y="2755493"/>
                  </a:lnTo>
                  <a:lnTo>
                    <a:pt x="1483575" y="2753626"/>
                  </a:lnTo>
                  <a:lnTo>
                    <a:pt x="1482458" y="2753156"/>
                  </a:lnTo>
                  <a:lnTo>
                    <a:pt x="1479829" y="2753156"/>
                  </a:lnTo>
                  <a:lnTo>
                    <a:pt x="1478711" y="2753626"/>
                  </a:lnTo>
                  <a:lnTo>
                    <a:pt x="1476844" y="2755493"/>
                  </a:lnTo>
                  <a:lnTo>
                    <a:pt x="1476375" y="2756611"/>
                  </a:lnTo>
                  <a:lnTo>
                    <a:pt x="1476375" y="2759240"/>
                  </a:lnTo>
                  <a:lnTo>
                    <a:pt x="1476844" y="2760357"/>
                  </a:lnTo>
                  <a:lnTo>
                    <a:pt x="1478711" y="2762224"/>
                  </a:lnTo>
                  <a:lnTo>
                    <a:pt x="1479829" y="2762681"/>
                  </a:lnTo>
                  <a:lnTo>
                    <a:pt x="1482458" y="2762681"/>
                  </a:lnTo>
                  <a:lnTo>
                    <a:pt x="1483575" y="2762224"/>
                  </a:lnTo>
                  <a:lnTo>
                    <a:pt x="1485442" y="2760357"/>
                  </a:lnTo>
                  <a:lnTo>
                    <a:pt x="1485900" y="2759240"/>
                  </a:lnTo>
                  <a:lnTo>
                    <a:pt x="1485900" y="2756611"/>
                  </a:lnTo>
                  <a:close/>
                </a:path>
                <a:path w="4533900" h="2762885">
                  <a:moveTo>
                    <a:pt x="1485900" y="2205977"/>
                  </a:moveTo>
                  <a:lnTo>
                    <a:pt x="1485442" y="2204859"/>
                  </a:lnTo>
                  <a:lnTo>
                    <a:pt x="1483575" y="2202992"/>
                  </a:lnTo>
                  <a:lnTo>
                    <a:pt x="1482458" y="2202535"/>
                  </a:lnTo>
                  <a:lnTo>
                    <a:pt x="1479829" y="2202535"/>
                  </a:lnTo>
                  <a:lnTo>
                    <a:pt x="1478711" y="2202992"/>
                  </a:lnTo>
                  <a:lnTo>
                    <a:pt x="1476844" y="2204859"/>
                  </a:lnTo>
                  <a:lnTo>
                    <a:pt x="1476375" y="2205977"/>
                  </a:lnTo>
                  <a:lnTo>
                    <a:pt x="1476375" y="2208606"/>
                  </a:lnTo>
                  <a:lnTo>
                    <a:pt x="1476844" y="2209736"/>
                  </a:lnTo>
                  <a:lnTo>
                    <a:pt x="1478711" y="2211590"/>
                  </a:lnTo>
                  <a:lnTo>
                    <a:pt x="1479829" y="2212060"/>
                  </a:lnTo>
                  <a:lnTo>
                    <a:pt x="1482458" y="2212060"/>
                  </a:lnTo>
                  <a:lnTo>
                    <a:pt x="1483575" y="2211590"/>
                  </a:lnTo>
                  <a:lnTo>
                    <a:pt x="1485442" y="2209736"/>
                  </a:lnTo>
                  <a:lnTo>
                    <a:pt x="1485900" y="2208606"/>
                  </a:lnTo>
                  <a:lnTo>
                    <a:pt x="1485900" y="2205977"/>
                  </a:lnTo>
                  <a:close/>
                </a:path>
                <a:path w="4533900" h="2762885">
                  <a:moveTo>
                    <a:pt x="1485900" y="1655343"/>
                  </a:moveTo>
                  <a:lnTo>
                    <a:pt x="1485442" y="1654225"/>
                  </a:lnTo>
                  <a:lnTo>
                    <a:pt x="1483575" y="1652358"/>
                  </a:lnTo>
                  <a:lnTo>
                    <a:pt x="1482458" y="1651901"/>
                  </a:lnTo>
                  <a:lnTo>
                    <a:pt x="1479829" y="1651901"/>
                  </a:lnTo>
                  <a:lnTo>
                    <a:pt x="1478711" y="1652358"/>
                  </a:lnTo>
                  <a:lnTo>
                    <a:pt x="1476844" y="1654225"/>
                  </a:lnTo>
                  <a:lnTo>
                    <a:pt x="1476375" y="1655343"/>
                  </a:lnTo>
                  <a:lnTo>
                    <a:pt x="1476375" y="1657972"/>
                  </a:lnTo>
                  <a:lnTo>
                    <a:pt x="1476844" y="1659102"/>
                  </a:lnTo>
                  <a:lnTo>
                    <a:pt x="1478711" y="1660956"/>
                  </a:lnTo>
                  <a:lnTo>
                    <a:pt x="1479829" y="1661426"/>
                  </a:lnTo>
                  <a:lnTo>
                    <a:pt x="1482458" y="1661426"/>
                  </a:lnTo>
                  <a:lnTo>
                    <a:pt x="1483575" y="1660956"/>
                  </a:lnTo>
                  <a:lnTo>
                    <a:pt x="1485442" y="1659102"/>
                  </a:lnTo>
                  <a:lnTo>
                    <a:pt x="1485900" y="1657972"/>
                  </a:lnTo>
                  <a:lnTo>
                    <a:pt x="1485900" y="1655343"/>
                  </a:lnTo>
                  <a:close/>
                </a:path>
                <a:path w="4533900" h="2762885">
                  <a:moveTo>
                    <a:pt x="1485900" y="1104709"/>
                  </a:moveTo>
                  <a:lnTo>
                    <a:pt x="1485442" y="1103591"/>
                  </a:lnTo>
                  <a:lnTo>
                    <a:pt x="1483575" y="1101737"/>
                  </a:lnTo>
                  <a:lnTo>
                    <a:pt x="1482458" y="1101267"/>
                  </a:lnTo>
                  <a:lnTo>
                    <a:pt x="1479829" y="1101267"/>
                  </a:lnTo>
                  <a:lnTo>
                    <a:pt x="1478711" y="1101737"/>
                  </a:lnTo>
                  <a:lnTo>
                    <a:pt x="1476844" y="1103591"/>
                  </a:lnTo>
                  <a:lnTo>
                    <a:pt x="1476375" y="1104709"/>
                  </a:lnTo>
                  <a:lnTo>
                    <a:pt x="1476375" y="1107351"/>
                  </a:lnTo>
                  <a:lnTo>
                    <a:pt x="1476844" y="1108468"/>
                  </a:lnTo>
                  <a:lnTo>
                    <a:pt x="1478711" y="1110322"/>
                  </a:lnTo>
                  <a:lnTo>
                    <a:pt x="1479829" y="1110792"/>
                  </a:lnTo>
                  <a:lnTo>
                    <a:pt x="1482458" y="1110792"/>
                  </a:lnTo>
                  <a:lnTo>
                    <a:pt x="1483575" y="1110322"/>
                  </a:lnTo>
                  <a:lnTo>
                    <a:pt x="1485442" y="1108468"/>
                  </a:lnTo>
                  <a:lnTo>
                    <a:pt x="1485900" y="1107351"/>
                  </a:lnTo>
                  <a:lnTo>
                    <a:pt x="1485900" y="1104709"/>
                  </a:lnTo>
                  <a:close/>
                </a:path>
                <a:path w="4533900" h="2762885">
                  <a:moveTo>
                    <a:pt x="1485900" y="554088"/>
                  </a:moveTo>
                  <a:lnTo>
                    <a:pt x="1485442" y="552958"/>
                  </a:lnTo>
                  <a:lnTo>
                    <a:pt x="1483575" y="551103"/>
                  </a:lnTo>
                  <a:lnTo>
                    <a:pt x="1482458" y="550633"/>
                  </a:lnTo>
                  <a:lnTo>
                    <a:pt x="1479829" y="550633"/>
                  </a:lnTo>
                  <a:lnTo>
                    <a:pt x="1478711" y="551103"/>
                  </a:lnTo>
                  <a:lnTo>
                    <a:pt x="1476844" y="552958"/>
                  </a:lnTo>
                  <a:lnTo>
                    <a:pt x="1476375" y="554088"/>
                  </a:lnTo>
                  <a:lnTo>
                    <a:pt x="1476375" y="556717"/>
                  </a:lnTo>
                  <a:lnTo>
                    <a:pt x="1476844" y="557834"/>
                  </a:lnTo>
                  <a:lnTo>
                    <a:pt x="1478711" y="559701"/>
                  </a:lnTo>
                  <a:lnTo>
                    <a:pt x="1479829" y="560158"/>
                  </a:lnTo>
                  <a:lnTo>
                    <a:pt x="1482458" y="560158"/>
                  </a:lnTo>
                  <a:lnTo>
                    <a:pt x="1483575" y="559701"/>
                  </a:lnTo>
                  <a:lnTo>
                    <a:pt x="1485442" y="557834"/>
                  </a:lnTo>
                  <a:lnTo>
                    <a:pt x="1485900" y="556717"/>
                  </a:lnTo>
                  <a:lnTo>
                    <a:pt x="1485900" y="554088"/>
                  </a:lnTo>
                  <a:close/>
                </a:path>
                <a:path w="4533900" h="2762885">
                  <a:moveTo>
                    <a:pt x="1485900" y="3454"/>
                  </a:moveTo>
                  <a:lnTo>
                    <a:pt x="1485442" y="2324"/>
                  </a:lnTo>
                  <a:lnTo>
                    <a:pt x="1483575" y="469"/>
                  </a:lnTo>
                  <a:lnTo>
                    <a:pt x="1482458" y="0"/>
                  </a:lnTo>
                  <a:lnTo>
                    <a:pt x="1479829" y="0"/>
                  </a:lnTo>
                  <a:lnTo>
                    <a:pt x="1478711" y="469"/>
                  </a:lnTo>
                  <a:lnTo>
                    <a:pt x="1476844" y="2324"/>
                  </a:lnTo>
                  <a:lnTo>
                    <a:pt x="1476375" y="3454"/>
                  </a:lnTo>
                  <a:lnTo>
                    <a:pt x="1476375" y="6083"/>
                  </a:lnTo>
                  <a:lnTo>
                    <a:pt x="1476844" y="7200"/>
                  </a:lnTo>
                  <a:lnTo>
                    <a:pt x="1478711" y="9067"/>
                  </a:lnTo>
                  <a:lnTo>
                    <a:pt x="1479829" y="9525"/>
                  </a:lnTo>
                  <a:lnTo>
                    <a:pt x="1482458" y="9525"/>
                  </a:lnTo>
                  <a:lnTo>
                    <a:pt x="1483575" y="9067"/>
                  </a:lnTo>
                  <a:lnTo>
                    <a:pt x="1485442" y="7200"/>
                  </a:lnTo>
                  <a:lnTo>
                    <a:pt x="1485900" y="6083"/>
                  </a:lnTo>
                  <a:lnTo>
                    <a:pt x="1485900" y="3454"/>
                  </a:lnTo>
                  <a:close/>
                </a:path>
                <a:path w="4533900" h="2762885">
                  <a:moveTo>
                    <a:pt x="1533525" y="2756611"/>
                  </a:moveTo>
                  <a:lnTo>
                    <a:pt x="1533067" y="2755493"/>
                  </a:lnTo>
                  <a:lnTo>
                    <a:pt x="1531200" y="2753626"/>
                  </a:lnTo>
                  <a:lnTo>
                    <a:pt x="1530083" y="2753156"/>
                  </a:lnTo>
                  <a:lnTo>
                    <a:pt x="1527454" y="2753156"/>
                  </a:lnTo>
                  <a:lnTo>
                    <a:pt x="1526336" y="2753626"/>
                  </a:lnTo>
                  <a:lnTo>
                    <a:pt x="1524469" y="2755493"/>
                  </a:lnTo>
                  <a:lnTo>
                    <a:pt x="1524000" y="2756611"/>
                  </a:lnTo>
                  <a:lnTo>
                    <a:pt x="1524000" y="2759240"/>
                  </a:lnTo>
                  <a:lnTo>
                    <a:pt x="1524469" y="2760357"/>
                  </a:lnTo>
                  <a:lnTo>
                    <a:pt x="1526336" y="2762224"/>
                  </a:lnTo>
                  <a:lnTo>
                    <a:pt x="1527454" y="2762681"/>
                  </a:lnTo>
                  <a:lnTo>
                    <a:pt x="1530083" y="2762681"/>
                  </a:lnTo>
                  <a:lnTo>
                    <a:pt x="1531200" y="2762224"/>
                  </a:lnTo>
                  <a:lnTo>
                    <a:pt x="1533067" y="2760357"/>
                  </a:lnTo>
                  <a:lnTo>
                    <a:pt x="1533525" y="2759240"/>
                  </a:lnTo>
                  <a:lnTo>
                    <a:pt x="1533525" y="2756611"/>
                  </a:lnTo>
                  <a:close/>
                </a:path>
                <a:path w="4533900" h="2762885">
                  <a:moveTo>
                    <a:pt x="1533525" y="2205977"/>
                  </a:moveTo>
                  <a:lnTo>
                    <a:pt x="1533067" y="2204859"/>
                  </a:lnTo>
                  <a:lnTo>
                    <a:pt x="1531200" y="2202992"/>
                  </a:lnTo>
                  <a:lnTo>
                    <a:pt x="1530083" y="2202535"/>
                  </a:lnTo>
                  <a:lnTo>
                    <a:pt x="1527454" y="2202535"/>
                  </a:lnTo>
                  <a:lnTo>
                    <a:pt x="1526336" y="2202992"/>
                  </a:lnTo>
                  <a:lnTo>
                    <a:pt x="1524469" y="2204859"/>
                  </a:lnTo>
                  <a:lnTo>
                    <a:pt x="1524000" y="2205977"/>
                  </a:lnTo>
                  <a:lnTo>
                    <a:pt x="1524000" y="2208606"/>
                  </a:lnTo>
                  <a:lnTo>
                    <a:pt x="1524469" y="2209736"/>
                  </a:lnTo>
                  <a:lnTo>
                    <a:pt x="1526336" y="2211590"/>
                  </a:lnTo>
                  <a:lnTo>
                    <a:pt x="1527454" y="2212060"/>
                  </a:lnTo>
                  <a:lnTo>
                    <a:pt x="1530083" y="2212060"/>
                  </a:lnTo>
                  <a:lnTo>
                    <a:pt x="1531200" y="2211590"/>
                  </a:lnTo>
                  <a:lnTo>
                    <a:pt x="1533067" y="2209736"/>
                  </a:lnTo>
                  <a:lnTo>
                    <a:pt x="1533525" y="2208606"/>
                  </a:lnTo>
                  <a:lnTo>
                    <a:pt x="1533525" y="2205977"/>
                  </a:lnTo>
                  <a:close/>
                </a:path>
                <a:path w="4533900" h="2762885">
                  <a:moveTo>
                    <a:pt x="1533525" y="1655343"/>
                  </a:moveTo>
                  <a:lnTo>
                    <a:pt x="1533067" y="1654225"/>
                  </a:lnTo>
                  <a:lnTo>
                    <a:pt x="1531200" y="1652358"/>
                  </a:lnTo>
                  <a:lnTo>
                    <a:pt x="1530083" y="1651901"/>
                  </a:lnTo>
                  <a:lnTo>
                    <a:pt x="1527454" y="1651901"/>
                  </a:lnTo>
                  <a:lnTo>
                    <a:pt x="1526336" y="1652358"/>
                  </a:lnTo>
                  <a:lnTo>
                    <a:pt x="1524469" y="1654225"/>
                  </a:lnTo>
                  <a:lnTo>
                    <a:pt x="1524000" y="1655343"/>
                  </a:lnTo>
                  <a:lnTo>
                    <a:pt x="1524000" y="1657972"/>
                  </a:lnTo>
                  <a:lnTo>
                    <a:pt x="1524469" y="1659102"/>
                  </a:lnTo>
                  <a:lnTo>
                    <a:pt x="1526336" y="1660956"/>
                  </a:lnTo>
                  <a:lnTo>
                    <a:pt x="1527454" y="1661426"/>
                  </a:lnTo>
                  <a:lnTo>
                    <a:pt x="1530083" y="1661426"/>
                  </a:lnTo>
                  <a:lnTo>
                    <a:pt x="1531200" y="1660956"/>
                  </a:lnTo>
                  <a:lnTo>
                    <a:pt x="1533067" y="1659102"/>
                  </a:lnTo>
                  <a:lnTo>
                    <a:pt x="1533525" y="1657972"/>
                  </a:lnTo>
                  <a:lnTo>
                    <a:pt x="1533525" y="1655343"/>
                  </a:lnTo>
                  <a:close/>
                </a:path>
                <a:path w="4533900" h="2762885">
                  <a:moveTo>
                    <a:pt x="1533525" y="1104709"/>
                  </a:moveTo>
                  <a:lnTo>
                    <a:pt x="1533067" y="1103591"/>
                  </a:lnTo>
                  <a:lnTo>
                    <a:pt x="1531200" y="1101737"/>
                  </a:lnTo>
                  <a:lnTo>
                    <a:pt x="1530083" y="1101267"/>
                  </a:lnTo>
                  <a:lnTo>
                    <a:pt x="1527454" y="1101267"/>
                  </a:lnTo>
                  <a:lnTo>
                    <a:pt x="1526336" y="1101737"/>
                  </a:lnTo>
                  <a:lnTo>
                    <a:pt x="1524469" y="1103591"/>
                  </a:lnTo>
                  <a:lnTo>
                    <a:pt x="1524000" y="1104709"/>
                  </a:lnTo>
                  <a:lnTo>
                    <a:pt x="1524000" y="1107351"/>
                  </a:lnTo>
                  <a:lnTo>
                    <a:pt x="1524469" y="1108468"/>
                  </a:lnTo>
                  <a:lnTo>
                    <a:pt x="1526336" y="1110322"/>
                  </a:lnTo>
                  <a:lnTo>
                    <a:pt x="1527454" y="1110792"/>
                  </a:lnTo>
                  <a:lnTo>
                    <a:pt x="1530083" y="1110792"/>
                  </a:lnTo>
                  <a:lnTo>
                    <a:pt x="1531200" y="1110322"/>
                  </a:lnTo>
                  <a:lnTo>
                    <a:pt x="1533067" y="1108468"/>
                  </a:lnTo>
                  <a:lnTo>
                    <a:pt x="1533525" y="1107351"/>
                  </a:lnTo>
                  <a:lnTo>
                    <a:pt x="1533525" y="1104709"/>
                  </a:lnTo>
                  <a:close/>
                </a:path>
                <a:path w="4533900" h="2762885">
                  <a:moveTo>
                    <a:pt x="1533525" y="554088"/>
                  </a:moveTo>
                  <a:lnTo>
                    <a:pt x="1533067" y="552958"/>
                  </a:lnTo>
                  <a:lnTo>
                    <a:pt x="1531200" y="551103"/>
                  </a:lnTo>
                  <a:lnTo>
                    <a:pt x="1530083" y="550633"/>
                  </a:lnTo>
                  <a:lnTo>
                    <a:pt x="1527454" y="550633"/>
                  </a:lnTo>
                  <a:lnTo>
                    <a:pt x="1526336" y="551103"/>
                  </a:lnTo>
                  <a:lnTo>
                    <a:pt x="1524469" y="552958"/>
                  </a:lnTo>
                  <a:lnTo>
                    <a:pt x="1524000" y="554088"/>
                  </a:lnTo>
                  <a:lnTo>
                    <a:pt x="1524000" y="556717"/>
                  </a:lnTo>
                  <a:lnTo>
                    <a:pt x="1524469" y="557834"/>
                  </a:lnTo>
                  <a:lnTo>
                    <a:pt x="1526336" y="559701"/>
                  </a:lnTo>
                  <a:lnTo>
                    <a:pt x="1527454" y="560158"/>
                  </a:lnTo>
                  <a:lnTo>
                    <a:pt x="1530083" y="560158"/>
                  </a:lnTo>
                  <a:lnTo>
                    <a:pt x="1531200" y="559701"/>
                  </a:lnTo>
                  <a:lnTo>
                    <a:pt x="1533067" y="557834"/>
                  </a:lnTo>
                  <a:lnTo>
                    <a:pt x="1533525" y="556717"/>
                  </a:lnTo>
                  <a:lnTo>
                    <a:pt x="1533525" y="554088"/>
                  </a:lnTo>
                  <a:close/>
                </a:path>
                <a:path w="4533900" h="2762885">
                  <a:moveTo>
                    <a:pt x="1533525" y="3454"/>
                  </a:moveTo>
                  <a:lnTo>
                    <a:pt x="1533067" y="2324"/>
                  </a:lnTo>
                  <a:lnTo>
                    <a:pt x="1531200" y="469"/>
                  </a:lnTo>
                  <a:lnTo>
                    <a:pt x="1530083" y="0"/>
                  </a:lnTo>
                  <a:lnTo>
                    <a:pt x="1527454" y="0"/>
                  </a:lnTo>
                  <a:lnTo>
                    <a:pt x="1526336" y="469"/>
                  </a:lnTo>
                  <a:lnTo>
                    <a:pt x="1524469" y="2324"/>
                  </a:lnTo>
                  <a:lnTo>
                    <a:pt x="1524000" y="3454"/>
                  </a:lnTo>
                  <a:lnTo>
                    <a:pt x="1524000" y="6083"/>
                  </a:lnTo>
                  <a:lnTo>
                    <a:pt x="1524469" y="7200"/>
                  </a:lnTo>
                  <a:lnTo>
                    <a:pt x="1526336" y="9067"/>
                  </a:lnTo>
                  <a:lnTo>
                    <a:pt x="1527454" y="9525"/>
                  </a:lnTo>
                  <a:lnTo>
                    <a:pt x="1530083" y="9525"/>
                  </a:lnTo>
                  <a:lnTo>
                    <a:pt x="1531200" y="9067"/>
                  </a:lnTo>
                  <a:lnTo>
                    <a:pt x="1533067" y="7200"/>
                  </a:lnTo>
                  <a:lnTo>
                    <a:pt x="1533525" y="6083"/>
                  </a:lnTo>
                  <a:lnTo>
                    <a:pt x="1533525" y="3454"/>
                  </a:lnTo>
                  <a:close/>
                </a:path>
                <a:path w="4533900" h="2762885">
                  <a:moveTo>
                    <a:pt x="1581150" y="2756611"/>
                  </a:moveTo>
                  <a:lnTo>
                    <a:pt x="1580692" y="2755493"/>
                  </a:lnTo>
                  <a:lnTo>
                    <a:pt x="1578825" y="2753626"/>
                  </a:lnTo>
                  <a:lnTo>
                    <a:pt x="1577708" y="2753156"/>
                  </a:lnTo>
                  <a:lnTo>
                    <a:pt x="1575079" y="2753156"/>
                  </a:lnTo>
                  <a:lnTo>
                    <a:pt x="1573961" y="2753626"/>
                  </a:lnTo>
                  <a:lnTo>
                    <a:pt x="1572094" y="2755493"/>
                  </a:lnTo>
                  <a:lnTo>
                    <a:pt x="1571625" y="2756611"/>
                  </a:lnTo>
                  <a:lnTo>
                    <a:pt x="1571625" y="2759240"/>
                  </a:lnTo>
                  <a:lnTo>
                    <a:pt x="1572094" y="2760357"/>
                  </a:lnTo>
                  <a:lnTo>
                    <a:pt x="1573961" y="2762224"/>
                  </a:lnTo>
                  <a:lnTo>
                    <a:pt x="1575079" y="2762681"/>
                  </a:lnTo>
                  <a:lnTo>
                    <a:pt x="1577708" y="2762681"/>
                  </a:lnTo>
                  <a:lnTo>
                    <a:pt x="1578825" y="2762224"/>
                  </a:lnTo>
                  <a:lnTo>
                    <a:pt x="1580692" y="2760357"/>
                  </a:lnTo>
                  <a:lnTo>
                    <a:pt x="1581150" y="2759240"/>
                  </a:lnTo>
                  <a:lnTo>
                    <a:pt x="1581150" y="2756611"/>
                  </a:lnTo>
                  <a:close/>
                </a:path>
                <a:path w="4533900" h="2762885">
                  <a:moveTo>
                    <a:pt x="1581150" y="2205977"/>
                  </a:moveTo>
                  <a:lnTo>
                    <a:pt x="1580692" y="2204859"/>
                  </a:lnTo>
                  <a:lnTo>
                    <a:pt x="1578825" y="2202992"/>
                  </a:lnTo>
                  <a:lnTo>
                    <a:pt x="1577708" y="2202535"/>
                  </a:lnTo>
                  <a:lnTo>
                    <a:pt x="1575079" y="2202535"/>
                  </a:lnTo>
                  <a:lnTo>
                    <a:pt x="1573961" y="2202992"/>
                  </a:lnTo>
                  <a:lnTo>
                    <a:pt x="1572094" y="2204859"/>
                  </a:lnTo>
                  <a:lnTo>
                    <a:pt x="1571625" y="2205977"/>
                  </a:lnTo>
                  <a:lnTo>
                    <a:pt x="1571625" y="2208606"/>
                  </a:lnTo>
                  <a:lnTo>
                    <a:pt x="1572094" y="2209736"/>
                  </a:lnTo>
                  <a:lnTo>
                    <a:pt x="1573961" y="2211590"/>
                  </a:lnTo>
                  <a:lnTo>
                    <a:pt x="1575079" y="2212060"/>
                  </a:lnTo>
                  <a:lnTo>
                    <a:pt x="1577708" y="2212060"/>
                  </a:lnTo>
                  <a:lnTo>
                    <a:pt x="1578825" y="2211590"/>
                  </a:lnTo>
                  <a:lnTo>
                    <a:pt x="1580692" y="2209736"/>
                  </a:lnTo>
                  <a:lnTo>
                    <a:pt x="1581150" y="2208606"/>
                  </a:lnTo>
                  <a:lnTo>
                    <a:pt x="1581150" y="2205977"/>
                  </a:lnTo>
                  <a:close/>
                </a:path>
                <a:path w="4533900" h="2762885">
                  <a:moveTo>
                    <a:pt x="1581150" y="1655343"/>
                  </a:moveTo>
                  <a:lnTo>
                    <a:pt x="1580692" y="1654225"/>
                  </a:lnTo>
                  <a:lnTo>
                    <a:pt x="1578825" y="1652358"/>
                  </a:lnTo>
                  <a:lnTo>
                    <a:pt x="1577708" y="1651901"/>
                  </a:lnTo>
                  <a:lnTo>
                    <a:pt x="1575079" y="1651901"/>
                  </a:lnTo>
                  <a:lnTo>
                    <a:pt x="1573961" y="1652358"/>
                  </a:lnTo>
                  <a:lnTo>
                    <a:pt x="1572094" y="1654225"/>
                  </a:lnTo>
                  <a:lnTo>
                    <a:pt x="1571625" y="1655343"/>
                  </a:lnTo>
                  <a:lnTo>
                    <a:pt x="1571625" y="1657972"/>
                  </a:lnTo>
                  <a:lnTo>
                    <a:pt x="1572094" y="1659102"/>
                  </a:lnTo>
                  <a:lnTo>
                    <a:pt x="1573961" y="1660956"/>
                  </a:lnTo>
                  <a:lnTo>
                    <a:pt x="1575079" y="1661426"/>
                  </a:lnTo>
                  <a:lnTo>
                    <a:pt x="1577708" y="1661426"/>
                  </a:lnTo>
                  <a:lnTo>
                    <a:pt x="1578825" y="1660956"/>
                  </a:lnTo>
                  <a:lnTo>
                    <a:pt x="1580692" y="1659102"/>
                  </a:lnTo>
                  <a:lnTo>
                    <a:pt x="1581150" y="1657972"/>
                  </a:lnTo>
                  <a:lnTo>
                    <a:pt x="1581150" y="1655343"/>
                  </a:lnTo>
                  <a:close/>
                </a:path>
                <a:path w="4533900" h="2762885">
                  <a:moveTo>
                    <a:pt x="1581150" y="1104709"/>
                  </a:moveTo>
                  <a:lnTo>
                    <a:pt x="1580692" y="1103591"/>
                  </a:lnTo>
                  <a:lnTo>
                    <a:pt x="1578825" y="1101737"/>
                  </a:lnTo>
                  <a:lnTo>
                    <a:pt x="1577708" y="1101267"/>
                  </a:lnTo>
                  <a:lnTo>
                    <a:pt x="1575079" y="1101267"/>
                  </a:lnTo>
                  <a:lnTo>
                    <a:pt x="1573961" y="1101737"/>
                  </a:lnTo>
                  <a:lnTo>
                    <a:pt x="1572094" y="1103591"/>
                  </a:lnTo>
                  <a:lnTo>
                    <a:pt x="1571625" y="1104709"/>
                  </a:lnTo>
                  <a:lnTo>
                    <a:pt x="1571625" y="1107351"/>
                  </a:lnTo>
                  <a:lnTo>
                    <a:pt x="1572094" y="1108468"/>
                  </a:lnTo>
                  <a:lnTo>
                    <a:pt x="1573961" y="1110322"/>
                  </a:lnTo>
                  <a:lnTo>
                    <a:pt x="1575079" y="1110792"/>
                  </a:lnTo>
                  <a:lnTo>
                    <a:pt x="1577708" y="1110792"/>
                  </a:lnTo>
                  <a:lnTo>
                    <a:pt x="1578825" y="1110322"/>
                  </a:lnTo>
                  <a:lnTo>
                    <a:pt x="1580692" y="1108468"/>
                  </a:lnTo>
                  <a:lnTo>
                    <a:pt x="1581150" y="1107351"/>
                  </a:lnTo>
                  <a:lnTo>
                    <a:pt x="1581150" y="1104709"/>
                  </a:lnTo>
                  <a:close/>
                </a:path>
                <a:path w="4533900" h="2762885">
                  <a:moveTo>
                    <a:pt x="1581150" y="554088"/>
                  </a:moveTo>
                  <a:lnTo>
                    <a:pt x="1580692" y="552958"/>
                  </a:lnTo>
                  <a:lnTo>
                    <a:pt x="1578825" y="551103"/>
                  </a:lnTo>
                  <a:lnTo>
                    <a:pt x="1577708" y="550633"/>
                  </a:lnTo>
                  <a:lnTo>
                    <a:pt x="1575079" y="550633"/>
                  </a:lnTo>
                  <a:lnTo>
                    <a:pt x="1573961" y="551103"/>
                  </a:lnTo>
                  <a:lnTo>
                    <a:pt x="1572094" y="552958"/>
                  </a:lnTo>
                  <a:lnTo>
                    <a:pt x="1571625" y="554088"/>
                  </a:lnTo>
                  <a:lnTo>
                    <a:pt x="1571625" y="556717"/>
                  </a:lnTo>
                  <a:lnTo>
                    <a:pt x="1572094" y="557834"/>
                  </a:lnTo>
                  <a:lnTo>
                    <a:pt x="1573961" y="559701"/>
                  </a:lnTo>
                  <a:lnTo>
                    <a:pt x="1575079" y="560158"/>
                  </a:lnTo>
                  <a:lnTo>
                    <a:pt x="1577708" y="560158"/>
                  </a:lnTo>
                  <a:lnTo>
                    <a:pt x="1578825" y="559701"/>
                  </a:lnTo>
                  <a:lnTo>
                    <a:pt x="1580692" y="557834"/>
                  </a:lnTo>
                  <a:lnTo>
                    <a:pt x="1581150" y="556717"/>
                  </a:lnTo>
                  <a:lnTo>
                    <a:pt x="1581150" y="554088"/>
                  </a:lnTo>
                  <a:close/>
                </a:path>
                <a:path w="4533900" h="2762885">
                  <a:moveTo>
                    <a:pt x="1581150" y="3454"/>
                  </a:moveTo>
                  <a:lnTo>
                    <a:pt x="1580692" y="2324"/>
                  </a:lnTo>
                  <a:lnTo>
                    <a:pt x="1578825" y="469"/>
                  </a:lnTo>
                  <a:lnTo>
                    <a:pt x="1577708" y="0"/>
                  </a:lnTo>
                  <a:lnTo>
                    <a:pt x="1575079" y="0"/>
                  </a:lnTo>
                  <a:lnTo>
                    <a:pt x="1573961" y="469"/>
                  </a:lnTo>
                  <a:lnTo>
                    <a:pt x="1572094" y="2324"/>
                  </a:lnTo>
                  <a:lnTo>
                    <a:pt x="1571625" y="3454"/>
                  </a:lnTo>
                  <a:lnTo>
                    <a:pt x="1571625" y="6083"/>
                  </a:lnTo>
                  <a:lnTo>
                    <a:pt x="1572094" y="7200"/>
                  </a:lnTo>
                  <a:lnTo>
                    <a:pt x="1573961" y="9067"/>
                  </a:lnTo>
                  <a:lnTo>
                    <a:pt x="1575079" y="9525"/>
                  </a:lnTo>
                  <a:lnTo>
                    <a:pt x="1577708" y="9525"/>
                  </a:lnTo>
                  <a:lnTo>
                    <a:pt x="1578825" y="9067"/>
                  </a:lnTo>
                  <a:lnTo>
                    <a:pt x="1580692" y="7200"/>
                  </a:lnTo>
                  <a:lnTo>
                    <a:pt x="1581150" y="6083"/>
                  </a:lnTo>
                  <a:lnTo>
                    <a:pt x="1581150" y="3454"/>
                  </a:lnTo>
                  <a:close/>
                </a:path>
                <a:path w="4533900" h="2762885">
                  <a:moveTo>
                    <a:pt x="1628775" y="2756611"/>
                  </a:moveTo>
                  <a:lnTo>
                    <a:pt x="1628317" y="2755493"/>
                  </a:lnTo>
                  <a:lnTo>
                    <a:pt x="1626450" y="2753626"/>
                  </a:lnTo>
                  <a:lnTo>
                    <a:pt x="1625333" y="2753156"/>
                  </a:lnTo>
                  <a:lnTo>
                    <a:pt x="1622704" y="2753156"/>
                  </a:lnTo>
                  <a:lnTo>
                    <a:pt x="1621586" y="2753626"/>
                  </a:lnTo>
                  <a:lnTo>
                    <a:pt x="1619719" y="2755493"/>
                  </a:lnTo>
                  <a:lnTo>
                    <a:pt x="1619250" y="2756611"/>
                  </a:lnTo>
                  <a:lnTo>
                    <a:pt x="1619250" y="2759240"/>
                  </a:lnTo>
                  <a:lnTo>
                    <a:pt x="1619719" y="2760357"/>
                  </a:lnTo>
                  <a:lnTo>
                    <a:pt x="1621586" y="2762224"/>
                  </a:lnTo>
                  <a:lnTo>
                    <a:pt x="1622704" y="2762681"/>
                  </a:lnTo>
                  <a:lnTo>
                    <a:pt x="1625333" y="2762681"/>
                  </a:lnTo>
                  <a:lnTo>
                    <a:pt x="1626450" y="2762224"/>
                  </a:lnTo>
                  <a:lnTo>
                    <a:pt x="1628317" y="2760357"/>
                  </a:lnTo>
                  <a:lnTo>
                    <a:pt x="1628775" y="2759240"/>
                  </a:lnTo>
                  <a:lnTo>
                    <a:pt x="1628775" y="2756611"/>
                  </a:lnTo>
                  <a:close/>
                </a:path>
                <a:path w="4533900" h="2762885">
                  <a:moveTo>
                    <a:pt x="1628775" y="2205977"/>
                  </a:moveTo>
                  <a:lnTo>
                    <a:pt x="1628317" y="2204859"/>
                  </a:lnTo>
                  <a:lnTo>
                    <a:pt x="1626450" y="2202992"/>
                  </a:lnTo>
                  <a:lnTo>
                    <a:pt x="1625333" y="2202535"/>
                  </a:lnTo>
                  <a:lnTo>
                    <a:pt x="1622704" y="2202535"/>
                  </a:lnTo>
                  <a:lnTo>
                    <a:pt x="1621586" y="2202992"/>
                  </a:lnTo>
                  <a:lnTo>
                    <a:pt x="1619719" y="2204859"/>
                  </a:lnTo>
                  <a:lnTo>
                    <a:pt x="1619250" y="2205977"/>
                  </a:lnTo>
                  <a:lnTo>
                    <a:pt x="1619250" y="2208606"/>
                  </a:lnTo>
                  <a:lnTo>
                    <a:pt x="1619719" y="2209736"/>
                  </a:lnTo>
                  <a:lnTo>
                    <a:pt x="1621586" y="2211590"/>
                  </a:lnTo>
                  <a:lnTo>
                    <a:pt x="1622704" y="2212060"/>
                  </a:lnTo>
                  <a:lnTo>
                    <a:pt x="1625333" y="2212060"/>
                  </a:lnTo>
                  <a:lnTo>
                    <a:pt x="1626450" y="2211590"/>
                  </a:lnTo>
                  <a:lnTo>
                    <a:pt x="1628317" y="2209736"/>
                  </a:lnTo>
                  <a:lnTo>
                    <a:pt x="1628775" y="2208606"/>
                  </a:lnTo>
                  <a:lnTo>
                    <a:pt x="1628775" y="2205977"/>
                  </a:lnTo>
                  <a:close/>
                </a:path>
                <a:path w="4533900" h="2762885">
                  <a:moveTo>
                    <a:pt x="1628775" y="1655343"/>
                  </a:moveTo>
                  <a:lnTo>
                    <a:pt x="1628317" y="1654225"/>
                  </a:lnTo>
                  <a:lnTo>
                    <a:pt x="1626450" y="1652358"/>
                  </a:lnTo>
                  <a:lnTo>
                    <a:pt x="1625333" y="1651901"/>
                  </a:lnTo>
                  <a:lnTo>
                    <a:pt x="1622704" y="1651901"/>
                  </a:lnTo>
                  <a:lnTo>
                    <a:pt x="1621586" y="1652358"/>
                  </a:lnTo>
                  <a:lnTo>
                    <a:pt x="1619719" y="1654225"/>
                  </a:lnTo>
                  <a:lnTo>
                    <a:pt x="1619250" y="1655343"/>
                  </a:lnTo>
                  <a:lnTo>
                    <a:pt x="1619250" y="1657972"/>
                  </a:lnTo>
                  <a:lnTo>
                    <a:pt x="1619719" y="1659102"/>
                  </a:lnTo>
                  <a:lnTo>
                    <a:pt x="1621586" y="1660956"/>
                  </a:lnTo>
                  <a:lnTo>
                    <a:pt x="1622704" y="1661426"/>
                  </a:lnTo>
                  <a:lnTo>
                    <a:pt x="1625333" y="1661426"/>
                  </a:lnTo>
                  <a:lnTo>
                    <a:pt x="1626450" y="1660956"/>
                  </a:lnTo>
                  <a:lnTo>
                    <a:pt x="1628317" y="1659102"/>
                  </a:lnTo>
                  <a:lnTo>
                    <a:pt x="1628775" y="1657972"/>
                  </a:lnTo>
                  <a:lnTo>
                    <a:pt x="1628775" y="1655343"/>
                  </a:lnTo>
                  <a:close/>
                </a:path>
                <a:path w="4533900" h="2762885">
                  <a:moveTo>
                    <a:pt x="1628775" y="1104709"/>
                  </a:moveTo>
                  <a:lnTo>
                    <a:pt x="1628317" y="1103591"/>
                  </a:lnTo>
                  <a:lnTo>
                    <a:pt x="1626450" y="1101737"/>
                  </a:lnTo>
                  <a:lnTo>
                    <a:pt x="1625333" y="1101267"/>
                  </a:lnTo>
                  <a:lnTo>
                    <a:pt x="1622704" y="1101267"/>
                  </a:lnTo>
                  <a:lnTo>
                    <a:pt x="1621586" y="1101737"/>
                  </a:lnTo>
                  <a:lnTo>
                    <a:pt x="1619719" y="1103591"/>
                  </a:lnTo>
                  <a:lnTo>
                    <a:pt x="1619250" y="1104709"/>
                  </a:lnTo>
                  <a:lnTo>
                    <a:pt x="1619250" y="1107351"/>
                  </a:lnTo>
                  <a:lnTo>
                    <a:pt x="1619719" y="1108468"/>
                  </a:lnTo>
                  <a:lnTo>
                    <a:pt x="1621586" y="1110322"/>
                  </a:lnTo>
                  <a:lnTo>
                    <a:pt x="1622704" y="1110792"/>
                  </a:lnTo>
                  <a:lnTo>
                    <a:pt x="1625333" y="1110792"/>
                  </a:lnTo>
                  <a:lnTo>
                    <a:pt x="1626450" y="1110322"/>
                  </a:lnTo>
                  <a:lnTo>
                    <a:pt x="1628317" y="1108468"/>
                  </a:lnTo>
                  <a:lnTo>
                    <a:pt x="1628775" y="1107351"/>
                  </a:lnTo>
                  <a:lnTo>
                    <a:pt x="1628775" y="1104709"/>
                  </a:lnTo>
                  <a:close/>
                </a:path>
                <a:path w="4533900" h="2762885">
                  <a:moveTo>
                    <a:pt x="1628775" y="554088"/>
                  </a:moveTo>
                  <a:lnTo>
                    <a:pt x="1628317" y="552958"/>
                  </a:lnTo>
                  <a:lnTo>
                    <a:pt x="1626450" y="551103"/>
                  </a:lnTo>
                  <a:lnTo>
                    <a:pt x="1625333" y="550633"/>
                  </a:lnTo>
                  <a:lnTo>
                    <a:pt x="1622704" y="550633"/>
                  </a:lnTo>
                  <a:lnTo>
                    <a:pt x="1621586" y="551103"/>
                  </a:lnTo>
                  <a:lnTo>
                    <a:pt x="1619719" y="552958"/>
                  </a:lnTo>
                  <a:lnTo>
                    <a:pt x="1619250" y="554088"/>
                  </a:lnTo>
                  <a:lnTo>
                    <a:pt x="1619250" y="556717"/>
                  </a:lnTo>
                  <a:lnTo>
                    <a:pt x="1619719" y="557834"/>
                  </a:lnTo>
                  <a:lnTo>
                    <a:pt x="1621586" y="559701"/>
                  </a:lnTo>
                  <a:lnTo>
                    <a:pt x="1622704" y="560158"/>
                  </a:lnTo>
                  <a:lnTo>
                    <a:pt x="1625333" y="560158"/>
                  </a:lnTo>
                  <a:lnTo>
                    <a:pt x="1626450" y="559701"/>
                  </a:lnTo>
                  <a:lnTo>
                    <a:pt x="1628317" y="557834"/>
                  </a:lnTo>
                  <a:lnTo>
                    <a:pt x="1628775" y="556717"/>
                  </a:lnTo>
                  <a:lnTo>
                    <a:pt x="1628775" y="554088"/>
                  </a:lnTo>
                  <a:close/>
                </a:path>
                <a:path w="4533900" h="2762885">
                  <a:moveTo>
                    <a:pt x="1628775" y="3454"/>
                  </a:moveTo>
                  <a:lnTo>
                    <a:pt x="1628317" y="2324"/>
                  </a:lnTo>
                  <a:lnTo>
                    <a:pt x="1626450" y="469"/>
                  </a:lnTo>
                  <a:lnTo>
                    <a:pt x="1625333" y="0"/>
                  </a:lnTo>
                  <a:lnTo>
                    <a:pt x="1622704" y="0"/>
                  </a:lnTo>
                  <a:lnTo>
                    <a:pt x="1621586" y="469"/>
                  </a:lnTo>
                  <a:lnTo>
                    <a:pt x="1619719" y="2324"/>
                  </a:lnTo>
                  <a:lnTo>
                    <a:pt x="1619250" y="3454"/>
                  </a:lnTo>
                  <a:lnTo>
                    <a:pt x="1619250" y="6083"/>
                  </a:lnTo>
                  <a:lnTo>
                    <a:pt x="1619719" y="7200"/>
                  </a:lnTo>
                  <a:lnTo>
                    <a:pt x="1621586" y="9067"/>
                  </a:lnTo>
                  <a:lnTo>
                    <a:pt x="1622704" y="9525"/>
                  </a:lnTo>
                  <a:lnTo>
                    <a:pt x="1625333" y="9525"/>
                  </a:lnTo>
                  <a:lnTo>
                    <a:pt x="1626450" y="9067"/>
                  </a:lnTo>
                  <a:lnTo>
                    <a:pt x="1628317" y="7200"/>
                  </a:lnTo>
                  <a:lnTo>
                    <a:pt x="1628775" y="6083"/>
                  </a:lnTo>
                  <a:lnTo>
                    <a:pt x="1628775" y="3454"/>
                  </a:lnTo>
                  <a:close/>
                </a:path>
                <a:path w="4533900" h="2762885">
                  <a:moveTo>
                    <a:pt x="1676400" y="2756611"/>
                  </a:moveTo>
                  <a:lnTo>
                    <a:pt x="1675942" y="2755493"/>
                  </a:lnTo>
                  <a:lnTo>
                    <a:pt x="1674075" y="2753626"/>
                  </a:lnTo>
                  <a:lnTo>
                    <a:pt x="1672958" y="2753156"/>
                  </a:lnTo>
                  <a:lnTo>
                    <a:pt x="1670329" y="2753156"/>
                  </a:lnTo>
                  <a:lnTo>
                    <a:pt x="1669211" y="2753626"/>
                  </a:lnTo>
                  <a:lnTo>
                    <a:pt x="1667344" y="2755493"/>
                  </a:lnTo>
                  <a:lnTo>
                    <a:pt x="1666875" y="2756611"/>
                  </a:lnTo>
                  <a:lnTo>
                    <a:pt x="1666875" y="2759240"/>
                  </a:lnTo>
                  <a:lnTo>
                    <a:pt x="1667344" y="2760357"/>
                  </a:lnTo>
                  <a:lnTo>
                    <a:pt x="1669211" y="2762224"/>
                  </a:lnTo>
                  <a:lnTo>
                    <a:pt x="1670329" y="2762681"/>
                  </a:lnTo>
                  <a:lnTo>
                    <a:pt x="1672958" y="2762681"/>
                  </a:lnTo>
                  <a:lnTo>
                    <a:pt x="1674075" y="2762224"/>
                  </a:lnTo>
                  <a:lnTo>
                    <a:pt x="1675942" y="2760357"/>
                  </a:lnTo>
                  <a:lnTo>
                    <a:pt x="1676400" y="2759240"/>
                  </a:lnTo>
                  <a:lnTo>
                    <a:pt x="1676400" y="2756611"/>
                  </a:lnTo>
                  <a:close/>
                </a:path>
                <a:path w="4533900" h="2762885">
                  <a:moveTo>
                    <a:pt x="1676400" y="2205977"/>
                  </a:moveTo>
                  <a:lnTo>
                    <a:pt x="1675942" y="2204859"/>
                  </a:lnTo>
                  <a:lnTo>
                    <a:pt x="1674075" y="2202992"/>
                  </a:lnTo>
                  <a:lnTo>
                    <a:pt x="1672958" y="2202535"/>
                  </a:lnTo>
                  <a:lnTo>
                    <a:pt x="1670329" y="2202535"/>
                  </a:lnTo>
                  <a:lnTo>
                    <a:pt x="1669211" y="2202992"/>
                  </a:lnTo>
                  <a:lnTo>
                    <a:pt x="1667344" y="2204859"/>
                  </a:lnTo>
                  <a:lnTo>
                    <a:pt x="1666875" y="2205977"/>
                  </a:lnTo>
                  <a:lnTo>
                    <a:pt x="1666875" y="2208606"/>
                  </a:lnTo>
                  <a:lnTo>
                    <a:pt x="1667344" y="2209736"/>
                  </a:lnTo>
                  <a:lnTo>
                    <a:pt x="1669211" y="2211590"/>
                  </a:lnTo>
                  <a:lnTo>
                    <a:pt x="1670329" y="2212060"/>
                  </a:lnTo>
                  <a:lnTo>
                    <a:pt x="1672958" y="2212060"/>
                  </a:lnTo>
                  <a:lnTo>
                    <a:pt x="1674075" y="2211590"/>
                  </a:lnTo>
                  <a:lnTo>
                    <a:pt x="1675942" y="2209736"/>
                  </a:lnTo>
                  <a:lnTo>
                    <a:pt x="1676400" y="2208606"/>
                  </a:lnTo>
                  <a:lnTo>
                    <a:pt x="1676400" y="2205977"/>
                  </a:lnTo>
                  <a:close/>
                </a:path>
                <a:path w="4533900" h="2762885">
                  <a:moveTo>
                    <a:pt x="1676400" y="1655343"/>
                  </a:moveTo>
                  <a:lnTo>
                    <a:pt x="1675942" y="1654225"/>
                  </a:lnTo>
                  <a:lnTo>
                    <a:pt x="1674075" y="1652358"/>
                  </a:lnTo>
                  <a:lnTo>
                    <a:pt x="1672958" y="1651901"/>
                  </a:lnTo>
                  <a:lnTo>
                    <a:pt x="1670329" y="1651901"/>
                  </a:lnTo>
                  <a:lnTo>
                    <a:pt x="1669211" y="1652358"/>
                  </a:lnTo>
                  <a:lnTo>
                    <a:pt x="1667344" y="1654225"/>
                  </a:lnTo>
                  <a:lnTo>
                    <a:pt x="1666875" y="1655343"/>
                  </a:lnTo>
                  <a:lnTo>
                    <a:pt x="1666875" y="1657972"/>
                  </a:lnTo>
                  <a:lnTo>
                    <a:pt x="1667344" y="1659102"/>
                  </a:lnTo>
                  <a:lnTo>
                    <a:pt x="1669211" y="1660956"/>
                  </a:lnTo>
                  <a:lnTo>
                    <a:pt x="1670329" y="1661426"/>
                  </a:lnTo>
                  <a:lnTo>
                    <a:pt x="1672958" y="1661426"/>
                  </a:lnTo>
                  <a:lnTo>
                    <a:pt x="1674075" y="1660956"/>
                  </a:lnTo>
                  <a:lnTo>
                    <a:pt x="1675942" y="1659102"/>
                  </a:lnTo>
                  <a:lnTo>
                    <a:pt x="1676400" y="1657972"/>
                  </a:lnTo>
                  <a:lnTo>
                    <a:pt x="1676400" y="1655343"/>
                  </a:lnTo>
                  <a:close/>
                </a:path>
                <a:path w="4533900" h="2762885">
                  <a:moveTo>
                    <a:pt x="1676400" y="1104709"/>
                  </a:moveTo>
                  <a:lnTo>
                    <a:pt x="1675942" y="1103591"/>
                  </a:lnTo>
                  <a:lnTo>
                    <a:pt x="1674075" y="1101737"/>
                  </a:lnTo>
                  <a:lnTo>
                    <a:pt x="1672958" y="1101267"/>
                  </a:lnTo>
                  <a:lnTo>
                    <a:pt x="1670329" y="1101267"/>
                  </a:lnTo>
                  <a:lnTo>
                    <a:pt x="1669211" y="1101737"/>
                  </a:lnTo>
                  <a:lnTo>
                    <a:pt x="1667344" y="1103591"/>
                  </a:lnTo>
                  <a:lnTo>
                    <a:pt x="1666875" y="1104709"/>
                  </a:lnTo>
                  <a:lnTo>
                    <a:pt x="1666875" y="1107351"/>
                  </a:lnTo>
                  <a:lnTo>
                    <a:pt x="1667344" y="1108468"/>
                  </a:lnTo>
                  <a:lnTo>
                    <a:pt x="1669211" y="1110322"/>
                  </a:lnTo>
                  <a:lnTo>
                    <a:pt x="1670329" y="1110792"/>
                  </a:lnTo>
                  <a:lnTo>
                    <a:pt x="1672958" y="1110792"/>
                  </a:lnTo>
                  <a:lnTo>
                    <a:pt x="1674075" y="1110322"/>
                  </a:lnTo>
                  <a:lnTo>
                    <a:pt x="1675942" y="1108468"/>
                  </a:lnTo>
                  <a:lnTo>
                    <a:pt x="1676400" y="1107351"/>
                  </a:lnTo>
                  <a:lnTo>
                    <a:pt x="1676400" y="1104709"/>
                  </a:lnTo>
                  <a:close/>
                </a:path>
                <a:path w="4533900" h="2762885">
                  <a:moveTo>
                    <a:pt x="1676400" y="554088"/>
                  </a:moveTo>
                  <a:lnTo>
                    <a:pt x="1675942" y="552958"/>
                  </a:lnTo>
                  <a:lnTo>
                    <a:pt x="1674075" y="551103"/>
                  </a:lnTo>
                  <a:lnTo>
                    <a:pt x="1672958" y="550633"/>
                  </a:lnTo>
                  <a:lnTo>
                    <a:pt x="1670329" y="550633"/>
                  </a:lnTo>
                  <a:lnTo>
                    <a:pt x="1669211" y="551103"/>
                  </a:lnTo>
                  <a:lnTo>
                    <a:pt x="1667344" y="552958"/>
                  </a:lnTo>
                  <a:lnTo>
                    <a:pt x="1666875" y="554088"/>
                  </a:lnTo>
                  <a:lnTo>
                    <a:pt x="1666875" y="556717"/>
                  </a:lnTo>
                  <a:lnTo>
                    <a:pt x="1667344" y="557834"/>
                  </a:lnTo>
                  <a:lnTo>
                    <a:pt x="1669211" y="559701"/>
                  </a:lnTo>
                  <a:lnTo>
                    <a:pt x="1670329" y="560158"/>
                  </a:lnTo>
                  <a:lnTo>
                    <a:pt x="1672958" y="560158"/>
                  </a:lnTo>
                  <a:lnTo>
                    <a:pt x="1674075" y="559701"/>
                  </a:lnTo>
                  <a:lnTo>
                    <a:pt x="1675942" y="557834"/>
                  </a:lnTo>
                  <a:lnTo>
                    <a:pt x="1676400" y="556717"/>
                  </a:lnTo>
                  <a:lnTo>
                    <a:pt x="1676400" y="554088"/>
                  </a:lnTo>
                  <a:close/>
                </a:path>
                <a:path w="4533900" h="2762885">
                  <a:moveTo>
                    <a:pt x="1676400" y="3454"/>
                  </a:moveTo>
                  <a:lnTo>
                    <a:pt x="1675942" y="2324"/>
                  </a:lnTo>
                  <a:lnTo>
                    <a:pt x="1674075" y="469"/>
                  </a:lnTo>
                  <a:lnTo>
                    <a:pt x="1672958" y="0"/>
                  </a:lnTo>
                  <a:lnTo>
                    <a:pt x="1670329" y="0"/>
                  </a:lnTo>
                  <a:lnTo>
                    <a:pt x="1669211" y="469"/>
                  </a:lnTo>
                  <a:lnTo>
                    <a:pt x="1667344" y="2324"/>
                  </a:lnTo>
                  <a:lnTo>
                    <a:pt x="1666875" y="3454"/>
                  </a:lnTo>
                  <a:lnTo>
                    <a:pt x="1666875" y="6083"/>
                  </a:lnTo>
                  <a:lnTo>
                    <a:pt x="1667344" y="7200"/>
                  </a:lnTo>
                  <a:lnTo>
                    <a:pt x="1669211" y="9067"/>
                  </a:lnTo>
                  <a:lnTo>
                    <a:pt x="1670329" y="9525"/>
                  </a:lnTo>
                  <a:lnTo>
                    <a:pt x="1672958" y="9525"/>
                  </a:lnTo>
                  <a:lnTo>
                    <a:pt x="1674075" y="9067"/>
                  </a:lnTo>
                  <a:lnTo>
                    <a:pt x="1675942" y="7200"/>
                  </a:lnTo>
                  <a:lnTo>
                    <a:pt x="1676400" y="6083"/>
                  </a:lnTo>
                  <a:lnTo>
                    <a:pt x="1676400" y="3454"/>
                  </a:lnTo>
                  <a:close/>
                </a:path>
                <a:path w="4533900" h="2762885">
                  <a:moveTo>
                    <a:pt x="1724025" y="2756611"/>
                  </a:moveTo>
                  <a:lnTo>
                    <a:pt x="1723567" y="2755493"/>
                  </a:lnTo>
                  <a:lnTo>
                    <a:pt x="1721700" y="2753626"/>
                  </a:lnTo>
                  <a:lnTo>
                    <a:pt x="1720583" y="2753156"/>
                  </a:lnTo>
                  <a:lnTo>
                    <a:pt x="1717954" y="2753156"/>
                  </a:lnTo>
                  <a:lnTo>
                    <a:pt x="1716836" y="2753626"/>
                  </a:lnTo>
                  <a:lnTo>
                    <a:pt x="1714969" y="2755493"/>
                  </a:lnTo>
                  <a:lnTo>
                    <a:pt x="1714500" y="2756611"/>
                  </a:lnTo>
                  <a:lnTo>
                    <a:pt x="1714500" y="2759240"/>
                  </a:lnTo>
                  <a:lnTo>
                    <a:pt x="1714969" y="2760357"/>
                  </a:lnTo>
                  <a:lnTo>
                    <a:pt x="1716836" y="2762224"/>
                  </a:lnTo>
                  <a:lnTo>
                    <a:pt x="1717954" y="2762681"/>
                  </a:lnTo>
                  <a:lnTo>
                    <a:pt x="1720583" y="2762681"/>
                  </a:lnTo>
                  <a:lnTo>
                    <a:pt x="1721700" y="2762224"/>
                  </a:lnTo>
                  <a:lnTo>
                    <a:pt x="1723567" y="2760357"/>
                  </a:lnTo>
                  <a:lnTo>
                    <a:pt x="1724025" y="2759240"/>
                  </a:lnTo>
                  <a:lnTo>
                    <a:pt x="1724025" y="2756611"/>
                  </a:lnTo>
                  <a:close/>
                </a:path>
                <a:path w="4533900" h="2762885">
                  <a:moveTo>
                    <a:pt x="1724025" y="2205977"/>
                  </a:moveTo>
                  <a:lnTo>
                    <a:pt x="1723567" y="2204859"/>
                  </a:lnTo>
                  <a:lnTo>
                    <a:pt x="1721700" y="2202992"/>
                  </a:lnTo>
                  <a:lnTo>
                    <a:pt x="1720583" y="2202535"/>
                  </a:lnTo>
                  <a:lnTo>
                    <a:pt x="1717954" y="2202535"/>
                  </a:lnTo>
                  <a:lnTo>
                    <a:pt x="1716836" y="2202992"/>
                  </a:lnTo>
                  <a:lnTo>
                    <a:pt x="1714969" y="2204859"/>
                  </a:lnTo>
                  <a:lnTo>
                    <a:pt x="1714500" y="2205977"/>
                  </a:lnTo>
                  <a:lnTo>
                    <a:pt x="1714500" y="2208606"/>
                  </a:lnTo>
                  <a:lnTo>
                    <a:pt x="1714969" y="2209736"/>
                  </a:lnTo>
                  <a:lnTo>
                    <a:pt x="1716836" y="2211590"/>
                  </a:lnTo>
                  <a:lnTo>
                    <a:pt x="1717954" y="2212060"/>
                  </a:lnTo>
                  <a:lnTo>
                    <a:pt x="1720583" y="2212060"/>
                  </a:lnTo>
                  <a:lnTo>
                    <a:pt x="1721700" y="2211590"/>
                  </a:lnTo>
                  <a:lnTo>
                    <a:pt x="1723567" y="2209736"/>
                  </a:lnTo>
                  <a:lnTo>
                    <a:pt x="1724025" y="2208606"/>
                  </a:lnTo>
                  <a:lnTo>
                    <a:pt x="1724025" y="2205977"/>
                  </a:lnTo>
                  <a:close/>
                </a:path>
                <a:path w="4533900" h="2762885">
                  <a:moveTo>
                    <a:pt x="1724025" y="1655343"/>
                  </a:moveTo>
                  <a:lnTo>
                    <a:pt x="1723567" y="1654225"/>
                  </a:lnTo>
                  <a:lnTo>
                    <a:pt x="1721700" y="1652358"/>
                  </a:lnTo>
                  <a:lnTo>
                    <a:pt x="1720583" y="1651901"/>
                  </a:lnTo>
                  <a:lnTo>
                    <a:pt x="1717954" y="1651901"/>
                  </a:lnTo>
                  <a:lnTo>
                    <a:pt x="1716836" y="1652358"/>
                  </a:lnTo>
                  <a:lnTo>
                    <a:pt x="1714969" y="1654225"/>
                  </a:lnTo>
                  <a:lnTo>
                    <a:pt x="1714500" y="1655343"/>
                  </a:lnTo>
                  <a:lnTo>
                    <a:pt x="1714500" y="1657972"/>
                  </a:lnTo>
                  <a:lnTo>
                    <a:pt x="1714969" y="1659102"/>
                  </a:lnTo>
                  <a:lnTo>
                    <a:pt x="1716836" y="1660956"/>
                  </a:lnTo>
                  <a:lnTo>
                    <a:pt x="1717954" y="1661426"/>
                  </a:lnTo>
                  <a:lnTo>
                    <a:pt x="1720583" y="1661426"/>
                  </a:lnTo>
                  <a:lnTo>
                    <a:pt x="1721700" y="1660956"/>
                  </a:lnTo>
                  <a:lnTo>
                    <a:pt x="1723567" y="1659102"/>
                  </a:lnTo>
                  <a:lnTo>
                    <a:pt x="1724025" y="1657972"/>
                  </a:lnTo>
                  <a:lnTo>
                    <a:pt x="1724025" y="1655343"/>
                  </a:lnTo>
                  <a:close/>
                </a:path>
                <a:path w="4533900" h="2762885">
                  <a:moveTo>
                    <a:pt x="1724025" y="1104709"/>
                  </a:moveTo>
                  <a:lnTo>
                    <a:pt x="1723567" y="1103591"/>
                  </a:lnTo>
                  <a:lnTo>
                    <a:pt x="1721700" y="1101737"/>
                  </a:lnTo>
                  <a:lnTo>
                    <a:pt x="1720583" y="1101267"/>
                  </a:lnTo>
                  <a:lnTo>
                    <a:pt x="1717954" y="1101267"/>
                  </a:lnTo>
                  <a:lnTo>
                    <a:pt x="1716836" y="1101737"/>
                  </a:lnTo>
                  <a:lnTo>
                    <a:pt x="1714969" y="1103591"/>
                  </a:lnTo>
                  <a:lnTo>
                    <a:pt x="1714500" y="1104709"/>
                  </a:lnTo>
                  <a:lnTo>
                    <a:pt x="1714500" y="1107351"/>
                  </a:lnTo>
                  <a:lnTo>
                    <a:pt x="1714969" y="1108468"/>
                  </a:lnTo>
                  <a:lnTo>
                    <a:pt x="1716836" y="1110322"/>
                  </a:lnTo>
                  <a:lnTo>
                    <a:pt x="1717954" y="1110792"/>
                  </a:lnTo>
                  <a:lnTo>
                    <a:pt x="1720583" y="1110792"/>
                  </a:lnTo>
                  <a:lnTo>
                    <a:pt x="1721700" y="1110322"/>
                  </a:lnTo>
                  <a:lnTo>
                    <a:pt x="1723567" y="1108468"/>
                  </a:lnTo>
                  <a:lnTo>
                    <a:pt x="1724025" y="1107351"/>
                  </a:lnTo>
                  <a:lnTo>
                    <a:pt x="1724025" y="1104709"/>
                  </a:lnTo>
                  <a:close/>
                </a:path>
                <a:path w="4533900" h="2762885">
                  <a:moveTo>
                    <a:pt x="1724025" y="554088"/>
                  </a:moveTo>
                  <a:lnTo>
                    <a:pt x="1723567" y="552958"/>
                  </a:lnTo>
                  <a:lnTo>
                    <a:pt x="1721700" y="551103"/>
                  </a:lnTo>
                  <a:lnTo>
                    <a:pt x="1720583" y="550633"/>
                  </a:lnTo>
                  <a:lnTo>
                    <a:pt x="1717954" y="550633"/>
                  </a:lnTo>
                  <a:lnTo>
                    <a:pt x="1716836" y="551103"/>
                  </a:lnTo>
                  <a:lnTo>
                    <a:pt x="1714969" y="552958"/>
                  </a:lnTo>
                  <a:lnTo>
                    <a:pt x="1714500" y="554088"/>
                  </a:lnTo>
                  <a:lnTo>
                    <a:pt x="1714500" y="556717"/>
                  </a:lnTo>
                  <a:lnTo>
                    <a:pt x="1714969" y="557834"/>
                  </a:lnTo>
                  <a:lnTo>
                    <a:pt x="1716836" y="559701"/>
                  </a:lnTo>
                  <a:lnTo>
                    <a:pt x="1717954" y="560158"/>
                  </a:lnTo>
                  <a:lnTo>
                    <a:pt x="1720583" y="560158"/>
                  </a:lnTo>
                  <a:lnTo>
                    <a:pt x="1721700" y="559701"/>
                  </a:lnTo>
                  <a:lnTo>
                    <a:pt x="1723567" y="557834"/>
                  </a:lnTo>
                  <a:lnTo>
                    <a:pt x="1724025" y="556717"/>
                  </a:lnTo>
                  <a:lnTo>
                    <a:pt x="1724025" y="554088"/>
                  </a:lnTo>
                  <a:close/>
                </a:path>
                <a:path w="4533900" h="2762885">
                  <a:moveTo>
                    <a:pt x="1724025" y="3454"/>
                  </a:moveTo>
                  <a:lnTo>
                    <a:pt x="1723567" y="2324"/>
                  </a:lnTo>
                  <a:lnTo>
                    <a:pt x="1721700" y="469"/>
                  </a:lnTo>
                  <a:lnTo>
                    <a:pt x="1720583" y="0"/>
                  </a:lnTo>
                  <a:lnTo>
                    <a:pt x="1717954" y="0"/>
                  </a:lnTo>
                  <a:lnTo>
                    <a:pt x="1716836" y="469"/>
                  </a:lnTo>
                  <a:lnTo>
                    <a:pt x="1714969" y="2324"/>
                  </a:lnTo>
                  <a:lnTo>
                    <a:pt x="1714500" y="3454"/>
                  </a:lnTo>
                  <a:lnTo>
                    <a:pt x="1714500" y="6083"/>
                  </a:lnTo>
                  <a:lnTo>
                    <a:pt x="1714969" y="7200"/>
                  </a:lnTo>
                  <a:lnTo>
                    <a:pt x="1716836" y="9067"/>
                  </a:lnTo>
                  <a:lnTo>
                    <a:pt x="1717954" y="9525"/>
                  </a:lnTo>
                  <a:lnTo>
                    <a:pt x="1720583" y="9525"/>
                  </a:lnTo>
                  <a:lnTo>
                    <a:pt x="1721700" y="9067"/>
                  </a:lnTo>
                  <a:lnTo>
                    <a:pt x="1723567" y="7200"/>
                  </a:lnTo>
                  <a:lnTo>
                    <a:pt x="1724025" y="6083"/>
                  </a:lnTo>
                  <a:lnTo>
                    <a:pt x="1724025" y="3454"/>
                  </a:lnTo>
                  <a:close/>
                </a:path>
                <a:path w="4533900" h="2762885">
                  <a:moveTo>
                    <a:pt x="1771650" y="2756611"/>
                  </a:moveTo>
                  <a:lnTo>
                    <a:pt x="1771192" y="2755493"/>
                  </a:lnTo>
                  <a:lnTo>
                    <a:pt x="1769325" y="2753626"/>
                  </a:lnTo>
                  <a:lnTo>
                    <a:pt x="1768208" y="2753156"/>
                  </a:lnTo>
                  <a:lnTo>
                    <a:pt x="1765579" y="2753156"/>
                  </a:lnTo>
                  <a:lnTo>
                    <a:pt x="1764461" y="2753626"/>
                  </a:lnTo>
                  <a:lnTo>
                    <a:pt x="1762594" y="2755493"/>
                  </a:lnTo>
                  <a:lnTo>
                    <a:pt x="1762125" y="2756611"/>
                  </a:lnTo>
                  <a:lnTo>
                    <a:pt x="1762125" y="2759240"/>
                  </a:lnTo>
                  <a:lnTo>
                    <a:pt x="1762594" y="2760357"/>
                  </a:lnTo>
                  <a:lnTo>
                    <a:pt x="1764461" y="2762224"/>
                  </a:lnTo>
                  <a:lnTo>
                    <a:pt x="1765579" y="2762681"/>
                  </a:lnTo>
                  <a:lnTo>
                    <a:pt x="1768208" y="2762681"/>
                  </a:lnTo>
                  <a:lnTo>
                    <a:pt x="1769325" y="2762224"/>
                  </a:lnTo>
                  <a:lnTo>
                    <a:pt x="1771192" y="2760357"/>
                  </a:lnTo>
                  <a:lnTo>
                    <a:pt x="1771650" y="2759240"/>
                  </a:lnTo>
                  <a:lnTo>
                    <a:pt x="1771650" y="2756611"/>
                  </a:lnTo>
                  <a:close/>
                </a:path>
                <a:path w="4533900" h="2762885">
                  <a:moveTo>
                    <a:pt x="1771650" y="2205977"/>
                  </a:moveTo>
                  <a:lnTo>
                    <a:pt x="1771192" y="2204859"/>
                  </a:lnTo>
                  <a:lnTo>
                    <a:pt x="1769325" y="2202992"/>
                  </a:lnTo>
                  <a:lnTo>
                    <a:pt x="1768208" y="2202535"/>
                  </a:lnTo>
                  <a:lnTo>
                    <a:pt x="1765579" y="2202535"/>
                  </a:lnTo>
                  <a:lnTo>
                    <a:pt x="1764461" y="2202992"/>
                  </a:lnTo>
                  <a:lnTo>
                    <a:pt x="1762594" y="2204859"/>
                  </a:lnTo>
                  <a:lnTo>
                    <a:pt x="1762125" y="2205977"/>
                  </a:lnTo>
                  <a:lnTo>
                    <a:pt x="1762125" y="2208606"/>
                  </a:lnTo>
                  <a:lnTo>
                    <a:pt x="1762594" y="2209736"/>
                  </a:lnTo>
                  <a:lnTo>
                    <a:pt x="1764461" y="2211590"/>
                  </a:lnTo>
                  <a:lnTo>
                    <a:pt x="1765579" y="2212060"/>
                  </a:lnTo>
                  <a:lnTo>
                    <a:pt x="1768208" y="2212060"/>
                  </a:lnTo>
                  <a:lnTo>
                    <a:pt x="1769325" y="2211590"/>
                  </a:lnTo>
                  <a:lnTo>
                    <a:pt x="1771192" y="2209736"/>
                  </a:lnTo>
                  <a:lnTo>
                    <a:pt x="1771650" y="2208606"/>
                  </a:lnTo>
                  <a:lnTo>
                    <a:pt x="1771650" y="2205977"/>
                  </a:lnTo>
                  <a:close/>
                </a:path>
                <a:path w="4533900" h="2762885">
                  <a:moveTo>
                    <a:pt x="1771650" y="1655343"/>
                  </a:moveTo>
                  <a:lnTo>
                    <a:pt x="1771192" y="1654225"/>
                  </a:lnTo>
                  <a:lnTo>
                    <a:pt x="1769325" y="1652358"/>
                  </a:lnTo>
                  <a:lnTo>
                    <a:pt x="1768208" y="1651901"/>
                  </a:lnTo>
                  <a:lnTo>
                    <a:pt x="1765579" y="1651901"/>
                  </a:lnTo>
                  <a:lnTo>
                    <a:pt x="1764461" y="1652358"/>
                  </a:lnTo>
                  <a:lnTo>
                    <a:pt x="1762594" y="1654225"/>
                  </a:lnTo>
                  <a:lnTo>
                    <a:pt x="1762125" y="1655343"/>
                  </a:lnTo>
                  <a:lnTo>
                    <a:pt x="1762125" y="1657972"/>
                  </a:lnTo>
                  <a:lnTo>
                    <a:pt x="1762594" y="1659102"/>
                  </a:lnTo>
                  <a:lnTo>
                    <a:pt x="1764461" y="1660956"/>
                  </a:lnTo>
                  <a:lnTo>
                    <a:pt x="1765579" y="1661426"/>
                  </a:lnTo>
                  <a:lnTo>
                    <a:pt x="1768208" y="1661426"/>
                  </a:lnTo>
                  <a:lnTo>
                    <a:pt x="1769325" y="1660956"/>
                  </a:lnTo>
                  <a:lnTo>
                    <a:pt x="1771192" y="1659102"/>
                  </a:lnTo>
                  <a:lnTo>
                    <a:pt x="1771650" y="1657972"/>
                  </a:lnTo>
                  <a:lnTo>
                    <a:pt x="1771650" y="1655343"/>
                  </a:lnTo>
                  <a:close/>
                </a:path>
                <a:path w="4533900" h="2762885">
                  <a:moveTo>
                    <a:pt x="1771650" y="1104709"/>
                  </a:moveTo>
                  <a:lnTo>
                    <a:pt x="1771192" y="1103591"/>
                  </a:lnTo>
                  <a:lnTo>
                    <a:pt x="1769325" y="1101737"/>
                  </a:lnTo>
                  <a:lnTo>
                    <a:pt x="1768208" y="1101267"/>
                  </a:lnTo>
                  <a:lnTo>
                    <a:pt x="1765579" y="1101267"/>
                  </a:lnTo>
                  <a:lnTo>
                    <a:pt x="1764461" y="1101737"/>
                  </a:lnTo>
                  <a:lnTo>
                    <a:pt x="1762594" y="1103591"/>
                  </a:lnTo>
                  <a:lnTo>
                    <a:pt x="1762125" y="1104709"/>
                  </a:lnTo>
                  <a:lnTo>
                    <a:pt x="1762125" y="1107351"/>
                  </a:lnTo>
                  <a:lnTo>
                    <a:pt x="1762594" y="1108468"/>
                  </a:lnTo>
                  <a:lnTo>
                    <a:pt x="1764461" y="1110322"/>
                  </a:lnTo>
                  <a:lnTo>
                    <a:pt x="1765579" y="1110792"/>
                  </a:lnTo>
                  <a:lnTo>
                    <a:pt x="1768208" y="1110792"/>
                  </a:lnTo>
                  <a:lnTo>
                    <a:pt x="1769325" y="1110322"/>
                  </a:lnTo>
                  <a:lnTo>
                    <a:pt x="1771192" y="1108468"/>
                  </a:lnTo>
                  <a:lnTo>
                    <a:pt x="1771650" y="1107351"/>
                  </a:lnTo>
                  <a:lnTo>
                    <a:pt x="1771650" y="1104709"/>
                  </a:lnTo>
                  <a:close/>
                </a:path>
                <a:path w="4533900" h="2762885">
                  <a:moveTo>
                    <a:pt x="1771650" y="554088"/>
                  </a:moveTo>
                  <a:lnTo>
                    <a:pt x="1771192" y="552958"/>
                  </a:lnTo>
                  <a:lnTo>
                    <a:pt x="1769325" y="551103"/>
                  </a:lnTo>
                  <a:lnTo>
                    <a:pt x="1768208" y="550633"/>
                  </a:lnTo>
                  <a:lnTo>
                    <a:pt x="1765579" y="550633"/>
                  </a:lnTo>
                  <a:lnTo>
                    <a:pt x="1764461" y="551103"/>
                  </a:lnTo>
                  <a:lnTo>
                    <a:pt x="1762594" y="552958"/>
                  </a:lnTo>
                  <a:lnTo>
                    <a:pt x="1762125" y="554088"/>
                  </a:lnTo>
                  <a:lnTo>
                    <a:pt x="1762125" y="556717"/>
                  </a:lnTo>
                  <a:lnTo>
                    <a:pt x="1762594" y="557834"/>
                  </a:lnTo>
                  <a:lnTo>
                    <a:pt x="1764461" y="559701"/>
                  </a:lnTo>
                  <a:lnTo>
                    <a:pt x="1765579" y="560158"/>
                  </a:lnTo>
                  <a:lnTo>
                    <a:pt x="1768208" y="560158"/>
                  </a:lnTo>
                  <a:lnTo>
                    <a:pt x="1769325" y="559701"/>
                  </a:lnTo>
                  <a:lnTo>
                    <a:pt x="1771192" y="557834"/>
                  </a:lnTo>
                  <a:lnTo>
                    <a:pt x="1771650" y="556717"/>
                  </a:lnTo>
                  <a:lnTo>
                    <a:pt x="1771650" y="554088"/>
                  </a:lnTo>
                  <a:close/>
                </a:path>
                <a:path w="4533900" h="2762885">
                  <a:moveTo>
                    <a:pt x="1771650" y="3454"/>
                  </a:moveTo>
                  <a:lnTo>
                    <a:pt x="1771192" y="2324"/>
                  </a:lnTo>
                  <a:lnTo>
                    <a:pt x="1769325" y="469"/>
                  </a:lnTo>
                  <a:lnTo>
                    <a:pt x="1768208" y="0"/>
                  </a:lnTo>
                  <a:lnTo>
                    <a:pt x="1765579" y="0"/>
                  </a:lnTo>
                  <a:lnTo>
                    <a:pt x="1764461" y="469"/>
                  </a:lnTo>
                  <a:lnTo>
                    <a:pt x="1762594" y="2324"/>
                  </a:lnTo>
                  <a:lnTo>
                    <a:pt x="1762125" y="3454"/>
                  </a:lnTo>
                  <a:lnTo>
                    <a:pt x="1762125" y="6083"/>
                  </a:lnTo>
                  <a:lnTo>
                    <a:pt x="1762594" y="7200"/>
                  </a:lnTo>
                  <a:lnTo>
                    <a:pt x="1764461" y="9067"/>
                  </a:lnTo>
                  <a:lnTo>
                    <a:pt x="1765579" y="9525"/>
                  </a:lnTo>
                  <a:lnTo>
                    <a:pt x="1768208" y="9525"/>
                  </a:lnTo>
                  <a:lnTo>
                    <a:pt x="1769325" y="9067"/>
                  </a:lnTo>
                  <a:lnTo>
                    <a:pt x="1771192" y="7200"/>
                  </a:lnTo>
                  <a:lnTo>
                    <a:pt x="1771650" y="6083"/>
                  </a:lnTo>
                  <a:lnTo>
                    <a:pt x="1771650" y="3454"/>
                  </a:lnTo>
                  <a:close/>
                </a:path>
                <a:path w="4533900" h="2762885">
                  <a:moveTo>
                    <a:pt x="1819275" y="2756611"/>
                  </a:moveTo>
                  <a:lnTo>
                    <a:pt x="1818817" y="2755493"/>
                  </a:lnTo>
                  <a:lnTo>
                    <a:pt x="1816950" y="2753626"/>
                  </a:lnTo>
                  <a:lnTo>
                    <a:pt x="1815833" y="2753156"/>
                  </a:lnTo>
                  <a:lnTo>
                    <a:pt x="1813204" y="2753156"/>
                  </a:lnTo>
                  <a:lnTo>
                    <a:pt x="1812086" y="2753626"/>
                  </a:lnTo>
                  <a:lnTo>
                    <a:pt x="1810219" y="2755493"/>
                  </a:lnTo>
                  <a:lnTo>
                    <a:pt x="1809750" y="2756611"/>
                  </a:lnTo>
                  <a:lnTo>
                    <a:pt x="1809750" y="2759240"/>
                  </a:lnTo>
                  <a:lnTo>
                    <a:pt x="1810219" y="2760357"/>
                  </a:lnTo>
                  <a:lnTo>
                    <a:pt x="1812086" y="2762224"/>
                  </a:lnTo>
                  <a:lnTo>
                    <a:pt x="1813204" y="2762681"/>
                  </a:lnTo>
                  <a:lnTo>
                    <a:pt x="1815833" y="2762681"/>
                  </a:lnTo>
                  <a:lnTo>
                    <a:pt x="1816950" y="2762224"/>
                  </a:lnTo>
                  <a:lnTo>
                    <a:pt x="1818817" y="2760357"/>
                  </a:lnTo>
                  <a:lnTo>
                    <a:pt x="1819275" y="2759240"/>
                  </a:lnTo>
                  <a:lnTo>
                    <a:pt x="1819275" y="2756611"/>
                  </a:lnTo>
                  <a:close/>
                </a:path>
                <a:path w="4533900" h="2762885">
                  <a:moveTo>
                    <a:pt x="1819275" y="2205977"/>
                  </a:moveTo>
                  <a:lnTo>
                    <a:pt x="1818817" y="2204859"/>
                  </a:lnTo>
                  <a:lnTo>
                    <a:pt x="1816950" y="2202992"/>
                  </a:lnTo>
                  <a:lnTo>
                    <a:pt x="1815833" y="2202535"/>
                  </a:lnTo>
                  <a:lnTo>
                    <a:pt x="1813204" y="2202535"/>
                  </a:lnTo>
                  <a:lnTo>
                    <a:pt x="1812086" y="2202992"/>
                  </a:lnTo>
                  <a:lnTo>
                    <a:pt x="1810219" y="2204859"/>
                  </a:lnTo>
                  <a:lnTo>
                    <a:pt x="1809750" y="2205977"/>
                  </a:lnTo>
                  <a:lnTo>
                    <a:pt x="1809750" y="2208606"/>
                  </a:lnTo>
                  <a:lnTo>
                    <a:pt x="1810219" y="2209736"/>
                  </a:lnTo>
                  <a:lnTo>
                    <a:pt x="1812086" y="2211590"/>
                  </a:lnTo>
                  <a:lnTo>
                    <a:pt x="1813204" y="2212060"/>
                  </a:lnTo>
                  <a:lnTo>
                    <a:pt x="1815833" y="2212060"/>
                  </a:lnTo>
                  <a:lnTo>
                    <a:pt x="1816950" y="2211590"/>
                  </a:lnTo>
                  <a:lnTo>
                    <a:pt x="1818817" y="2209736"/>
                  </a:lnTo>
                  <a:lnTo>
                    <a:pt x="1819275" y="2208606"/>
                  </a:lnTo>
                  <a:lnTo>
                    <a:pt x="1819275" y="2205977"/>
                  </a:lnTo>
                  <a:close/>
                </a:path>
                <a:path w="4533900" h="2762885">
                  <a:moveTo>
                    <a:pt x="1819275" y="1655343"/>
                  </a:moveTo>
                  <a:lnTo>
                    <a:pt x="1818817" y="1654225"/>
                  </a:lnTo>
                  <a:lnTo>
                    <a:pt x="1816950" y="1652358"/>
                  </a:lnTo>
                  <a:lnTo>
                    <a:pt x="1815833" y="1651901"/>
                  </a:lnTo>
                  <a:lnTo>
                    <a:pt x="1813204" y="1651901"/>
                  </a:lnTo>
                  <a:lnTo>
                    <a:pt x="1812086" y="1652358"/>
                  </a:lnTo>
                  <a:lnTo>
                    <a:pt x="1810219" y="1654225"/>
                  </a:lnTo>
                  <a:lnTo>
                    <a:pt x="1809750" y="1655343"/>
                  </a:lnTo>
                  <a:lnTo>
                    <a:pt x="1809750" y="1657972"/>
                  </a:lnTo>
                  <a:lnTo>
                    <a:pt x="1810219" y="1659102"/>
                  </a:lnTo>
                  <a:lnTo>
                    <a:pt x="1812086" y="1660956"/>
                  </a:lnTo>
                  <a:lnTo>
                    <a:pt x="1813204" y="1661426"/>
                  </a:lnTo>
                  <a:lnTo>
                    <a:pt x="1815833" y="1661426"/>
                  </a:lnTo>
                  <a:lnTo>
                    <a:pt x="1816950" y="1660956"/>
                  </a:lnTo>
                  <a:lnTo>
                    <a:pt x="1818817" y="1659102"/>
                  </a:lnTo>
                  <a:lnTo>
                    <a:pt x="1819275" y="1657972"/>
                  </a:lnTo>
                  <a:lnTo>
                    <a:pt x="1819275" y="1655343"/>
                  </a:lnTo>
                  <a:close/>
                </a:path>
                <a:path w="4533900" h="2762885">
                  <a:moveTo>
                    <a:pt x="1819275" y="1104709"/>
                  </a:moveTo>
                  <a:lnTo>
                    <a:pt x="1818817" y="1103591"/>
                  </a:lnTo>
                  <a:lnTo>
                    <a:pt x="1816950" y="1101737"/>
                  </a:lnTo>
                  <a:lnTo>
                    <a:pt x="1815833" y="1101267"/>
                  </a:lnTo>
                  <a:lnTo>
                    <a:pt x="1813204" y="1101267"/>
                  </a:lnTo>
                  <a:lnTo>
                    <a:pt x="1812086" y="1101737"/>
                  </a:lnTo>
                  <a:lnTo>
                    <a:pt x="1810219" y="1103591"/>
                  </a:lnTo>
                  <a:lnTo>
                    <a:pt x="1809750" y="1104709"/>
                  </a:lnTo>
                  <a:lnTo>
                    <a:pt x="1809750" y="1107351"/>
                  </a:lnTo>
                  <a:lnTo>
                    <a:pt x="1810219" y="1108468"/>
                  </a:lnTo>
                  <a:lnTo>
                    <a:pt x="1812086" y="1110322"/>
                  </a:lnTo>
                  <a:lnTo>
                    <a:pt x="1813204" y="1110792"/>
                  </a:lnTo>
                  <a:lnTo>
                    <a:pt x="1815833" y="1110792"/>
                  </a:lnTo>
                  <a:lnTo>
                    <a:pt x="1816950" y="1110322"/>
                  </a:lnTo>
                  <a:lnTo>
                    <a:pt x="1818817" y="1108468"/>
                  </a:lnTo>
                  <a:lnTo>
                    <a:pt x="1819275" y="1107351"/>
                  </a:lnTo>
                  <a:lnTo>
                    <a:pt x="1819275" y="1104709"/>
                  </a:lnTo>
                  <a:close/>
                </a:path>
                <a:path w="4533900" h="2762885">
                  <a:moveTo>
                    <a:pt x="1819275" y="554088"/>
                  </a:moveTo>
                  <a:lnTo>
                    <a:pt x="1818817" y="552958"/>
                  </a:lnTo>
                  <a:lnTo>
                    <a:pt x="1816950" y="551103"/>
                  </a:lnTo>
                  <a:lnTo>
                    <a:pt x="1815833" y="550633"/>
                  </a:lnTo>
                  <a:lnTo>
                    <a:pt x="1813204" y="550633"/>
                  </a:lnTo>
                  <a:lnTo>
                    <a:pt x="1812086" y="551103"/>
                  </a:lnTo>
                  <a:lnTo>
                    <a:pt x="1810219" y="552958"/>
                  </a:lnTo>
                  <a:lnTo>
                    <a:pt x="1809750" y="554088"/>
                  </a:lnTo>
                  <a:lnTo>
                    <a:pt x="1809750" y="556717"/>
                  </a:lnTo>
                  <a:lnTo>
                    <a:pt x="1810219" y="557834"/>
                  </a:lnTo>
                  <a:lnTo>
                    <a:pt x="1812086" y="559701"/>
                  </a:lnTo>
                  <a:lnTo>
                    <a:pt x="1813204" y="560158"/>
                  </a:lnTo>
                  <a:lnTo>
                    <a:pt x="1815833" y="560158"/>
                  </a:lnTo>
                  <a:lnTo>
                    <a:pt x="1816950" y="559701"/>
                  </a:lnTo>
                  <a:lnTo>
                    <a:pt x="1818817" y="557834"/>
                  </a:lnTo>
                  <a:lnTo>
                    <a:pt x="1819275" y="556717"/>
                  </a:lnTo>
                  <a:lnTo>
                    <a:pt x="1819275" y="554088"/>
                  </a:lnTo>
                  <a:close/>
                </a:path>
                <a:path w="4533900" h="2762885">
                  <a:moveTo>
                    <a:pt x="1819275" y="3454"/>
                  </a:moveTo>
                  <a:lnTo>
                    <a:pt x="1818817" y="2324"/>
                  </a:lnTo>
                  <a:lnTo>
                    <a:pt x="1816950" y="469"/>
                  </a:lnTo>
                  <a:lnTo>
                    <a:pt x="1815833" y="0"/>
                  </a:lnTo>
                  <a:lnTo>
                    <a:pt x="1813204" y="0"/>
                  </a:lnTo>
                  <a:lnTo>
                    <a:pt x="1812086" y="469"/>
                  </a:lnTo>
                  <a:lnTo>
                    <a:pt x="1810219" y="2324"/>
                  </a:lnTo>
                  <a:lnTo>
                    <a:pt x="1809750" y="3454"/>
                  </a:lnTo>
                  <a:lnTo>
                    <a:pt x="1809750" y="6083"/>
                  </a:lnTo>
                  <a:lnTo>
                    <a:pt x="1810219" y="7200"/>
                  </a:lnTo>
                  <a:lnTo>
                    <a:pt x="1812086" y="9067"/>
                  </a:lnTo>
                  <a:lnTo>
                    <a:pt x="1813204" y="9525"/>
                  </a:lnTo>
                  <a:lnTo>
                    <a:pt x="1815833" y="9525"/>
                  </a:lnTo>
                  <a:lnTo>
                    <a:pt x="1816950" y="9067"/>
                  </a:lnTo>
                  <a:lnTo>
                    <a:pt x="1818817" y="7200"/>
                  </a:lnTo>
                  <a:lnTo>
                    <a:pt x="1819275" y="6083"/>
                  </a:lnTo>
                  <a:lnTo>
                    <a:pt x="1819275" y="3454"/>
                  </a:lnTo>
                  <a:close/>
                </a:path>
                <a:path w="4533900" h="2762885">
                  <a:moveTo>
                    <a:pt x="1866900" y="2756611"/>
                  </a:moveTo>
                  <a:lnTo>
                    <a:pt x="1866442" y="2755493"/>
                  </a:lnTo>
                  <a:lnTo>
                    <a:pt x="1864575" y="2753626"/>
                  </a:lnTo>
                  <a:lnTo>
                    <a:pt x="1863458" y="2753156"/>
                  </a:lnTo>
                  <a:lnTo>
                    <a:pt x="1860829" y="2753156"/>
                  </a:lnTo>
                  <a:lnTo>
                    <a:pt x="1859711" y="2753626"/>
                  </a:lnTo>
                  <a:lnTo>
                    <a:pt x="1857844" y="2755493"/>
                  </a:lnTo>
                  <a:lnTo>
                    <a:pt x="1857375" y="2756611"/>
                  </a:lnTo>
                  <a:lnTo>
                    <a:pt x="1857375" y="2759240"/>
                  </a:lnTo>
                  <a:lnTo>
                    <a:pt x="1857844" y="2760357"/>
                  </a:lnTo>
                  <a:lnTo>
                    <a:pt x="1859711" y="2762224"/>
                  </a:lnTo>
                  <a:lnTo>
                    <a:pt x="1860829" y="2762681"/>
                  </a:lnTo>
                  <a:lnTo>
                    <a:pt x="1863458" y="2762681"/>
                  </a:lnTo>
                  <a:lnTo>
                    <a:pt x="1864575" y="2762224"/>
                  </a:lnTo>
                  <a:lnTo>
                    <a:pt x="1866442" y="2760357"/>
                  </a:lnTo>
                  <a:lnTo>
                    <a:pt x="1866900" y="2759240"/>
                  </a:lnTo>
                  <a:lnTo>
                    <a:pt x="1866900" y="2756611"/>
                  </a:lnTo>
                  <a:close/>
                </a:path>
                <a:path w="4533900" h="2762885">
                  <a:moveTo>
                    <a:pt x="1866900" y="2205977"/>
                  </a:moveTo>
                  <a:lnTo>
                    <a:pt x="1866442" y="2204859"/>
                  </a:lnTo>
                  <a:lnTo>
                    <a:pt x="1864575" y="2202992"/>
                  </a:lnTo>
                  <a:lnTo>
                    <a:pt x="1863458" y="2202535"/>
                  </a:lnTo>
                  <a:lnTo>
                    <a:pt x="1860829" y="2202535"/>
                  </a:lnTo>
                  <a:lnTo>
                    <a:pt x="1859711" y="2202992"/>
                  </a:lnTo>
                  <a:lnTo>
                    <a:pt x="1857844" y="2204859"/>
                  </a:lnTo>
                  <a:lnTo>
                    <a:pt x="1857375" y="2205977"/>
                  </a:lnTo>
                  <a:lnTo>
                    <a:pt x="1857375" y="2208606"/>
                  </a:lnTo>
                  <a:lnTo>
                    <a:pt x="1857844" y="2209736"/>
                  </a:lnTo>
                  <a:lnTo>
                    <a:pt x="1859711" y="2211590"/>
                  </a:lnTo>
                  <a:lnTo>
                    <a:pt x="1860829" y="2212060"/>
                  </a:lnTo>
                  <a:lnTo>
                    <a:pt x="1863458" y="2212060"/>
                  </a:lnTo>
                  <a:lnTo>
                    <a:pt x="1864575" y="2211590"/>
                  </a:lnTo>
                  <a:lnTo>
                    <a:pt x="1866442" y="2209736"/>
                  </a:lnTo>
                  <a:lnTo>
                    <a:pt x="1866900" y="2208606"/>
                  </a:lnTo>
                  <a:lnTo>
                    <a:pt x="1866900" y="2205977"/>
                  </a:lnTo>
                  <a:close/>
                </a:path>
                <a:path w="4533900" h="2762885">
                  <a:moveTo>
                    <a:pt x="1866900" y="1655343"/>
                  </a:moveTo>
                  <a:lnTo>
                    <a:pt x="1866442" y="1654225"/>
                  </a:lnTo>
                  <a:lnTo>
                    <a:pt x="1864575" y="1652358"/>
                  </a:lnTo>
                  <a:lnTo>
                    <a:pt x="1863458" y="1651901"/>
                  </a:lnTo>
                  <a:lnTo>
                    <a:pt x="1860829" y="1651901"/>
                  </a:lnTo>
                  <a:lnTo>
                    <a:pt x="1859711" y="1652358"/>
                  </a:lnTo>
                  <a:lnTo>
                    <a:pt x="1857844" y="1654225"/>
                  </a:lnTo>
                  <a:lnTo>
                    <a:pt x="1857375" y="1655343"/>
                  </a:lnTo>
                  <a:lnTo>
                    <a:pt x="1857375" y="1657972"/>
                  </a:lnTo>
                  <a:lnTo>
                    <a:pt x="1857844" y="1659102"/>
                  </a:lnTo>
                  <a:lnTo>
                    <a:pt x="1859711" y="1660956"/>
                  </a:lnTo>
                  <a:lnTo>
                    <a:pt x="1860829" y="1661426"/>
                  </a:lnTo>
                  <a:lnTo>
                    <a:pt x="1863458" y="1661426"/>
                  </a:lnTo>
                  <a:lnTo>
                    <a:pt x="1864575" y="1660956"/>
                  </a:lnTo>
                  <a:lnTo>
                    <a:pt x="1866442" y="1659102"/>
                  </a:lnTo>
                  <a:lnTo>
                    <a:pt x="1866900" y="1657972"/>
                  </a:lnTo>
                  <a:lnTo>
                    <a:pt x="1866900" y="1655343"/>
                  </a:lnTo>
                  <a:close/>
                </a:path>
                <a:path w="4533900" h="2762885">
                  <a:moveTo>
                    <a:pt x="1866900" y="1104709"/>
                  </a:moveTo>
                  <a:lnTo>
                    <a:pt x="1866442" y="1103591"/>
                  </a:lnTo>
                  <a:lnTo>
                    <a:pt x="1864575" y="1101737"/>
                  </a:lnTo>
                  <a:lnTo>
                    <a:pt x="1863458" y="1101267"/>
                  </a:lnTo>
                  <a:lnTo>
                    <a:pt x="1860829" y="1101267"/>
                  </a:lnTo>
                  <a:lnTo>
                    <a:pt x="1859711" y="1101737"/>
                  </a:lnTo>
                  <a:lnTo>
                    <a:pt x="1857844" y="1103591"/>
                  </a:lnTo>
                  <a:lnTo>
                    <a:pt x="1857375" y="1104709"/>
                  </a:lnTo>
                  <a:lnTo>
                    <a:pt x="1857375" y="1107351"/>
                  </a:lnTo>
                  <a:lnTo>
                    <a:pt x="1857844" y="1108468"/>
                  </a:lnTo>
                  <a:lnTo>
                    <a:pt x="1859711" y="1110322"/>
                  </a:lnTo>
                  <a:lnTo>
                    <a:pt x="1860829" y="1110792"/>
                  </a:lnTo>
                  <a:lnTo>
                    <a:pt x="1863458" y="1110792"/>
                  </a:lnTo>
                  <a:lnTo>
                    <a:pt x="1864575" y="1110322"/>
                  </a:lnTo>
                  <a:lnTo>
                    <a:pt x="1866442" y="1108468"/>
                  </a:lnTo>
                  <a:lnTo>
                    <a:pt x="1866900" y="1107351"/>
                  </a:lnTo>
                  <a:lnTo>
                    <a:pt x="1866900" y="1104709"/>
                  </a:lnTo>
                  <a:close/>
                </a:path>
                <a:path w="4533900" h="2762885">
                  <a:moveTo>
                    <a:pt x="1866900" y="554088"/>
                  </a:moveTo>
                  <a:lnTo>
                    <a:pt x="1866442" y="552958"/>
                  </a:lnTo>
                  <a:lnTo>
                    <a:pt x="1864575" y="551103"/>
                  </a:lnTo>
                  <a:lnTo>
                    <a:pt x="1863458" y="550633"/>
                  </a:lnTo>
                  <a:lnTo>
                    <a:pt x="1860829" y="550633"/>
                  </a:lnTo>
                  <a:lnTo>
                    <a:pt x="1859711" y="551103"/>
                  </a:lnTo>
                  <a:lnTo>
                    <a:pt x="1857844" y="552958"/>
                  </a:lnTo>
                  <a:lnTo>
                    <a:pt x="1857375" y="554088"/>
                  </a:lnTo>
                  <a:lnTo>
                    <a:pt x="1857375" y="556717"/>
                  </a:lnTo>
                  <a:lnTo>
                    <a:pt x="1857844" y="557834"/>
                  </a:lnTo>
                  <a:lnTo>
                    <a:pt x="1859711" y="559701"/>
                  </a:lnTo>
                  <a:lnTo>
                    <a:pt x="1860829" y="560158"/>
                  </a:lnTo>
                  <a:lnTo>
                    <a:pt x="1863458" y="560158"/>
                  </a:lnTo>
                  <a:lnTo>
                    <a:pt x="1864575" y="559701"/>
                  </a:lnTo>
                  <a:lnTo>
                    <a:pt x="1866442" y="557834"/>
                  </a:lnTo>
                  <a:lnTo>
                    <a:pt x="1866900" y="556717"/>
                  </a:lnTo>
                  <a:lnTo>
                    <a:pt x="1866900" y="554088"/>
                  </a:lnTo>
                  <a:close/>
                </a:path>
                <a:path w="4533900" h="2762885">
                  <a:moveTo>
                    <a:pt x="1866900" y="3454"/>
                  </a:moveTo>
                  <a:lnTo>
                    <a:pt x="1866442" y="2324"/>
                  </a:lnTo>
                  <a:lnTo>
                    <a:pt x="1864575" y="469"/>
                  </a:lnTo>
                  <a:lnTo>
                    <a:pt x="1863458" y="0"/>
                  </a:lnTo>
                  <a:lnTo>
                    <a:pt x="1860829" y="0"/>
                  </a:lnTo>
                  <a:lnTo>
                    <a:pt x="1859711" y="469"/>
                  </a:lnTo>
                  <a:lnTo>
                    <a:pt x="1857844" y="2324"/>
                  </a:lnTo>
                  <a:lnTo>
                    <a:pt x="1857375" y="3454"/>
                  </a:lnTo>
                  <a:lnTo>
                    <a:pt x="1857375" y="6083"/>
                  </a:lnTo>
                  <a:lnTo>
                    <a:pt x="1857844" y="7200"/>
                  </a:lnTo>
                  <a:lnTo>
                    <a:pt x="1859711" y="9067"/>
                  </a:lnTo>
                  <a:lnTo>
                    <a:pt x="1860829" y="9525"/>
                  </a:lnTo>
                  <a:lnTo>
                    <a:pt x="1863458" y="9525"/>
                  </a:lnTo>
                  <a:lnTo>
                    <a:pt x="1864575" y="9067"/>
                  </a:lnTo>
                  <a:lnTo>
                    <a:pt x="1866442" y="7200"/>
                  </a:lnTo>
                  <a:lnTo>
                    <a:pt x="1866900" y="6083"/>
                  </a:lnTo>
                  <a:lnTo>
                    <a:pt x="1866900" y="3454"/>
                  </a:lnTo>
                  <a:close/>
                </a:path>
                <a:path w="4533900" h="2762885">
                  <a:moveTo>
                    <a:pt x="1914525" y="2756611"/>
                  </a:moveTo>
                  <a:lnTo>
                    <a:pt x="1914067" y="2755493"/>
                  </a:lnTo>
                  <a:lnTo>
                    <a:pt x="1912200" y="2753626"/>
                  </a:lnTo>
                  <a:lnTo>
                    <a:pt x="1911083" y="2753156"/>
                  </a:lnTo>
                  <a:lnTo>
                    <a:pt x="1908454" y="2753156"/>
                  </a:lnTo>
                  <a:lnTo>
                    <a:pt x="1907336" y="2753626"/>
                  </a:lnTo>
                  <a:lnTo>
                    <a:pt x="1905469" y="2755493"/>
                  </a:lnTo>
                  <a:lnTo>
                    <a:pt x="1905000" y="2756611"/>
                  </a:lnTo>
                  <a:lnTo>
                    <a:pt x="1905000" y="2759240"/>
                  </a:lnTo>
                  <a:lnTo>
                    <a:pt x="1905469" y="2760357"/>
                  </a:lnTo>
                  <a:lnTo>
                    <a:pt x="1907336" y="2762224"/>
                  </a:lnTo>
                  <a:lnTo>
                    <a:pt x="1908454" y="2762681"/>
                  </a:lnTo>
                  <a:lnTo>
                    <a:pt x="1911083" y="2762681"/>
                  </a:lnTo>
                  <a:lnTo>
                    <a:pt x="1912200" y="2762224"/>
                  </a:lnTo>
                  <a:lnTo>
                    <a:pt x="1914067" y="2760357"/>
                  </a:lnTo>
                  <a:lnTo>
                    <a:pt x="1914525" y="2759240"/>
                  </a:lnTo>
                  <a:lnTo>
                    <a:pt x="1914525" y="2756611"/>
                  </a:lnTo>
                  <a:close/>
                </a:path>
                <a:path w="4533900" h="2762885">
                  <a:moveTo>
                    <a:pt x="1914525" y="2205977"/>
                  </a:moveTo>
                  <a:lnTo>
                    <a:pt x="1914067" y="2204859"/>
                  </a:lnTo>
                  <a:lnTo>
                    <a:pt x="1912200" y="2202992"/>
                  </a:lnTo>
                  <a:lnTo>
                    <a:pt x="1911083" y="2202535"/>
                  </a:lnTo>
                  <a:lnTo>
                    <a:pt x="1908454" y="2202535"/>
                  </a:lnTo>
                  <a:lnTo>
                    <a:pt x="1907336" y="2202992"/>
                  </a:lnTo>
                  <a:lnTo>
                    <a:pt x="1905469" y="2204859"/>
                  </a:lnTo>
                  <a:lnTo>
                    <a:pt x="1905000" y="2205977"/>
                  </a:lnTo>
                  <a:lnTo>
                    <a:pt x="1905000" y="2208606"/>
                  </a:lnTo>
                  <a:lnTo>
                    <a:pt x="1905469" y="2209736"/>
                  </a:lnTo>
                  <a:lnTo>
                    <a:pt x="1907336" y="2211590"/>
                  </a:lnTo>
                  <a:lnTo>
                    <a:pt x="1908454" y="2212060"/>
                  </a:lnTo>
                  <a:lnTo>
                    <a:pt x="1911083" y="2212060"/>
                  </a:lnTo>
                  <a:lnTo>
                    <a:pt x="1912200" y="2211590"/>
                  </a:lnTo>
                  <a:lnTo>
                    <a:pt x="1914067" y="2209736"/>
                  </a:lnTo>
                  <a:lnTo>
                    <a:pt x="1914525" y="2208606"/>
                  </a:lnTo>
                  <a:lnTo>
                    <a:pt x="1914525" y="2205977"/>
                  </a:lnTo>
                  <a:close/>
                </a:path>
                <a:path w="4533900" h="2762885">
                  <a:moveTo>
                    <a:pt x="1914525" y="1655343"/>
                  </a:moveTo>
                  <a:lnTo>
                    <a:pt x="1914067" y="1654225"/>
                  </a:lnTo>
                  <a:lnTo>
                    <a:pt x="1912200" y="1652358"/>
                  </a:lnTo>
                  <a:lnTo>
                    <a:pt x="1911083" y="1651901"/>
                  </a:lnTo>
                  <a:lnTo>
                    <a:pt x="1908454" y="1651901"/>
                  </a:lnTo>
                  <a:lnTo>
                    <a:pt x="1907336" y="1652358"/>
                  </a:lnTo>
                  <a:lnTo>
                    <a:pt x="1905469" y="1654225"/>
                  </a:lnTo>
                  <a:lnTo>
                    <a:pt x="1905000" y="1655343"/>
                  </a:lnTo>
                  <a:lnTo>
                    <a:pt x="1905000" y="1657972"/>
                  </a:lnTo>
                  <a:lnTo>
                    <a:pt x="1905469" y="1659102"/>
                  </a:lnTo>
                  <a:lnTo>
                    <a:pt x="1907336" y="1660956"/>
                  </a:lnTo>
                  <a:lnTo>
                    <a:pt x="1908454" y="1661426"/>
                  </a:lnTo>
                  <a:lnTo>
                    <a:pt x="1911083" y="1661426"/>
                  </a:lnTo>
                  <a:lnTo>
                    <a:pt x="1912200" y="1660956"/>
                  </a:lnTo>
                  <a:lnTo>
                    <a:pt x="1914067" y="1659102"/>
                  </a:lnTo>
                  <a:lnTo>
                    <a:pt x="1914525" y="1657972"/>
                  </a:lnTo>
                  <a:lnTo>
                    <a:pt x="1914525" y="1655343"/>
                  </a:lnTo>
                  <a:close/>
                </a:path>
                <a:path w="4533900" h="2762885">
                  <a:moveTo>
                    <a:pt x="1914525" y="1104709"/>
                  </a:moveTo>
                  <a:lnTo>
                    <a:pt x="1914067" y="1103591"/>
                  </a:lnTo>
                  <a:lnTo>
                    <a:pt x="1912200" y="1101737"/>
                  </a:lnTo>
                  <a:lnTo>
                    <a:pt x="1911083" y="1101267"/>
                  </a:lnTo>
                  <a:lnTo>
                    <a:pt x="1908454" y="1101267"/>
                  </a:lnTo>
                  <a:lnTo>
                    <a:pt x="1907336" y="1101737"/>
                  </a:lnTo>
                  <a:lnTo>
                    <a:pt x="1905469" y="1103591"/>
                  </a:lnTo>
                  <a:lnTo>
                    <a:pt x="1905000" y="1104709"/>
                  </a:lnTo>
                  <a:lnTo>
                    <a:pt x="1905000" y="1107351"/>
                  </a:lnTo>
                  <a:lnTo>
                    <a:pt x="1905469" y="1108468"/>
                  </a:lnTo>
                  <a:lnTo>
                    <a:pt x="1907336" y="1110322"/>
                  </a:lnTo>
                  <a:lnTo>
                    <a:pt x="1908454" y="1110792"/>
                  </a:lnTo>
                  <a:lnTo>
                    <a:pt x="1911083" y="1110792"/>
                  </a:lnTo>
                  <a:lnTo>
                    <a:pt x="1912200" y="1110322"/>
                  </a:lnTo>
                  <a:lnTo>
                    <a:pt x="1914067" y="1108468"/>
                  </a:lnTo>
                  <a:lnTo>
                    <a:pt x="1914525" y="1107351"/>
                  </a:lnTo>
                  <a:lnTo>
                    <a:pt x="1914525" y="1104709"/>
                  </a:lnTo>
                  <a:close/>
                </a:path>
                <a:path w="4533900" h="2762885">
                  <a:moveTo>
                    <a:pt x="1914525" y="554088"/>
                  </a:moveTo>
                  <a:lnTo>
                    <a:pt x="1914067" y="552958"/>
                  </a:lnTo>
                  <a:lnTo>
                    <a:pt x="1912200" y="551103"/>
                  </a:lnTo>
                  <a:lnTo>
                    <a:pt x="1911083" y="550633"/>
                  </a:lnTo>
                  <a:lnTo>
                    <a:pt x="1908454" y="550633"/>
                  </a:lnTo>
                  <a:lnTo>
                    <a:pt x="1907336" y="551103"/>
                  </a:lnTo>
                  <a:lnTo>
                    <a:pt x="1905469" y="552958"/>
                  </a:lnTo>
                  <a:lnTo>
                    <a:pt x="1905000" y="554088"/>
                  </a:lnTo>
                  <a:lnTo>
                    <a:pt x="1905000" y="556717"/>
                  </a:lnTo>
                  <a:lnTo>
                    <a:pt x="1905469" y="557834"/>
                  </a:lnTo>
                  <a:lnTo>
                    <a:pt x="1907336" y="559701"/>
                  </a:lnTo>
                  <a:lnTo>
                    <a:pt x="1908454" y="560158"/>
                  </a:lnTo>
                  <a:lnTo>
                    <a:pt x="1911083" y="560158"/>
                  </a:lnTo>
                  <a:lnTo>
                    <a:pt x="1912200" y="559701"/>
                  </a:lnTo>
                  <a:lnTo>
                    <a:pt x="1914067" y="557834"/>
                  </a:lnTo>
                  <a:lnTo>
                    <a:pt x="1914525" y="556717"/>
                  </a:lnTo>
                  <a:lnTo>
                    <a:pt x="1914525" y="554088"/>
                  </a:lnTo>
                  <a:close/>
                </a:path>
                <a:path w="4533900" h="2762885">
                  <a:moveTo>
                    <a:pt x="1914525" y="3454"/>
                  </a:moveTo>
                  <a:lnTo>
                    <a:pt x="1914067" y="2324"/>
                  </a:lnTo>
                  <a:lnTo>
                    <a:pt x="1912200" y="469"/>
                  </a:lnTo>
                  <a:lnTo>
                    <a:pt x="1911083" y="0"/>
                  </a:lnTo>
                  <a:lnTo>
                    <a:pt x="1908454" y="0"/>
                  </a:lnTo>
                  <a:lnTo>
                    <a:pt x="1907336" y="469"/>
                  </a:lnTo>
                  <a:lnTo>
                    <a:pt x="1905469" y="2324"/>
                  </a:lnTo>
                  <a:lnTo>
                    <a:pt x="1905000" y="3454"/>
                  </a:lnTo>
                  <a:lnTo>
                    <a:pt x="1905000" y="6083"/>
                  </a:lnTo>
                  <a:lnTo>
                    <a:pt x="1905469" y="7200"/>
                  </a:lnTo>
                  <a:lnTo>
                    <a:pt x="1907336" y="9067"/>
                  </a:lnTo>
                  <a:lnTo>
                    <a:pt x="1908454" y="9525"/>
                  </a:lnTo>
                  <a:lnTo>
                    <a:pt x="1911083" y="9525"/>
                  </a:lnTo>
                  <a:lnTo>
                    <a:pt x="1912200" y="9067"/>
                  </a:lnTo>
                  <a:lnTo>
                    <a:pt x="1914067" y="7200"/>
                  </a:lnTo>
                  <a:lnTo>
                    <a:pt x="1914525" y="6083"/>
                  </a:lnTo>
                  <a:lnTo>
                    <a:pt x="1914525" y="3454"/>
                  </a:lnTo>
                  <a:close/>
                </a:path>
                <a:path w="4533900" h="2762885">
                  <a:moveTo>
                    <a:pt x="1962150" y="2756611"/>
                  </a:moveTo>
                  <a:lnTo>
                    <a:pt x="1961692" y="2755493"/>
                  </a:lnTo>
                  <a:lnTo>
                    <a:pt x="1959825" y="2753626"/>
                  </a:lnTo>
                  <a:lnTo>
                    <a:pt x="1958708" y="2753156"/>
                  </a:lnTo>
                  <a:lnTo>
                    <a:pt x="1956079" y="2753156"/>
                  </a:lnTo>
                  <a:lnTo>
                    <a:pt x="1954961" y="2753626"/>
                  </a:lnTo>
                  <a:lnTo>
                    <a:pt x="1953094" y="2755493"/>
                  </a:lnTo>
                  <a:lnTo>
                    <a:pt x="1952625" y="2756611"/>
                  </a:lnTo>
                  <a:lnTo>
                    <a:pt x="1952625" y="2759240"/>
                  </a:lnTo>
                  <a:lnTo>
                    <a:pt x="1953094" y="2760357"/>
                  </a:lnTo>
                  <a:lnTo>
                    <a:pt x="1954961" y="2762224"/>
                  </a:lnTo>
                  <a:lnTo>
                    <a:pt x="1956079" y="2762681"/>
                  </a:lnTo>
                  <a:lnTo>
                    <a:pt x="1958708" y="2762681"/>
                  </a:lnTo>
                  <a:lnTo>
                    <a:pt x="1959825" y="2762224"/>
                  </a:lnTo>
                  <a:lnTo>
                    <a:pt x="1961692" y="2760357"/>
                  </a:lnTo>
                  <a:lnTo>
                    <a:pt x="1962150" y="2759240"/>
                  </a:lnTo>
                  <a:lnTo>
                    <a:pt x="1962150" y="2756611"/>
                  </a:lnTo>
                  <a:close/>
                </a:path>
                <a:path w="4533900" h="2762885">
                  <a:moveTo>
                    <a:pt x="1962150" y="2205977"/>
                  </a:moveTo>
                  <a:lnTo>
                    <a:pt x="1961692" y="2204859"/>
                  </a:lnTo>
                  <a:lnTo>
                    <a:pt x="1959825" y="2202992"/>
                  </a:lnTo>
                  <a:lnTo>
                    <a:pt x="1958708" y="2202535"/>
                  </a:lnTo>
                  <a:lnTo>
                    <a:pt x="1956079" y="2202535"/>
                  </a:lnTo>
                  <a:lnTo>
                    <a:pt x="1954961" y="2202992"/>
                  </a:lnTo>
                  <a:lnTo>
                    <a:pt x="1953094" y="2204859"/>
                  </a:lnTo>
                  <a:lnTo>
                    <a:pt x="1952625" y="2205977"/>
                  </a:lnTo>
                  <a:lnTo>
                    <a:pt x="1952625" y="2208606"/>
                  </a:lnTo>
                  <a:lnTo>
                    <a:pt x="1953094" y="2209736"/>
                  </a:lnTo>
                  <a:lnTo>
                    <a:pt x="1954961" y="2211590"/>
                  </a:lnTo>
                  <a:lnTo>
                    <a:pt x="1956079" y="2212060"/>
                  </a:lnTo>
                  <a:lnTo>
                    <a:pt x="1958708" y="2212060"/>
                  </a:lnTo>
                  <a:lnTo>
                    <a:pt x="1959825" y="2211590"/>
                  </a:lnTo>
                  <a:lnTo>
                    <a:pt x="1961692" y="2209736"/>
                  </a:lnTo>
                  <a:lnTo>
                    <a:pt x="1962150" y="2208606"/>
                  </a:lnTo>
                  <a:lnTo>
                    <a:pt x="1962150" y="2205977"/>
                  </a:lnTo>
                  <a:close/>
                </a:path>
                <a:path w="4533900" h="2762885">
                  <a:moveTo>
                    <a:pt x="1962150" y="1655343"/>
                  </a:moveTo>
                  <a:lnTo>
                    <a:pt x="1961692" y="1654225"/>
                  </a:lnTo>
                  <a:lnTo>
                    <a:pt x="1959825" y="1652358"/>
                  </a:lnTo>
                  <a:lnTo>
                    <a:pt x="1958708" y="1651901"/>
                  </a:lnTo>
                  <a:lnTo>
                    <a:pt x="1956079" y="1651901"/>
                  </a:lnTo>
                  <a:lnTo>
                    <a:pt x="1954961" y="1652358"/>
                  </a:lnTo>
                  <a:lnTo>
                    <a:pt x="1953094" y="1654225"/>
                  </a:lnTo>
                  <a:lnTo>
                    <a:pt x="1952625" y="1655343"/>
                  </a:lnTo>
                  <a:lnTo>
                    <a:pt x="1952625" y="1657972"/>
                  </a:lnTo>
                  <a:lnTo>
                    <a:pt x="1953094" y="1659102"/>
                  </a:lnTo>
                  <a:lnTo>
                    <a:pt x="1954961" y="1660956"/>
                  </a:lnTo>
                  <a:lnTo>
                    <a:pt x="1956079" y="1661426"/>
                  </a:lnTo>
                  <a:lnTo>
                    <a:pt x="1958708" y="1661426"/>
                  </a:lnTo>
                  <a:lnTo>
                    <a:pt x="1959825" y="1660956"/>
                  </a:lnTo>
                  <a:lnTo>
                    <a:pt x="1961692" y="1659102"/>
                  </a:lnTo>
                  <a:lnTo>
                    <a:pt x="1962150" y="1657972"/>
                  </a:lnTo>
                  <a:lnTo>
                    <a:pt x="1962150" y="1655343"/>
                  </a:lnTo>
                  <a:close/>
                </a:path>
                <a:path w="4533900" h="2762885">
                  <a:moveTo>
                    <a:pt x="1962150" y="1104709"/>
                  </a:moveTo>
                  <a:lnTo>
                    <a:pt x="1961692" y="1103591"/>
                  </a:lnTo>
                  <a:lnTo>
                    <a:pt x="1959825" y="1101737"/>
                  </a:lnTo>
                  <a:lnTo>
                    <a:pt x="1958708" y="1101267"/>
                  </a:lnTo>
                  <a:lnTo>
                    <a:pt x="1956079" y="1101267"/>
                  </a:lnTo>
                  <a:lnTo>
                    <a:pt x="1954961" y="1101737"/>
                  </a:lnTo>
                  <a:lnTo>
                    <a:pt x="1953094" y="1103591"/>
                  </a:lnTo>
                  <a:lnTo>
                    <a:pt x="1952625" y="1104709"/>
                  </a:lnTo>
                  <a:lnTo>
                    <a:pt x="1952625" y="1107351"/>
                  </a:lnTo>
                  <a:lnTo>
                    <a:pt x="1953094" y="1108468"/>
                  </a:lnTo>
                  <a:lnTo>
                    <a:pt x="1954961" y="1110322"/>
                  </a:lnTo>
                  <a:lnTo>
                    <a:pt x="1956079" y="1110792"/>
                  </a:lnTo>
                  <a:lnTo>
                    <a:pt x="1958708" y="1110792"/>
                  </a:lnTo>
                  <a:lnTo>
                    <a:pt x="1959825" y="1110322"/>
                  </a:lnTo>
                  <a:lnTo>
                    <a:pt x="1961692" y="1108468"/>
                  </a:lnTo>
                  <a:lnTo>
                    <a:pt x="1962150" y="1107351"/>
                  </a:lnTo>
                  <a:lnTo>
                    <a:pt x="1962150" y="1104709"/>
                  </a:lnTo>
                  <a:close/>
                </a:path>
                <a:path w="4533900" h="2762885">
                  <a:moveTo>
                    <a:pt x="1962150" y="554088"/>
                  </a:moveTo>
                  <a:lnTo>
                    <a:pt x="1961692" y="552958"/>
                  </a:lnTo>
                  <a:lnTo>
                    <a:pt x="1959825" y="551103"/>
                  </a:lnTo>
                  <a:lnTo>
                    <a:pt x="1958708" y="550633"/>
                  </a:lnTo>
                  <a:lnTo>
                    <a:pt x="1956079" y="550633"/>
                  </a:lnTo>
                  <a:lnTo>
                    <a:pt x="1954961" y="551103"/>
                  </a:lnTo>
                  <a:lnTo>
                    <a:pt x="1953094" y="552958"/>
                  </a:lnTo>
                  <a:lnTo>
                    <a:pt x="1952625" y="554088"/>
                  </a:lnTo>
                  <a:lnTo>
                    <a:pt x="1952625" y="556717"/>
                  </a:lnTo>
                  <a:lnTo>
                    <a:pt x="1953094" y="557834"/>
                  </a:lnTo>
                  <a:lnTo>
                    <a:pt x="1954961" y="559701"/>
                  </a:lnTo>
                  <a:lnTo>
                    <a:pt x="1956079" y="560158"/>
                  </a:lnTo>
                  <a:lnTo>
                    <a:pt x="1958708" y="560158"/>
                  </a:lnTo>
                  <a:lnTo>
                    <a:pt x="1959825" y="559701"/>
                  </a:lnTo>
                  <a:lnTo>
                    <a:pt x="1961692" y="557834"/>
                  </a:lnTo>
                  <a:lnTo>
                    <a:pt x="1962150" y="556717"/>
                  </a:lnTo>
                  <a:lnTo>
                    <a:pt x="1962150" y="554088"/>
                  </a:lnTo>
                  <a:close/>
                </a:path>
                <a:path w="4533900" h="2762885">
                  <a:moveTo>
                    <a:pt x="1962150" y="3454"/>
                  </a:moveTo>
                  <a:lnTo>
                    <a:pt x="1961692" y="2324"/>
                  </a:lnTo>
                  <a:lnTo>
                    <a:pt x="1959825" y="469"/>
                  </a:lnTo>
                  <a:lnTo>
                    <a:pt x="1958708" y="0"/>
                  </a:lnTo>
                  <a:lnTo>
                    <a:pt x="1956079" y="0"/>
                  </a:lnTo>
                  <a:lnTo>
                    <a:pt x="1954961" y="469"/>
                  </a:lnTo>
                  <a:lnTo>
                    <a:pt x="1953094" y="2324"/>
                  </a:lnTo>
                  <a:lnTo>
                    <a:pt x="1952625" y="3454"/>
                  </a:lnTo>
                  <a:lnTo>
                    <a:pt x="1952625" y="6083"/>
                  </a:lnTo>
                  <a:lnTo>
                    <a:pt x="1953094" y="7200"/>
                  </a:lnTo>
                  <a:lnTo>
                    <a:pt x="1954961" y="9067"/>
                  </a:lnTo>
                  <a:lnTo>
                    <a:pt x="1956079" y="9525"/>
                  </a:lnTo>
                  <a:lnTo>
                    <a:pt x="1958708" y="9525"/>
                  </a:lnTo>
                  <a:lnTo>
                    <a:pt x="1959825" y="9067"/>
                  </a:lnTo>
                  <a:lnTo>
                    <a:pt x="1961692" y="7200"/>
                  </a:lnTo>
                  <a:lnTo>
                    <a:pt x="1962150" y="6083"/>
                  </a:lnTo>
                  <a:lnTo>
                    <a:pt x="1962150" y="3454"/>
                  </a:lnTo>
                  <a:close/>
                </a:path>
                <a:path w="4533900" h="2762885">
                  <a:moveTo>
                    <a:pt x="2009775" y="2756611"/>
                  </a:moveTo>
                  <a:lnTo>
                    <a:pt x="2009317" y="2755493"/>
                  </a:lnTo>
                  <a:lnTo>
                    <a:pt x="2007450" y="2753626"/>
                  </a:lnTo>
                  <a:lnTo>
                    <a:pt x="2006333" y="2753156"/>
                  </a:lnTo>
                  <a:lnTo>
                    <a:pt x="2003704" y="2753156"/>
                  </a:lnTo>
                  <a:lnTo>
                    <a:pt x="2002586" y="2753626"/>
                  </a:lnTo>
                  <a:lnTo>
                    <a:pt x="2000719" y="2755493"/>
                  </a:lnTo>
                  <a:lnTo>
                    <a:pt x="2000250" y="2756611"/>
                  </a:lnTo>
                  <a:lnTo>
                    <a:pt x="2000250" y="2759240"/>
                  </a:lnTo>
                  <a:lnTo>
                    <a:pt x="2000719" y="2760357"/>
                  </a:lnTo>
                  <a:lnTo>
                    <a:pt x="2002586" y="2762224"/>
                  </a:lnTo>
                  <a:lnTo>
                    <a:pt x="2003704" y="2762681"/>
                  </a:lnTo>
                  <a:lnTo>
                    <a:pt x="2006333" y="2762681"/>
                  </a:lnTo>
                  <a:lnTo>
                    <a:pt x="2007450" y="2762224"/>
                  </a:lnTo>
                  <a:lnTo>
                    <a:pt x="2009317" y="2760357"/>
                  </a:lnTo>
                  <a:lnTo>
                    <a:pt x="2009775" y="2759240"/>
                  </a:lnTo>
                  <a:lnTo>
                    <a:pt x="2009775" y="2756611"/>
                  </a:lnTo>
                  <a:close/>
                </a:path>
                <a:path w="4533900" h="2762885">
                  <a:moveTo>
                    <a:pt x="2009775" y="2205977"/>
                  </a:moveTo>
                  <a:lnTo>
                    <a:pt x="2009317" y="2204859"/>
                  </a:lnTo>
                  <a:lnTo>
                    <a:pt x="2007450" y="2202992"/>
                  </a:lnTo>
                  <a:lnTo>
                    <a:pt x="2006333" y="2202535"/>
                  </a:lnTo>
                  <a:lnTo>
                    <a:pt x="2003704" y="2202535"/>
                  </a:lnTo>
                  <a:lnTo>
                    <a:pt x="2002586" y="2202992"/>
                  </a:lnTo>
                  <a:lnTo>
                    <a:pt x="2000719" y="2204859"/>
                  </a:lnTo>
                  <a:lnTo>
                    <a:pt x="2000250" y="2205977"/>
                  </a:lnTo>
                  <a:lnTo>
                    <a:pt x="2000250" y="2208606"/>
                  </a:lnTo>
                  <a:lnTo>
                    <a:pt x="2000719" y="2209736"/>
                  </a:lnTo>
                  <a:lnTo>
                    <a:pt x="2002586" y="2211590"/>
                  </a:lnTo>
                  <a:lnTo>
                    <a:pt x="2003704" y="2212060"/>
                  </a:lnTo>
                  <a:lnTo>
                    <a:pt x="2006333" y="2212060"/>
                  </a:lnTo>
                  <a:lnTo>
                    <a:pt x="2007450" y="2211590"/>
                  </a:lnTo>
                  <a:lnTo>
                    <a:pt x="2009317" y="2209736"/>
                  </a:lnTo>
                  <a:lnTo>
                    <a:pt x="2009775" y="2208606"/>
                  </a:lnTo>
                  <a:lnTo>
                    <a:pt x="2009775" y="2205977"/>
                  </a:lnTo>
                  <a:close/>
                </a:path>
                <a:path w="4533900" h="2762885">
                  <a:moveTo>
                    <a:pt x="2009775" y="1655343"/>
                  </a:moveTo>
                  <a:lnTo>
                    <a:pt x="2009317" y="1654225"/>
                  </a:lnTo>
                  <a:lnTo>
                    <a:pt x="2007450" y="1652358"/>
                  </a:lnTo>
                  <a:lnTo>
                    <a:pt x="2006333" y="1651901"/>
                  </a:lnTo>
                  <a:lnTo>
                    <a:pt x="2003704" y="1651901"/>
                  </a:lnTo>
                  <a:lnTo>
                    <a:pt x="2002586" y="1652358"/>
                  </a:lnTo>
                  <a:lnTo>
                    <a:pt x="2000719" y="1654225"/>
                  </a:lnTo>
                  <a:lnTo>
                    <a:pt x="2000250" y="1655343"/>
                  </a:lnTo>
                  <a:lnTo>
                    <a:pt x="2000250" y="1657972"/>
                  </a:lnTo>
                  <a:lnTo>
                    <a:pt x="2000719" y="1659102"/>
                  </a:lnTo>
                  <a:lnTo>
                    <a:pt x="2002586" y="1660956"/>
                  </a:lnTo>
                  <a:lnTo>
                    <a:pt x="2003704" y="1661426"/>
                  </a:lnTo>
                  <a:lnTo>
                    <a:pt x="2006333" y="1661426"/>
                  </a:lnTo>
                  <a:lnTo>
                    <a:pt x="2007450" y="1660956"/>
                  </a:lnTo>
                  <a:lnTo>
                    <a:pt x="2009317" y="1659102"/>
                  </a:lnTo>
                  <a:lnTo>
                    <a:pt x="2009775" y="1657972"/>
                  </a:lnTo>
                  <a:lnTo>
                    <a:pt x="2009775" y="1655343"/>
                  </a:lnTo>
                  <a:close/>
                </a:path>
                <a:path w="4533900" h="2762885">
                  <a:moveTo>
                    <a:pt x="2009775" y="1104709"/>
                  </a:moveTo>
                  <a:lnTo>
                    <a:pt x="2009317" y="1103591"/>
                  </a:lnTo>
                  <a:lnTo>
                    <a:pt x="2007450" y="1101737"/>
                  </a:lnTo>
                  <a:lnTo>
                    <a:pt x="2006333" y="1101267"/>
                  </a:lnTo>
                  <a:lnTo>
                    <a:pt x="2003704" y="1101267"/>
                  </a:lnTo>
                  <a:lnTo>
                    <a:pt x="2002586" y="1101737"/>
                  </a:lnTo>
                  <a:lnTo>
                    <a:pt x="2000719" y="1103591"/>
                  </a:lnTo>
                  <a:lnTo>
                    <a:pt x="2000250" y="1104709"/>
                  </a:lnTo>
                  <a:lnTo>
                    <a:pt x="2000250" y="1107351"/>
                  </a:lnTo>
                  <a:lnTo>
                    <a:pt x="2000719" y="1108468"/>
                  </a:lnTo>
                  <a:lnTo>
                    <a:pt x="2002586" y="1110322"/>
                  </a:lnTo>
                  <a:lnTo>
                    <a:pt x="2003704" y="1110792"/>
                  </a:lnTo>
                  <a:lnTo>
                    <a:pt x="2006333" y="1110792"/>
                  </a:lnTo>
                  <a:lnTo>
                    <a:pt x="2007450" y="1110322"/>
                  </a:lnTo>
                  <a:lnTo>
                    <a:pt x="2009317" y="1108468"/>
                  </a:lnTo>
                  <a:lnTo>
                    <a:pt x="2009775" y="1107351"/>
                  </a:lnTo>
                  <a:lnTo>
                    <a:pt x="2009775" y="1104709"/>
                  </a:lnTo>
                  <a:close/>
                </a:path>
                <a:path w="4533900" h="2762885">
                  <a:moveTo>
                    <a:pt x="2009775" y="554088"/>
                  </a:moveTo>
                  <a:lnTo>
                    <a:pt x="2009317" y="552958"/>
                  </a:lnTo>
                  <a:lnTo>
                    <a:pt x="2007450" y="551103"/>
                  </a:lnTo>
                  <a:lnTo>
                    <a:pt x="2006333" y="550633"/>
                  </a:lnTo>
                  <a:lnTo>
                    <a:pt x="2003704" y="550633"/>
                  </a:lnTo>
                  <a:lnTo>
                    <a:pt x="2002586" y="551103"/>
                  </a:lnTo>
                  <a:lnTo>
                    <a:pt x="2000719" y="552958"/>
                  </a:lnTo>
                  <a:lnTo>
                    <a:pt x="2000250" y="554088"/>
                  </a:lnTo>
                  <a:lnTo>
                    <a:pt x="2000250" y="556717"/>
                  </a:lnTo>
                  <a:lnTo>
                    <a:pt x="2000719" y="557834"/>
                  </a:lnTo>
                  <a:lnTo>
                    <a:pt x="2002586" y="559701"/>
                  </a:lnTo>
                  <a:lnTo>
                    <a:pt x="2003704" y="560158"/>
                  </a:lnTo>
                  <a:lnTo>
                    <a:pt x="2006333" y="560158"/>
                  </a:lnTo>
                  <a:lnTo>
                    <a:pt x="2007450" y="559701"/>
                  </a:lnTo>
                  <a:lnTo>
                    <a:pt x="2009317" y="557834"/>
                  </a:lnTo>
                  <a:lnTo>
                    <a:pt x="2009775" y="556717"/>
                  </a:lnTo>
                  <a:lnTo>
                    <a:pt x="2009775" y="554088"/>
                  </a:lnTo>
                  <a:close/>
                </a:path>
                <a:path w="4533900" h="2762885">
                  <a:moveTo>
                    <a:pt x="2009775" y="3454"/>
                  </a:moveTo>
                  <a:lnTo>
                    <a:pt x="2009317" y="2324"/>
                  </a:lnTo>
                  <a:lnTo>
                    <a:pt x="2007450" y="469"/>
                  </a:lnTo>
                  <a:lnTo>
                    <a:pt x="2006333" y="0"/>
                  </a:lnTo>
                  <a:lnTo>
                    <a:pt x="2003704" y="0"/>
                  </a:lnTo>
                  <a:lnTo>
                    <a:pt x="2002586" y="469"/>
                  </a:lnTo>
                  <a:lnTo>
                    <a:pt x="2000719" y="2324"/>
                  </a:lnTo>
                  <a:lnTo>
                    <a:pt x="2000250" y="3454"/>
                  </a:lnTo>
                  <a:lnTo>
                    <a:pt x="2000250" y="6083"/>
                  </a:lnTo>
                  <a:lnTo>
                    <a:pt x="2000719" y="7200"/>
                  </a:lnTo>
                  <a:lnTo>
                    <a:pt x="2002586" y="9067"/>
                  </a:lnTo>
                  <a:lnTo>
                    <a:pt x="2003704" y="9525"/>
                  </a:lnTo>
                  <a:lnTo>
                    <a:pt x="2006333" y="9525"/>
                  </a:lnTo>
                  <a:lnTo>
                    <a:pt x="2007450" y="9067"/>
                  </a:lnTo>
                  <a:lnTo>
                    <a:pt x="2009317" y="7200"/>
                  </a:lnTo>
                  <a:lnTo>
                    <a:pt x="2009775" y="6083"/>
                  </a:lnTo>
                  <a:lnTo>
                    <a:pt x="2009775" y="3454"/>
                  </a:lnTo>
                  <a:close/>
                </a:path>
                <a:path w="4533900" h="2762885">
                  <a:moveTo>
                    <a:pt x="2057400" y="2756611"/>
                  </a:moveTo>
                  <a:lnTo>
                    <a:pt x="2056942" y="2755493"/>
                  </a:lnTo>
                  <a:lnTo>
                    <a:pt x="2055075" y="2753626"/>
                  </a:lnTo>
                  <a:lnTo>
                    <a:pt x="2053958" y="2753156"/>
                  </a:lnTo>
                  <a:lnTo>
                    <a:pt x="2051329" y="2753156"/>
                  </a:lnTo>
                  <a:lnTo>
                    <a:pt x="2050211" y="2753626"/>
                  </a:lnTo>
                  <a:lnTo>
                    <a:pt x="2048344" y="2755493"/>
                  </a:lnTo>
                  <a:lnTo>
                    <a:pt x="2047875" y="2756611"/>
                  </a:lnTo>
                  <a:lnTo>
                    <a:pt x="2047875" y="2759240"/>
                  </a:lnTo>
                  <a:lnTo>
                    <a:pt x="2048344" y="2760357"/>
                  </a:lnTo>
                  <a:lnTo>
                    <a:pt x="2050211" y="2762224"/>
                  </a:lnTo>
                  <a:lnTo>
                    <a:pt x="2051329" y="2762681"/>
                  </a:lnTo>
                  <a:lnTo>
                    <a:pt x="2053958" y="2762681"/>
                  </a:lnTo>
                  <a:lnTo>
                    <a:pt x="2055075" y="2762224"/>
                  </a:lnTo>
                  <a:lnTo>
                    <a:pt x="2056942" y="2760357"/>
                  </a:lnTo>
                  <a:lnTo>
                    <a:pt x="2057400" y="2759240"/>
                  </a:lnTo>
                  <a:lnTo>
                    <a:pt x="2057400" y="2756611"/>
                  </a:lnTo>
                  <a:close/>
                </a:path>
                <a:path w="4533900" h="2762885">
                  <a:moveTo>
                    <a:pt x="2057400" y="2205977"/>
                  </a:moveTo>
                  <a:lnTo>
                    <a:pt x="2056942" y="2204859"/>
                  </a:lnTo>
                  <a:lnTo>
                    <a:pt x="2055075" y="2202992"/>
                  </a:lnTo>
                  <a:lnTo>
                    <a:pt x="2053958" y="2202535"/>
                  </a:lnTo>
                  <a:lnTo>
                    <a:pt x="2051329" y="2202535"/>
                  </a:lnTo>
                  <a:lnTo>
                    <a:pt x="2050211" y="2202992"/>
                  </a:lnTo>
                  <a:lnTo>
                    <a:pt x="2048344" y="2204859"/>
                  </a:lnTo>
                  <a:lnTo>
                    <a:pt x="2047875" y="2205977"/>
                  </a:lnTo>
                  <a:lnTo>
                    <a:pt x="2047875" y="2208606"/>
                  </a:lnTo>
                  <a:lnTo>
                    <a:pt x="2048344" y="2209736"/>
                  </a:lnTo>
                  <a:lnTo>
                    <a:pt x="2050211" y="2211590"/>
                  </a:lnTo>
                  <a:lnTo>
                    <a:pt x="2051329" y="2212060"/>
                  </a:lnTo>
                  <a:lnTo>
                    <a:pt x="2053958" y="2212060"/>
                  </a:lnTo>
                  <a:lnTo>
                    <a:pt x="2055075" y="2211590"/>
                  </a:lnTo>
                  <a:lnTo>
                    <a:pt x="2056942" y="2209736"/>
                  </a:lnTo>
                  <a:lnTo>
                    <a:pt x="2057400" y="2208606"/>
                  </a:lnTo>
                  <a:lnTo>
                    <a:pt x="2057400" y="2205977"/>
                  </a:lnTo>
                  <a:close/>
                </a:path>
                <a:path w="4533900" h="2762885">
                  <a:moveTo>
                    <a:pt x="2057400" y="1655343"/>
                  </a:moveTo>
                  <a:lnTo>
                    <a:pt x="2056942" y="1654225"/>
                  </a:lnTo>
                  <a:lnTo>
                    <a:pt x="2055075" y="1652358"/>
                  </a:lnTo>
                  <a:lnTo>
                    <a:pt x="2053958" y="1651901"/>
                  </a:lnTo>
                  <a:lnTo>
                    <a:pt x="2051329" y="1651901"/>
                  </a:lnTo>
                  <a:lnTo>
                    <a:pt x="2050211" y="1652358"/>
                  </a:lnTo>
                  <a:lnTo>
                    <a:pt x="2048344" y="1654225"/>
                  </a:lnTo>
                  <a:lnTo>
                    <a:pt x="2047875" y="1655343"/>
                  </a:lnTo>
                  <a:lnTo>
                    <a:pt x="2047875" y="1657972"/>
                  </a:lnTo>
                  <a:lnTo>
                    <a:pt x="2048344" y="1659102"/>
                  </a:lnTo>
                  <a:lnTo>
                    <a:pt x="2050211" y="1660956"/>
                  </a:lnTo>
                  <a:lnTo>
                    <a:pt x="2051329" y="1661426"/>
                  </a:lnTo>
                  <a:lnTo>
                    <a:pt x="2053958" y="1661426"/>
                  </a:lnTo>
                  <a:lnTo>
                    <a:pt x="2055075" y="1660956"/>
                  </a:lnTo>
                  <a:lnTo>
                    <a:pt x="2056942" y="1659102"/>
                  </a:lnTo>
                  <a:lnTo>
                    <a:pt x="2057400" y="1657972"/>
                  </a:lnTo>
                  <a:lnTo>
                    <a:pt x="2057400" y="1655343"/>
                  </a:lnTo>
                  <a:close/>
                </a:path>
                <a:path w="4533900" h="2762885">
                  <a:moveTo>
                    <a:pt x="2057400" y="1104709"/>
                  </a:moveTo>
                  <a:lnTo>
                    <a:pt x="2056942" y="1103591"/>
                  </a:lnTo>
                  <a:lnTo>
                    <a:pt x="2055075" y="1101737"/>
                  </a:lnTo>
                  <a:lnTo>
                    <a:pt x="2053958" y="1101267"/>
                  </a:lnTo>
                  <a:lnTo>
                    <a:pt x="2051329" y="1101267"/>
                  </a:lnTo>
                  <a:lnTo>
                    <a:pt x="2050211" y="1101737"/>
                  </a:lnTo>
                  <a:lnTo>
                    <a:pt x="2048344" y="1103591"/>
                  </a:lnTo>
                  <a:lnTo>
                    <a:pt x="2047875" y="1104709"/>
                  </a:lnTo>
                  <a:lnTo>
                    <a:pt x="2047875" y="1107351"/>
                  </a:lnTo>
                  <a:lnTo>
                    <a:pt x="2048344" y="1108468"/>
                  </a:lnTo>
                  <a:lnTo>
                    <a:pt x="2050211" y="1110322"/>
                  </a:lnTo>
                  <a:lnTo>
                    <a:pt x="2051329" y="1110792"/>
                  </a:lnTo>
                  <a:lnTo>
                    <a:pt x="2053958" y="1110792"/>
                  </a:lnTo>
                  <a:lnTo>
                    <a:pt x="2055075" y="1110322"/>
                  </a:lnTo>
                  <a:lnTo>
                    <a:pt x="2056942" y="1108468"/>
                  </a:lnTo>
                  <a:lnTo>
                    <a:pt x="2057400" y="1107351"/>
                  </a:lnTo>
                  <a:lnTo>
                    <a:pt x="2057400" y="1104709"/>
                  </a:lnTo>
                  <a:close/>
                </a:path>
                <a:path w="4533900" h="2762885">
                  <a:moveTo>
                    <a:pt x="2057400" y="554088"/>
                  </a:moveTo>
                  <a:lnTo>
                    <a:pt x="2056942" y="552958"/>
                  </a:lnTo>
                  <a:lnTo>
                    <a:pt x="2055075" y="551103"/>
                  </a:lnTo>
                  <a:lnTo>
                    <a:pt x="2053958" y="550633"/>
                  </a:lnTo>
                  <a:lnTo>
                    <a:pt x="2051329" y="550633"/>
                  </a:lnTo>
                  <a:lnTo>
                    <a:pt x="2050211" y="551103"/>
                  </a:lnTo>
                  <a:lnTo>
                    <a:pt x="2048344" y="552958"/>
                  </a:lnTo>
                  <a:lnTo>
                    <a:pt x="2047875" y="554088"/>
                  </a:lnTo>
                  <a:lnTo>
                    <a:pt x="2047875" y="556717"/>
                  </a:lnTo>
                  <a:lnTo>
                    <a:pt x="2048344" y="557834"/>
                  </a:lnTo>
                  <a:lnTo>
                    <a:pt x="2050211" y="559701"/>
                  </a:lnTo>
                  <a:lnTo>
                    <a:pt x="2051329" y="560158"/>
                  </a:lnTo>
                  <a:lnTo>
                    <a:pt x="2053958" y="560158"/>
                  </a:lnTo>
                  <a:lnTo>
                    <a:pt x="2055075" y="559701"/>
                  </a:lnTo>
                  <a:lnTo>
                    <a:pt x="2056942" y="557834"/>
                  </a:lnTo>
                  <a:lnTo>
                    <a:pt x="2057400" y="556717"/>
                  </a:lnTo>
                  <a:lnTo>
                    <a:pt x="2057400" y="554088"/>
                  </a:lnTo>
                  <a:close/>
                </a:path>
                <a:path w="4533900" h="2762885">
                  <a:moveTo>
                    <a:pt x="2057400" y="3454"/>
                  </a:moveTo>
                  <a:lnTo>
                    <a:pt x="2056942" y="2324"/>
                  </a:lnTo>
                  <a:lnTo>
                    <a:pt x="2055075" y="469"/>
                  </a:lnTo>
                  <a:lnTo>
                    <a:pt x="2053958" y="0"/>
                  </a:lnTo>
                  <a:lnTo>
                    <a:pt x="2051329" y="0"/>
                  </a:lnTo>
                  <a:lnTo>
                    <a:pt x="2050211" y="469"/>
                  </a:lnTo>
                  <a:lnTo>
                    <a:pt x="2048344" y="2324"/>
                  </a:lnTo>
                  <a:lnTo>
                    <a:pt x="2047875" y="3454"/>
                  </a:lnTo>
                  <a:lnTo>
                    <a:pt x="2047875" y="6083"/>
                  </a:lnTo>
                  <a:lnTo>
                    <a:pt x="2048344" y="7200"/>
                  </a:lnTo>
                  <a:lnTo>
                    <a:pt x="2050211" y="9067"/>
                  </a:lnTo>
                  <a:lnTo>
                    <a:pt x="2051329" y="9525"/>
                  </a:lnTo>
                  <a:lnTo>
                    <a:pt x="2053958" y="9525"/>
                  </a:lnTo>
                  <a:lnTo>
                    <a:pt x="2055075" y="9067"/>
                  </a:lnTo>
                  <a:lnTo>
                    <a:pt x="2056942" y="7200"/>
                  </a:lnTo>
                  <a:lnTo>
                    <a:pt x="2057400" y="6083"/>
                  </a:lnTo>
                  <a:lnTo>
                    <a:pt x="2057400" y="3454"/>
                  </a:lnTo>
                  <a:close/>
                </a:path>
                <a:path w="4533900" h="2762885">
                  <a:moveTo>
                    <a:pt x="2105025" y="2756611"/>
                  </a:moveTo>
                  <a:lnTo>
                    <a:pt x="2104567" y="2755493"/>
                  </a:lnTo>
                  <a:lnTo>
                    <a:pt x="2102700" y="2753626"/>
                  </a:lnTo>
                  <a:lnTo>
                    <a:pt x="2101583" y="2753156"/>
                  </a:lnTo>
                  <a:lnTo>
                    <a:pt x="2098954" y="2753156"/>
                  </a:lnTo>
                  <a:lnTo>
                    <a:pt x="2097836" y="2753626"/>
                  </a:lnTo>
                  <a:lnTo>
                    <a:pt x="2095969" y="2755493"/>
                  </a:lnTo>
                  <a:lnTo>
                    <a:pt x="2095500" y="2756611"/>
                  </a:lnTo>
                  <a:lnTo>
                    <a:pt x="2095500" y="2759240"/>
                  </a:lnTo>
                  <a:lnTo>
                    <a:pt x="2095969" y="2760357"/>
                  </a:lnTo>
                  <a:lnTo>
                    <a:pt x="2097836" y="2762224"/>
                  </a:lnTo>
                  <a:lnTo>
                    <a:pt x="2098954" y="2762681"/>
                  </a:lnTo>
                  <a:lnTo>
                    <a:pt x="2101583" y="2762681"/>
                  </a:lnTo>
                  <a:lnTo>
                    <a:pt x="2102700" y="2762224"/>
                  </a:lnTo>
                  <a:lnTo>
                    <a:pt x="2104567" y="2760357"/>
                  </a:lnTo>
                  <a:lnTo>
                    <a:pt x="2105025" y="2759240"/>
                  </a:lnTo>
                  <a:lnTo>
                    <a:pt x="2105025" y="2756611"/>
                  </a:lnTo>
                  <a:close/>
                </a:path>
                <a:path w="4533900" h="2762885">
                  <a:moveTo>
                    <a:pt x="2105025" y="2205977"/>
                  </a:moveTo>
                  <a:lnTo>
                    <a:pt x="2104567" y="2204859"/>
                  </a:lnTo>
                  <a:lnTo>
                    <a:pt x="2102700" y="2202992"/>
                  </a:lnTo>
                  <a:lnTo>
                    <a:pt x="2101583" y="2202535"/>
                  </a:lnTo>
                  <a:lnTo>
                    <a:pt x="2098954" y="2202535"/>
                  </a:lnTo>
                  <a:lnTo>
                    <a:pt x="2097836" y="2202992"/>
                  </a:lnTo>
                  <a:lnTo>
                    <a:pt x="2095969" y="2204859"/>
                  </a:lnTo>
                  <a:lnTo>
                    <a:pt x="2095500" y="2205977"/>
                  </a:lnTo>
                  <a:lnTo>
                    <a:pt x="2095500" y="2208606"/>
                  </a:lnTo>
                  <a:lnTo>
                    <a:pt x="2095969" y="2209736"/>
                  </a:lnTo>
                  <a:lnTo>
                    <a:pt x="2097836" y="2211590"/>
                  </a:lnTo>
                  <a:lnTo>
                    <a:pt x="2098954" y="2212060"/>
                  </a:lnTo>
                  <a:lnTo>
                    <a:pt x="2101583" y="2212060"/>
                  </a:lnTo>
                  <a:lnTo>
                    <a:pt x="2102700" y="2211590"/>
                  </a:lnTo>
                  <a:lnTo>
                    <a:pt x="2104567" y="2209736"/>
                  </a:lnTo>
                  <a:lnTo>
                    <a:pt x="2105025" y="2208606"/>
                  </a:lnTo>
                  <a:lnTo>
                    <a:pt x="2105025" y="2205977"/>
                  </a:lnTo>
                  <a:close/>
                </a:path>
                <a:path w="4533900" h="2762885">
                  <a:moveTo>
                    <a:pt x="2105025" y="1655343"/>
                  </a:moveTo>
                  <a:lnTo>
                    <a:pt x="2104567" y="1654225"/>
                  </a:lnTo>
                  <a:lnTo>
                    <a:pt x="2102700" y="1652358"/>
                  </a:lnTo>
                  <a:lnTo>
                    <a:pt x="2101583" y="1651901"/>
                  </a:lnTo>
                  <a:lnTo>
                    <a:pt x="2098954" y="1651901"/>
                  </a:lnTo>
                  <a:lnTo>
                    <a:pt x="2097836" y="1652358"/>
                  </a:lnTo>
                  <a:lnTo>
                    <a:pt x="2095969" y="1654225"/>
                  </a:lnTo>
                  <a:lnTo>
                    <a:pt x="2095500" y="1655343"/>
                  </a:lnTo>
                  <a:lnTo>
                    <a:pt x="2095500" y="1657972"/>
                  </a:lnTo>
                  <a:lnTo>
                    <a:pt x="2095969" y="1659102"/>
                  </a:lnTo>
                  <a:lnTo>
                    <a:pt x="2097836" y="1660956"/>
                  </a:lnTo>
                  <a:lnTo>
                    <a:pt x="2098954" y="1661426"/>
                  </a:lnTo>
                  <a:lnTo>
                    <a:pt x="2101583" y="1661426"/>
                  </a:lnTo>
                  <a:lnTo>
                    <a:pt x="2102700" y="1660956"/>
                  </a:lnTo>
                  <a:lnTo>
                    <a:pt x="2104567" y="1659102"/>
                  </a:lnTo>
                  <a:lnTo>
                    <a:pt x="2105025" y="1657972"/>
                  </a:lnTo>
                  <a:lnTo>
                    <a:pt x="2105025" y="1655343"/>
                  </a:lnTo>
                  <a:close/>
                </a:path>
                <a:path w="4533900" h="2762885">
                  <a:moveTo>
                    <a:pt x="2105025" y="1104709"/>
                  </a:moveTo>
                  <a:lnTo>
                    <a:pt x="2104567" y="1103591"/>
                  </a:lnTo>
                  <a:lnTo>
                    <a:pt x="2102700" y="1101737"/>
                  </a:lnTo>
                  <a:lnTo>
                    <a:pt x="2101583" y="1101267"/>
                  </a:lnTo>
                  <a:lnTo>
                    <a:pt x="2098954" y="1101267"/>
                  </a:lnTo>
                  <a:lnTo>
                    <a:pt x="2097836" y="1101737"/>
                  </a:lnTo>
                  <a:lnTo>
                    <a:pt x="2095969" y="1103591"/>
                  </a:lnTo>
                  <a:lnTo>
                    <a:pt x="2095500" y="1104709"/>
                  </a:lnTo>
                  <a:lnTo>
                    <a:pt x="2095500" y="1107351"/>
                  </a:lnTo>
                  <a:lnTo>
                    <a:pt x="2095969" y="1108468"/>
                  </a:lnTo>
                  <a:lnTo>
                    <a:pt x="2097836" y="1110322"/>
                  </a:lnTo>
                  <a:lnTo>
                    <a:pt x="2098954" y="1110792"/>
                  </a:lnTo>
                  <a:lnTo>
                    <a:pt x="2101583" y="1110792"/>
                  </a:lnTo>
                  <a:lnTo>
                    <a:pt x="2102700" y="1110322"/>
                  </a:lnTo>
                  <a:lnTo>
                    <a:pt x="2104567" y="1108468"/>
                  </a:lnTo>
                  <a:lnTo>
                    <a:pt x="2105025" y="1107351"/>
                  </a:lnTo>
                  <a:lnTo>
                    <a:pt x="2105025" y="1104709"/>
                  </a:lnTo>
                  <a:close/>
                </a:path>
                <a:path w="4533900" h="2762885">
                  <a:moveTo>
                    <a:pt x="2105025" y="554088"/>
                  </a:moveTo>
                  <a:lnTo>
                    <a:pt x="2104567" y="552958"/>
                  </a:lnTo>
                  <a:lnTo>
                    <a:pt x="2102700" y="551103"/>
                  </a:lnTo>
                  <a:lnTo>
                    <a:pt x="2101583" y="550633"/>
                  </a:lnTo>
                  <a:lnTo>
                    <a:pt x="2098954" y="550633"/>
                  </a:lnTo>
                  <a:lnTo>
                    <a:pt x="2097836" y="551103"/>
                  </a:lnTo>
                  <a:lnTo>
                    <a:pt x="2095969" y="552958"/>
                  </a:lnTo>
                  <a:lnTo>
                    <a:pt x="2095500" y="554088"/>
                  </a:lnTo>
                  <a:lnTo>
                    <a:pt x="2095500" y="556717"/>
                  </a:lnTo>
                  <a:lnTo>
                    <a:pt x="2095969" y="557834"/>
                  </a:lnTo>
                  <a:lnTo>
                    <a:pt x="2097836" y="559701"/>
                  </a:lnTo>
                  <a:lnTo>
                    <a:pt x="2098954" y="560158"/>
                  </a:lnTo>
                  <a:lnTo>
                    <a:pt x="2101583" y="560158"/>
                  </a:lnTo>
                  <a:lnTo>
                    <a:pt x="2102700" y="559701"/>
                  </a:lnTo>
                  <a:lnTo>
                    <a:pt x="2104567" y="557834"/>
                  </a:lnTo>
                  <a:lnTo>
                    <a:pt x="2105025" y="556717"/>
                  </a:lnTo>
                  <a:lnTo>
                    <a:pt x="2105025" y="554088"/>
                  </a:lnTo>
                  <a:close/>
                </a:path>
                <a:path w="4533900" h="2762885">
                  <a:moveTo>
                    <a:pt x="2105025" y="3454"/>
                  </a:moveTo>
                  <a:lnTo>
                    <a:pt x="2104567" y="2324"/>
                  </a:lnTo>
                  <a:lnTo>
                    <a:pt x="2102700" y="469"/>
                  </a:lnTo>
                  <a:lnTo>
                    <a:pt x="2101583" y="0"/>
                  </a:lnTo>
                  <a:lnTo>
                    <a:pt x="2098954" y="0"/>
                  </a:lnTo>
                  <a:lnTo>
                    <a:pt x="2097836" y="469"/>
                  </a:lnTo>
                  <a:lnTo>
                    <a:pt x="2095969" y="2324"/>
                  </a:lnTo>
                  <a:lnTo>
                    <a:pt x="2095500" y="3454"/>
                  </a:lnTo>
                  <a:lnTo>
                    <a:pt x="2095500" y="6083"/>
                  </a:lnTo>
                  <a:lnTo>
                    <a:pt x="2095969" y="7200"/>
                  </a:lnTo>
                  <a:lnTo>
                    <a:pt x="2097836" y="9067"/>
                  </a:lnTo>
                  <a:lnTo>
                    <a:pt x="2098954" y="9525"/>
                  </a:lnTo>
                  <a:lnTo>
                    <a:pt x="2101583" y="9525"/>
                  </a:lnTo>
                  <a:lnTo>
                    <a:pt x="2102700" y="9067"/>
                  </a:lnTo>
                  <a:lnTo>
                    <a:pt x="2104567" y="7200"/>
                  </a:lnTo>
                  <a:lnTo>
                    <a:pt x="2105025" y="6083"/>
                  </a:lnTo>
                  <a:lnTo>
                    <a:pt x="2105025" y="3454"/>
                  </a:lnTo>
                  <a:close/>
                </a:path>
                <a:path w="4533900" h="2762885">
                  <a:moveTo>
                    <a:pt x="2152650" y="2756611"/>
                  </a:moveTo>
                  <a:lnTo>
                    <a:pt x="2152192" y="2755493"/>
                  </a:lnTo>
                  <a:lnTo>
                    <a:pt x="2150326" y="2753626"/>
                  </a:lnTo>
                  <a:lnTo>
                    <a:pt x="2149208" y="2753156"/>
                  </a:lnTo>
                  <a:lnTo>
                    <a:pt x="2146579" y="2753156"/>
                  </a:lnTo>
                  <a:lnTo>
                    <a:pt x="2145461" y="2753626"/>
                  </a:lnTo>
                  <a:lnTo>
                    <a:pt x="2143595" y="2755493"/>
                  </a:lnTo>
                  <a:lnTo>
                    <a:pt x="2143125" y="2756611"/>
                  </a:lnTo>
                  <a:lnTo>
                    <a:pt x="2143125" y="2759240"/>
                  </a:lnTo>
                  <a:lnTo>
                    <a:pt x="2143595" y="2760357"/>
                  </a:lnTo>
                  <a:lnTo>
                    <a:pt x="2145461" y="2762224"/>
                  </a:lnTo>
                  <a:lnTo>
                    <a:pt x="2146579" y="2762681"/>
                  </a:lnTo>
                  <a:lnTo>
                    <a:pt x="2149208" y="2762681"/>
                  </a:lnTo>
                  <a:lnTo>
                    <a:pt x="2150326" y="2762224"/>
                  </a:lnTo>
                  <a:lnTo>
                    <a:pt x="2152192" y="2760357"/>
                  </a:lnTo>
                  <a:lnTo>
                    <a:pt x="2152650" y="2759240"/>
                  </a:lnTo>
                  <a:lnTo>
                    <a:pt x="2152650" y="2756611"/>
                  </a:lnTo>
                  <a:close/>
                </a:path>
                <a:path w="4533900" h="2762885">
                  <a:moveTo>
                    <a:pt x="2152650" y="2205977"/>
                  </a:moveTo>
                  <a:lnTo>
                    <a:pt x="2152192" y="2204859"/>
                  </a:lnTo>
                  <a:lnTo>
                    <a:pt x="2150326" y="2202992"/>
                  </a:lnTo>
                  <a:lnTo>
                    <a:pt x="2149208" y="2202535"/>
                  </a:lnTo>
                  <a:lnTo>
                    <a:pt x="2146579" y="2202535"/>
                  </a:lnTo>
                  <a:lnTo>
                    <a:pt x="2145461" y="2202992"/>
                  </a:lnTo>
                  <a:lnTo>
                    <a:pt x="2143595" y="2204859"/>
                  </a:lnTo>
                  <a:lnTo>
                    <a:pt x="2143125" y="2205977"/>
                  </a:lnTo>
                  <a:lnTo>
                    <a:pt x="2143125" y="2208606"/>
                  </a:lnTo>
                  <a:lnTo>
                    <a:pt x="2143595" y="2209736"/>
                  </a:lnTo>
                  <a:lnTo>
                    <a:pt x="2145461" y="2211590"/>
                  </a:lnTo>
                  <a:lnTo>
                    <a:pt x="2146579" y="2212060"/>
                  </a:lnTo>
                  <a:lnTo>
                    <a:pt x="2149208" y="2212060"/>
                  </a:lnTo>
                  <a:lnTo>
                    <a:pt x="2150326" y="2211590"/>
                  </a:lnTo>
                  <a:lnTo>
                    <a:pt x="2152192" y="2209736"/>
                  </a:lnTo>
                  <a:lnTo>
                    <a:pt x="2152650" y="2208606"/>
                  </a:lnTo>
                  <a:lnTo>
                    <a:pt x="2152650" y="2205977"/>
                  </a:lnTo>
                  <a:close/>
                </a:path>
                <a:path w="4533900" h="2762885">
                  <a:moveTo>
                    <a:pt x="2152650" y="1655343"/>
                  </a:moveTo>
                  <a:lnTo>
                    <a:pt x="2152192" y="1654225"/>
                  </a:lnTo>
                  <a:lnTo>
                    <a:pt x="2150326" y="1652358"/>
                  </a:lnTo>
                  <a:lnTo>
                    <a:pt x="2149208" y="1651901"/>
                  </a:lnTo>
                  <a:lnTo>
                    <a:pt x="2146579" y="1651901"/>
                  </a:lnTo>
                  <a:lnTo>
                    <a:pt x="2145461" y="1652358"/>
                  </a:lnTo>
                  <a:lnTo>
                    <a:pt x="2143595" y="1654225"/>
                  </a:lnTo>
                  <a:lnTo>
                    <a:pt x="2143125" y="1655343"/>
                  </a:lnTo>
                  <a:lnTo>
                    <a:pt x="2143125" y="1657972"/>
                  </a:lnTo>
                  <a:lnTo>
                    <a:pt x="2143595" y="1659102"/>
                  </a:lnTo>
                  <a:lnTo>
                    <a:pt x="2145461" y="1660956"/>
                  </a:lnTo>
                  <a:lnTo>
                    <a:pt x="2146579" y="1661426"/>
                  </a:lnTo>
                  <a:lnTo>
                    <a:pt x="2149208" y="1661426"/>
                  </a:lnTo>
                  <a:lnTo>
                    <a:pt x="2150326" y="1660956"/>
                  </a:lnTo>
                  <a:lnTo>
                    <a:pt x="2152192" y="1659102"/>
                  </a:lnTo>
                  <a:lnTo>
                    <a:pt x="2152650" y="1657972"/>
                  </a:lnTo>
                  <a:lnTo>
                    <a:pt x="2152650" y="1655343"/>
                  </a:lnTo>
                  <a:close/>
                </a:path>
                <a:path w="4533900" h="2762885">
                  <a:moveTo>
                    <a:pt x="2152650" y="1104709"/>
                  </a:moveTo>
                  <a:lnTo>
                    <a:pt x="2152192" y="1103591"/>
                  </a:lnTo>
                  <a:lnTo>
                    <a:pt x="2150326" y="1101737"/>
                  </a:lnTo>
                  <a:lnTo>
                    <a:pt x="2149208" y="1101267"/>
                  </a:lnTo>
                  <a:lnTo>
                    <a:pt x="2146579" y="1101267"/>
                  </a:lnTo>
                  <a:lnTo>
                    <a:pt x="2145461" y="1101737"/>
                  </a:lnTo>
                  <a:lnTo>
                    <a:pt x="2143595" y="1103591"/>
                  </a:lnTo>
                  <a:lnTo>
                    <a:pt x="2143125" y="1104709"/>
                  </a:lnTo>
                  <a:lnTo>
                    <a:pt x="2143125" y="1107351"/>
                  </a:lnTo>
                  <a:lnTo>
                    <a:pt x="2143595" y="1108468"/>
                  </a:lnTo>
                  <a:lnTo>
                    <a:pt x="2145461" y="1110322"/>
                  </a:lnTo>
                  <a:lnTo>
                    <a:pt x="2146579" y="1110792"/>
                  </a:lnTo>
                  <a:lnTo>
                    <a:pt x="2149208" y="1110792"/>
                  </a:lnTo>
                  <a:lnTo>
                    <a:pt x="2150326" y="1110322"/>
                  </a:lnTo>
                  <a:lnTo>
                    <a:pt x="2152192" y="1108468"/>
                  </a:lnTo>
                  <a:lnTo>
                    <a:pt x="2152650" y="1107351"/>
                  </a:lnTo>
                  <a:lnTo>
                    <a:pt x="2152650" y="1104709"/>
                  </a:lnTo>
                  <a:close/>
                </a:path>
                <a:path w="4533900" h="2762885">
                  <a:moveTo>
                    <a:pt x="2152650" y="554088"/>
                  </a:moveTo>
                  <a:lnTo>
                    <a:pt x="2152192" y="552958"/>
                  </a:lnTo>
                  <a:lnTo>
                    <a:pt x="2150326" y="551103"/>
                  </a:lnTo>
                  <a:lnTo>
                    <a:pt x="2149208" y="550633"/>
                  </a:lnTo>
                  <a:lnTo>
                    <a:pt x="2146579" y="550633"/>
                  </a:lnTo>
                  <a:lnTo>
                    <a:pt x="2145461" y="551103"/>
                  </a:lnTo>
                  <a:lnTo>
                    <a:pt x="2143595" y="552958"/>
                  </a:lnTo>
                  <a:lnTo>
                    <a:pt x="2143125" y="554088"/>
                  </a:lnTo>
                  <a:lnTo>
                    <a:pt x="2143125" y="556717"/>
                  </a:lnTo>
                  <a:lnTo>
                    <a:pt x="2143595" y="557834"/>
                  </a:lnTo>
                  <a:lnTo>
                    <a:pt x="2145461" y="559701"/>
                  </a:lnTo>
                  <a:lnTo>
                    <a:pt x="2146579" y="560158"/>
                  </a:lnTo>
                  <a:lnTo>
                    <a:pt x="2149208" y="560158"/>
                  </a:lnTo>
                  <a:lnTo>
                    <a:pt x="2150326" y="559701"/>
                  </a:lnTo>
                  <a:lnTo>
                    <a:pt x="2152192" y="557834"/>
                  </a:lnTo>
                  <a:lnTo>
                    <a:pt x="2152650" y="556717"/>
                  </a:lnTo>
                  <a:lnTo>
                    <a:pt x="2152650" y="554088"/>
                  </a:lnTo>
                  <a:close/>
                </a:path>
                <a:path w="4533900" h="2762885">
                  <a:moveTo>
                    <a:pt x="2152650" y="3454"/>
                  </a:moveTo>
                  <a:lnTo>
                    <a:pt x="2152192" y="2324"/>
                  </a:lnTo>
                  <a:lnTo>
                    <a:pt x="2150326" y="469"/>
                  </a:lnTo>
                  <a:lnTo>
                    <a:pt x="2149208" y="0"/>
                  </a:lnTo>
                  <a:lnTo>
                    <a:pt x="2146579" y="0"/>
                  </a:lnTo>
                  <a:lnTo>
                    <a:pt x="2145461" y="469"/>
                  </a:lnTo>
                  <a:lnTo>
                    <a:pt x="2143595" y="2324"/>
                  </a:lnTo>
                  <a:lnTo>
                    <a:pt x="2143125" y="3454"/>
                  </a:lnTo>
                  <a:lnTo>
                    <a:pt x="2143125" y="6083"/>
                  </a:lnTo>
                  <a:lnTo>
                    <a:pt x="2143595" y="7200"/>
                  </a:lnTo>
                  <a:lnTo>
                    <a:pt x="2145461" y="9067"/>
                  </a:lnTo>
                  <a:lnTo>
                    <a:pt x="2146579" y="9525"/>
                  </a:lnTo>
                  <a:lnTo>
                    <a:pt x="2149208" y="9525"/>
                  </a:lnTo>
                  <a:lnTo>
                    <a:pt x="2150326" y="9067"/>
                  </a:lnTo>
                  <a:lnTo>
                    <a:pt x="2152192" y="7200"/>
                  </a:lnTo>
                  <a:lnTo>
                    <a:pt x="2152650" y="6083"/>
                  </a:lnTo>
                  <a:lnTo>
                    <a:pt x="2152650" y="3454"/>
                  </a:lnTo>
                  <a:close/>
                </a:path>
                <a:path w="4533900" h="2762885">
                  <a:moveTo>
                    <a:pt x="2200275" y="2756611"/>
                  </a:moveTo>
                  <a:lnTo>
                    <a:pt x="2199817" y="2755493"/>
                  </a:lnTo>
                  <a:lnTo>
                    <a:pt x="2197951" y="2753626"/>
                  </a:lnTo>
                  <a:lnTo>
                    <a:pt x="2196833" y="2753156"/>
                  </a:lnTo>
                  <a:lnTo>
                    <a:pt x="2194204" y="2753156"/>
                  </a:lnTo>
                  <a:lnTo>
                    <a:pt x="2193086" y="2753626"/>
                  </a:lnTo>
                  <a:lnTo>
                    <a:pt x="2191220" y="2755493"/>
                  </a:lnTo>
                  <a:lnTo>
                    <a:pt x="2190750" y="2756611"/>
                  </a:lnTo>
                  <a:lnTo>
                    <a:pt x="2190750" y="2759240"/>
                  </a:lnTo>
                  <a:lnTo>
                    <a:pt x="2191220" y="2760357"/>
                  </a:lnTo>
                  <a:lnTo>
                    <a:pt x="2193086" y="2762224"/>
                  </a:lnTo>
                  <a:lnTo>
                    <a:pt x="2194204" y="2762681"/>
                  </a:lnTo>
                  <a:lnTo>
                    <a:pt x="2196833" y="2762681"/>
                  </a:lnTo>
                  <a:lnTo>
                    <a:pt x="2197951" y="2762224"/>
                  </a:lnTo>
                  <a:lnTo>
                    <a:pt x="2199817" y="2760357"/>
                  </a:lnTo>
                  <a:lnTo>
                    <a:pt x="2200275" y="2759240"/>
                  </a:lnTo>
                  <a:lnTo>
                    <a:pt x="2200275" y="2756611"/>
                  </a:lnTo>
                  <a:close/>
                </a:path>
                <a:path w="4533900" h="2762885">
                  <a:moveTo>
                    <a:pt x="2200275" y="2205977"/>
                  </a:moveTo>
                  <a:lnTo>
                    <a:pt x="2199817" y="2204859"/>
                  </a:lnTo>
                  <a:lnTo>
                    <a:pt x="2197951" y="2202992"/>
                  </a:lnTo>
                  <a:lnTo>
                    <a:pt x="2196833" y="2202535"/>
                  </a:lnTo>
                  <a:lnTo>
                    <a:pt x="2194204" y="2202535"/>
                  </a:lnTo>
                  <a:lnTo>
                    <a:pt x="2193086" y="2202992"/>
                  </a:lnTo>
                  <a:lnTo>
                    <a:pt x="2191220" y="2204859"/>
                  </a:lnTo>
                  <a:lnTo>
                    <a:pt x="2190750" y="2205977"/>
                  </a:lnTo>
                  <a:lnTo>
                    <a:pt x="2190750" y="2208606"/>
                  </a:lnTo>
                  <a:lnTo>
                    <a:pt x="2191220" y="2209736"/>
                  </a:lnTo>
                  <a:lnTo>
                    <a:pt x="2193086" y="2211590"/>
                  </a:lnTo>
                  <a:lnTo>
                    <a:pt x="2194204" y="2212060"/>
                  </a:lnTo>
                  <a:lnTo>
                    <a:pt x="2196833" y="2212060"/>
                  </a:lnTo>
                  <a:lnTo>
                    <a:pt x="2197951" y="2211590"/>
                  </a:lnTo>
                  <a:lnTo>
                    <a:pt x="2199817" y="2209736"/>
                  </a:lnTo>
                  <a:lnTo>
                    <a:pt x="2200275" y="2208606"/>
                  </a:lnTo>
                  <a:lnTo>
                    <a:pt x="2200275" y="2205977"/>
                  </a:lnTo>
                  <a:close/>
                </a:path>
                <a:path w="4533900" h="2762885">
                  <a:moveTo>
                    <a:pt x="2200275" y="1655343"/>
                  </a:moveTo>
                  <a:lnTo>
                    <a:pt x="2199817" y="1654225"/>
                  </a:lnTo>
                  <a:lnTo>
                    <a:pt x="2197951" y="1652358"/>
                  </a:lnTo>
                  <a:lnTo>
                    <a:pt x="2196833" y="1651901"/>
                  </a:lnTo>
                  <a:lnTo>
                    <a:pt x="2194204" y="1651901"/>
                  </a:lnTo>
                  <a:lnTo>
                    <a:pt x="2193086" y="1652358"/>
                  </a:lnTo>
                  <a:lnTo>
                    <a:pt x="2191220" y="1654225"/>
                  </a:lnTo>
                  <a:lnTo>
                    <a:pt x="2190750" y="1655343"/>
                  </a:lnTo>
                  <a:lnTo>
                    <a:pt x="2190750" y="1657972"/>
                  </a:lnTo>
                  <a:lnTo>
                    <a:pt x="2191220" y="1659102"/>
                  </a:lnTo>
                  <a:lnTo>
                    <a:pt x="2193086" y="1660956"/>
                  </a:lnTo>
                  <a:lnTo>
                    <a:pt x="2194204" y="1661426"/>
                  </a:lnTo>
                  <a:lnTo>
                    <a:pt x="2196833" y="1661426"/>
                  </a:lnTo>
                  <a:lnTo>
                    <a:pt x="2197951" y="1660956"/>
                  </a:lnTo>
                  <a:lnTo>
                    <a:pt x="2199817" y="1659102"/>
                  </a:lnTo>
                  <a:lnTo>
                    <a:pt x="2200275" y="1657972"/>
                  </a:lnTo>
                  <a:lnTo>
                    <a:pt x="2200275" y="1655343"/>
                  </a:lnTo>
                  <a:close/>
                </a:path>
                <a:path w="4533900" h="2762885">
                  <a:moveTo>
                    <a:pt x="2200275" y="1104709"/>
                  </a:moveTo>
                  <a:lnTo>
                    <a:pt x="2199817" y="1103591"/>
                  </a:lnTo>
                  <a:lnTo>
                    <a:pt x="2197951" y="1101737"/>
                  </a:lnTo>
                  <a:lnTo>
                    <a:pt x="2196833" y="1101267"/>
                  </a:lnTo>
                  <a:lnTo>
                    <a:pt x="2194204" y="1101267"/>
                  </a:lnTo>
                  <a:lnTo>
                    <a:pt x="2193086" y="1101737"/>
                  </a:lnTo>
                  <a:lnTo>
                    <a:pt x="2191220" y="1103591"/>
                  </a:lnTo>
                  <a:lnTo>
                    <a:pt x="2190750" y="1104709"/>
                  </a:lnTo>
                  <a:lnTo>
                    <a:pt x="2190750" y="1107351"/>
                  </a:lnTo>
                  <a:lnTo>
                    <a:pt x="2191220" y="1108468"/>
                  </a:lnTo>
                  <a:lnTo>
                    <a:pt x="2193086" y="1110322"/>
                  </a:lnTo>
                  <a:lnTo>
                    <a:pt x="2194204" y="1110792"/>
                  </a:lnTo>
                  <a:lnTo>
                    <a:pt x="2196833" y="1110792"/>
                  </a:lnTo>
                  <a:lnTo>
                    <a:pt x="2197951" y="1110322"/>
                  </a:lnTo>
                  <a:lnTo>
                    <a:pt x="2199817" y="1108468"/>
                  </a:lnTo>
                  <a:lnTo>
                    <a:pt x="2200275" y="1107351"/>
                  </a:lnTo>
                  <a:lnTo>
                    <a:pt x="2200275" y="1104709"/>
                  </a:lnTo>
                  <a:close/>
                </a:path>
                <a:path w="4533900" h="2762885">
                  <a:moveTo>
                    <a:pt x="2200275" y="554088"/>
                  </a:moveTo>
                  <a:lnTo>
                    <a:pt x="2199817" y="552958"/>
                  </a:lnTo>
                  <a:lnTo>
                    <a:pt x="2197951" y="551103"/>
                  </a:lnTo>
                  <a:lnTo>
                    <a:pt x="2196833" y="550633"/>
                  </a:lnTo>
                  <a:lnTo>
                    <a:pt x="2194204" y="550633"/>
                  </a:lnTo>
                  <a:lnTo>
                    <a:pt x="2193086" y="551103"/>
                  </a:lnTo>
                  <a:lnTo>
                    <a:pt x="2191220" y="552958"/>
                  </a:lnTo>
                  <a:lnTo>
                    <a:pt x="2190750" y="554088"/>
                  </a:lnTo>
                  <a:lnTo>
                    <a:pt x="2190750" y="556717"/>
                  </a:lnTo>
                  <a:lnTo>
                    <a:pt x="2191220" y="557834"/>
                  </a:lnTo>
                  <a:lnTo>
                    <a:pt x="2193086" y="559701"/>
                  </a:lnTo>
                  <a:lnTo>
                    <a:pt x="2194204" y="560158"/>
                  </a:lnTo>
                  <a:lnTo>
                    <a:pt x="2196833" y="560158"/>
                  </a:lnTo>
                  <a:lnTo>
                    <a:pt x="2197951" y="559701"/>
                  </a:lnTo>
                  <a:lnTo>
                    <a:pt x="2199817" y="557834"/>
                  </a:lnTo>
                  <a:lnTo>
                    <a:pt x="2200275" y="556717"/>
                  </a:lnTo>
                  <a:lnTo>
                    <a:pt x="2200275" y="554088"/>
                  </a:lnTo>
                  <a:close/>
                </a:path>
                <a:path w="4533900" h="2762885">
                  <a:moveTo>
                    <a:pt x="2200275" y="3454"/>
                  </a:moveTo>
                  <a:lnTo>
                    <a:pt x="2199817" y="2324"/>
                  </a:lnTo>
                  <a:lnTo>
                    <a:pt x="2197951" y="469"/>
                  </a:lnTo>
                  <a:lnTo>
                    <a:pt x="2196833" y="0"/>
                  </a:lnTo>
                  <a:lnTo>
                    <a:pt x="2194204" y="0"/>
                  </a:lnTo>
                  <a:lnTo>
                    <a:pt x="2193086" y="469"/>
                  </a:lnTo>
                  <a:lnTo>
                    <a:pt x="2191220" y="2324"/>
                  </a:lnTo>
                  <a:lnTo>
                    <a:pt x="2190750" y="3454"/>
                  </a:lnTo>
                  <a:lnTo>
                    <a:pt x="2190750" y="6083"/>
                  </a:lnTo>
                  <a:lnTo>
                    <a:pt x="2191220" y="7200"/>
                  </a:lnTo>
                  <a:lnTo>
                    <a:pt x="2193086" y="9067"/>
                  </a:lnTo>
                  <a:lnTo>
                    <a:pt x="2194204" y="9525"/>
                  </a:lnTo>
                  <a:lnTo>
                    <a:pt x="2196833" y="9525"/>
                  </a:lnTo>
                  <a:lnTo>
                    <a:pt x="2197951" y="9067"/>
                  </a:lnTo>
                  <a:lnTo>
                    <a:pt x="2199817" y="7200"/>
                  </a:lnTo>
                  <a:lnTo>
                    <a:pt x="2200275" y="6083"/>
                  </a:lnTo>
                  <a:lnTo>
                    <a:pt x="2200275" y="3454"/>
                  </a:lnTo>
                  <a:close/>
                </a:path>
                <a:path w="4533900" h="2762885">
                  <a:moveTo>
                    <a:pt x="2247900" y="2756611"/>
                  </a:moveTo>
                  <a:lnTo>
                    <a:pt x="2247442" y="2755493"/>
                  </a:lnTo>
                  <a:lnTo>
                    <a:pt x="2245576" y="2753626"/>
                  </a:lnTo>
                  <a:lnTo>
                    <a:pt x="2244458" y="2753156"/>
                  </a:lnTo>
                  <a:lnTo>
                    <a:pt x="2241829" y="2753156"/>
                  </a:lnTo>
                  <a:lnTo>
                    <a:pt x="2240711" y="2753626"/>
                  </a:lnTo>
                  <a:lnTo>
                    <a:pt x="2238845" y="2755493"/>
                  </a:lnTo>
                  <a:lnTo>
                    <a:pt x="2238375" y="2756611"/>
                  </a:lnTo>
                  <a:lnTo>
                    <a:pt x="2238375" y="2759240"/>
                  </a:lnTo>
                  <a:lnTo>
                    <a:pt x="2238845" y="2760357"/>
                  </a:lnTo>
                  <a:lnTo>
                    <a:pt x="2240711" y="2762224"/>
                  </a:lnTo>
                  <a:lnTo>
                    <a:pt x="2241829" y="2762681"/>
                  </a:lnTo>
                  <a:lnTo>
                    <a:pt x="2244458" y="2762681"/>
                  </a:lnTo>
                  <a:lnTo>
                    <a:pt x="2245576" y="2762224"/>
                  </a:lnTo>
                  <a:lnTo>
                    <a:pt x="2247442" y="2760357"/>
                  </a:lnTo>
                  <a:lnTo>
                    <a:pt x="2247900" y="2759240"/>
                  </a:lnTo>
                  <a:lnTo>
                    <a:pt x="2247900" y="2756611"/>
                  </a:lnTo>
                  <a:close/>
                </a:path>
                <a:path w="4533900" h="2762885">
                  <a:moveTo>
                    <a:pt x="2247900" y="2205977"/>
                  </a:moveTo>
                  <a:lnTo>
                    <a:pt x="2247442" y="2204859"/>
                  </a:lnTo>
                  <a:lnTo>
                    <a:pt x="2245576" y="2202992"/>
                  </a:lnTo>
                  <a:lnTo>
                    <a:pt x="2244458" y="2202535"/>
                  </a:lnTo>
                  <a:lnTo>
                    <a:pt x="2241829" y="2202535"/>
                  </a:lnTo>
                  <a:lnTo>
                    <a:pt x="2240711" y="2202992"/>
                  </a:lnTo>
                  <a:lnTo>
                    <a:pt x="2238845" y="2204859"/>
                  </a:lnTo>
                  <a:lnTo>
                    <a:pt x="2238375" y="2205977"/>
                  </a:lnTo>
                  <a:lnTo>
                    <a:pt x="2238375" y="2208606"/>
                  </a:lnTo>
                  <a:lnTo>
                    <a:pt x="2238845" y="2209736"/>
                  </a:lnTo>
                  <a:lnTo>
                    <a:pt x="2240711" y="2211590"/>
                  </a:lnTo>
                  <a:lnTo>
                    <a:pt x="2241829" y="2212060"/>
                  </a:lnTo>
                  <a:lnTo>
                    <a:pt x="2244458" y="2212060"/>
                  </a:lnTo>
                  <a:lnTo>
                    <a:pt x="2245576" y="2211590"/>
                  </a:lnTo>
                  <a:lnTo>
                    <a:pt x="2247442" y="2209736"/>
                  </a:lnTo>
                  <a:lnTo>
                    <a:pt x="2247900" y="2208606"/>
                  </a:lnTo>
                  <a:lnTo>
                    <a:pt x="2247900" y="2205977"/>
                  </a:lnTo>
                  <a:close/>
                </a:path>
                <a:path w="4533900" h="2762885">
                  <a:moveTo>
                    <a:pt x="2247900" y="1655343"/>
                  </a:moveTo>
                  <a:lnTo>
                    <a:pt x="2247442" y="1654225"/>
                  </a:lnTo>
                  <a:lnTo>
                    <a:pt x="2245576" y="1652358"/>
                  </a:lnTo>
                  <a:lnTo>
                    <a:pt x="2244458" y="1651901"/>
                  </a:lnTo>
                  <a:lnTo>
                    <a:pt x="2241829" y="1651901"/>
                  </a:lnTo>
                  <a:lnTo>
                    <a:pt x="2240711" y="1652358"/>
                  </a:lnTo>
                  <a:lnTo>
                    <a:pt x="2238845" y="1654225"/>
                  </a:lnTo>
                  <a:lnTo>
                    <a:pt x="2238375" y="1655343"/>
                  </a:lnTo>
                  <a:lnTo>
                    <a:pt x="2238375" y="1657972"/>
                  </a:lnTo>
                  <a:lnTo>
                    <a:pt x="2238845" y="1659102"/>
                  </a:lnTo>
                  <a:lnTo>
                    <a:pt x="2240711" y="1660956"/>
                  </a:lnTo>
                  <a:lnTo>
                    <a:pt x="2241829" y="1661426"/>
                  </a:lnTo>
                  <a:lnTo>
                    <a:pt x="2244458" y="1661426"/>
                  </a:lnTo>
                  <a:lnTo>
                    <a:pt x="2245576" y="1660956"/>
                  </a:lnTo>
                  <a:lnTo>
                    <a:pt x="2247442" y="1659102"/>
                  </a:lnTo>
                  <a:lnTo>
                    <a:pt x="2247900" y="1657972"/>
                  </a:lnTo>
                  <a:lnTo>
                    <a:pt x="2247900" y="1655343"/>
                  </a:lnTo>
                  <a:close/>
                </a:path>
                <a:path w="4533900" h="2762885">
                  <a:moveTo>
                    <a:pt x="2247900" y="1104709"/>
                  </a:moveTo>
                  <a:lnTo>
                    <a:pt x="2247442" y="1103591"/>
                  </a:lnTo>
                  <a:lnTo>
                    <a:pt x="2245576" y="1101737"/>
                  </a:lnTo>
                  <a:lnTo>
                    <a:pt x="2244458" y="1101267"/>
                  </a:lnTo>
                  <a:lnTo>
                    <a:pt x="2241829" y="1101267"/>
                  </a:lnTo>
                  <a:lnTo>
                    <a:pt x="2240711" y="1101737"/>
                  </a:lnTo>
                  <a:lnTo>
                    <a:pt x="2238845" y="1103591"/>
                  </a:lnTo>
                  <a:lnTo>
                    <a:pt x="2238375" y="1104709"/>
                  </a:lnTo>
                  <a:lnTo>
                    <a:pt x="2238375" y="1107351"/>
                  </a:lnTo>
                  <a:lnTo>
                    <a:pt x="2238845" y="1108468"/>
                  </a:lnTo>
                  <a:lnTo>
                    <a:pt x="2240711" y="1110322"/>
                  </a:lnTo>
                  <a:lnTo>
                    <a:pt x="2241829" y="1110792"/>
                  </a:lnTo>
                  <a:lnTo>
                    <a:pt x="2244458" y="1110792"/>
                  </a:lnTo>
                  <a:lnTo>
                    <a:pt x="2245576" y="1110322"/>
                  </a:lnTo>
                  <a:lnTo>
                    <a:pt x="2247442" y="1108468"/>
                  </a:lnTo>
                  <a:lnTo>
                    <a:pt x="2247900" y="1107351"/>
                  </a:lnTo>
                  <a:lnTo>
                    <a:pt x="2247900" y="1104709"/>
                  </a:lnTo>
                  <a:close/>
                </a:path>
                <a:path w="4533900" h="2762885">
                  <a:moveTo>
                    <a:pt x="2247900" y="554088"/>
                  </a:moveTo>
                  <a:lnTo>
                    <a:pt x="2247442" y="552958"/>
                  </a:lnTo>
                  <a:lnTo>
                    <a:pt x="2245576" y="551103"/>
                  </a:lnTo>
                  <a:lnTo>
                    <a:pt x="2244458" y="550633"/>
                  </a:lnTo>
                  <a:lnTo>
                    <a:pt x="2241829" y="550633"/>
                  </a:lnTo>
                  <a:lnTo>
                    <a:pt x="2240711" y="551103"/>
                  </a:lnTo>
                  <a:lnTo>
                    <a:pt x="2238845" y="552958"/>
                  </a:lnTo>
                  <a:lnTo>
                    <a:pt x="2238375" y="554088"/>
                  </a:lnTo>
                  <a:lnTo>
                    <a:pt x="2238375" y="556717"/>
                  </a:lnTo>
                  <a:lnTo>
                    <a:pt x="2238845" y="557834"/>
                  </a:lnTo>
                  <a:lnTo>
                    <a:pt x="2240711" y="559701"/>
                  </a:lnTo>
                  <a:lnTo>
                    <a:pt x="2241829" y="560158"/>
                  </a:lnTo>
                  <a:lnTo>
                    <a:pt x="2244458" y="560158"/>
                  </a:lnTo>
                  <a:lnTo>
                    <a:pt x="2245576" y="559701"/>
                  </a:lnTo>
                  <a:lnTo>
                    <a:pt x="2247442" y="557834"/>
                  </a:lnTo>
                  <a:lnTo>
                    <a:pt x="2247900" y="556717"/>
                  </a:lnTo>
                  <a:lnTo>
                    <a:pt x="2247900" y="554088"/>
                  </a:lnTo>
                  <a:close/>
                </a:path>
                <a:path w="4533900" h="2762885">
                  <a:moveTo>
                    <a:pt x="2247900" y="3454"/>
                  </a:moveTo>
                  <a:lnTo>
                    <a:pt x="2247442" y="2324"/>
                  </a:lnTo>
                  <a:lnTo>
                    <a:pt x="2245576" y="469"/>
                  </a:lnTo>
                  <a:lnTo>
                    <a:pt x="2244458" y="0"/>
                  </a:lnTo>
                  <a:lnTo>
                    <a:pt x="2241829" y="0"/>
                  </a:lnTo>
                  <a:lnTo>
                    <a:pt x="2240711" y="469"/>
                  </a:lnTo>
                  <a:lnTo>
                    <a:pt x="2238845" y="2324"/>
                  </a:lnTo>
                  <a:lnTo>
                    <a:pt x="2238375" y="3454"/>
                  </a:lnTo>
                  <a:lnTo>
                    <a:pt x="2238375" y="6083"/>
                  </a:lnTo>
                  <a:lnTo>
                    <a:pt x="2238845" y="7200"/>
                  </a:lnTo>
                  <a:lnTo>
                    <a:pt x="2240711" y="9067"/>
                  </a:lnTo>
                  <a:lnTo>
                    <a:pt x="2241829" y="9525"/>
                  </a:lnTo>
                  <a:lnTo>
                    <a:pt x="2244458" y="9525"/>
                  </a:lnTo>
                  <a:lnTo>
                    <a:pt x="2245576" y="9067"/>
                  </a:lnTo>
                  <a:lnTo>
                    <a:pt x="2247442" y="7200"/>
                  </a:lnTo>
                  <a:lnTo>
                    <a:pt x="2247900" y="6083"/>
                  </a:lnTo>
                  <a:lnTo>
                    <a:pt x="2247900" y="3454"/>
                  </a:lnTo>
                  <a:close/>
                </a:path>
                <a:path w="4533900" h="2762885">
                  <a:moveTo>
                    <a:pt x="2295525" y="2756611"/>
                  </a:moveTo>
                  <a:lnTo>
                    <a:pt x="2295067" y="2755493"/>
                  </a:lnTo>
                  <a:lnTo>
                    <a:pt x="2293201" y="2753626"/>
                  </a:lnTo>
                  <a:lnTo>
                    <a:pt x="2292083" y="2753156"/>
                  </a:lnTo>
                  <a:lnTo>
                    <a:pt x="2289454" y="2753156"/>
                  </a:lnTo>
                  <a:lnTo>
                    <a:pt x="2288336" y="2753626"/>
                  </a:lnTo>
                  <a:lnTo>
                    <a:pt x="2286470" y="2755493"/>
                  </a:lnTo>
                  <a:lnTo>
                    <a:pt x="2286000" y="2756611"/>
                  </a:lnTo>
                  <a:lnTo>
                    <a:pt x="2286000" y="2759240"/>
                  </a:lnTo>
                  <a:lnTo>
                    <a:pt x="2286470" y="2760357"/>
                  </a:lnTo>
                  <a:lnTo>
                    <a:pt x="2288336" y="2762224"/>
                  </a:lnTo>
                  <a:lnTo>
                    <a:pt x="2289454" y="2762681"/>
                  </a:lnTo>
                  <a:lnTo>
                    <a:pt x="2292083" y="2762681"/>
                  </a:lnTo>
                  <a:lnTo>
                    <a:pt x="2293201" y="2762224"/>
                  </a:lnTo>
                  <a:lnTo>
                    <a:pt x="2295067" y="2760357"/>
                  </a:lnTo>
                  <a:lnTo>
                    <a:pt x="2295525" y="2759240"/>
                  </a:lnTo>
                  <a:lnTo>
                    <a:pt x="2295525" y="2756611"/>
                  </a:lnTo>
                  <a:close/>
                </a:path>
                <a:path w="4533900" h="2762885">
                  <a:moveTo>
                    <a:pt x="2295525" y="2205977"/>
                  </a:moveTo>
                  <a:lnTo>
                    <a:pt x="2295067" y="2204859"/>
                  </a:lnTo>
                  <a:lnTo>
                    <a:pt x="2293201" y="2202992"/>
                  </a:lnTo>
                  <a:lnTo>
                    <a:pt x="2292083" y="2202535"/>
                  </a:lnTo>
                  <a:lnTo>
                    <a:pt x="2289454" y="2202535"/>
                  </a:lnTo>
                  <a:lnTo>
                    <a:pt x="2288336" y="2202992"/>
                  </a:lnTo>
                  <a:lnTo>
                    <a:pt x="2286470" y="2204859"/>
                  </a:lnTo>
                  <a:lnTo>
                    <a:pt x="2286000" y="2205977"/>
                  </a:lnTo>
                  <a:lnTo>
                    <a:pt x="2286000" y="2208606"/>
                  </a:lnTo>
                  <a:lnTo>
                    <a:pt x="2286470" y="2209736"/>
                  </a:lnTo>
                  <a:lnTo>
                    <a:pt x="2288336" y="2211590"/>
                  </a:lnTo>
                  <a:lnTo>
                    <a:pt x="2289454" y="2212060"/>
                  </a:lnTo>
                  <a:lnTo>
                    <a:pt x="2292083" y="2212060"/>
                  </a:lnTo>
                  <a:lnTo>
                    <a:pt x="2293201" y="2211590"/>
                  </a:lnTo>
                  <a:lnTo>
                    <a:pt x="2295067" y="2209736"/>
                  </a:lnTo>
                  <a:lnTo>
                    <a:pt x="2295525" y="2208606"/>
                  </a:lnTo>
                  <a:lnTo>
                    <a:pt x="2295525" y="2205977"/>
                  </a:lnTo>
                  <a:close/>
                </a:path>
                <a:path w="4533900" h="2762885">
                  <a:moveTo>
                    <a:pt x="2295525" y="1655343"/>
                  </a:moveTo>
                  <a:lnTo>
                    <a:pt x="2295067" y="1654225"/>
                  </a:lnTo>
                  <a:lnTo>
                    <a:pt x="2293201" y="1652358"/>
                  </a:lnTo>
                  <a:lnTo>
                    <a:pt x="2292083" y="1651901"/>
                  </a:lnTo>
                  <a:lnTo>
                    <a:pt x="2289454" y="1651901"/>
                  </a:lnTo>
                  <a:lnTo>
                    <a:pt x="2288336" y="1652358"/>
                  </a:lnTo>
                  <a:lnTo>
                    <a:pt x="2286470" y="1654225"/>
                  </a:lnTo>
                  <a:lnTo>
                    <a:pt x="2286000" y="1655343"/>
                  </a:lnTo>
                  <a:lnTo>
                    <a:pt x="2286000" y="1657972"/>
                  </a:lnTo>
                  <a:lnTo>
                    <a:pt x="2286470" y="1659102"/>
                  </a:lnTo>
                  <a:lnTo>
                    <a:pt x="2288336" y="1660956"/>
                  </a:lnTo>
                  <a:lnTo>
                    <a:pt x="2289454" y="1661426"/>
                  </a:lnTo>
                  <a:lnTo>
                    <a:pt x="2292083" y="1661426"/>
                  </a:lnTo>
                  <a:lnTo>
                    <a:pt x="2293201" y="1660956"/>
                  </a:lnTo>
                  <a:lnTo>
                    <a:pt x="2295067" y="1659102"/>
                  </a:lnTo>
                  <a:lnTo>
                    <a:pt x="2295525" y="1657972"/>
                  </a:lnTo>
                  <a:lnTo>
                    <a:pt x="2295525" y="1655343"/>
                  </a:lnTo>
                  <a:close/>
                </a:path>
                <a:path w="4533900" h="2762885">
                  <a:moveTo>
                    <a:pt x="2295525" y="1104709"/>
                  </a:moveTo>
                  <a:lnTo>
                    <a:pt x="2295067" y="1103591"/>
                  </a:lnTo>
                  <a:lnTo>
                    <a:pt x="2293201" y="1101737"/>
                  </a:lnTo>
                  <a:lnTo>
                    <a:pt x="2292083" y="1101267"/>
                  </a:lnTo>
                  <a:lnTo>
                    <a:pt x="2289454" y="1101267"/>
                  </a:lnTo>
                  <a:lnTo>
                    <a:pt x="2288336" y="1101737"/>
                  </a:lnTo>
                  <a:lnTo>
                    <a:pt x="2286470" y="1103591"/>
                  </a:lnTo>
                  <a:lnTo>
                    <a:pt x="2286000" y="1104709"/>
                  </a:lnTo>
                  <a:lnTo>
                    <a:pt x="2286000" y="1107351"/>
                  </a:lnTo>
                  <a:lnTo>
                    <a:pt x="2286470" y="1108468"/>
                  </a:lnTo>
                  <a:lnTo>
                    <a:pt x="2288336" y="1110322"/>
                  </a:lnTo>
                  <a:lnTo>
                    <a:pt x="2289454" y="1110792"/>
                  </a:lnTo>
                  <a:lnTo>
                    <a:pt x="2292083" y="1110792"/>
                  </a:lnTo>
                  <a:lnTo>
                    <a:pt x="2293201" y="1110322"/>
                  </a:lnTo>
                  <a:lnTo>
                    <a:pt x="2295067" y="1108468"/>
                  </a:lnTo>
                  <a:lnTo>
                    <a:pt x="2295525" y="1107351"/>
                  </a:lnTo>
                  <a:lnTo>
                    <a:pt x="2295525" y="1104709"/>
                  </a:lnTo>
                  <a:close/>
                </a:path>
                <a:path w="4533900" h="2762885">
                  <a:moveTo>
                    <a:pt x="2295525" y="554088"/>
                  </a:moveTo>
                  <a:lnTo>
                    <a:pt x="2295067" y="552958"/>
                  </a:lnTo>
                  <a:lnTo>
                    <a:pt x="2293201" y="551103"/>
                  </a:lnTo>
                  <a:lnTo>
                    <a:pt x="2292083" y="550633"/>
                  </a:lnTo>
                  <a:lnTo>
                    <a:pt x="2289454" y="550633"/>
                  </a:lnTo>
                  <a:lnTo>
                    <a:pt x="2288336" y="551103"/>
                  </a:lnTo>
                  <a:lnTo>
                    <a:pt x="2286470" y="552958"/>
                  </a:lnTo>
                  <a:lnTo>
                    <a:pt x="2286000" y="554088"/>
                  </a:lnTo>
                  <a:lnTo>
                    <a:pt x="2286000" y="556717"/>
                  </a:lnTo>
                  <a:lnTo>
                    <a:pt x="2286470" y="557834"/>
                  </a:lnTo>
                  <a:lnTo>
                    <a:pt x="2288336" y="559701"/>
                  </a:lnTo>
                  <a:lnTo>
                    <a:pt x="2289454" y="560158"/>
                  </a:lnTo>
                  <a:lnTo>
                    <a:pt x="2292083" y="560158"/>
                  </a:lnTo>
                  <a:lnTo>
                    <a:pt x="2293201" y="559701"/>
                  </a:lnTo>
                  <a:lnTo>
                    <a:pt x="2295067" y="557834"/>
                  </a:lnTo>
                  <a:lnTo>
                    <a:pt x="2295525" y="556717"/>
                  </a:lnTo>
                  <a:lnTo>
                    <a:pt x="2295525" y="554088"/>
                  </a:lnTo>
                  <a:close/>
                </a:path>
                <a:path w="4533900" h="2762885">
                  <a:moveTo>
                    <a:pt x="2295525" y="3454"/>
                  </a:moveTo>
                  <a:lnTo>
                    <a:pt x="2295067" y="2324"/>
                  </a:lnTo>
                  <a:lnTo>
                    <a:pt x="2293201" y="469"/>
                  </a:lnTo>
                  <a:lnTo>
                    <a:pt x="2292083" y="0"/>
                  </a:lnTo>
                  <a:lnTo>
                    <a:pt x="2289454" y="0"/>
                  </a:lnTo>
                  <a:lnTo>
                    <a:pt x="2288336" y="469"/>
                  </a:lnTo>
                  <a:lnTo>
                    <a:pt x="2286470" y="2324"/>
                  </a:lnTo>
                  <a:lnTo>
                    <a:pt x="2286000" y="3454"/>
                  </a:lnTo>
                  <a:lnTo>
                    <a:pt x="2286000" y="6083"/>
                  </a:lnTo>
                  <a:lnTo>
                    <a:pt x="2286470" y="7200"/>
                  </a:lnTo>
                  <a:lnTo>
                    <a:pt x="2288336" y="9067"/>
                  </a:lnTo>
                  <a:lnTo>
                    <a:pt x="2289454" y="9525"/>
                  </a:lnTo>
                  <a:lnTo>
                    <a:pt x="2292083" y="9525"/>
                  </a:lnTo>
                  <a:lnTo>
                    <a:pt x="2293201" y="9067"/>
                  </a:lnTo>
                  <a:lnTo>
                    <a:pt x="2295067" y="7200"/>
                  </a:lnTo>
                  <a:lnTo>
                    <a:pt x="2295525" y="6083"/>
                  </a:lnTo>
                  <a:lnTo>
                    <a:pt x="2295525" y="3454"/>
                  </a:lnTo>
                  <a:close/>
                </a:path>
                <a:path w="4533900" h="2762885">
                  <a:moveTo>
                    <a:pt x="2343150" y="2756611"/>
                  </a:moveTo>
                  <a:lnTo>
                    <a:pt x="2342692" y="2755493"/>
                  </a:lnTo>
                  <a:lnTo>
                    <a:pt x="2340826" y="2753626"/>
                  </a:lnTo>
                  <a:lnTo>
                    <a:pt x="2339708" y="2753156"/>
                  </a:lnTo>
                  <a:lnTo>
                    <a:pt x="2337079" y="2753156"/>
                  </a:lnTo>
                  <a:lnTo>
                    <a:pt x="2335961" y="2753626"/>
                  </a:lnTo>
                  <a:lnTo>
                    <a:pt x="2334095" y="2755493"/>
                  </a:lnTo>
                  <a:lnTo>
                    <a:pt x="2333625" y="2756611"/>
                  </a:lnTo>
                  <a:lnTo>
                    <a:pt x="2333625" y="2759240"/>
                  </a:lnTo>
                  <a:lnTo>
                    <a:pt x="2334095" y="2760357"/>
                  </a:lnTo>
                  <a:lnTo>
                    <a:pt x="2335961" y="2762224"/>
                  </a:lnTo>
                  <a:lnTo>
                    <a:pt x="2337079" y="2762681"/>
                  </a:lnTo>
                  <a:lnTo>
                    <a:pt x="2339708" y="2762681"/>
                  </a:lnTo>
                  <a:lnTo>
                    <a:pt x="2340826" y="2762224"/>
                  </a:lnTo>
                  <a:lnTo>
                    <a:pt x="2342692" y="2760357"/>
                  </a:lnTo>
                  <a:lnTo>
                    <a:pt x="2343150" y="2759240"/>
                  </a:lnTo>
                  <a:lnTo>
                    <a:pt x="2343150" y="2756611"/>
                  </a:lnTo>
                  <a:close/>
                </a:path>
                <a:path w="4533900" h="2762885">
                  <a:moveTo>
                    <a:pt x="2343150" y="2205977"/>
                  </a:moveTo>
                  <a:lnTo>
                    <a:pt x="2342692" y="2204859"/>
                  </a:lnTo>
                  <a:lnTo>
                    <a:pt x="2340826" y="2202992"/>
                  </a:lnTo>
                  <a:lnTo>
                    <a:pt x="2339708" y="2202535"/>
                  </a:lnTo>
                  <a:lnTo>
                    <a:pt x="2337079" y="2202535"/>
                  </a:lnTo>
                  <a:lnTo>
                    <a:pt x="2335961" y="2202992"/>
                  </a:lnTo>
                  <a:lnTo>
                    <a:pt x="2334095" y="2204859"/>
                  </a:lnTo>
                  <a:lnTo>
                    <a:pt x="2333625" y="2205977"/>
                  </a:lnTo>
                  <a:lnTo>
                    <a:pt x="2333625" y="2208606"/>
                  </a:lnTo>
                  <a:lnTo>
                    <a:pt x="2334095" y="2209736"/>
                  </a:lnTo>
                  <a:lnTo>
                    <a:pt x="2335961" y="2211590"/>
                  </a:lnTo>
                  <a:lnTo>
                    <a:pt x="2337079" y="2212060"/>
                  </a:lnTo>
                  <a:lnTo>
                    <a:pt x="2339708" y="2212060"/>
                  </a:lnTo>
                  <a:lnTo>
                    <a:pt x="2340826" y="2211590"/>
                  </a:lnTo>
                  <a:lnTo>
                    <a:pt x="2342692" y="2209736"/>
                  </a:lnTo>
                  <a:lnTo>
                    <a:pt x="2343150" y="2208606"/>
                  </a:lnTo>
                  <a:lnTo>
                    <a:pt x="2343150" y="2205977"/>
                  </a:lnTo>
                  <a:close/>
                </a:path>
                <a:path w="4533900" h="2762885">
                  <a:moveTo>
                    <a:pt x="2343150" y="1655343"/>
                  </a:moveTo>
                  <a:lnTo>
                    <a:pt x="2342692" y="1654225"/>
                  </a:lnTo>
                  <a:lnTo>
                    <a:pt x="2340826" y="1652358"/>
                  </a:lnTo>
                  <a:lnTo>
                    <a:pt x="2339708" y="1651901"/>
                  </a:lnTo>
                  <a:lnTo>
                    <a:pt x="2337079" y="1651901"/>
                  </a:lnTo>
                  <a:lnTo>
                    <a:pt x="2335961" y="1652358"/>
                  </a:lnTo>
                  <a:lnTo>
                    <a:pt x="2334095" y="1654225"/>
                  </a:lnTo>
                  <a:lnTo>
                    <a:pt x="2333625" y="1655343"/>
                  </a:lnTo>
                  <a:lnTo>
                    <a:pt x="2333625" y="1657972"/>
                  </a:lnTo>
                  <a:lnTo>
                    <a:pt x="2334095" y="1659102"/>
                  </a:lnTo>
                  <a:lnTo>
                    <a:pt x="2335961" y="1660956"/>
                  </a:lnTo>
                  <a:lnTo>
                    <a:pt x="2337079" y="1661426"/>
                  </a:lnTo>
                  <a:lnTo>
                    <a:pt x="2339708" y="1661426"/>
                  </a:lnTo>
                  <a:lnTo>
                    <a:pt x="2340826" y="1660956"/>
                  </a:lnTo>
                  <a:lnTo>
                    <a:pt x="2342692" y="1659102"/>
                  </a:lnTo>
                  <a:lnTo>
                    <a:pt x="2343150" y="1657972"/>
                  </a:lnTo>
                  <a:lnTo>
                    <a:pt x="2343150" y="1655343"/>
                  </a:lnTo>
                  <a:close/>
                </a:path>
                <a:path w="4533900" h="2762885">
                  <a:moveTo>
                    <a:pt x="2343150" y="1104709"/>
                  </a:moveTo>
                  <a:lnTo>
                    <a:pt x="2342692" y="1103591"/>
                  </a:lnTo>
                  <a:lnTo>
                    <a:pt x="2340826" y="1101737"/>
                  </a:lnTo>
                  <a:lnTo>
                    <a:pt x="2339708" y="1101267"/>
                  </a:lnTo>
                  <a:lnTo>
                    <a:pt x="2337079" y="1101267"/>
                  </a:lnTo>
                  <a:lnTo>
                    <a:pt x="2335961" y="1101737"/>
                  </a:lnTo>
                  <a:lnTo>
                    <a:pt x="2334095" y="1103591"/>
                  </a:lnTo>
                  <a:lnTo>
                    <a:pt x="2333625" y="1104709"/>
                  </a:lnTo>
                  <a:lnTo>
                    <a:pt x="2333625" y="1107351"/>
                  </a:lnTo>
                  <a:lnTo>
                    <a:pt x="2334095" y="1108468"/>
                  </a:lnTo>
                  <a:lnTo>
                    <a:pt x="2335961" y="1110322"/>
                  </a:lnTo>
                  <a:lnTo>
                    <a:pt x="2337079" y="1110792"/>
                  </a:lnTo>
                  <a:lnTo>
                    <a:pt x="2339708" y="1110792"/>
                  </a:lnTo>
                  <a:lnTo>
                    <a:pt x="2340826" y="1110322"/>
                  </a:lnTo>
                  <a:lnTo>
                    <a:pt x="2342692" y="1108468"/>
                  </a:lnTo>
                  <a:lnTo>
                    <a:pt x="2343150" y="1107351"/>
                  </a:lnTo>
                  <a:lnTo>
                    <a:pt x="2343150" y="1104709"/>
                  </a:lnTo>
                  <a:close/>
                </a:path>
                <a:path w="4533900" h="2762885">
                  <a:moveTo>
                    <a:pt x="2343150" y="554088"/>
                  </a:moveTo>
                  <a:lnTo>
                    <a:pt x="2342692" y="552958"/>
                  </a:lnTo>
                  <a:lnTo>
                    <a:pt x="2340826" y="551103"/>
                  </a:lnTo>
                  <a:lnTo>
                    <a:pt x="2339708" y="550633"/>
                  </a:lnTo>
                  <a:lnTo>
                    <a:pt x="2337079" y="550633"/>
                  </a:lnTo>
                  <a:lnTo>
                    <a:pt x="2335961" y="551103"/>
                  </a:lnTo>
                  <a:lnTo>
                    <a:pt x="2334095" y="552958"/>
                  </a:lnTo>
                  <a:lnTo>
                    <a:pt x="2333625" y="554088"/>
                  </a:lnTo>
                  <a:lnTo>
                    <a:pt x="2333625" y="556717"/>
                  </a:lnTo>
                  <a:lnTo>
                    <a:pt x="2334095" y="557834"/>
                  </a:lnTo>
                  <a:lnTo>
                    <a:pt x="2335961" y="559701"/>
                  </a:lnTo>
                  <a:lnTo>
                    <a:pt x="2337079" y="560158"/>
                  </a:lnTo>
                  <a:lnTo>
                    <a:pt x="2339708" y="560158"/>
                  </a:lnTo>
                  <a:lnTo>
                    <a:pt x="2340826" y="559701"/>
                  </a:lnTo>
                  <a:lnTo>
                    <a:pt x="2342692" y="557834"/>
                  </a:lnTo>
                  <a:lnTo>
                    <a:pt x="2343150" y="556717"/>
                  </a:lnTo>
                  <a:lnTo>
                    <a:pt x="2343150" y="554088"/>
                  </a:lnTo>
                  <a:close/>
                </a:path>
                <a:path w="4533900" h="2762885">
                  <a:moveTo>
                    <a:pt x="2343150" y="3454"/>
                  </a:moveTo>
                  <a:lnTo>
                    <a:pt x="2342692" y="2324"/>
                  </a:lnTo>
                  <a:lnTo>
                    <a:pt x="2340826" y="469"/>
                  </a:lnTo>
                  <a:lnTo>
                    <a:pt x="2339708" y="0"/>
                  </a:lnTo>
                  <a:lnTo>
                    <a:pt x="2337079" y="0"/>
                  </a:lnTo>
                  <a:lnTo>
                    <a:pt x="2335961" y="469"/>
                  </a:lnTo>
                  <a:lnTo>
                    <a:pt x="2334095" y="2324"/>
                  </a:lnTo>
                  <a:lnTo>
                    <a:pt x="2333625" y="3454"/>
                  </a:lnTo>
                  <a:lnTo>
                    <a:pt x="2333625" y="6083"/>
                  </a:lnTo>
                  <a:lnTo>
                    <a:pt x="2334095" y="7200"/>
                  </a:lnTo>
                  <a:lnTo>
                    <a:pt x="2335961" y="9067"/>
                  </a:lnTo>
                  <a:lnTo>
                    <a:pt x="2337079" y="9525"/>
                  </a:lnTo>
                  <a:lnTo>
                    <a:pt x="2339708" y="9525"/>
                  </a:lnTo>
                  <a:lnTo>
                    <a:pt x="2340826" y="9067"/>
                  </a:lnTo>
                  <a:lnTo>
                    <a:pt x="2342692" y="7200"/>
                  </a:lnTo>
                  <a:lnTo>
                    <a:pt x="2343150" y="6083"/>
                  </a:lnTo>
                  <a:lnTo>
                    <a:pt x="2343150" y="3454"/>
                  </a:lnTo>
                  <a:close/>
                </a:path>
                <a:path w="4533900" h="2762885">
                  <a:moveTo>
                    <a:pt x="2390775" y="2756611"/>
                  </a:moveTo>
                  <a:lnTo>
                    <a:pt x="2390317" y="2755493"/>
                  </a:lnTo>
                  <a:lnTo>
                    <a:pt x="2388451" y="2753626"/>
                  </a:lnTo>
                  <a:lnTo>
                    <a:pt x="2387333" y="2753156"/>
                  </a:lnTo>
                  <a:lnTo>
                    <a:pt x="2384704" y="2753156"/>
                  </a:lnTo>
                  <a:lnTo>
                    <a:pt x="2383586" y="2753626"/>
                  </a:lnTo>
                  <a:lnTo>
                    <a:pt x="2381720" y="2755493"/>
                  </a:lnTo>
                  <a:lnTo>
                    <a:pt x="2381250" y="2756611"/>
                  </a:lnTo>
                  <a:lnTo>
                    <a:pt x="2381250" y="2759240"/>
                  </a:lnTo>
                  <a:lnTo>
                    <a:pt x="2381720" y="2760357"/>
                  </a:lnTo>
                  <a:lnTo>
                    <a:pt x="2383586" y="2762224"/>
                  </a:lnTo>
                  <a:lnTo>
                    <a:pt x="2384704" y="2762681"/>
                  </a:lnTo>
                  <a:lnTo>
                    <a:pt x="2387333" y="2762681"/>
                  </a:lnTo>
                  <a:lnTo>
                    <a:pt x="2388451" y="2762224"/>
                  </a:lnTo>
                  <a:lnTo>
                    <a:pt x="2390317" y="2760357"/>
                  </a:lnTo>
                  <a:lnTo>
                    <a:pt x="2390775" y="2759240"/>
                  </a:lnTo>
                  <a:lnTo>
                    <a:pt x="2390775" y="2756611"/>
                  </a:lnTo>
                  <a:close/>
                </a:path>
                <a:path w="4533900" h="2762885">
                  <a:moveTo>
                    <a:pt x="2390775" y="2205977"/>
                  </a:moveTo>
                  <a:lnTo>
                    <a:pt x="2390317" y="2204859"/>
                  </a:lnTo>
                  <a:lnTo>
                    <a:pt x="2388451" y="2202992"/>
                  </a:lnTo>
                  <a:lnTo>
                    <a:pt x="2387333" y="2202535"/>
                  </a:lnTo>
                  <a:lnTo>
                    <a:pt x="2384704" y="2202535"/>
                  </a:lnTo>
                  <a:lnTo>
                    <a:pt x="2383586" y="2202992"/>
                  </a:lnTo>
                  <a:lnTo>
                    <a:pt x="2381720" y="2204859"/>
                  </a:lnTo>
                  <a:lnTo>
                    <a:pt x="2381250" y="2205977"/>
                  </a:lnTo>
                  <a:lnTo>
                    <a:pt x="2381250" y="2208606"/>
                  </a:lnTo>
                  <a:lnTo>
                    <a:pt x="2381720" y="2209736"/>
                  </a:lnTo>
                  <a:lnTo>
                    <a:pt x="2383586" y="2211590"/>
                  </a:lnTo>
                  <a:lnTo>
                    <a:pt x="2384704" y="2212060"/>
                  </a:lnTo>
                  <a:lnTo>
                    <a:pt x="2387333" y="2212060"/>
                  </a:lnTo>
                  <a:lnTo>
                    <a:pt x="2388451" y="2211590"/>
                  </a:lnTo>
                  <a:lnTo>
                    <a:pt x="2390317" y="2209736"/>
                  </a:lnTo>
                  <a:lnTo>
                    <a:pt x="2390775" y="2208606"/>
                  </a:lnTo>
                  <a:lnTo>
                    <a:pt x="2390775" y="2205977"/>
                  </a:lnTo>
                  <a:close/>
                </a:path>
                <a:path w="4533900" h="2762885">
                  <a:moveTo>
                    <a:pt x="2390775" y="1655343"/>
                  </a:moveTo>
                  <a:lnTo>
                    <a:pt x="2390317" y="1654225"/>
                  </a:lnTo>
                  <a:lnTo>
                    <a:pt x="2388451" y="1652358"/>
                  </a:lnTo>
                  <a:lnTo>
                    <a:pt x="2387333" y="1651901"/>
                  </a:lnTo>
                  <a:lnTo>
                    <a:pt x="2384704" y="1651901"/>
                  </a:lnTo>
                  <a:lnTo>
                    <a:pt x="2383586" y="1652358"/>
                  </a:lnTo>
                  <a:lnTo>
                    <a:pt x="2381720" y="1654225"/>
                  </a:lnTo>
                  <a:lnTo>
                    <a:pt x="2381250" y="1655343"/>
                  </a:lnTo>
                  <a:lnTo>
                    <a:pt x="2381250" y="1657972"/>
                  </a:lnTo>
                  <a:lnTo>
                    <a:pt x="2381720" y="1659102"/>
                  </a:lnTo>
                  <a:lnTo>
                    <a:pt x="2383586" y="1660956"/>
                  </a:lnTo>
                  <a:lnTo>
                    <a:pt x="2384704" y="1661426"/>
                  </a:lnTo>
                  <a:lnTo>
                    <a:pt x="2387333" y="1661426"/>
                  </a:lnTo>
                  <a:lnTo>
                    <a:pt x="2388451" y="1660956"/>
                  </a:lnTo>
                  <a:lnTo>
                    <a:pt x="2390317" y="1659102"/>
                  </a:lnTo>
                  <a:lnTo>
                    <a:pt x="2390775" y="1657972"/>
                  </a:lnTo>
                  <a:lnTo>
                    <a:pt x="2390775" y="1655343"/>
                  </a:lnTo>
                  <a:close/>
                </a:path>
                <a:path w="4533900" h="2762885">
                  <a:moveTo>
                    <a:pt x="2390775" y="1104709"/>
                  </a:moveTo>
                  <a:lnTo>
                    <a:pt x="2390317" y="1103591"/>
                  </a:lnTo>
                  <a:lnTo>
                    <a:pt x="2388451" y="1101737"/>
                  </a:lnTo>
                  <a:lnTo>
                    <a:pt x="2387333" y="1101267"/>
                  </a:lnTo>
                  <a:lnTo>
                    <a:pt x="2384704" y="1101267"/>
                  </a:lnTo>
                  <a:lnTo>
                    <a:pt x="2383586" y="1101737"/>
                  </a:lnTo>
                  <a:lnTo>
                    <a:pt x="2381720" y="1103591"/>
                  </a:lnTo>
                  <a:lnTo>
                    <a:pt x="2381250" y="1104709"/>
                  </a:lnTo>
                  <a:lnTo>
                    <a:pt x="2381250" y="1107351"/>
                  </a:lnTo>
                  <a:lnTo>
                    <a:pt x="2381720" y="1108468"/>
                  </a:lnTo>
                  <a:lnTo>
                    <a:pt x="2383586" y="1110322"/>
                  </a:lnTo>
                  <a:lnTo>
                    <a:pt x="2384704" y="1110792"/>
                  </a:lnTo>
                  <a:lnTo>
                    <a:pt x="2387333" y="1110792"/>
                  </a:lnTo>
                  <a:lnTo>
                    <a:pt x="2388451" y="1110322"/>
                  </a:lnTo>
                  <a:lnTo>
                    <a:pt x="2390317" y="1108468"/>
                  </a:lnTo>
                  <a:lnTo>
                    <a:pt x="2390775" y="1107351"/>
                  </a:lnTo>
                  <a:lnTo>
                    <a:pt x="2390775" y="1104709"/>
                  </a:lnTo>
                  <a:close/>
                </a:path>
                <a:path w="4533900" h="2762885">
                  <a:moveTo>
                    <a:pt x="2390775" y="554088"/>
                  </a:moveTo>
                  <a:lnTo>
                    <a:pt x="2390317" y="552958"/>
                  </a:lnTo>
                  <a:lnTo>
                    <a:pt x="2388451" y="551103"/>
                  </a:lnTo>
                  <a:lnTo>
                    <a:pt x="2387333" y="550633"/>
                  </a:lnTo>
                  <a:lnTo>
                    <a:pt x="2384704" y="550633"/>
                  </a:lnTo>
                  <a:lnTo>
                    <a:pt x="2383586" y="551103"/>
                  </a:lnTo>
                  <a:lnTo>
                    <a:pt x="2381720" y="552958"/>
                  </a:lnTo>
                  <a:lnTo>
                    <a:pt x="2381250" y="554088"/>
                  </a:lnTo>
                  <a:lnTo>
                    <a:pt x="2381250" y="556717"/>
                  </a:lnTo>
                  <a:lnTo>
                    <a:pt x="2381720" y="557834"/>
                  </a:lnTo>
                  <a:lnTo>
                    <a:pt x="2383586" y="559701"/>
                  </a:lnTo>
                  <a:lnTo>
                    <a:pt x="2384704" y="560158"/>
                  </a:lnTo>
                  <a:lnTo>
                    <a:pt x="2387333" y="560158"/>
                  </a:lnTo>
                  <a:lnTo>
                    <a:pt x="2388451" y="559701"/>
                  </a:lnTo>
                  <a:lnTo>
                    <a:pt x="2390317" y="557834"/>
                  </a:lnTo>
                  <a:lnTo>
                    <a:pt x="2390775" y="556717"/>
                  </a:lnTo>
                  <a:lnTo>
                    <a:pt x="2390775" y="554088"/>
                  </a:lnTo>
                  <a:close/>
                </a:path>
                <a:path w="4533900" h="2762885">
                  <a:moveTo>
                    <a:pt x="2390775" y="3454"/>
                  </a:moveTo>
                  <a:lnTo>
                    <a:pt x="2390317" y="2324"/>
                  </a:lnTo>
                  <a:lnTo>
                    <a:pt x="2388451" y="469"/>
                  </a:lnTo>
                  <a:lnTo>
                    <a:pt x="2387333" y="0"/>
                  </a:lnTo>
                  <a:lnTo>
                    <a:pt x="2384704" y="0"/>
                  </a:lnTo>
                  <a:lnTo>
                    <a:pt x="2383586" y="469"/>
                  </a:lnTo>
                  <a:lnTo>
                    <a:pt x="2381720" y="2324"/>
                  </a:lnTo>
                  <a:lnTo>
                    <a:pt x="2381250" y="3454"/>
                  </a:lnTo>
                  <a:lnTo>
                    <a:pt x="2381250" y="6083"/>
                  </a:lnTo>
                  <a:lnTo>
                    <a:pt x="2381720" y="7200"/>
                  </a:lnTo>
                  <a:lnTo>
                    <a:pt x="2383586" y="9067"/>
                  </a:lnTo>
                  <a:lnTo>
                    <a:pt x="2384704" y="9525"/>
                  </a:lnTo>
                  <a:lnTo>
                    <a:pt x="2387333" y="9525"/>
                  </a:lnTo>
                  <a:lnTo>
                    <a:pt x="2388451" y="9067"/>
                  </a:lnTo>
                  <a:lnTo>
                    <a:pt x="2390317" y="7200"/>
                  </a:lnTo>
                  <a:lnTo>
                    <a:pt x="2390775" y="6083"/>
                  </a:lnTo>
                  <a:lnTo>
                    <a:pt x="2390775" y="3454"/>
                  </a:lnTo>
                  <a:close/>
                </a:path>
                <a:path w="4533900" h="2762885">
                  <a:moveTo>
                    <a:pt x="2438400" y="2756611"/>
                  </a:moveTo>
                  <a:lnTo>
                    <a:pt x="2437942" y="2755493"/>
                  </a:lnTo>
                  <a:lnTo>
                    <a:pt x="2436076" y="2753626"/>
                  </a:lnTo>
                  <a:lnTo>
                    <a:pt x="2434958" y="2753156"/>
                  </a:lnTo>
                  <a:lnTo>
                    <a:pt x="2432329" y="2753156"/>
                  </a:lnTo>
                  <a:lnTo>
                    <a:pt x="2431211" y="2753626"/>
                  </a:lnTo>
                  <a:lnTo>
                    <a:pt x="2429345" y="2755493"/>
                  </a:lnTo>
                  <a:lnTo>
                    <a:pt x="2428875" y="2756611"/>
                  </a:lnTo>
                  <a:lnTo>
                    <a:pt x="2428875" y="2759240"/>
                  </a:lnTo>
                  <a:lnTo>
                    <a:pt x="2429345" y="2760357"/>
                  </a:lnTo>
                  <a:lnTo>
                    <a:pt x="2431211" y="2762224"/>
                  </a:lnTo>
                  <a:lnTo>
                    <a:pt x="2432329" y="2762681"/>
                  </a:lnTo>
                  <a:lnTo>
                    <a:pt x="2434958" y="2762681"/>
                  </a:lnTo>
                  <a:lnTo>
                    <a:pt x="2436076" y="2762224"/>
                  </a:lnTo>
                  <a:lnTo>
                    <a:pt x="2437942" y="2760357"/>
                  </a:lnTo>
                  <a:lnTo>
                    <a:pt x="2438400" y="2759240"/>
                  </a:lnTo>
                  <a:lnTo>
                    <a:pt x="2438400" y="2756611"/>
                  </a:lnTo>
                  <a:close/>
                </a:path>
                <a:path w="4533900" h="2762885">
                  <a:moveTo>
                    <a:pt x="2438400" y="2205977"/>
                  </a:moveTo>
                  <a:lnTo>
                    <a:pt x="2437942" y="2204859"/>
                  </a:lnTo>
                  <a:lnTo>
                    <a:pt x="2436076" y="2202992"/>
                  </a:lnTo>
                  <a:lnTo>
                    <a:pt x="2434958" y="2202535"/>
                  </a:lnTo>
                  <a:lnTo>
                    <a:pt x="2432329" y="2202535"/>
                  </a:lnTo>
                  <a:lnTo>
                    <a:pt x="2431211" y="2202992"/>
                  </a:lnTo>
                  <a:lnTo>
                    <a:pt x="2429345" y="2204859"/>
                  </a:lnTo>
                  <a:lnTo>
                    <a:pt x="2428875" y="2205977"/>
                  </a:lnTo>
                  <a:lnTo>
                    <a:pt x="2428875" y="2208606"/>
                  </a:lnTo>
                  <a:lnTo>
                    <a:pt x="2429345" y="2209736"/>
                  </a:lnTo>
                  <a:lnTo>
                    <a:pt x="2431211" y="2211590"/>
                  </a:lnTo>
                  <a:lnTo>
                    <a:pt x="2432329" y="2212060"/>
                  </a:lnTo>
                  <a:lnTo>
                    <a:pt x="2434958" y="2212060"/>
                  </a:lnTo>
                  <a:lnTo>
                    <a:pt x="2436076" y="2211590"/>
                  </a:lnTo>
                  <a:lnTo>
                    <a:pt x="2437942" y="2209736"/>
                  </a:lnTo>
                  <a:lnTo>
                    <a:pt x="2438400" y="2208606"/>
                  </a:lnTo>
                  <a:lnTo>
                    <a:pt x="2438400" y="2205977"/>
                  </a:lnTo>
                  <a:close/>
                </a:path>
                <a:path w="4533900" h="2762885">
                  <a:moveTo>
                    <a:pt x="2438400" y="1655343"/>
                  </a:moveTo>
                  <a:lnTo>
                    <a:pt x="2437942" y="1654225"/>
                  </a:lnTo>
                  <a:lnTo>
                    <a:pt x="2436076" y="1652358"/>
                  </a:lnTo>
                  <a:lnTo>
                    <a:pt x="2434958" y="1651901"/>
                  </a:lnTo>
                  <a:lnTo>
                    <a:pt x="2432329" y="1651901"/>
                  </a:lnTo>
                  <a:lnTo>
                    <a:pt x="2431211" y="1652358"/>
                  </a:lnTo>
                  <a:lnTo>
                    <a:pt x="2429345" y="1654225"/>
                  </a:lnTo>
                  <a:lnTo>
                    <a:pt x="2428875" y="1655343"/>
                  </a:lnTo>
                  <a:lnTo>
                    <a:pt x="2428875" y="1657972"/>
                  </a:lnTo>
                  <a:lnTo>
                    <a:pt x="2429345" y="1659102"/>
                  </a:lnTo>
                  <a:lnTo>
                    <a:pt x="2431211" y="1660956"/>
                  </a:lnTo>
                  <a:lnTo>
                    <a:pt x="2432329" y="1661426"/>
                  </a:lnTo>
                  <a:lnTo>
                    <a:pt x="2434958" y="1661426"/>
                  </a:lnTo>
                  <a:lnTo>
                    <a:pt x="2436076" y="1660956"/>
                  </a:lnTo>
                  <a:lnTo>
                    <a:pt x="2437942" y="1659102"/>
                  </a:lnTo>
                  <a:lnTo>
                    <a:pt x="2438400" y="1657972"/>
                  </a:lnTo>
                  <a:lnTo>
                    <a:pt x="2438400" y="1655343"/>
                  </a:lnTo>
                  <a:close/>
                </a:path>
                <a:path w="4533900" h="2762885">
                  <a:moveTo>
                    <a:pt x="2438400" y="1104709"/>
                  </a:moveTo>
                  <a:lnTo>
                    <a:pt x="2437942" y="1103591"/>
                  </a:lnTo>
                  <a:lnTo>
                    <a:pt x="2436076" y="1101737"/>
                  </a:lnTo>
                  <a:lnTo>
                    <a:pt x="2434958" y="1101267"/>
                  </a:lnTo>
                  <a:lnTo>
                    <a:pt x="2432329" y="1101267"/>
                  </a:lnTo>
                  <a:lnTo>
                    <a:pt x="2431211" y="1101737"/>
                  </a:lnTo>
                  <a:lnTo>
                    <a:pt x="2429345" y="1103591"/>
                  </a:lnTo>
                  <a:lnTo>
                    <a:pt x="2428875" y="1104709"/>
                  </a:lnTo>
                  <a:lnTo>
                    <a:pt x="2428875" y="1107351"/>
                  </a:lnTo>
                  <a:lnTo>
                    <a:pt x="2429345" y="1108468"/>
                  </a:lnTo>
                  <a:lnTo>
                    <a:pt x="2431211" y="1110322"/>
                  </a:lnTo>
                  <a:lnTo>
                    <a:pt x="2432329" y="1110792"/>
                  </a:lnTo>
                  <a:lnTo>
                    <a:pt x="2434958" y="1110792"/>
                  </a:lnTo>
                  <a:lnTo>
                    <a:pt x="2436076" y="1110322"/>
                  </a:lnTo>
                  <a:lnTo>
                    <a:pt x="2437942" y="1108468"/>
                  </a:lnTo>
                  <a:lnTo>
                    <a:pt x="2438400" y="1107351"/>
                  </a:lnTo>
                  <a:lnTo>
                    <a:pt x="2438400" y="1104709"/>
                  </a:lnTo>
                  <a:close/>
                </a:path>
                <a:path w="4533900" h="2762885">
                  <a:moveTo>
                    <a:pt x="2438400" y="554088"/>
                  </a:moveTo>
                  <a:lnTo>
                    <a:pt x="2437942" y="552958"/>
                  </a:lnTo>
                  <a:lnTo>
                    <a:pt x="2436076" y="551103"/>
                  </a:lnTo>
                  <a:lnTo>
                    <a:pt x="2434958" y="550633"/>
                  </a:lnTo>
                  <a:lnTo>
                    <a:pt x="2432329" y="550633"/>
                  </a:lnTo>
                  <a:lnTo>
                    <a:pt x="2431211" y="551103"/>
                  </a:lnTo>
                  <a:lnTo>
                    <a:pt x="2429345" y="552958"/>
                  </a:lnTo>
                  <a:lnTo>
                    <a:pt x="2428875" y="554088"/>
                  </a:lnTo>
                  <a:lnTo>
                    <a:pt x="2428875" y="556717"/>
                  </a:lnTo>
                  <a:lnTo>
                    <a:pt x="2429345" y="557834"/>
                  </a:lnTo>
                  <a:lnTo>
                    <a:pt x="2431211" y="559701"/>
                  </a:lnTo>
                  <a:lnTo>
                    <a:pt x="2432329" y="560158"/>
                  </a:lnTo>
                  <a:lnTo>
                    <a:pt x="2434958" y="560158"/>
                  </a:lnTo>
                  <a:lnTo>
                    <a:pt x="2436076" y="559701"/>
                  </a:lnTo>
                  <a:lnTo>
                    <a:pt x="2437942" y="557834"/>
                  </a:lnTo>
                  <a:lnTo>
                    <a:pt x="2438400" y="556717"/>
                  </a:lnTo>
                  <a:lnTo>
                    <a:pt x="2438400" y="554088"/>
                  </a:lnTo>
                  <a:close/>
                </a:path>
                <a:path w="4533900" h="2762885">
                  <a:moveTo>
                    <a:pt x="2438400" y="3454"/>
                  </a:moveTo>
                  <a:lnTo>
                    <a:pt x="2437942" y="2324"/>
                  </a:lnTo>
                  <a:lnTo>
                    <a:pt x="2436076" y="469"/>
                  </a:lnTo>
                  <a:lnTo>
                    <a:pt x="2434958" y="0"/>
                  </a:lnTo>
                  <a:lnTo>
                    <a:pt x="2432329" y="0"/>
                  </a:lnTo>
                  <a:lnTo>
                    <a:pt x="2431211" y="469"/>
                  </a:lnTo>
                  <a:lnTo>
                    <a:pt x="2429345" y="2324"/>
                  </a:lnTo>
                  <a:lnTo>
                    <a:pt x="2428875" y="3454"/>
                  </a:lnTo>
                  <a:lnTo>
                    <a:pt x="2428875" y="6083"/>
                  </a:lnTo>
                  <a:lnTo>
                    <a:pt x="2429345" y="7200"/>
                  </a:lnTo>
                  <a:lnTo>
                    <a:pt x="2431211" y="9067"/>
                  </a:lnTo>
                  <a:lnTo>
                    <a:pt x="2432329" y="9525"/>
                  </a:lnTo>
                  <a:lnTo>
                    <a:pt x="2434958" y="9525"/>
                  </a:lnTo>
                  <a:lnTo>
                    <a:pt x="2436076" y="9067"/>
                  </a:lnTo>
                  <a:lnTo>
                    <a:pt x="2437942" y="7200"/>
                  </a:lnTo>
                  <a:lnTo>
                    <a:pt x="2438400" y="6083"/>
                  </a:lnTo>
                  <a:lnTo>
                    <a:pt x="2438400" y="3454"/>
                  </a:lnTo>
                  <a:close/>
                </a:path>
                <a:path w="4533900" h="2762885">
                  <a:moveTo>
                    <a:pt x="2486025" y="2756611"/>
                  </a:moveTo>
                  <a:lnTo>
                    <a:pt x="2485567" y="2755493"/>
                  </a:lnTo>
                  <a:lnTo>
                    <a:pt x="2483701" y="2753626"/>
                  </a:lnTo>
                  <a:lnTo>
                    <a:pt x="2482583" y="2753156"/>
                  </a:lnTo>
                  <a:lnTo>
                    <a:pt x="2479954" y="2753156"/>
                  </a:lnTo>
                  <a:lnTo>
                    <a:pt x="2478836" y="2753626"/>
                  </a:lnTo>
                  <a:lnTo>
                    <a:pt x="2476970" y="2755493"/>
                  </a:lnTo>
                  <a:lnTo>
                    <a:pt x="2476500" y="2756611"/>
                  </a:lnTo>
                  <a:lnTo>
                    <a:pt x="2476500" y="2759240"/>
                  </a:lnTo>
                  <a:lnTo>
                    <a:pt x="2476970" y="2760357"/>
                  </a:lnTo>
                  <a:lnTo>
                    <a:pt x="2478836" y="2762224"/>
                  </a:lnTo>
                  <a:lnTo>
                    <a:pt x="2479954" y="2762681"/>
                  </a:lnTo>
                  <a:lnTo>
                    <a:pt x="2482583" y="2762681"/>
                  </a:lnTo>
                  <a:lnTo>
                    <a:pt x="2483701" y="2762224"/>
                  </a:lnTo>
                  <a:lnTo>
                    <a:pt x="2485567" y="2760357"/>
                  </a:lnTo>
                  <a:lnTo>
                    <a:pt x="2486025" y="2759240"/>
                  </a:lnTo>
                  <a:lnTo>
                    <a:pt x="2486025" y="2756611"/>
                  </a:lnTo>
                  <a:close/>
                </a:path>
                <a:path w="4533900" h="2762885">
                  <a:moveTo>
                    <a:pt x="2486025" y="2205977"/>
                  </a:moveTo>
                  <a:lnTo>
                    <a:pt x="2485567" y="2204859"/>
                  </a:lnTo>
                  <a:lnTo>
                    <a:pt x="2483701" y="2202992"/>
                  </a:lnTo>
                  <a:lnTo>
                    <a:pt x="2482583" y="2202535"/>
                  </a:lnTo>
                  <a:lnTo>
                    <a:pt x="2479954" y="2202535"/>
                  </a:lnTo>
                  <a:lnTo>
                    <a:pt x="2478836" y="2202992"/>
                  </a:lnTo>
                  <a:lnTo>
                    <a:pt x="2476970" y="2204859"/>
                  </a:lnTo>
                  <a:lnTo>
                    <a:pt x="2476500" y="2205977"/>
                  </a:lnTo>
                  <a:lnTo>
                    <a:pt x="2476500" y="2208606"/>
                  </a:lnTo>
                  <a:lnTo>
                    <a:pt x="2476970" y="2209736"/>
                  </a:lnTo>
                  <a:lnTo>
                    <a:pt x="2478836" y="2211590"/>
                  </a:lnTo>
                  <a:lnTo>
                    <a:pt x="2479954" y="2212060"/>
                  </a:lnTo>
                  <a:lnTo>
                    <a:pt x="2482583" y="2212060"/>
                  </a:lnTo>
                  <a:lnTo>
                    <a:pt x="2483701" y="2211590"/>
                  </a:lnTo>
                  <a:lnTo>
                    <a:pt x="2485567" y="2209736"/>
                  </a:lnTo>
                  <a:lnTo>
                    <a:pt x="2486025" y="2208606"/>
                  </a:lnTo>
                  <a:lnTo>
                    <a:pt x="2486025" y="2205977"/>
                  </a:lnTo>
                  <a:close/>
                </a:path>
                <a:path w="4533900" h="2762885">
                  <a:moveTo>
                    <a:pt x="2486025" y="1655343"/>
                  </a:moveTo>
                  <a:lnTo>
                    <a:pt x="2485567" y="1654225"/>
                  </a:lnTo>
                  <a:lnTo>
                    <a:pt x="2483701" y="1652358"/>
                  </a:lnTo>
                  <a:lnTo>
                    <a:pt x="2482583" y="1651901"/>
                  </a:lnTo>
                  <a:lnTo>
                    <a:pt x="2479954" y="1651901"/>
                  </a:lnTo>
                  <a:lnTo>
                    <a:pt x="2478836" y="1652358"/>
                  </a:lnTo>
                  <a:lnTo>
                    <a:pt x="2476970" y="1654225"/>
                  </a:lnTo>
                  <a:lnTo>
                    <a:pt x="2476500" y="1655343"/>
                  </a:lnTo>
                  <a:lnTo>
                    <a:pt x="2476500" y="1657972"/>
                  </a:lnTo>
                  <a:lnTo>
                    <a:pt x="2476970" y="1659102"/>
                  </a:lnTo>
                  <a:lnTo>
                    <a:pt x="2478836" y="1660956"/>
                  </a:lnTo>
                  <a:lnTo>
                    <a:pt x="2479954" y="1661426"/>
                  </a:lnTo>
                  <a:lnTo>
                    <a:pt x="2482583" y="1661426"/>
                  </a:lnTo>
                  <a:lnTo>
                    <a:pt x="2483701" y="1660956"/>
                  </a:lnTo>
                  <a:lnTo>
                    <a:pt x="2485567" y="1659102"/>
                  </a:lnTo>
                  <a:lnTo>
                    <a:pt x="2486025" y="1657972"/>
                  </a:lnTo>
                  <a:lnTo>
                    <a:pt x="2486025" y="1655343"/>
                  </a:lnTo>
                  <a:close/>
                </a:path>
                <a:path w="4533900" h="2762885">
                  <a:moveTo>
                    <a:pt x="2486025" y="1104709"/>
                  </a:moveTo>
                  <a:lnTo>
                    <a:pt x="2485567" y="1103591"/>
                  </a:lnTo>
                  <a:lnTo>
                    <a:pt x="2483701" y="1101737"/>
                  </a:lnTo>
                  <a:lnTo>
                    <a:pt x="2482583" y="1101267"/>
                  </a:lnTo>
                  <a:lnTo>
                    <a:pt x="2479954" y="1101267"/>
                  </a:lnTo>
                  <a:lnTo>
                    <a:pt x="2478836" y="1101737"/>
                  </a:lnTo>
                  <a:lnTo>
                    <a:pt x="2476970" y="1103591"/>
                  </a:lnTo>
                  <a:lnTo>
                    <a:pt x="2476500" y="1104709"/>
                  </a:lnTo>
                  <a:lnTo>
                    <a:pt x="2476500" y="1107351"/>
                  </a:lnTo>
                  <a:lnTo>
                    <a:pt x="2476970" y="1108468"/>
                  </a:lnTo>
                  <a:lnTo>
                    <a:pt x="2478836" y="1110322"/>
                  </a:lnTo>
                  <a:lnTo>
                    <a:pt x="2479954" y="1110792"/>
                  </a:lnTo>
                  <a:lnTo>
                    <a:pt x="2482583" y="1110792"/>
                  </a:lnTo>
                  <a:lnTo>
                    <a:pt x="2483701" y="1110322"/>
                  </a:lnTo>
                  <a:lnTo>
                    <a:pt x="2485567" y="1108468"/>
                  </a:lnTo>
                  <a:lnTo>
                    <a:pt x="2486025" y="1107351"/>
                  </a:lnTo>
                  <a:lnTo>
                    <a:pt x="2486025" y="1104709"/>
                  </a:lnTo>
                  <a:close/>
                </a:path>
                <a:path w="4533900" h="2762885">
                  <a:moveTo>
                    <a:pt x="2486025" y="554088"/>
                  </a:moveTo>
                  <a:lnTo>
                    <a:pt x="2485567" y="552958"/>
                  </a:lnTo>
                  <a:lnTo>
                    <a:pt x="2483701" y="551103"/>
                  </a:lnTo>
                  <a:lnTo>
                    <a:pt x="2482583" y="550633"/>
                  </a:lnTo>
                  <a:lnTo>
                    <a:pt x="2479954" y="550633"/>
                  </a:lnTo>
                  <a:lnTo>
                    <a:pt x="2478836" y="551103"/>
                  </a:lnTo>
                  <a:lnTo>
                    <a:pt x="2476970" y="552958"/>
                  </a:lnTo>
                  <a:lnTo>
                    <a:pt x="2476500" y="554088"/>
                  </a:lnTo>
                  <a:lnTo>
                    <a:pt x="2476500" y="556717"/>
                  </a:lnTo>
                  <a:lnTo>
                    <a:pt x="2476970" y="557834"/>
                  </a:lnTo>
                  <a:lnTo>
                    <a:pt x="2478836" y="559701"/>
                  </a:lnTo>
                  <a:lnTo>
                    <a:pt x="2479954" y="560158"/>
                  </a:lnTo>
                  <a:lnTo>
                    <a:pt x="2482583" y="560158"/>
                  </a:lnTo>
                  <a:lnTo>
                    <a:pt x="2483701" y="559701"/>
                  </a:lnTo>
                  <a:lnTo>
                    <a:pt x="2485567" y="557834"/>
                  </a:lnTo>
                  <a:lnTo>
                    <a:pt x="2486025" y="556717"/>
                  </a:lnTo>
                  <a:lnTo>
                    <a:pt x="2486025" y="554088"/>
                  </a:lnTo>
                  <a:close/>
                </a:path>
                <a:path w="4533900" h="2762885">
                  <a:moveTo>
                    <a:pt x="2486025" y="3454"/>
                  </a:moveTo>
                  <a:lnTo>
                    <a:pt x="2485567" y="2324"/>
                  </a:lnTo>
                  <a:lnTo>
                    <a:pt x="2483701" y="469"/>
                  </a:lnTo>
                  <a:lnTo>
                    <a:pt x="2482583" y="0"/>
                  </a:lnTo>
                  <a:lnTo>
                    <a:pt x="2479954" y="0"/>
                  </a:lnTo>
                  <a:lnTo>
                    <a:pt x="2478836" y="469"/>
                  </a:lnTo>
                  <a:lnTo>
                    <a:pt x="2476970" y="2324"/>
                  </a:lnTo>
                  <a:lnTo>
                    <a:pt x="2476500" y="3454"/>
                  </a:lnTo>
                  <a:lnTo>
                    <a:pt x="2476500" y="6083"/>
                  </a:lnTo>
                  <a:lnTo>
                    <a:pt x="2476970" y="7200"/>
                  </a:lnTo>
                  <a:lnTo>
                    <a:pt x="2478836" y="9067"/>
                  </a:lnTo>
                  <a:lnTo>
                    <a:pt x="2479954" y="9525"/>
                  </a:lnTo>
                  <a:lnTo>
                    <a:pt x="2482583" y="9525"/>
                  </a:lnTo>
                  <a:lnTo>
                    <a:pt x="2483701" y="9067"/>
                  </a:lnTo>
                  <a:lnTo>
                    <a:pt x="2485567" y="7200"/>
                  </a:lnTo>
                  <a:lnTo>
                    <a:pt x="2486025" y="6083"/>
                  </a:lnTo>
                  <a:lnTo>
                    <a:pt x="2486025" y="3454"/>
                  </a:lnTo>
                  <a:close/>
                </a:path>
                <a:path w="4533900" h="2762885">
                  <a:moveTo>
                    <a:pt x="2533650" y="2756611"/>
                  </a:moveTo>
                  <a:lnTo>
                    <a:pt x="2533192" y="2755493"/>
                  </a:lnTo>
                  <a:lnTo>
                    <a:pt x="2531326" y="2753626"/>
                  </a:lnTo>
                  <a:lnTo>
                    <a:pt x="2530208" y="2753156"/>
                  </a:lnTo>
                  <a:lnTo>
                    <a:pt x="2527579" y="2753156"/>
                  </a:lnTo>
                  <a:lnTo>
                    <a:pt x="2526461" y="2753626"/>
                  </a:lnTo>
                  <a:lnTo>
                    <a:pt x="2524595" y="2755493"/>
                  </a:lnTo>
                  <a:lnTo>
                    <a:pt x="2524125" y="2756611"/>
                  </a:lnTo>
                  <a:lnTo>
                    <a:pt x="2524125" y="2759240"/>
                  </a:lnTo>
                  <a:lnTo>
                    <a:pt x="2524595" y="2760357"/>
                  </a:lnTo>
                  <a:lnTo>
                    <a:pt x="2526461" y="2762224"/>
                  </a:lnTo>
                  <a:lnTo>
                    <a:pt x="2527579" y="2762681"/>
                  </a:lnTo>
                  <a:lnTo>
                    <a:pt x="2530208" y="2762681"/>
                  </a:lnTo>
                  <a:lnTo>
                    <a:pt x="2531326" y="2762224"/>
                  </a:lnTo>
                  <a:lnTo>
                    <a:pt x="2533192" y="2760357"/>
                  </a:lnTo>
                  <a:lnTo>
                    <a:pt x="2533650" y="2759240"/>
                  </a:lnTo>
                  <a:lnTo>
                    <a:pt x="2533650" y="2756611"/>
                  </a:lnTo>
                  <a:close/>
                </a:path>
                <a:path w="4533900" h="2762885">
                  <a:moveTo>
                    <a:pt x="2533650" y="2205977"/>
                  </a:moveTo>
                  <a:lnTo>
                    <a:pt x="2533192" y="2204859"/>
                  </a:lnTo>
                  <a:lnTo>
                    <a:pt x="2531326" y="2202992"/>
                  </a:lnTo>
                  <a:lnTo>
                    <a:pt x="2530208" y="2202535"/>
                  </a:lnTo>
                  <a:lnTo>
                    <a:pt x="2527579" y="2202535"/>
                  </a:lnTo>
                  <a:lnTo>
                    <a:pt x="2526461" y="2202992"/>
                  </a:lnTo>
                  <a:lnTo>
                    <a:pt x="2524595" y="2204859"/>
                  </a:lnTo>
                  <a:lnTo>
                    <a:pt x="2524125" y="2205977"/>
                  </a:lnTo>
                  <a:lnTo>
                    <a:pt x="2524125" y="2208606"/>
                  </a:lnTo>
                  <a:lnTo>
                    <a:pt x="2524595" y="2209736"/>
                  </a:lnTo>
                  <a:lnTo>
                    <a:pt x="2526461" y="2211590"/>
                  </a:lnTo>
                  <a:lnTo>
                    <a:pt x="2527579" y="2212060"/>
                  </a:lnTo>
                  <a:lnTo>
                    <a:pt x="2530208" y="2212060"/>
                  </a:lnTo>
                  <a:lnTo>
                    <a:pt x="2531326" y="2211590"/>
                  </a:lnTo>
                  <a:lnTo>
                    <a:pt x="2533192" y="2209736"/>
                  </a:lnTo>
                  <a:lnTo>
                    <a:pt x="2533650" y="2208606"/>
                  </a:lnTo>
                  <a:lnTo>
                    <a:pt x="2533650" y="2205977"/>
                  </a:lnTo>
                  <a:close/>
                </a:path>
                <a:path w="4533900" h="2762885">
                  <a:moveTo>
                    <a:pt x="2533650" y="1655343"/>
                  </a:moveTo>
                  <a:lnTo>
                    <a:pt x="2533192" y="1654225"/>
                  </a:lnTo>
                  <a:lnTo>
                    <a:pt x="2531326" y="1652358"/>
                  </a:lnTo>
                  <a:lnTo>
                    <a:pt x="2530208" y="1651901"/>
                  </a:lnTo>
                  <a:lnTo>
                    <a:pt x="2527579" y="1651901"/>
                  </a:lnTo>
                  <a:lnTo>
                    <a:pt x="2526461" y="1652358"/>
                  </a:lnTo>
                  <a:lnTo>
                    <a:pt x="2524595" y="1654225"/>
                  </a:lnTo>
                  <a:lnTo>
                    <a:pt x="2524125" y="1655343"/>
                  </a:lnTo>
                  <a:lnTo>
                    <a:pt x="2524125" y="1657972"/>
                  </a:lnTo>
                  <a:lnTo>
                    <a:pt x="2524595" y="1659102"/>
                  </a:lnTo>
                  <a:lnTo>
                    <a:pt x="2526461" y="1660956"/>
                  </a:lnTo>
                  <a:lnTo>
                    <a:pt x="2527579" y="1661426"/>
                  </a:lnTo>
                  <a:lnTo>
                    <a:pt x="2530208" y="1661426"/>
                  </a:lnTo>
                  <a:lnTo>
                    <a:pt x="2531326" y="1660956"/>
                  </a:lnTo>
                  <a:lnTo>
                    <a:pt x="2533192" y="1659102"/>
                  </a:lnTo>
                  <a:lnTo>
                    <a:pt x="2533650" y="1657972"/>
                  </a:lnTo>
                  <a:lnTo>
                    <a:pt x="2533650" y="1655343"/>
                  </a:lnTo>
                  <a:close/>
                </a:path>
                <a:path w="4533900" h="2762885">
                  <a:moveTo>
                    <a:pt x="2533650" y="1104709"/>
                  </a:moveTo>
                  <a:lnTo>
                    <a:pt x="2533192" y="1103591"/>
                  </a:lnTo>
                  <a:lnTo>
                    <a:pt x="2531326" y="1101737"/>
                  </a:lnTo>
                  <a:lnTo>
                    <a:pt x="2530208" y="1101267"/>
                  </a:lnTo>
                  <a:lnTo>
                    <a:pt x="2527579" y="1101267"/>
                  </a:lnTo>
                  <a:lnTo>
                    <a:pt x="2526461" y="1101737"/>
                  </a:lnTo>
                  <a:lnTo>
                    <a:pt x="2524595" y="1103591"/>
                  </a:lnTo>
                  <a:lnTo>
                    <a:pt x="2524125" y="1104709"/>
                  </a:lnTo>
                  <a:lnTo>
                    <a:pt x="2524125" y="1107351"/>
                  </a:lnTo>
                  <a:lnTo>
                    <a:pt x="2524595" y="1108468"/>
                  </a:lnTo>
                  <a:lnTo>
                    <a:pt x="2526461" y="1110322"/>
                  </a:lnTo>
                  <a:lnTo>
                    <a:pt x="2527579" y="1110792"/>
                  </a:lnTo>
                  <a:lnTo>
                    <a:pt x="2530208" y="1110792"/>
                  </a:lnTo>
                  <a:lnTo>
                    <a:pt x="2531326" y="1110322"/>
                  </a:lnTo>
                  <a:lnTo>
                    <a:pt x="2533192" y="1108468"/>
                  </a:lnTo>
                  <a:lnTo>
                    <a:pt x="2533650" y="1107351"/>
                  </a:lnTo>
                  <a:lnTo>
                    <a:pt x="2533650" y="1104709"/>
                  </a:lnTo>
                  <a:close/>
                </a:path>
                <a:path w="4533900" h="2762885">
                  <a:moveTo>
                    <a:pt x="2533650" y="554088"/>
                  </a:moveTo>
                  <a:lnTo>
                    <a:pt x="2533192" y="552958"/>
                  </a:lnTo>
                  <a:lnTo>
                    <a:pt x="2531326" y="551103"/>
                  </a:lnTo>
                  <a:lnTo>
                    <a:pt x="2530208" y="550633"/>
                  </a:lnTo>
                  <a:lnTo>
                    <a:pt x="2527579" y="550633"/>
                  </a:lnTo>
                  <a:lnTo>
                    <a:pt x="2526461" y="551103"/>
                  </a:lnTo>
                  <a:lnTo>
                    <a:pt x="2524595" y="552958"/>
                  </a:lnTo>
                  <a:lnTo>
                    <a:pt x="2524125" y="554088"/>
                  </a:lnTo>
                  <a:lnTo>
                    <a:pt x="2524125" y="556717"/>
                  </a:lnTo>
                  <a:lnTo>
                    <a:pt x="2524595" y="557834"/>
                  </a:lnTo>
                  <a:lnTo>
                    <a:pt x="2526461" y="559701"/>
                  </a:lnTo>
                  <a:lnTo>
                    <a:pt x="2527579" y="560158"/>
                  </a:lnTo>
                  <a:lnTo>
                    <a:pt x="2530208" y="560158"/>
                  </a:lnTo>
                  <a:lnTo>
                    <a:pt x="2531326" y="559701"/>
                  </a:lnTo>
                  <a:lnTo>
                    <a:pt x="2533192" y="557834"/>
                  </a:lnTo>
                  <a:lnTo>
                    <a:pt x="2533650" y="556717"/>
                  </a:lnTo>
                  <a:lnTo>
                    <a:pt x="2533650" y="554088"/>
                  </a:lnTo>
                  <a:close/>
                </a:path>
                <a:path w="4533900" h="2762885">
                  <a:moveTo>
                    <a:pt x="2533650" y="3454"/>
                  </a:moveTo>
                  <a:lnTo>
                    <a:pt x="2533192" y="2324"/>
                  </a:lnTo>
                  <a:lnTo>
                    <a:pt x="2531326" y="469"/>
                  </a:lnTo>
                  <a:lnTo>
                    <a:pt x="2530208" y="0"/>
                  </a:lnTo>
                  <a:lnTo>
                    <a:pt x="2527579" y="0"/>
                  </a:lnTo>
                  <a:lnTo>
                    <a:pt x="2526461" y="469"/>
                  </a:lnTo>
                  <a:lnTo>
                    <a:pt x="2524595" y="2324"/>
                  </a:lnTo>
                  <a:lnTo>
                    <a:pt x="2524125" y="3454"/>
                  </a:lnTo>
                  <a:lnTo>
                    <a:pt x="2524125" y="6083"/>
                  </a:lnTo>
                  <a:lnTo>
                    <a:pt x="2524595" y="7200"/>
                  </a:lnTo>
                  <a:lnTo>
                    <a:pt x="2526461" y="9067"/>
                  </a:lnTo>
                  <a:lnTo>
                    <a:pt x="2527579" y="9525"/>
                  </a:lnTo>
                  <a:lnTo>
                    <a:pt x="2530208" y="9525"/>
                  </a:lnTo>
                  <a:lnTo>
                    <a:pt x="2531326" y="9067"/>
                  </a:lnTo>
                  <a:lnTo>
                    <a:pt x="2533192" y="7200"/>
                  </a:lnTo>
                  <a:lnTo>
                    <a:pt x="2533650" y="6083"/>
                  </a:lnTo>
                  <a:lnTo>
                    <a:pt x="2533650" y="3454"/>
                  </a:lnTo>
                  <a:close/>
                </a:path>
                <a:path w="4533900" h="2762885">
                  <a:moveTo>
                    <a:pt x="2581275" y="2756611"/>
                  </a:moveTo>
                  <a:lnTo>
                    <a:pt x="2580817" y="2755493"/>
                  </a:lnTo>
                  <a:lnTo>
                    <a:pt x="2578951" y="2753626"/>
                  </a:lnTo>
                  <a:lnTo>
                    <a:pt x="2577833" y="2753156"/>
                  </a:lnTo>
                  <a:lnTo>
                    <a:pt x="2575204" y="2753156"/>
                  </a:lnTo>
                  <a:lnTo>
                    <a:pt x="2574086" y="2753626"/>
                  </a:lnTo>
                  <a:lnTo>
                    <a:pt x="2572220" y="2755493"/>
                  </a:lnTo>
                  <a:lnTo>
                    <a:pt x="2571750" y="2756611"/>
                  </a:lnTo>
                  <a:lnTo>
                    <a:pt x="2571750" y="2759240"/>
                  </a:lnTo>
                  <a:lnTo>
                    <a:pt x="2572220" y="2760357"/>
                  </a:lnTo>
                  <a:lnTo>
                    <a:pt x="2574086" y="2762224"/>
                  </a:lnTo>
                  <a:lnTo>
                    <a:pt x="2575204" y="2762681"/>
                  </a:lnTo>
                  <a:lnTo>
                    <a:pt x="2577833" y="2762681"/>
                  </a:lnTo>
                  <a:lnTo>
                    <a:pt x="2578951" y="2762224"/>
                  </a:lnTo>
                  <a:lnTo>
                    <a:pt x="2580817" y="2760357"/>
                  </a:lnTo>
                  <a:lnTo>
                    <a:pt x="2581275" y="2759240"/>
                  </a:lnTo>
                  <a:lnTo>
                    <a:pt x="2581275" y="2756611"/>
                  </a:lnTo>
                  <a:close/>
                </a:path>
                <a:path w="4533900" h="2762885">
                  <a:moveTo>
                    <a:pt x="2581275" y="2205977"/>
                  </a:moveTo>
                  <a:lnTo>
                    <a:pt x="2580817" y="2204859"/>
                  </a:lnTo>
                  <a:lnTo>
                    <a:pt x="2578951" y="2202992"/>
                  </a:lnTo>
                  <a:lnTo>
                    <a:pt x="2577833" y="2202535"/>
                  </a:lnTo>
                  <a:lnTo>
                    <a:pt x="2575204" y="2202535"/>
                  </a:lnTo>
                  <a:lnTo>
                    <a:pt x="2574086" y="2202992"/>
                  </a:lnTo>
                  <a:lnTo>
                    <a:pt x="2572220" y="2204859"/>
                  </a:lnTo>
                  <a:lnTo>
                    <a:pt x="2571750" y="2205977"/>
                  </a:lnTo>
                  <a:lnTo>
                    <a:pt x="2571750" y="2208606"/>
                  </a:lnTo>
                  <a:lnTo>
                    <a:pt x="2572220" y="2209736"/>
                  </a:lnTo>
                  <a:lnTo>
                    <a:pt x="2574086" y="2211590"/>
                  </a:lnTo>
                  <a:lnTo>
                    <a:pt x="2575204" y="2212060"/>
                  </a:lnTo>
                  <a:lnTo>
                    <a:pt x="2577833" y="2212060"/>
                  </a:lnTo>
                  <a:lnTo>
                    <a:pt x="2578951" y="2211590"/>
                  </a:lnTo>
                  <a:lnTo>
                    <a:pt x="2580817" y="2209736"/>
                  </a:lnTo>
                  <a:lnTo>
                    <a:pt x="2581275" y="2208606"/>
                  </a:lnTo>
                  <a:lnTo>
                    <a:pt x="2581275" y="2205977"/>
                  </a:lnTo>
                  <a:close/>
                </a:path>
                <a:path w="4533900" h="2762885">
                  <a:moveTo>
                    <a:pt x="2581275" y="1655343"/>
                  </a:moveTo>
                  <a:lnTo>
                    <a:pt x="2580817" y="1654225"/>
                  </a:lnTo>
                  <a:lnTo>
                    <a:pt x="2578951" y="1652358"/>
                  </a:lnTo>
                  <a:lnTo>
                    <a:pt x="2577833" y="1651901"/>
                  </a:lnTo>
                  <a:lnTo>
                    <a:pt x="2575204" y="1651901"/>
                  </a:lnTo>
                  <a:lnTo>
                    <a:pt x="2574086" y="1652358"/>
                  </a:lnTo>
                  <a:lnTo>
                    <a:pt x="2572220" y="1654225"/>
                  </a:lnTo>
                  <a:lnTo>
                    <a:pt x="2571750" y="1655343"/>
                  </a:lnTo>
                  <a:lnTo>
                    <a:pt x="2571750" y="1657972"/>
                  </a:lnTo>
                  <a:lnTo>
                    <a:pt x="2572220" y="1659102"/>
                  </a:lnTo>
                  <a:lnTo>
                    <a:pt x="2574086" y="1660956"/>
                  </a:lnTo>
                  <a:lnTo>
                    <a:pt x="2575204" y="1661426"/>
                  </a:lnTo>
                  <a:lnTo>
                    <a:pt x="2577833" y="1661426"/>
                  </a:lnTo>
                  <a:lnTo>
                    <a:pt x="2578951" y="1660956"/>
                  </a:lnTo>
                  <a:lnTo>
                    <a:pt x="2580817" y="1659102"/>
                  </a:lnTo>
                  <a:lnTo>
                    <a:pt x="2581275" y="1657972"/>
                  </a:lnTo>
                  <a:lnTo>
                    <a:pt x="2581275" y="1655343"/>
                  </a:lnTo>
                  <a:close/>
                </a:path>
                <a:path w="4533900" h="2762885">
                  <a:moveTo>
                    <a:pt x="2581275" y="1104709"/>
                  </a:moveTo>
                  <a:lnTo>
                    <a:pt x="2580817" y="1103591"/>
                  </a:lnTo>
                  <a:lnTo>
                    <a:pt x="2578951" y="1101737"/>
                  </a:lnTo>
                  <a:lnTo>
                    <a:pt x="2577833" y="1101267"/>
                  </a:lnTo>
                  <a:lnTo>
                    <a:pt x="2575204" y="1101267"/>
                  </a:lnTo>
                  <a:lnTo>
                    <a:pt x="2574086" y="1101737"/>
                  </a:lnTo>
                  <a:lnTo>
                    <a:pt x="2572220" y="1103591"/>
                  </a:lnTo>
                  <a:lnTo>
                    <a:pt x="2571750" y="1104709"/>
                  </a:lnTo>
                  <a:lnTo>
                    <a:pt x="2571750" y="1107351"/>
                  </a:lnTo>
                  <a:lnTo>
                    <a:pt x="2572220" y="1108468"/>
                  </a:lnTo>
                  <a:lnTo>
                    <a:pt x="2574086" y="1110322"/>
                  </a:lnTo>
                  <a:lnTo>
                    <a:pt x="2575204" y="1110792"/>
                  </a:lnTo>
                  <a:lnTo>
                    <a:pt x="2577833" y="1110792"/>
                  </a:lnTo>
                  <a:lnTo>
                    <a:pt x="2578951" y="1110322"/>
                  </a:lnTo>
                  <a:lnTo>
                    <a:pt x="2580817" y="1108468"/>
                  </a:lnTo>
                  <a:lnTo>
                    <a:pt x="2581275" y="1107351"/>
                  </a:lnTo>
                  <a:lnTo>
                    <a:pt x="2581275" y="1104709"/>
                  </a:lnTo>
                  <a:close/>
                </a:path>
                <a:path w="4533900" h="2762885">
                  <a:moveTo>
                    <a:pt x="2581275" y="554088"/>
                  </a:moveTo>
                  <a:lnTo>
                    <a:pt x="2580817" y="552958"/>
                  </a:lnTo>
                  <a:lnTo>
                    <a:pt x="2578951" y="551103"/>
                  </a:lnTo>
                  <a:lnTo>
                    <a:pt x="2577833" y="550633"/>
                  </a:lnTo>
                  <a:lnTo>
                    <a:pt x="2575204" y="550633"/>
                  </a:lnTo>
                  <a:lnTo>
                    <a:pt x="2574086" y="551103"/>
                  </a:lnTo>
                  <a:lnTo>
                    <a:pt x="2572220" y="552958"/>
                  </a:lnTo>
                  <a:lnTo>
                    <a:pt x="2571750" y="554088"/>
                  </a:lnTo>
                  <a:lnTo>
                    <a:pt x="2571750" y="556717"/>
                  </a:lnTo>
                  <a:lnTo>
                    <a:pt x="2572220" y="557834"/>
                  </a:lnTo>
                  <a:lnTo>
                    <a:pt x="2574086" y="559701"/>
                  </a:lnTo>
                  <a:lnTo>
                    <a:pt x="2575204" y="560158"/>
                  </a:lnTo>
                  <a:lnTo>
                    <a:pt x="2577833" y="560158"/>
                  </a:lnTo>
                  <a:lnTo>
                    <a:pt x="2578951" y="559701"/>
                  </a:lnTo>
                  <a:lnTo>
                    <a:pt x="2580817" y="557834"/>
                  </a:lnTo>
                  <a:lnTo>
                    <a:pt x="2581275" y="556717"/>
                  </a:lnTo>
                  <a:lnTo>
                    <a:pt x="2581275" y="554088"/>
                  </a:lnTo>
                  <a:close/>
                </a:path>
                <a:path w="4533900" h="2762885">
                  <a:moveTo>
                    <a:pt x="2581275" y="3454"/>
                  </a:moveTo>
                  <a:lnTo>
                    <a:pt x="2580817" y="2324"/>
                  </a:lnTo>
                  <a:lnTo>
                    <a:pt x="2578951" y="469"/>
                  </a:lnTo>
                  <a:lnTo>
                    <a:pt x="2577833" y="0"/>
                  </a:lnTo>
                  <a:lnTo>
                    <a:pt x="2575204" y="0"/>
                  </a:lnTo>
                  <a:lnTo>
                    <a:pt x="2574086" y="469"/>
                  </a:lnTo>
                  <a:lnTo>
                    <a:pt x="2572220" y="2324"/>
                  </a:lnTo>
                  <a:lnTo>
                    <a:pt x="2571750" y="3454"/>
                  </a:lnTo>
                  <a:lnTo>
                    <a:pt x="2571750" y="6083"/>
                  </a:lnTo>
                  <a:lnTo>
                    <a:pt x="2572220" y="7200"/>
                  </a:lnTo>
                  <a:lnTo>
                    <a:pt x="2574086" y="9067"/>
                  </a:lnTo>
                  <a:lnTo>
                    <a:pt x="2575204" y="9525"/>
                  </a:lnTo>
                  <a:lnTo>
                    <a:pt x="2577833" y="9525"/>
                  </a:lnTo>
                  <a:lnTo>
                    <a:pt x="2578951" y="9067"/>
                  </a:lnTo>
                  <a:lnTo>
                    <a:pt x="2580817" y="7200"/>
                  </a:lnTo>
                  <a:lnTo>
                    <a:pt x="2581275" y="6083"/>
                  </a:lnTo>
                  <a:lnTo>
                    <a:pt x="2581275" y="3454"/>
                  </a:lnTo>
                  <a:close/>
                </a:path>
                <a:path w="4533900" h="2762885">
                  <a:moveTo>
                    <a:pt x="2628900" y="2756611"/>
                  </a:moveTo>
                  <a:lnTo>
                    <a:pt x="2628442" y="2755493"/>
                  </a:lnTo>
                  <a:lnTo>
                    <a:pt x="2626576" y="2753626"/>
                  </a:lnTo>
                  <a:lnTo>
                    <a:pt x="2625458" y="2753156"/>
                  </a:lnTo>
                  <a:lnTo>
                    <a:pt x="2622829" y="2753156"/>
                  </a:lnTo>
                  <a:lnTo>
                    <a:pt x="2621711" y="2753626"/>
                  </a:lnTo>
                  <a:lnTo>
                    <a:pt x="2619845" y="2755493"/>
                  </a:lnTo>
                  <a:lnTo>
                    <a:pt x="2619375" y="2756611"/>
                  </a:lnTo>
                  <a:lnTo>
                    <a:pt x="2619375" y="2759240"/>
                  </a:lnTo>
                  <a:lnTo>
                    <a:pt x="2619845" y="2760357"/>
                  </a:lnTo>
                  <a:lnTo>
                    <a:pt x="2621711" y="2762224"/>
                  </a:lnTo>
                  <a:lnTo>
                    <a:pt x="2622829" y="2762681"/>
                  </a:lnTo>
                  <a:lnTo>
                    <a:pt x="2625458" y="2762681"/>
                  </a:lnTo>
                  <a:lnTo>
                    <a:pt x="2626576" y="2762224"/>
                  </a:lnTo>
                  <a:lnTo>
                    <a:pt x="2628442" y="2760357"/>
                  </a:lnTo>
                  <a:lnTo>
                    <a:pt x="2628900" y="2759240"/>
                  </a:lnTo>
                  <a:lnTo>
                    <a:pt x="2628900" y="2756611"/>
                  </a:lnTo>
                  <a:close/>
                </a:path>
                <a:path w="4533900" h="2762885">
                  <a:moveTo>
                    <a:pt x="2628900" y="2205977"/>
                  </a:moveTo>
                  <a:lnTo>
                    <a:pt x="2628442" y="2204859"/>
                  </a:lnTo>
                  <a:lnTo>
                    <a:pt x="2626576" y="2202992"/>
                  </a:lnTo>
                  <a:lnTo>
                    <a:pt x="2625458" y="2202535"/>
                  </a:lnTo>
                  <a:lnTo>
                    <a:pt x="2622829" y="2202535"/>
                  </a:lnTo>
                  <a:lnTo>
                    <a:pt x="2621711" y="2202992"/>
                  </a:lnTo>
                  <a:lnTo>
                    <a:pt x="2619845" y="2204859"/>
                  </a:lnTo>
                  <a:lnTo>
                    <a:pt x="2619375" y="2205977"/>
                  </a:lnTo>
                  <a:lnTo>
                    <a:pt x="2619375" y="2208606"/>
                  </a:lnTo>
                  <a:lnTo>
                    <a:pt x="2619845" y="2209736"/>
                  </a:lnTo>
                  <a:lnTo>
                    <a:pt x="2621711" y="2211590"/>
                  </a:lnTo>
                  <a:lnTo>
                    <a:pt x="2622829" y="2212060"/>
                  </a:lnTo>
                  <a:lnTo>
                    <a:pt x="2625458" y="2212060"/>
                  </a:lnTo>
                  <a:lnTo>
                    <a:pt x="2626576" y="2211590"/>
                  </a:lnTo>
                  <a:lnTo>
                    <a:pt x="2628442" y="2209736"/>
                  </a:lnTo>
                  <a:lnTo>
                    <a:pt x="2628900" y="2208606"/>
                  </a:lnTo>
                  <a:lnTo>
                    <a:pt x="2628900" y="2205977"/>
                  </a:lnTo>
                  <a:close/>
                </a:path>
                <a:path w="4533900" h="2762885">
                  <a:moveTo>
                    <a:pt x="2628900" y="1655343"/>
                  </a:moveTo>
                  <a:lnTo>
                    <a:pt x="2628442" y="1654225"/>
                  </a:lnTo>
                  <a:lnTo>
                    <a:pt x="2626576" y="1652358"/>
                  </a:lnTo>
                  <a:lnTo>
                    <a:pt x="2625458" y="1651901"/>
                  </a:lnTo>
                  <a:lnTo>
                    <a:pt x="2622829" y="1651901"/>
                  </a:lnTo>
                  <a:lnTo>
                    <a:pt x="2621711" y="1652358"/>
                  </a:lnTo>
                  <a:lnTo>
                    <a:pt x="2619845" y="1654225"/>
                  </a:lnTo>
                  <a:lnTo>
                    <a:pt x="2619375" y="1655343"/>
                  </a:lnTo>
                  <a:lnTo>
                    <a:pt x="2619375" y="1657972"/>
                  </a:lnTo>
                  <a:lnTo>
                    <a:pt x="2619845" y="1659102"/>
                  </a:lnTo>
                  <a:lnTo>
                    <a:pt x="2621711" y="1660956"/>
                  </a:lnTo>
                  <a:lnTo>
                    <a:pt x="2622829" y="1661426"/>
                  </a:lnTo>
                  <a:lnTo>
                    <a:pt x="2625458" y="1661426"/>
                  </a:lnTo>
                  <a:lnTo>
                    <a:pt x="2626576" y="1660956"/>
                  </a:lnTo>
                  <a:lnTo>
                    <a:pt x="2628442" y="1659102"/>
                  </a:lnTo>
                  <a:lnTo>
                    <a:pt x="2628900" y="1657972"/>
                  </a:lnTo>
                  <a:lnTo>
                    <a:pt x="2628900" y="1655343"/>
                  </a:lnTo>
                  <a:close/>
                </a:path>
                <a:path w="4533900" h="2762885">
                  <a:moveTo>
                    <a:pt x="2628900" y="1104709"/>
                  </a:moveTo>
                  <a:lnTo>
                    <a:pt x="2628442" y="1103591"/>
                  </a:lnTo>
                  <a:lnTo>
                    <a:pt x="2626576" y="1101737"/>
                  </a:lnTo>
                  <a:lnTo>
                    <a:pt x="2625458" y="1101267"/>
                  </a:lnTo>
                  <a:lnTo>
                    <a:pt x="2622829" y="1101267"/>
                  </a:lnTo>
                  <a:lnTo>
                    <a:pt x="2621711" y="1101737"/>
                  </a:lnTo>
                  <a:lnTo>
                    <a:pt x="2619845" y="1103591"/>
                  </a:lnTo>
                  <a:lnTo>
                    <a:pt x="2619375" y="1104709"/>
                  </a:lnTo>
                  <a:lnTo>
                    <a:pt x="2619375" y="1107351"/>
                  </a:lnTo>
                  <a:lnTo>
                    <a:pt x="2619845" y="1108468"/>
                  </a:lnTo>
                  <a:lnTo>
                    <a:pt x="2621711" y="1110322"/>
                  </a:lnTo>
                  <a:lnTo>
                    <a:pt x="2622829" y="1110792"/>
                  </a:lnTo>
                  <a:lnTo>
                    <a:pt x="2625458" y="1110792"/>
                  </a:lnTo>
                  <a:lnTo>
                    <a:pt x="2626576" y="1110322"/>
                  </a:lnTo>
                  <a:lnTo>
                    <a:pt x="2628442" y="1108468"/>
                  </a:lnTo>
                  <a:lnTo>
                    <a:pt x="2628900" y="1107351"/>
                  </a:lnTo>
                  <a:lnTo>
                    <a:pt x="2628900" y="1104709"/>
                  </a:lnTo>
                  <a:close/>
                </a:path>
                <a:path w="4533900" h="2762885">
                  <a:moveTo>
                    <a:pt x="2628900" y="554088"/>
                  </a:moveTo>
                  <a:lnTo>
                    <a:pt x="2628442" y="552958"/>
                  </a:lnTo>
                  <a:lnTo>
                    <a:pt x="2626576" y="551103"/>
                  </a:lnTo>
                  <a:lnTo>
                    <a:pt x="2625458" y="550633"/>
                  </a:lnTo>
                  <a:lnTo>
                    <a:pt x="2622829" y="550633"/>
                  </a:lnTo>
                  <a:lnTo>
                    <a:pt x="2621711" y="551103"/>
                  </a:lnTo>
                  <a:lnTo>
                    <a:pt x="2619845" y="552958"/>
                  </a:lnTo>
                  <a:lnTo>
                    <a:pt x="2619375" y="554088"/>
                  </a:lnTo>
                  <a:lnTo>
                    <a:pt x="2619375" y="556717"/>
                  </a:lnTo>
                  <a:lnTo>
                    <a:pt x="2619845" y="557834"/>
                  </a:lnTo>
                  <a:lnTo>
                    <a:pt x="2621711" y="559701"/>
                  </a:lnTo>
                  <a:lnTo>
                    <a:pt x="2622829" y="560158"/>
                  </a:lnTo>
                  <a:lnTo>
                    <a:pt x="2625458" y="560158"/>
                  </a:lnTo>
                  <a:lnTo>
                    <a:pt x="2626576" y="559701"/>
                  </a:lnTo>
                  <a:lnTo>
                    <a:pt x="2628442" y="557834"/>
                  </a:lnTo>
                  <a:lnTo>
                    <a:pt x="2628900" y="556717"/>
                  </a:lnTo>
                  <a:lnTo>
                    <a:pt x="2628900" y="554088"/>
                  </a:lnTo>
                  <a:close/>
                </a:path>
                <a:path w="4533900" h="2762885">
                  <a:moveTo>
                    <a:pt x="2628900" y="3454"/>
                  </a:moveTo>
                  <a:lnTo>
                    <a:pt x="2628442" y="2324"/>
                  </a:lnTo>
                  <a:lnTo>
                    <a:pt x="2626576" y="469"/>
                  </a:lnTo>
                  <a:lnTo>
                    <a:pt x="2625458" y="0"/>
                  </a:lnTo>
                  <a:lnTo>
                    <a:pt x="2622829" y="0"/>
                  </a:lnTo>
                  <a:lnTo>
                    <a:pt x="2621711" y="469"/>
                  </a:lnTo>
                  <a:lnTo>
                    <a:pt x="2619845" y="2324"/>
                  </a:lnTo>
                  <a:lnTo>
                    <a:pt x="2619375" y="3454"/>
                  </a:lnTo>
                  <a:lnTo>
                    <a:pt x="2619375" y="6083"/>
                  </a:lnTo>
                  <a:lnTo>
                    <a:pt x="2619845" y="7200"/>
                  </a:lnTo>
                  <a:lnTo>
                    <a:pt x="2621711" y="9067"/>
                  </a:lnTo>
                  <a:lnTo>
                    <a:pt x="2622829" y="9525"/>
                  </a:lnTo>
                  <a:lnTo>
                    <a:pt x="2625458" y="9525"/>
                  </a:lnTo>
                  <a:lnTo>
                    <a:pt x="2626576" y="9067"/>
                  </a:lnTo>
                  <a:lnTo>
                    <a:pt x="2628442" y="7200"/>
                  </a:lnTo>
                  <a:lnTo>
                    <a:pt x="2628900" y="6083"/>
                  </a:lnTo>
                  <a:lnTo>
                    <a:pt x="2628900" y="3454"/>
                  </a:lnTo>
                  <a:close/>
                </a:path>
                <a:path w="4533900" h="2762885">
                  <a:moveTo>
                    <a:pt x="2676525" y="2756611"/>
                  </a:moveTo>
                  <a:lnTo>
                    <a:pt x="2676067" y="2755493"/>
                  </a:lnTo>
                  <a:lnTo>
                    <a:pt x="2674201" y="2753626"/>
                  </a:lnTo>
                  <a:lnTo>
                    <a:pt x="2673083" y="2753156"/>
                  </a:lnTo>
                  <a:lnTo>
                    <a:pt x="2670454" y="2753156"/>
                  </a:lnTo>
                  <a:lnTo>
                    <a:pt x="2669336" y="2753626"/>
                  </a:lnTo>
                  <a:lnTo>
                    <a:pt x="2667470" y="2755493"/>
                  </a:lnTo>
                  <a:lnTo>
                    <a:pt x="2667000" y="2756611"/>
                  </a:lnTo>
                  <a:lnTo>
                    <a:pt x="2667000" y="2759240"/>
                  </a:lnTo>
                  <a:lnTo>
                    <a:pt x="2667470" y="2760357"/>
                  </a:lnTo>
                  <a:lnTo>
                    <a:pt x="2669336" y="2762224"/>
                  </a:lnTo>
                  <a:lnTo>
                    <a:pt x="2670454" y="2762681"/>
                  </a:lnTo>
                  <a:lnTo>
                    <a:pt x="2673083" y="2762681"/>
                  </a:lnTo>
                  <a:lnTo>
                    <a:pt x="2674201" y="2762224"/>
                  </a:lnTo>
                  <a:lnTo>
                    <a:pt x="2676067" y="2760357"/>
                  </a:lnTo>
                  <a:lnTo>
                    <a:pt x="2676525" y="2759240"/>
                  </a:lnTo>
                  <a:lnTo>
                    <a:pt x="2676525" y="2756611"/>
                  </a:lnTo>
                  <a:close/>
                </a:path>
                <a:path w="4533900" h="2762885">
                  <a:moveTo>
                    <a:pt x="2676525" y="2205977"/>
                  </a:moveTo>
                  <a:lnTo>
                    <a:pt x="2676067" y="2204859"/>
                  </a:lnTo>
                  <a:lnTo>
                    <a:pt x="2674201" y="2202992"/>
                  </a:lnTo>
                  <a:lnTo>
                    <a:pt x="2673083" y="2202535"/>
                  </a:lnTo>
                  <a:lnTo>
                    <a:pt x="2670454" y="2202535"/>
                  </a:lnTo>
                  <a:lnTo>
                    <a:pt x="2669336" y="2202992"/>
                  </a:lnTo>
                  <a:lnTo>
                    <a:pt x="2667470" y="2204859"/>
                  </a:lnTo>
                  <a:lnTo>
                    <a:pt x="2667000" y="2205977"/>
                  </a:lnTo>
                  <a:lnTo>
                    <a:pt x="2667000" y="2208606"/>
                  </a:lnTo>
                  <a:lnTo>
                    <a:pt x="2667470" y="2209736"/>
                  </a:lnTo>
                  <a:lnTo>
                    <a:pt x="2669336" y="2211590"/>
                  </a:lnTo>
                  <a:lnTo>
                    <a:pt x="2670454" y="2212060"/>
                  </a:lnTo>
                  <a:lnTo>
                    <a:pt x="2673083" y="2212060"/>
                  </a:lnTo>
                  <a:lnTo>
                    <a:pt x="2674201" y="2211590"/>
                  </a:lnTo>
                  <a:lnTo>
                    <a:pt x="2676067" y="2209736"/>
                  </a:lnTo>
                  <a:lnTo>
                    <a:pt x="2676525" y="2208606"/>
                  </a:lnTo>
                  <a:lnTo>
                    <a:pt x="2676525" y="2205977"/>
                  </a:lnTo>
                  <a:close/>
                </a:path>
                <a:path w="4533900" h="2762885">
                  <a:moveTo>
                    <a:pt x="2676525" y="1655343"/>
                  </a:moveTo>
                  <a:lnTo>
                    <a:pt x="2676067" y="1654225"/>
                  </a:lnTo>
                  <a:lnTo>
                    <a:pt x="2674201" y="1652358"/>
                  </a:lnTo>
                  <a:lnTo>
                    <a:pt x="2673083" y="1651901"/>
                  </a:lnTo>
                  <a:lnTo>
                    <a:pt x="2670454" y="1651901"/>
                  </a:lnTo>
                  <a:lnTo>
                    <a:pt x="2669336" y="1652358"/>
                  </a:lnTo>
                  <a:lnTo>
                    <a:pt x="2667470" y="1654225"/>
                  </a:lnTo>
                  <a:lnTo>
                    <a:pt x="2667000" y="1655343"/>
                  </a:lnTo>
                  <a:lnTo>
                    <a:pt x="2667000" y="1657972"/>
                  </a:lnTo>
                  <a:lnTo>
                    <a:pt x="2667470" y="1659102"/>
                  </a:lnTo>
                  <a:lnTo>
                    <a:pt x="2669336" y="1660956"/>
                  </a:lnTo>
                  <a:lnTo>
                    <a:pt x="2670454" y="1661426"/>
                  </a:lnTo>
                  <a:lnTo>
                    <a:pt x="2673083" y="1661426"/>
                  </a:lnTo>
                  <a:lnTo>
                    <a:pt x="2674201" y="1660956"/>
                  </a:lnTo>
                  <a:lnTo>
                    <a:pt x="2676067" y="1659102"/>
                  </a:lnTo>
                  <a:lnTo>
                    <a:pt x="2676525" y="1657972"/>
                  </a:lnTo>
                  <a:lnTo>
                    <a:pt x="2676525" y="1655343"/>
                  </a:lnTo>
                  <a:close/>
                </a:path>
                <a:path w="4533900" h="2762885">
                  <a:moveTo>
                    <a:pt x="2676525" y="1104709"/>
                  </a:moveTo>
                  <a:lnTo>
                    <a:pt x="2676067" y="1103591"/>
                  </a:lnTo>
                  <a:lnTo>
                    <a:pt x="2674201" y="1101737"/>
                  </a:lnTo>
                  <a:lnTo>
                    <a:pt x="2673083" y="1101267"/>
                  </a:lnTo>
                  <a:lnTo>
                    <a:pt x="2670454" y="1101267"/>
                  </a:lnTo>
                  <a:lnTo>
                    <a:pt x="2669336" y="1101737"/>
                  </a:lnTo>
                  <a:lnTo>
                    <a:pt x="2667470" y="1103591"/>
                  </a:lnTo>
                  <a:lnTo>
                    <a:pt x="2667000" y="1104709"/>
                  </a:lnTo>
                  <a:lnTo>
                    <a:pt x="2667000" y="1107351"/>
                  </a:lnTo>
                  <a:lnTo>
                    <a:pt x="2667470" y="1108468"/>
                  </a:lnTo>
                  <a:lnTo>
                    <a:pt x="2669336" y="1110322"/>
                  </a:lnTo>
                  <a:lnTo>
                    <a:pt x="2670454" y="1110792"/>
                  </a:lnTo>
                  <a:lnTo>
                    <a:pt x="2673083" y="1110792"/>
                  </a:lnTo>
                  <a:lnTo>
                    <a:pt x="2674201" y="1110322"/>
                  </a:lnTo>
                  <a:lnTo>
                    <a:pt x="2676067" y="1108468"/>
                  </a:lnTo>
                  <a:lnTo>
                    <a:pt x="2676525" y="1107351"/>
                  </a:lnTo>
                  <a:lnTo>
                    <a:pt x="2676525" y="1104709"/>
                  </a:lnTo>
                  <a:close/>
                </a:path>
                <a:path w="4533900" h="2762885">
                  <a:moveTo>
                    <a:pt x="2676525" y="554088"/>
                  </a:moveTo>
                  <a:lnTo>
                    <a:pt x="2676067" y="552958"/>
                  </a:lnTo>
                  <a:lnTo>
                    <a:pt x="2674201" y="551103"/>
                  </a:lnTo>
                  <a:lnTo>
                    <a:pt x="2673083" y="550633"/>
                  </a:lnTo>
                  <a:lnTo>
                    <a:pt x="2670454" y="550633"/>
                  </a:lnTo>
                  <a:lnTo>
                    <a:pt x="2669336" y="551103"/>
                  </a:lnTo>
                  <a:lnTo>
                    <a:pt x="2667470" y="552958"/>
                  </a:lnTo>
                  <a:lnTo>
                    <a:pt x="2667000" y="554088"/>
                  </a:lnTo>
                  <a:lnTo>
                    <a:pt x="2667000" y="556717"/>
                  </a:lnTo>
                  <a:lnTo>
                    <a:pt x="2667470" y="557834"/>
                  </a:lnTo>
                  <a:lnTo>
                    <a:pt x="2669336" y="559701"/>
                  </a:lnTo>
                  <a:lnTo>
                    <a:pt x="2670454" y="560158"/>
                  </a:lnTo>
                  <a:lnTo>
                    <a:pt x="2673083" y="560158"/>
                  </a:lnTo>
                  <a:lnTo>
                    <a:pt x="2674201" y="559701"/>
                  </a:lnTo>
                  <a:lnTo>
                    <a:pt x="2676067" y="557834"/>
                  </a:lnTo>
                  <a:lnTo>
                    <a:pt x="2676525" y="556717"/>
                  </a:lnTo>
                  <a:lnTo>
                    <a:pt x="2676525" y="554088"/>
                  </a:lnTo>
                  <a:close/>
                </a:path>
                <a:path w="4533900" h="2762885">
                  <a:moveTo>
                    <a:pt x="2676525" y="3454"/>
                  </a:moveTo>
                  <a:lnTo>
                    <a:pt x="2676067" y="2324"/>
                  </a:lnTo>
                  <a:lnTo>
                    <a:pt x="2674201" y="469"/>
                  </a:lnTo>
                  <a:lnTo>
                    <a:pt x="2673083" y="0"/>
                  </a:lnTo>
                  <a:lnTo>
                    <a:pt x="2670454" y="0"/>
                  </a:lnTo>
                  <a:lnTo>
                    <a:pt x="2669336" y="469"/>
                  </a:lnTo>
                  <a:lnTo>
                    <a:pt x="2667470" y="2324"/>
                  </a:lnTo>
                  <a:lnTo>
                    <a:pt x="2667000" y="3454"/>
                  </a:lnTo>
                  <a:lnTo>
                    <a:pt x="2667000" y="6083"/>
                  </a:lnTo>
                  <a:lnTo>
                    <a:pt x="2667470" y="7200"/>
                  </a:lnTo>
                  <a:lnTo>
                    <a:pt x="2669336" y="9067"/>
                  </a:lnTo>
                  <a:lnTo>
                    <a:pt x="2670454" y="9525"/>
                  </a:lnTo>
                  <a:lnTo>
                    <a:pt x="2673083" y="9525"/>
                  </a:lnTo>
                  <a:lnTo>
                    <a:pt x="2674201" y="9067"/>
                  </a:lnTo>
                  <a:lnTo>
                    <a:pt x="2676067" y="7200"/>
                  </a:lnTo>
                  <a:lnTo>
                    <a:pt x="2676525" y="6083"/>
                  </a:lnTo>
                  <a:lnTo>
                    <a:pt x="2676525" y="3454"/>
                  </a:lnTo>
                  <a:close/>
                </a:path>
                <a:path w="4533900" h="2762885">
                  <a:moveTo>
                    <a:pt x="2724150" y="2756611"/>
                  </a:moveTo>
                  <a:lnTo>
                    <a:pt x="2723692" y="2755493"/>
                  </a:lnTo>
                  <a:lnTo>
                    <a:pt x="2721826" y="2753626"/>
                  </a:lnTo>
                  <a:lnTo>
                    <a:pt x="2720708" y="2753156"/>
                  </a:lnTo>
                  <a:lnTo>
                    <a:pt x="2718079" y="2753156"/>
                  </a:lnTo>
                  <a:lnTo>
                    <a:pt x="2716961" y="2753626"/>
                  </a:lnTo>
                  <a:lnTo>
                    <a:pt x="2715095" y="2755493"/>
                  </a:lnTo>
                  <a:lnTo>
                    <a:pt x="2714625" y="2756611"/>
                  </a:lnTo>
                  <a:lnTo>
                    <a:pt x="2714625" y="2759240"/>
                  </a:lnTo>
                  <a:lnTo>
                    <a:pt x="2715095" y="2760357"/>
                  </a:lnTo>
                  <a:lnTo>
                    <a:pt x="2716961" y="2762224"/>
                  </a:lnTo>
                  <a:lnTo>
                    <a:pt x="2718079" y="2762681"/>
                  </a:lnTo>
                  <a:lnTo>
                    <a:pt x="2720708" y="2762681"/>
                  </a:lnTo>
                  <a:lnTo>
                    <a:pt x="2721826" y="2762224"/>
                  </a:lnTo>
                  <a:lnTo>
                    <a:pt x="2723692" y="2760357"/>
                  </a:lnTo>
                  <a:lnTo>
                    <a:pt x="2724150" y="2759240"/>
                  </a:lnTo>
                  <a:lnTo>
                    <a:pt x="2724150" y="2756611"/>
                  </a:lnTo>
                  <a:close/>
                </a:path>
                <a:path w="4533900" h="2762885">
                  <a:moveTo>
                    <a:pt x="2724150" y="2205977"/>
                  </a:moveTo>
                  <a:lnTo>
                    <a:pt x="2723692" y="2204859"/>
                  </a:lnTo>
                  <a:lnTo>
                    <a:pt x="2721826" y="2202992"/>
                  </a:lnTo>
                  <a:lnTo>
                    <a:pt x="2720708" y="2202535"/>
                  </a:lnTo>
                  <a:lnTo>
                    <a:pt x="2718079" y="2202535"/>
                  </a:lnTo>
                  <a:lnTo>
                    <a:pt x="2716961" y="2202992"/>
                  </a:lnTo>
                  <a:lnTo>
                    <a:pt x="2715095" y="2204859"/>
                  </a:lnTo>
                  <a:lnTo>
                    <a:pt x="2714625" y="2205977"/>
                  </a:lnTo>
                  <a:lnTo>
                    <a:pt x="2714625" y="2208606"/>
                  </a:lnTo>
                  <a:lnTo>
                    <a:pt x="2715095" y="2209736"/>
                  </a:lnTo>
                  <a:lnTo>
                    <a:pt x="2716961" y="2211590"/>
                  </a:lnTo>
                  <a:lnTo>
                    <a:pt x="2718079" y="2212060"/>
                  </a:lnTo>
                  <a:lnTo>
                    <a:pt x="2720708" y="2212060"/>
                  </a:lnTo>
                  <a:lnTo>
                    <a:pt x="2721826" y="2211590"/>
                  </a:lnTo>
                  <a:lnTo>
                    <a:pt x="2723692" y="2209736"/>
                  </a:lnTo>
                  <a:lnTo>
                    <a:pt x="2724150" y="2208606"/>
                  </a:lnTo>
                  <a:lnTo>
                    <a:pt x="2724150" y="2205977"/>
                  </a:lnTo>
                  <a:close/>
                </a:path>
                <a:path w="4533900" h="2762885">
                  <a:moveTo>
                    <a:pt x="2724150" y="1655343"/>
                  </a:moveTo>
                  <a:lnTo>
                    <a:pt x="2723692" y="1654225"/>
                  </a:lnTo>
                  <a:lnTo>
                    <a:pt x="2721826" y="1652358"/>
                  </a:lnTo>
                  <a:lnTo>
                    <a:pt x="2720708" y="1651901"/>
                  </a:lnTo>
                  <a:lnTo>
                    <a:pt x="2718079" y="1651901"/>
                  </a:lnTo>
                  <a:lnTo>
                    <a:pt x="2716961" y="1652358"/>
                  </a:lnTo>
                  <a:lnTo>
                    <a:pt x="2715095" y="1654225"/>
                  </a:lnTo>
                  <a:lnTo>
                    <a:pt x="2714625" y="1655343"/>
                  </a:lnTo>
                  <a:lnTo>
                    <a:pt x="2714625" y="1657972"/>
                  </a:lnTo>
                  <a:lnTo>
                    <a:pt x="2715095" y="1659102"/>
                  </a:lnTo>
                  <a:lnTo>
                    <a:pt x="2716961" y="1660956"/>
                  </a:lnTo>
                  <a:lnTo>
                    <a:pt x="2718079" y="1661426"/>
                  </a:lnTo>
                  <a:lnTo>
                    <a:pt x="2720708" y="1661426"/>
                  </a:lnTo>
                  <a:lnTo>
                    <a:pt x="2721826" y="1660956"/>
                  </a:lnTo>
                  <a:lnTo>
                    <a:pt x="2723692" y="1659102"/>
                  </a:lnTo>
                  <a:lnTo>
                    <a:pt x="2724150" y="1657972"/>
                  </a:lnTo>
                  <a:lnTo>
                    <a:pt x="2724150" y="1655343"/>
                  </a:lnTo>
                  <a:close/>
                </a:path>
                <a:path w="4533900" h="2762885">
                  <a:moveTo>
                    <a:pt x="2724150" y="1104709"/>
                  </a:moveTo>
                  <a:lnTo>
                    <a:pt x="2723692" y="1103591"/>
                  </a:lnTo>
                  <a:lnTo>
                    <a:pt x="2721826" y="1101737"/>
                  </a:lnTo>
                  <a:lnTo>
                    <a:pt x="2720708" y="1101267"/>
                  </a:lnTo>
                  <a:lnTo>
                    <a:pt x="2718079" y="1101267"/>
                  </a:lnTo>
                  <a:lnTo>
                    <a:pt x="2716961" y="1101737"/>
                  </a:lnTo>
                  <a:lnTo>
                    <a:pt x="2715095" y="1103591"/>
                  </a:lnTo>
                  <a:lnTo>
                    <a:pt x="2714625" y="1104709"/>
                  </a:lnTo>
                  <a:lnTo>
                    <a:pt x="2714625" y="1107351"/>
                  </a:lnTo>
                  <a:lnTo>
                    <a:pt x="2715095" y="1108468"/>
                  </a:lnTo>
                  <a:lnTo>
                    <a:pt x="2716961" y="1110322"/>
                  </a:lnTo>
                  <a:lnTo>
                    <a:pt x="2718079" y="1110792"/>
                  </a:lnTo>
                  <a:lnTo>
                    <a:pt x="2720708" y="1110792"/>
                  </a:lnTo>
                  <a:lnTo>
                    <a:pt x="2721826" y="1110322"/>
                  </a:lnTo>
                  <a:lnTo>
                    <a:pt x="2723692" y="1108468"/>
                  </a:lnTo>
                  <a:lnTo>
                    <a:pt x="2724150" y="1107351"/>
                  </a:lnTo>
                  <a:lnTo>
                    <a:pt x="2724150" y="1104709"/>
                  </a:lnTo>
                  <a:close/>
                </a:path>
                <a:path w="4533900" h="2762885">
                  <a:moveTo>
                    <a:pt x="2724150" y="554088"/>
                  </a:moveTo>
                  <a:lnTo>
                    <a:pt x="2723692" y="552958"/>
                  </a:lnTo>
                  <a:lnTo>
                    <a:pt x="2721826" y="551103"/>
                  </a:lnTo>
                  <a:lnTo>
                    <a:pt x="2720708" y="550633"/>
                  </a:lnTo>
                  <a:lnTo>
                    <a:pt x="2718079" y="550633"/>
                  </a:lnTo>
                  <a:lnTo>
                    <a:pt x="2716961" y="551103"/>
                  </a:lnTo>
                  <a:lnTo>
                    <a:pt x="2715095" y="552958"/>
                  </a:lnTo>
                  <a:lnTo>
                    <a:pt x="2714625" y="554088"/>
                  </a:lnTo>
                  <a:lnTo>
                    <a:pt x="2714625" y="556717"/>
                  </a:lnTo>
                  <a:lnTo>
                    <a:pt x="2715095" y="557834"/>
                  </a:lnTo>
                  <a:lnTo>
                    <a:pt x="2716961" y="559701"/>
                  </a:lnTo>
                  <a:lnTo>
                    <a:pt x="2718079" y="560158"/>
                  </a:lnTo>
                  <a:lnTo>
                    <a:pt x="2720708" y="560158"/>
                  </a:lnTo>
                  <a:lnTo>
                    <a:pt x="2721826" y="559701"/>
                  </a:lnTo>
                  <a:lnTo>
                    <a:pt x="2723692" y="557834"/>
                  </a:lnTo>
                  <a:lnTo>
                    <a:pt x="2724150" y="556717"/>
                  </a:lnTo>
                  <a:lnTo>
                    <a:pt x="2724150" y="554088"/>
                  </a:lnTo>
                  <a:close/>
                </a:path>
                <a:path w="4533900" h="2762885">
                  <a:moveTo>
                    <a:pt x="2724150" y="3454"/>
                  </a:moveTo>
                  <a:lnTo>
                    <a:pt x="2723692" y="2324"/>
                  </a:lnTo>
                  <a:lnTo>
                    <a:pt x="2721826" y="469"/>
                  </a:lnTo>
                  <a:lnTo>
                    <a:pt x="2720708" y="0"/>
                  </a:lnTo>
                  <a:lnTo>
                    <a:pt x="2718079" y="0"/>
                  </a:lnTo>
                  <a:lnTo>
                    <a:pt x="2716961" y="469"/>
                  </a:lnTo>
                  <a:lnTo>
                    <a:pt x="2715095" y="2324"/>
                  </a:lnTo>
                  <a:lnTo>
                    <a:pt x="2714625" y="3454"/>
                  </a:lnTo>
                  <a:lnTo>
                    <a:pt x="2714625" y="6083"/>
                  </a:lnTo>
                  <a:lnTo>
                    <a:pt x="2715095" y="7200"/>
                  </a:lnTo>
                  <a:lnTo>
                    <a:pt x="2716961" y="9067"/>
                  </a:lnTo>
                  <a:lnTo>
                    <a:pt x="2718079" y="9525"/>
                  </a:lnTo>
                  <a:lnTo>
                    <a:pt x="2720708" y="9525"/>
                  </a:lnTo>
                  <a:lnTo>
                    <a:pt x="2721826" y="9067"/>
                  </a:lnTo>
                  <a:lnTo>
                    <a:pt x="2723692" y="7200"/>
                  </a:lnTo>
                  <a:lnTo>
                    <a:pt x="2724150" y="6083"/>
                  </a:lnTo>
                  <a:lnTo>
                    <a:pt x="2724150" y="3454"/>
                  </a:lnTo>
                  <a:close/>
                </a:path>
                <a:path w="4533900" h="2762885">
                  <a:moveTo>
                    <a:pt x="2771775" y="2756611"/>
                  </a:moveTo>
                  <a:lnTo>
                    <a:pt x="2771317" y="2755493"/>
                  </a:lnTo>
                  <a:lnTo>
                    <a:pt x="2769451" y="2753626"/>
                  </a:lnTo>
                  <a:lnTo>
                    <a:pt x="2768333" y="2753156"/>
                  </a:lnTo>
                  <a:lnTo>
                    <a:pt x="2765704" y="2753156"/>
                  </a:lnTo>
                  <a:lnTo>
                    <a:pt x="2764586" y="2753626"/>
                  </a:lnTo>
                  <a:lnTo>
                    <a:pt x="2762720" y="2755493"/>
                  </a:lnTo>
                  <a:lnTo>
                    <a:pt x="2762250" y="2756611"/>
                  </a:lnTo>
                  <a:lnTo>
                    <a:pt x="2762250" y="2759240"/>
                  </a:lnTo>
                  <a:lnTo>
                    <a:pt x="2762720" y="2760357"/>
                  </a:lnTo>
                  <a:lnTo>
                    <a:pt x="2764586" y="2762224"/>
                  </a:lnTo>
                  <a:lnTo>
                    <a:pt x="2765704" y="2762681"/>
                  </a:lnTo>
                  <a:lnTo>
                    <a:pt x="2768333" y="2762681"/>
                  </a:lnTo>
                  <a:lnTo>
                    <a:pt x="2769451" y="2762224"/>
                  </a:lnTo>
                  <a:lnTo>
                    <a:pt x="2771317" y="2760357"/>
                  </a:lnTo>
                  <a:lnTo>
                    <a:pt x="2771775" y="2759240"/>
                  </a:lnTo>
                  <a:lnTo>
                    <a:pt x="2771775" y="2756611"/>
                  </a:lnTo>
                  <a:close/>
                </a:path>
                <a:path w="4533900" h="2762885">
                  <a:moveTo>
                    <a:pt x="2771775" y="2205977"/>
                  </a:moveTo>
                  <a:lnTo>
                    <a:pt x="2771317" y="2204859"/>
                  </a:lnTo>
                  <a:lnTo>
                    <a:pt x="2769451" y="2202992"/>
                  </a:lnTo>
                  <a:lnTo>
                    <a:pt x="2768333" y="2202535"/>
                  </a:lnTo>
                  <a:lnTo>
                    <a:pt x="2765704" y="2202535"/>
                  </a:lnTo>
                  <a:lnTo>
                    <a:pt x="2764586" y="2202992"/>
                  </a:lnTo>
                  <a:lnTo>
                    <a:pt x="2762720" y="2204859"/>
                  </a:lnTo>
                  <a:lnTo>
                    <a:pt x="2762250" y="2205977"/>
                  </a:lnTo>
                  <a:lnTo>
                    <a:pt x="2762250" y="2208606"/>
                  </a:lnTo>
                  <a:lnTo>
                    <a:pt x="2762720" y="2209736"/>
                  </a:lnTo>
                  <a:lnTo>
                    <a:pt x="2764586" y="2211590"/>
                  </a:lnTo>
                  <a:lnTo>
                    <a:pt x="2765704" y="2212060"/>
                  </a:lnTo>
                  <a:lnTo>
                    <a:pt x="2768333" y="2212060"/>
                  </a:lnTo>
                  <a:lnTo>
                    <a:pt x="2769451" y="2211590"/>
                  </a:lnTo>
                  <a:lnTo>
                    <a:pt x="2771317" y="2209736"/>
                  </a:lnTo>
                  <a:lnTo>
                    <a:pt x="2771775" y="2208606"/>
                  </a:lnTo>
                  <a:lnTo>
                    <a:pt x="2771775" y="2205977"/>
                  </a:lnTo>
                  <a:close/>
                </a:path>
                <a:path w="4533900" h="2762885">
                  <a:moveTo>
                    <a:pt x="2771775" y="1655343"/>
                  </a:moveTo>
                  <a:lnTo>
                    <a:pt x="2771317" y="1654225"/>
                  </a:lnTo>
                  <a:lnTo>
                    <a:pt x="2769451" y="1652358"/>
                  </a:lnTo>
                  <a:lnTo>
                    <a:pt x="2768333" y="1651901"/>
                  </a:lnTo>
                  <a:lnTo>
                    <a:pt x="2765704" y="1651901"/>
                  </a:lnTo>
                  <a:lnTo>
                    <a:pt x="2764586" y="1652358"/>
                  </a:lnTo>
                  <a:lnTo>
                    <a:pt x="2762720" y="1654225"/>
                  </a:lnTo>
                  <a:lnTo>
                    <a:pt x="2762250" y="1655343"/>
                  </a:lnTo>
                  <a:lnTo>
                    <a:pt x="2762250" y="1657972"/>
                  </a:lnTo>
                  <a:lnTo>
                    <a:pt x="2762720" y="1659102"/>
                  </a:lnTo>
                  <a:lnTo>
                    <a:pt x="2764586" y="1660956"/>
                  </a:lnTo>
                  <a:lnTo>
                    <a:pt x="2765704" y="1661426"/>
                  </a:lnTo>
                  <a:lnTo>
                    <a:pt x="2768333" y="1661426"/>
                  </a:lnTo>
                  <a:lnTo>
                    <a:pt x="2769451" y="1660956"/>
                  </a:lnTo>
                  <a:lnTo>
                    <a:pt x="2771317" y="1659102"/>
                  </a:lnTo>
                  <a:lnTo>
                    <a:pt x="2771775" y="1657972"/>
                  </a:lnTo>
                  <a:lnTo>
                    <a:pt x="2771775" y="1655343"/>
                  </a:lnTo>
                  <a:close/>
                </a:path>
                <a:path w="4533900" h="2762885">
                  <a:moveTo>
                    <a:pt x="2771775" y="1104709"/>
                  </a:moveTo>
                  <a:lnTo>
                    <a:pt x="2771317" y="1103591"/>
                  </a:lnTo>
                  <a:lnTo>
                    <a:pt x="2769451" y="1101737"/>
                  </a:lnTo>
                  <a:lnTo>
                    <a:pt x="2768333" y="1101267"/>
                  </a:lnTo>
                  <a:lnTo>
                    <a:pt x="2765704" y="1101267"/>
                  </a:lnTo>
                  <a:lnTo>
                    <a:pt x="2764586" y="1101737"/>
                  </a:lnTo>
                  <a:lnTo>
                    <a:pt x="2762720" y="1103591"/>
                  </a:lnTo>
                  <a:lnTo>
                    <a:pt x="2762250" y="1104709"/>
                  </a:lnTo>
                  <a:lnTo>
                    <a:pt x="2762250" y="1107351"/>
                  </a:lnTo>
                  <a:lnTo>
                    <a:pt x="2762720" y="1108468"/>
                  </a:lnTo>
                  <a:lnTo>
                    <a:pt x="2764586" y="1110322"/>
                  </a:lnTo>
                  <a:lnTo>
                    <a:pt x="2765704" y="1110792"/>
                  </a:lnTo>
                  <a:lnTo>
                    <a:pt x="2768333" y="1110792"/>
                  </a:lnTo>
                  <a:lnTo>
                    <a:pt x="2769451" y="1110322"/>
                  </a:lnTo>
                  <a:lnTo>
                    <a:pt x="2771317" y="1108468"/>
                  </a:lnTo>
                  <a:lnTo>
                    <a:pt x="2771775" y="1107351"/>
                  </a:lnTo>
                  <a:lnTo>
                    <a:pt x="2771775" y="1104709"/>
                  </a:lnTo>
                  <a:close/>
                </a:path>
                <a:path w="4533900" h="2762885">
                  <a:moveTo>
                    <a:pt x="2771775" y="554088"/>
                  </a:moveTo>
                  <a:lnTo>
                    <a:pt x="2771317" y="552958"/>
                  </a:lnTo>
                  <a:lnTo>
                    <a:pt x="2769451" y="551103"/>
                  </a:lnTo>
                  <a:lnTo>
                    <a:pt x="2768333" y="550633"/>
                  </a:lnTo>
                  <a:lnTo>
                    <a:pt x="2765704" y="550633"/>
                  </a:lnTo>
                  <a:lnTo>
                    <a:pt x="2764586" y="551103"/>
                  </a:lnTo>
                  <a:lnTo>
                    <a:pt x="2762720" y="552958"/>
                  </a:lnTo>
                  <a:lnTo>
                    <a:pt x="2762250" y="554088"/>
                  </a:lnTo>
                  <a:lnTo>
                    <a:pt x="2762250" y="556717"/>
                  </a:lnTo>
                  <a:lnTo>
                    <a:pt x="2762720" y="557834"/>
                  </a:lnTo>
                  <a:lnTo>
                    <a:pt x="2764586" y="559701"/>
                  </a:lnTo>
                  <a:lnTo>
                    <a:pt x="2765704" y="560158"/>
                  </a:lnTo>
                  <a:lnTo>
                    <a:pt x="2768333" y="560158"/>
                  </a:lnTo>
                  <a:lnTo>
                    <a:pt x="2769451" y="559701"/>
                  </a:lnTo>
                  <a:lnTo>
                    <a:pt x="2771317" y="557834"/>
                  </a:lnTo>
                  <a:lnTo>
                    <a:pt x="2771775" y="556717"/>
                  </a:lnTo>
                  <a:lnTo>
                    <a:pt x="2771775" y="554088"/>
                  </a:lnTo>
                  <a:close/>
                </a:path>
                <a:path w="4533900" h="2762885">
                  <a:moveTo>
                    <a:pt x="2771775" y="3454"/>
                  </a:moveTo>
                  <a:lnTo>
                    <a:pt x="2771317" y="2324"/>
                  </a:lnTo>
                  <a:lnTo>
                    <a:pt x="2769451" y="469"/>
                  </a:lnTo>
                  <a:lnTo>
                    <a:pt x="2768333" y="0"/>
                  </a:lnTo>
                  <a:lnTo>
                    <a:pt x="2765704" y="0"/>
                  </a:lnTo>
                  <a:lnTo>
                    <a:pt x="2764586" y="469"/>
                  </a:lnTo>
                  <a:lnTo>
                    <a:pt x="2762720" y="2324"/>
                  </a:lnTo>
                  <a:lnTo>
                    <a:pt x="2762250" y="3454"/>
                  </a:lnTo>
                  <a:lnTo>
                    <a:pt x="2762250" y="6083"/>
                  </a:lnTo>
                  <a:lnTo>
                    <a:pt x="2762720" y="7200"/>
                  </a:lnTo>
                  <a:lnTo>
                    <a:pt x="2764586" y="9067"/>
                  </a:lnTo>
                  <a:lnTo>
                    <a:pt x="2765704" y="9525"/>
                  </a:lnTo>
                  <a:lnTo>
                    <a:pt x="2768333" y="9525"/>
                  </a:lnTo>
                  <a:lnTo>
                    <a:pt x="2769451" y="9067"/>
                  </a:lnTo>
                  <a:lnTo>
                    <a:pt x="2771317" y="7200"/>
                  </a:lnTo>
                  <a:lnTo>
                    <a:pt x="2771775" y="6083"/>
                  </a:lnTo>
                  <a:lnTo>
                    <a:pt x="2771775" y="3454"/>
                  </a:lnTo>
                  <a:close/>
                </a:path>
                <a:path w="4533900" h="2762885">
                  <a:moveTo>
                    <a:pt x="2819400" y="2756611"/>
                  </a:moveTo>
                  <a:lnTo>
                    <a:pt x="2818942" y="2755493"/>
                  </a:lnTo>
                  <a:lnTo>
                    <a:pt x="2817076" y="2753626"/>
                  </a:lnTo>
                  <a:lnTo>
                    <a:pt x="2815958" y="2753156"/>
                  </a:lnTo>
                  <a:lnTo>
                    <a:pt x="2813329" y="2753156"/>
                  </a:lnTo>
                  <a:lnTo>
                    <a:pt x="2812211" y="2753626"/>
                  </a:lnTo>
                  <a:lnTo>
                    <a:pt x="2810345" y="2755493"/>
                  </a:lnTo>
                  <a:lnTo>
                    <a:pt x="2809875" y="2756611"/>
                  </a:lnTo>
                  <a:lnTo>
                    <a:pt x="2809875" y="2759240"/>
                  </a:lnTo>
                  <a:lnTo>
                    <a:pt x="2810345" y="2760357"/>
                  </a:lnTo>
                  <a:lnTo>
                    <a:pt x="2812211" y="2762224"/>
                  </a:lnTo>
                  <a:lnTo>
                    <a:pt x="2813329" y="2762681"/>
                  </a:lnTo>
                  <a:lnTo>
                    <a:pt x="2815958" y="2762681"/>
                  </a:lnTo>
                  <a:lnTo>
                    <a:pt x="2817076" y="2762224"/>
                  </a:lnTo>
                  <a:lnTo>
                    <a:pt x="2818942" y="2760357"/>
                  </a:lnTo>
                  <a:lnTo>
                    <a:pt x="2819400" y="2759240"/>
                  </a:lnTo>
                  <a:lnTo>
                    <a:pt x="2819400" y="2756611"/>
                  </a:lnTo>
                  <a:close/>
                </a:path>
                <a:path w="4533900" h="2762885">
                  <a:moveTo>
                    <a:pt x="2819400" y="2205977"/>
                  </a:moveTo>
                  <a:lnTo>
                    <a:pt x="2818942" y="2204859"/>
                  </a:lnTo>
                  <a:lnTo>
                    <a:pt x="2817076" y="2202992"/>
                  </a:lnTo>
                  <a:lnTo>
                    <a:pt x="2815958" y="2202535"/>
                  </a:lnTo>
                  <a:lnTo>
                    <a:pt x="2813329" y="2202535"/>
                  </a:lnTo>
                  <a:lnTo>
                    <a:pt x="2812211" y="2202992"/>
                  </a:lnTo>
                  <a:lnTo>
                    <a:pt x="2810345" y="2204859"/>
                  </a:lnTo>
                  <a:lnTo>
                    <a:pt x="2809875" y="2205977"/>
                  </a:lnTo>
                  <a:lnTo>
                    <a:pt x="2809875" y="2208606"/>
                  </a:lnTo>
                  <a:lnTo>
                    <a:pt x="2810345" y="2209736"/>
                  </a:lnTo>
                  <a:lnTo>
                    <a:pt x="2812211" y="2211590"/>
                  </a:lnTo>
                  <a:lnTo>
                    <a:pt x="2813329" y="2212060"/>
                  </a:lnTo>
                  <a:lnTo>
                    <a:pt x="2815958" y="2212060"/>
                  </a:lnTo>
                  <a:lnTo>
                    <a:pt x="2817076" y="2211590"/>
                  </a:lnTo>
                  <a:lnTo>
                    <a:pt x="2818942" y="2209736"/>
                  </a:lnTo>
                  <a:lnTo>
                    <a:pt x="2819400" y="2208606"/>
                  </a:lnTo>
                  <a:lnTo>
                    <a:pt x="2819400" y="2205977"/>
                  </a:lnTo>
                  <a:close/>
                </a:path>
                <a:path w="4533900" h="2762885">
                  <a:moveTo>
                    <a:pt x="2819400" y="1655343"/>
                  </a:moveTo>
                  <a:lnTo>
                    <a:pt x="2818942" y="1654225"/>
                  </a:lnTo>
                  <a:lnTo>
                    <a:pt x="2817076" y="1652358"/>
                  </a:lnTo>
                  <a:lnTo>
                    <a:pt x="2815958" y="1651901"/>
                  </a:lnTo>
                  <a:lnTo>
                    <a:pt x="2813329" y="1651901"/>
                  </a:lnTo>
                  <a:lnTo>
                    <a:pt x="2812211" y="1652358"/>
                  </a:lnTo>
                  <a:lnTo>
                    <a:pt x="2810345" y="1654225"/>
                  </a:lnTo>
                  <a:lnTo>
                    <a:pt x="2809875" y="1655343"/>
                  </a:lnTo>
                  <a:lnTo>
                    <a:pt x="2809875" y="1657972"/>
                  </a:lnTo>
                  <a:lnTo>
                    <a:pt x="2810345" y="1659102"/>
                  </a:lnTo>
                  <a:lnTo>
                    <a:pt x="2812211" y="1660956"/>
                  </a:lnTo>
                  <a:lnTo>
                    <a:pt x="2813329" y="1661426"/>
                  </a:lnTo>
                  <a:lnTo>
                    <a:pt x="2815958" y="1661426"/>
                  </a:lnTo>
                  <a:lnTo>
                    <a:pt x="2817076" y="1660956"/>
                  </a:lnTo>
                  <a:lnTo>
                    <a:pt x="2818942" y="1659102"/>
                  </a:lnTo>
                  <a:lnTo>
                    <a:pt x="2819400" y="1657972"/>
                  </a:lnTo>
                  <a:lnTo>
                    <a:pt x="2819400" y="1655343"/>
                  </a:lnTo>
                  <a:close/>
                </a:path>
                <a:path w="4533900" h="2762885">
                  <a:moveTo>
                    <a:pt x="2819400" y="1104709"/>
                  </a:moveTo>
                  <a:lnTo>
                    <a:pt x="2818942" y="1103591"/>
                  </a:lnTo>
                  <a:lnTo>
                    <a:pt x="2817076" y="1101737"/>
                  </a:lnTo>
                  <a:lnTo>
                    <a:pt x="2815958" y="1101267"/>
                  </a:lnTo>
                  <a:lnTo>
                    <a:pt x="2813329" y="1101267"/>
                  </a:lnTo>
                  <a:lnTo>
                    <a:pt x="2812211" y="1101737"/>
                  </a:lnTo>
                  <a:lnTo>
                    <a:pt x="2810345" y="1103591"/>
                  </a:lnTo>
                  <a:lnTo>
                    <a:pt x="2809875" y="1104709"/>
                  </a:lnTo>
                  <a:lnTo>
                    <a:pt x="2809875" y="1107351"/>
                  </a:lnTo>
                  <a:lnTo>
                    <a:pt x="2810345" y="1108468"/>
                  </a:lnTo>
                  <a:lnTo>
                    <a:pt x="2812211" y="1110322"/>
                  </a:lnTo>
                  <a:lnTo>
                    <a:pt x="2813329" y="1110792"/>
                  </a:lnTo>
                  <a:lnTo>
                    <a:pt x="2815958" y="1110792"/>
                  </a:lnTo>
                  <a:lnTo>
                    <a:pt x="2817076" y="1110322"/>
                  </a:lnTo>
                  <a:lnTo>
                    <a:pt x="2818942" y="1108468"/>
                  </a:lnTo>
                  <a:lnTo>
                    <a:pt x="2819400" y="1107351"/>
                  </a:lnTo>
                  <a:lnTo>
                    <a:pt x="2819400" y="1104709"/>
                  </a:lnTo>
                  <a:close/>
                </a:path>
                <a:path w="4533900" h="2762885">
                  <a:moveTo>
                    <a:pt x="2819400" y="554088"/>
                  </a:moveTo>
                  <a:lnTo>
                    <a:pt x="2818942" y="552958"/>
                  </a:lnTo>
                  <a:lnTo>
                    <a:pt x="2817076" y="551103"/>
                  </a:lnTo>
                  <a:lnTo>
                    <a:pt x="2815958" y="550633"/>
                  </a:lnTo>
                  <a:lnTo>
                    <a:pt x="2813329" y="550633"/>
                  </a:lnTo>
                  <a:lnTo>
                    <a:pt x="2812211" y="551103"/>
                  </a:lnTo>
                  <a:lnTo>
                    <a:pt x="2810345" y="552958"/>
                  </a:lnTo>
                  <a:lnTo>
                    <a:pt x="2809875" y="554088"/>
                  </a:lnTo>
                  <a:lnTo>
                    <a:pt x="2809875" y="556717"/>
                  </a:lnTo>
                  <a:lnTo>
                    <a:pt x="2810345" y="557834"/>
                  </a:lnTo>
                  <a:lnTo>
                    <a:pt x="2812211" y="559701"/>
                  </a:lnTo>
                  <a:lnTo>
                    <a:pt x="2813329" y="560158"/>
                  </a:lnTo>
                  <a:lnTo>
                    <a:pt x="2815958" y="560158"/>
                  </a:lnTo>
                  <a:lnTo>
                    <a:pt x="2817076" y="559701"/>
                  </a:lnTo>
                  <a:lnTo>
                    <a:pt x="2818942" y="557834"/>
                  </a:lnTo>
                  <a:lnTo>
                    <a:pt x="2819400" y="556717"/>
                  </a:lnTo>
                  <a:lnTo>
                    <a:pt x="2819400" y="554088"/>
                  </a:lnTo>
                  <a:close/>
                </a:path>
                <a:path w="4533900" h="2762885">
                  <a:moveTo>
                    <a:pt x="2819400" y="3454"/>
                  </a:moveTo>
                  <a:lnTo>
                    <a:pt x="2818942" y="2324"/>
                  </a:lnTo>
                  <a:lnTo>
                    <a:pt x="2817076" y="469"/>
                  </a:lnTo>
                  <a:lnTo>
                    <a:pt x="2815958" y="0"/>
                  </a:lnTo>
                  <a:lnTo>
                    <a:pt x="2813329" y="0"/>
                  </a:lnTo>
                  <a:lnTo>
                    <a:pt x="2812211" y="469"/>
                  </a:lnTo>
                  <a:lnTo>
                    <a:pt x="2810345" y="2324"/>
                  </a:lnTo>
                  <a:lnTo>
                    <a:pt x="2809875" y="3454"/>
                  </a:lnTo>
                  <a:lnTo>
                    <a:pt x="2809875" y="6083"/>
                  </a:lnTo>
                  <a:lnTo>
                    <a:pt x="2810345" y="7200"/>
                  </a:lnTo>
                  <a:lnTo>
                    <a:pt x="2812211" y="9067"/>
                  </a:lnTo>
                  <a:lnTo>
                    <a:pt x="2813329" y="9525"/>
                  </a:lnTo>
                  <a:lnTo>
                    <a:pt x="2815958" y="9525"/>
                  </a:lnTo>
                  <a:lnTo>
                    <a:pt x="2817076" y="9067"/>
                  </a:lnTo>
                  <a:lnTo>
                    <a:pt x="2818942" y="7200"/>
                  </a:lnTo>
                  <a:lnTo>
                    <a:pt x="2819400" y="6083"/>
                  </a:lnTo>
                  <a:lnTo>
                    <a:pt x="2819400" y="3454"/>
                  </a:lnTo>
                  <a:close/>
                </a:path>
                <a:path w="4533900" h="2762885">
                  <a:moveTo>
                    <a:pt x="2867025" y="2756611"/>
                  </a:moveTo>
                  <a:lnTo>
                    <a:pt x="2866567" y="2755493"/>
                  </a:lnTo>
                  <a:lnTo>
                    <a:pt x="2864701" y="2753626"/>
                  </a:lnTo>
                  <a:lnTo>
                    <a:pt x="2863583" y="2753156"/>
                  </a:lnTo>
                  <a:lnTo>
                    <a:pt x="2860954" y="2753156"/>
                  </a:lnTo>
                  <a:lnTo>
                    <a:pt x="2859836" y="2753626"/>
                  </a:lnTo>
                  <a:lnTo>
                    <a:pt x="2857970" y="2755493"/>
                  </a:lnTo>
                  <a:lnTo>
                    <a:pt x="2857500" y="2756611"/>
                  </a:lnTo>
                  <a:lnTo>
                    <a:pt x="2857500" y="2759240"/>
                  </a:lnTo>
                  <a:lnTo>
                    <a:pt x="2857970" y="2760357"/>
                  </a:lnTo>
                  <a:lnTo>
                    <a:pt x="2859836" y="2762224"/>
                  </a:lnTo>
                  <a:lnTo>
                    <a:pt x="2860954" y="2762681"/>
                  </a:lnTo>
                  <a:lnTo>
                    <a:pt x="2863583" y="2762681"/>
                  </a:lnTo>
                  <a:lnTo>
                    <a:pt x="2864701" y="2762224"/>
                  </a:lnTo>
                  <a:lnTo>
                    <a:pt x="2866567" y="2760357"/>
                  </a:lnTo>
                  <a:lnTo>
                    <a:pt x="2867025" y="2759240"/>
                  </a:lnTo>
                  <a:lnTo>
                    <a:pt x="2867025" y="2756611"/>
                  </a:lnTo>
                  <a:close/>
                </a:path>
                <a:path w="4533900" h="2762885">
                  <a:moveTo>
                    <a:pt x="2867025" y="2205977"/>
                  </a:moveTo>
                  <a:lnTo>
                    <a:pt x="2866567" y="2204859"/>
                  </a:lnTo>
                  <a:lnTo>
                    <a:pt x="2864701" y="2202992"/>
                  </a:lnTo>
                  <a:lnTo>
                    <a:pt x="2863583" y="2202535"/>
                  </a:lnTo>
                  <a:lnTo>
                    <a:pt x="2860954" y="2202535"/>
                  </a:lnTo>
                  <a:lnTo>
                    <a:pt x="2859836" y="2202992"/>
                  </a:lnTo>
                  <a:lnTo>
                    <a:pt x="2857970" y="2204859"/>
                  </a:lnTo>
                  <a:lnTo>
                    <a:pt x="2857500" y="2205977"/>
                  </a:lnTo>
                  <a:lnTo>
                    <a:pt x="2857500" y="2208606"/>
                  </a:lnTo>
                  <a:lnTo>
                    <a:pt x="2857970" y="2209736"/>
                  </a:lnTo>
                  <a:lnTo>
                    <a:pt x="2859836" y="2211590"/>
                  </a:lnTo>
                  <a:lnTo>
                    <a:pt x="2860954" y="2212060"/>
                  </a:lnTo>
                  <a:lnTo>
                    <a:pt x="2863583" y="2212060"/>
                  </a:lnTo>
                  <a:lnTo>
                    <a:pt x="2864701" y="2211590"/>
                  </a:lnTo>
                  <a:lnTo>
                    <a:pt x="2866567" y="2209736"/>
                  </a:lnTo>
                  <a:lnTo>
                    <a:pt x="2867025" y="2208606"/>
                  </a:lnTo>
                  <a:lnTo>
                    <a:pt x="2867025" y="2205977"/>
                  </a:lnTo>
                  <a:close/>
                </a:path>
                <a:path w="4533900" h="2762885">
                  <a:moveTo>
                    <a:pt x="2867025" y="1655343"/>
                  </a:moveTo>
                  <a:lnTo>
                    <a:pt x="2866567" y="1654225"/>
                  </a:lnTo>
                  <a:lnTo>
                    <a:pt x="2864701" y="1652358"/>
                  </a:lnTo>
                  <a:lnTo>
                    <a:pt x="2863583" y="1651901"/>
                  </a:lnTo>
                  <a:lnTo>
                    <a:pt x="2860954" y="1651901"/>
                  </a:lnTo>
                  <a:lnTo>
                    <a:pt x="2859836" y="1652358"/>
                  </a:lnTo>
                  <a:lnTo>
                    <a:pt x="2857970" y="1654225"/>
                  </a:lnTo>
                  <a:lnTo>
                    <a:pt x="2857500" y="1655343"/>
                  </a:lnTo>
                  <a:lnTo>
                    <a:pt x="2857500" y="1657972"/>
                  </a:lnTo>
                  <a:lnTo>
                    <a:pt x="2857970" y="1659102"/>
                  </a:lnTo>
                  <a:lnTo>
                    <a:pt x="2859836" y="1660956"/>
                  </a:lnTo>
                  <a:lnTo>
                    <a:pt x="2860954" y="1661426"/>
                  </a:lnTo>
                  <a:lnTo>
                    <a:pt x="2863583" y="1661426"/>
                  </a:lnTo>
                  <a:lnTo>
                    <a:pt x="2864701" y="1660956"/>
                  </a:lnTo>
                  <a:lnTo>
                    <a:pt x="2866567" y="1659102"/>
                  </a:lnTo>
                  <a:lnTo>
                    <a:pt x="2867025" y="1657972"/>
                  </a:lnTo>
                  <a:lnTo>
                    <a:pt x="2867025" y="1655343"/>
                  </a:lnTo>
                  <a:close/>
                </a:path>
                <a:path w="4533900" h="2762885">
                  <a:moveTo>
                    <a:pt x="2867025" y="1104709"/>
                  </a:moveTo>
                  <a:lnTo>
                    <a:pt x="2866567" y="1103591"/>
                  </a:lnTo>
                  <a:lnTo>
                    <a:pt x="2864701" y="1101737"/>
                  </a:lnTo>
                  <a:lnTo>
                    <a:pt x="2863583" y="1101267"/>
                  </a:lnTo>
                  <a:lnTo>
                    <a:pt x="2860954" y="1101267"/>
                  </a:lnTo>
                  <a:lnTo>
                    <a:pt x="2859836" y="1101737"/>
                  </a:lnTo>
                  <a:lnTo>
                    <a:pt x="2857970" y="1103591"/>
                  </a:lnTo>
                  <a:lnTo>
                    <a:pt x="2857500" y="1104709"/>
                  </a:lnTo>
                  <a:lnTo>
                    <a:pt x="2857500" y="1107351"/>
                  </a:lnTo>
                  <a:lnTo>
                    <a:pt x="2857970" y="1108468"/>
                  </a:lnTo>
                  <a:lnTo>
                    <a:pt x="2859836" y="1110322"/>
                  </a:lnTo>
                  <a:lnTo>
                    <a:pt x="2860954" y="1110792"/>
                  </a:lnTo>
                  <a:lnTo>
                    <a:pt x="2863583" y="1110792"/>
                  </a:lnTo>
                  <a:lnTo>
                    <a:pt x="2864701" y="1110322"/>
                  </a:lnTo>
                  <a:lnTo>
                    <a:pt x="2866567" y="1108468"/>
                  </a:lnTo>
                  <a:lnTo>
                    <a:pt x="2867025" y="1107351"/>
                  </a:lnTo>
                  <a:lnTo>
                    <a:pt x="2867025" y="1104709"/>
                  </a:lnTo>
                  <a:close/>
                </a:path>
                <a:path w="4533900" h="2762885">
                  <a:moveTo>
                    <a:pt x="2867025" y="554088"/>
                  </a:moveTo>
                  <a:lnTo>
                    <a:pt x="2866567" y="552958"/>
                  </a:lnTo>
                  <a:lnTo>
                    <a:pt x="2864701" y="551103"/>
                  </a:lnTo>
                  <a:lnTo>
                    <a:pt x="2863583" y="550633"/>
                  </a:lnTo>
                  <a:lnTo>
                    <a:pt x="2860954" y="550633"/>
                  </a:lnTo>
                  <a:lnTo>
                    <a:pt x="2859836" y="551103"/>
                  </a:lnTo>
                  <a:lnTo>
                    <a:pt x="2857970" y="552958"/>
                  </a:lnTo>
                  <a:lnTo>
                    <a:pt x="2857500" y="554088"/>
                  </a:lnTo>
                  <a:lnTo>
                    <a:pt x="2857500" y="556717"/>
                  </a:lnTo>
                  <a:lnTo>
                    <a:pt x="2857970" y="557834"/>
                  </a:lnTo>
                  <a:lnTo>
                    <a:pt x="2859836" y="559701"/>
                  </a:lnTo>
                  <a:lnTo>
                    <a:pt x="2860954" y="560158"/>
                  </a:lnTo>
                  <a:lnTo>
                    <a:pt x="2863583" y="560158"/>
                  </a:lnTo>
                  <a:lnTo>
                    <a:pt x="2864701" y="559701"/>
                  </a:lnTo>
                  <a:lnTo>
                    <a:pt x="2866567" y="557834"/>
                  </a:lnTo>
                  <a:lnTo>
                    <a:pt x="2867025" y="556717"/>
                  </a:lnTo>
                  <a:lnTo>
                    <a:pt x="2867025" y="554088"/>
                  </a:lnTo>
                  <a:close/>
                </a:path>
                <a:path w="4533900" h="2762885">
                  <a:moveTo>
                    <a:pt x="2867025" y="3454"/>
                  </a:moveTo>
                  <a:lnTo>
                    <a:pt x="2866567" y="2324"/>
                  </a:lnTo>
                  <a:lnTo>
                    <a:pt x="2864701" y="469"/>
                  </a:lnTo>
                  <a:lnTo>
                    <a:pt x="2863583" y="0"/>
                  </a:lnTo>
                  <a:lnTo>
                    <a:pt x="2860954" y="0"/>
                  </a:lnTo>
                  <a:lnTo>
                    <a:pt x="2859836" y="469"/>
                  </a:lnTo>
                  <a:lnTo>
                    <a:pt x="2857970" y="2324"/>
                  </a:lnTo>
                  <a:lnTo>
                    <a:pt x="2857500" y="3454"/>
                  </a:lnTo>
                  <a:lnTo>
                    <a:pt x="2857500" y="6083"/>
                  </a:lnTo>
                  <a:lnTo>
                    <a:pt x="2857970" y="7200"/>
                  </a:lnTo>
                  <a:lnTo>
                    <a:pt x="2859836" y="9067"/>
                  </a:lnTo>
                  <a:lnTo>
                    <a:pt x="2860954" y="9525"/>
                  </a:lnTo>
                  <a:lnTo>
                    <a:pt x="2863583" y="9525"/>
                  </a:lnTo>
                  <a:lnTo>
                    <a:pt x="2864701" y="9067"/>
                  </a:lnTo>
                  <a:lnTo>
                    <a:pt x="2866567" y="7200"/>
                  </a:lnTo>
                  <a:lnTo>
                    <a:pt x="2867025" y="6083"/>
                  </a:lnTo>
                  <a:lnTo>
                    <a:pt x="2867025" y="3454"/>
                  </a:lnTo>
                  <a:close/>
                </a:path>
                <a:path w="4533900" h="2762885">
                  <a:moveTo>
                    <a:pt x="2914650" y="2756611"/>
                  </a:moveTo>
                  <a:lnTo>
                    <a:pt x="2914192" y="2755493"/>
                  </a:lnTo>
                  <a:lnTo>
                    <a:pt x="2912326" y="2753626"/>
                  </a:lnTo>
                  <a:lnTo>
                    <a:pt x="2911208" y="2753156"/>
                  </a:lnTo>
                  <a:lnTo>
                    <a:pt x="2908579" y="2753156"/>
                  </a:lnTo>
                  <a:lnTo>
                    <a:pt x="2907461" y="2753626"/>
                  </a:lnTo>
                  <a:lnTo>
                    <a:pt x="2905595" y="2755493"/>
                  </a:lnTo>
                  <a:lnTo>
                    <a:pt x="2905125" y="2756611"/>
                  </a:lnTo>
                  <a:lnTo>
                    <a:pt x="2905125" y="2759240"/>
                  </a:lnTo>
                  <a:lnTo>
                    <a:pt x="2905595" y="2760357"/>
                  </a:lnTo>
                  <a:lnTo>
                    <a:pt x="2907461" y="2762224"/>
                  </a:lnTo>
                  <a:lnTo>
                    <a:pt x="2908579" y="2762681"/>
                  </a:lnTo>
                  <a:lnTo>
                    <a:pt x="2911208" y="2762681"/>
                  </a:lnTo>
                  <a:lnTo>
                    <a:pt x="2912326" y="2762224"/>
                  </a:lnTo>
                  <a:lnTo>
                    <a:pt x="2914192" y="2760357"/>
                  </a:lnTo>
                  <a:lnTo>
                    <a:pt x="2914650" y="2759240"/>
                  </a:lnTo>
                  <a:lnTo>
                    <a:pt x="2914650" y="2756611"/>
                  </a:lnTo>
                  <a:close/>
                </a:path>
                <a:path w="4533900" h="2762885">
                  <a:moveTo>
                    <a:pt x="2914650" y="2205977"/>
                  </a:moveTo>
                  <a:lnTo>
                    <a:pt x="2914192" y="2204859"/>
                  </a:lnTo>
                  <a:lnTo>
                    <a:pt x="2912326" y="2202992"/>
                  </a:lnTo>
                  <a:lnTo>
                    <a:pt x="2911208" y="2202535"/>
                  </a:lnTo>
                  <a:lnTo>
                    <a:pt x="2908579" y="2202535"/>
                  </a:lnTo>
                  <a:lnTo>
                    <a:pt x="2907461" y="2202992"/>
                  </a:lnTo>
                  <a:lnTo>
                    <a:pt x="2905595" y="2204859"/>
                  </a:lnTo>
                  <a:lnTo>
                    <a:pt x="2905125" y="2205977"/>
                  </a:lnTo>
                  <a:lnTo>
                    <a:pt x="2905125" y="2208606"/>
                  </a:lnTo>
                  <a:lnTo>
                    <a:pt x="2905595" y="2209736"/>
                  </a:lnTo>
                  <a:lnTo>
                    <a:pt x="2907461" y="2211590"/>
                  </a:lnTo>
                  <a:lnTo>
                    <a:pt x="2908579" y="2212060"/>
                  </a:lnTo>
                  <a:lnTo>
                    <a:pt x="2911208" y="2212060"/>
                  </a:lnTo>
                  <a:lnTo>
                    <a:pt x="2912326" y="2211590"/>
                  </a:lnTo>
                  <a:lnTo>
                    <a:pt x="2914192" y="2209736"/>
                  </a:lnTo>
                  <a:lnTo>
                    <a:pt x="2914650" y="2208606"/>
                  </a:lnTo>
                  <a:lnTo>
                    <a:pt x="2914650" y="2205977"/>
                  </a:lnTo>
                  <a:close/>
                </a:path>
                <a:path w="4533900" h="2762885">
                  <a:moveTo>
                    <a:pt x="2914650" y="1655343"/>
                  </a:moveTo>
                  <a:lnTo>
                    <a:pt x="2914192" y="1654225"/>
                  </a:lnTo>
                  <a:lnTo>
                    <a:pt x="2912326" y="1652358"/>
                  </a:lnTo>
                  <a:lnTo>
                    <a:pt x="2911208" y="1651901"/>
                  </a:lnTo>
                  <a:lnTo>
                    <a:pt x="2908579" y="1651901"/>
                  </a:lnTo>
                  <a:lnTo>
                    <a:pt x="2907461" y="1652358"/>
                  </a:lnTo>
                  <a:lnTo>
                    <a:pt x="2905595" y="1654225"/>
                  </a:lnTo>
                  <a:lnTo>
                    <a:pt x="2905125" y="1655343"/>
                  </a:lnTo>
                  <a:lnTo>
                    <a:pt x="2905125" y="1657972"/>
                  </a:lnTo>
                  <a:lnTo>
                    <a:pt x="2905595" y="1659102"/>
                  </a:lnTo>
                  <a:lnTo>
                    <a:pt x="2907461" y="1660956"/>
                  </a:lnTo>
                  <a:lnTo>
                    <a:pt x="2908579" y="1661426"/>
                  </a:lnTo>
                  <a:lnTo>
                    <a:pt x="2911208" y="1661426"/>
                  </a:lnTo>
                  <a:lnTo>
                    <a:pt x="2912326" y="1660956"/>
                  </a:lnTo>
                  <a:lnTo>
                    <a:pt x="2914192" y="1659102"/>
                  </a:lnTo>
                  <a:lnTo>
                    <a:pt x="2914650" y="1657972"/>
                  </a:lnTo>
                  <a:lnTo>
                    <a:pt x="2914650" y="1655343"/>
                  </a:lnTo>
                  <a:close/>
                </a:path>
                <a:path w="4533900" h="2762885">
                  <a:moveTo>
                    <a:pt x="2914650" y="1104709"/>
                  </a:moveTo>
                  <a:lnTo>
                    <a:pt x="2914192" y="1103591"/>
                  </a:lnTo>
                  <a:lnTo>
                    <a:pt x="2912326" y="1101737"/>
                  </a:lnTo>
                  <a:lnTo>
                    <a:pt x="2911208" y="1101267"/>
                  </a:lnTo>
                  <a:lnTo>
                    <a:pt x="2908579" y="1101267"/>
                  </a:lnTo>
                  <a:lnTo>
                    <a:pt x="2907461" y="1101737"/>
                  </a:lnTo>
                  <a:lnTo>
                    <a:pt x="2905595" y="1103591"/>
                  </a:lnTo>
                  <a:lnTo>
                    <a:pt x="2905125" y="1104709"/>
                  </a:lnTo>
                  <a:lnTo>
                    <a:pt x="2905125" y="1107351"/>
                  </a:lnTo>
                  <a:lnTo>
                    <a:pt x="2905595" y="1108468"/>
                  </a:lnTo>
                  <a:lnTo>
                    <a:pt x="2907461" y="1110322"/>
                  </a:lnTo>
                  <a:lnTo>
                    <a:pt x="2908579" y="1110792"/>
                  </a:lnTo>
                  <a:lnTo>
                    <a:pt x="2911208" y="1110792"/>
                  </a:lnTo>
                  <a:lnTo>
                    <a:pt x="2912326" y="1110322"/>
                  </a:lnTo>
                  <a:lnTo>
                    <a:pt x="2914192" y="1108468"/>
                  </a:lnTo>
                  <a:lnTo>
                    <a:pt x="2914650" y="1107351"/>
                  </a:lnTo>
                  <a:lnTo>
                    <a:pt x="2914650" y="1104709"/>
                  </a:lnTo>
                  <a:close/>
                </a:path>
                <a:path w="4533900" h="2762885">
                  <a:moveTo>
                    <a:pt x="2914650" y="554088"/>
                  </a:moveTo>
                  <a:lnTo>
                    <a:pt x="2914192" y="552958"/>
                  </a:lnTo>
                  <a:lnTo>
                    <a:pt x="2912326" y="551103"/>
                  </a:lnTo>
                  <a:lnTo>
                    <a:pt x="2911208" y="550633"/>
                  </a:lnTo>
                  <a:lnTo>
                    <a:pt x="2908579" y="550633"/>
                  </a:lnTo>
                  <a:lnTo>
                    <a:pt x="2907461" y="551103"/>
                  </a:lnTo>
                  <a:lnTo>
                    <a:pt x="2905595" y="552958"/>
                  </a:lnTo>
                  <a:lnTo>
                    <a:pt x="2905125" y="554088"/>
                  </a:lnTo>
                  <a:lnTo>
                    <a:pt x="2905125" y="556717"/>
                  </a:lnTo>
                  <a:lnTo>
                    <a:pt x="2905595" y="557834"/>
                  </a:lnTo>
                  <a:lnTo>
                    <a:pt x="2907461" y="559701"/>
                  </a:lnTo>
                  <a:lnTo>
                    <a:pt x="2908579" y="560158"/>
                  </a:lnTo>
                  <a:lnTo>
                    <a:pt x="2911208" y="560158"/>
                  </a:lnTo>
                  <a:lnTo>
                    <a:pt x="2912326" y="559701"/>
                  </a:lnTo>
                  <a:lnTo>
                    <a:pt x="2914192" y="557834"/>
                  </a:lnTo>
                  <a:lnTo>
                    <a:pt x="2914650" y="556717"/>
                  </a:lnTo>
                  <a:lnTo>
                    <a:pt x="2914650" y="554088"/>
                  </a:lnTo>
                  <a:close/>
                </a:path>
                <a:path w="4533900" h="2762885">
                  <a:moveTo>
                    <a:pt x="2914650" y="3454"/>
                  </a:moveTo>
                  <a:lnTo>
                    <a:pt x="2914192" y="2324"/>
                  </a:lnTo>
                  <a:lnTo>
                    <a:pt x="2912326" y="469"/>
                  </a:lnTo>
                  <a:lnTo>
                    <a:pt x="2911208" y="0"/>
                  </a:lnTo>
                  <a:lnTo>
                    <a:pt x="2908579" y="0"/>
                  </a:lnTo>
                  <a:lnTo>
                    <a:pt x="2907461" y="469"/>
                  </a:lnTo>
                  <a:lnTo>
                    <a:pt x="2905595" y="2324"/>
                  </a:lnTo>
                  <a:lnTo>
                    <a:pt x="2905125" y="3454"/>
                  </a:lnTo>
                  <a:lnTo>
                    <a:pt x="2905125" y="6083"/>
                  </a:lnTo>
                  <a:lnTo>
                    <a:pt x="2905595" y="7200"/>
                  </a:lnTo>
                  <a:lnTo>
                    <a:pt x="2907461" y="9067"/>
                  </a:lnTo>
                  <a:lnTo>
                    <a:pt x="2908579" y="9525"/>
                  </a:lnTo>
                  <a:lnTo>
                    <a:pt x="2911208" y="9525"/>
                  </a:lnTo>
                  <a:lnTo>
                    <a:pt x="2912326" y="9067"/>
                  </a:lnTo>
                  <a:lnTo>
                    <a:pt x="2914192" y="7200"/>
                  </a:lnTo>
                  <a:lnTo>
                    <a:pt x="2914650" y="6083"/>
                  </a:lnTo>
                  <a:lnTo>
                    <a:pt x="2914650" y="3454"/>
                  </a:lnTo>
                  <a:close/>
                </a:path>
                <a:path w="4533900" h="2762885">
                  <a:moveTo>
                    <a:pt x="2962275" y="2756611"/>
                  </a:moveTo>
                  <a:lnTo>
                    <a:pt x="2961817" y="2755493"/>
                  </a:lnTo>
                  <a:lnTo>
                    <a:pt x="2959951" y="2753626"/>
                  </a:lnTo>
                  <a:lnTo>
                    <a:pt x="2958833" y="2753156"/>
                  </a:lnTo>
                  <a:lnTo>
                    <a:pt x="2956204" y="2753156"/>
                  </a:lnTo>
                  <a:lnTo>
                    <a:pt x="2955086" y="2753626"/>
                  </a:lnTo>
                  <a:lnTo>
                    <a:pt x="2953220" y="2755493"/>
                  </a:lnTo>
                  <a:lnTo>
                    <a:pt x="2952750" y="2756611"/>
                  </a:lnTo>
                  <a:lnTo>
                    <a:pt x="2952750" y="2759240"/>
                  </a:lnTo>
                  <a:lnTo>
                    <a:pt x="2953220" y="2760357"/>
                  </a:lnTo>
                  <a:lnTo>
                    <a:pt x="2955086" y="2762224"/>
                  </a:lnTo>
                  <a:lnTo>
                    <a:pt x="2956204" y="2762681"/>
                  </a:lnTo>
                  <a:lnTo>
                    <a:pt x="2958833" y="2762681"/>
                  </a:lnTo>
                  <a:lnTo>
                    <a:pt x="2959951" y="2762224"/>
                  </a:lnTo>
                  <a:lnTo>
                    <a:pt x="2961817" y="2760357"/>
                  </a:lnTo>
                  <a:lnTo>
                    <a:pt x="2962275" y="2759240"/>
                  </a:lnTo>
                  <a:lnTo>
                    <a:pt x="2962275" y="2756611"/>
                  </a:lnTo>
                  <a:close/>
                </a:path>
                <a:path w="4533900" h="2762885">
                  <a:moveTo>
                    <a:pt x="2962275" y="2205977"/>
                  </a:moveTo>
                  <a:lnTo>
                    <a:pt x="2961817" y="2204859"/>
                  </a:lnTo>
                  <a:lnTo>
                    <a:pt x="2959951" y="2202992"/>
                  </a:lnTo>
                  <a:lnTo>
                    <a:pt x="2958833" y="2202535"/>
                  </a:lnTo>
                  <a:lnTo>
                    <a:pt x="2956204" y="2202535"/>
                  </a:lnTo>
                  <a:lnTo>
                    <a:pt x="2955086" y="2202992"/>
                  </a:lnTo>
                  <a:lnTo>
                    <a:pt x="2953220" y="2204859"/>
                  </a:lnTo>
                  <a:lnTo>
                    <a:pt x="2952750" y="2205977"/>
                  </a:lnTo>
                  <a:lnTo>
                    <a:pt x="2952750" y="2208606"/>
                  </a:lnTo>
                  <a:lnTo>
                    <a:pt x="2953220" y="2209736"/>
                  </a:lnTo>
                  <a:lnTo>
                    <a:pt x="2955086" y="2211590"/>
                  </a:lnTo>
                  <a:lnTo>
                    <a:pt x="2956204" y="2212060"/>
                  </a:lnTo>
                  <a:lnTo>
                    <a:pt x="2958833" y="2212060"/>
                  </a:lnTo>
                  <a:lnTo>
                    <a:pt x="2959951" y="2211590"/>
                  </a:lnTo>
                  <a:lnTo>
                    <a:pt x="2961817" y="2209736"/>
                  </a:lnTo>
                  <a:lnTo>
                    <a:pt x="2962275" y="2208606"/>
                  </a:lnTo>
                  <a:lnTo>
                    <a:pt x="2962275" y="2205977"/>
                  </a:lnTo>
                  <a:close/>
                </a:path>
                <a:path w="4533900" h="2762885">
                  <a:moveTo>
                    <a:pt x="2962275" y="1655343"/>
                  </a:moveTo>
                  <a:lnTo>
                    <a:pt x="2961817" y="1654225"/>
                  </a:lnTo>
                  <a:lnTo>
                    <a:pt x="2959951" y="1652358"/>
                  </a:lnTo>
                  <a:lnTo>
                    <a:pt x="2958833" y="1651901"/>
                  </a:lnTo>
                  <a:lnTo>
                    <a:pt x="2956204" y="1651901"/>
                  </a:lnTo>
                  <a:lnTo>
                    <a:pt x="2955086" y="1652358"/>
                  </a:lnTo>
                  <a:lnTo>
                    <a:pt x="2953220" y="1654225"/>
                  </a:lnTo>
                  <a:lnTo>
                    <a:pt x="2952750" y="1655343"/>
                  </a:lnTo>
                  <a:lnTo>
                    <a:pt x="2952750" y="1657972"/>
                  </a:lnTo>
                  <a:lnTo>
                    <a:pt x="2953220" y="1659102"/>
                  </a:lnTo>
                  <a:lnTo>
                    <a:pt x="2955086" y="1660956"/>
                  </a:lnTo>
                  <a:lnTo>
                    <a:pt x="2956204" y="1661426"/>
                  </a:lnTo>
                  <a:lnTo>
                    <a:pt x="2958833" y="1661426"/>
                  </a:lnTo>
                  <a:lnTo>
                    <a:pt x="2959951" y="1660956"/>
                  </a:lnTo>
                  <a:lnTo>
                    <a:pt x="2961817" y="1659102"/>
                  </a:lnTo>
                  <a:lnTo>
                    <a:pt x="2962275" y="1657972"/>
                  </a:lnTo>
                  <a:lnTo>
                    <a:pt x="2962275" y="1655343"/>
                  </a:lnTo>
                  <a:close/>
                </a:path>
                <a:path w="4533900" h="2762885">
                  <a:moveTo>
                    <a:pt x="2962275" y="1104709"/>
                  </a:moveTo>
                  <a:lnTo>
                    <a:pt x="2961817" y="1103591"/>
                  </a:lnTo>
                  <a:lnTo>
                    <a:pt x="2959951" y="1101737"/>
                  </a:lnTo>
                  <a:lnTo>
                    <a:pt x="2958833" y="1101267"/>
                  </a:lnTo>
                  <a:lnTo>
                    <a:pt x="2956204" y="1101267"/>
                  </a:lnTo>
                  <a:lnTo>
                    <a:pt x="2955086" y="1101737"/>
                  </a:lnTo>
                  <a:lnTo>
                    <a:pt x="2953220" y="1103591"/>
                  </a:lnTo>
                  <a:lnTo>
                    <a:pt x="2952750" y="1104709"/>
                  </a:lnTo>
                  <a:lnTo>
                    <a:pt x="2952750" y="1107351"/>
                  </a:lnTo>
                  <a:lnTo>
                    <a:pt x="2953220" y="1108468"/>
                  </a:lnTo>
                  <a:lnTo>
                    <a:pt x="2955086" y="1110322"/>
                  </a:lnTo>
                  <a:lnTo>
                    <a:pt x="2956204" y="1110792"/>
                  </a:lnTo>
                  <a:lnTo>
                    <a:pt x="2958833" y="1110792"/>
                  </a:lnTo>
                  <a:lnTo>
                    <a:pt x="2959951" y="1110322"/>
                  </a:lnTo>
                  <a:lnTo>
                    <a:pt x="2961817" y="1108468"/>
                  </a:lnTo>
                  <a:lnTo>
                    <a:pt x="2962275" y="1107351"/>
                  </a:lnTo>
                  <a:lnTo>
                    <a:pt x="2962275" y="1104709"/>
                  </a:lnTo>
                  <a:close/>
                </a:path>
                <a:path w="4533900" h="2762885">
                  <a:moveTo>
                    <a:pt x="2962275" y="554088"/>
                  </a:moveTo>
                  <a:lnTo>
                    <a:pt x="2961817" y="552958"/>
                  </a:lnTo>
                  <a:lnTo>
                    <a:pt x="2959951" y="551103"/>
                  </a:lnTo>
                  <a:lnTo>
                    <a:pt x="2958833" y="550633"/>
                  </a:lnTo>
                  <a:lnTo>
                    <a:pt x="2956204" y="550633"/>
                  </a:lnTo>
                  <a:lnTo>
                    <a:pt x="2955086" y="551103"/>
                  </a:lnTo>
                  <a:lnTo>
                    <a:pt x="2953220" y="552958"/>
                  </a:lnTo>
                  <a:lnTo>
                    <a:pt x="2952750" y="554088"/>
                  </a:lnTo>
                  <a:lnTo>
                    <a:pt x="2952750" y="556717"/>
                  </a:lnTo>
                  <a:lnTo>
                    <a:pt x="2953220" y="557834"/>
                  </a:lnTo>
                  <a:lnTo>
                    <a:pt x="2955086" y="559701"/>
                  </a:lnTo>
                  <a:lnTo>
                    <a:pt x="2956204" y="560158"/>
                  </a:lnTo>
                  <a:lnTo>
                    <a:pt x="2958833" y="560158"/>
                  </a:lnTo>
                  <a:lnTo>
                    <a:pt x="2959951" y="559701"/>
                  </a:lnTo>
                  <a:lnTo>
                    <a:pt x="2961817" y="557834"/>
                  </a:lnTo>
                  <a:lnTo>
                    <a:pt x="2962275" y="556717"/>
                  </a:lnTo>
                  <a:lnTo>
                    <a:pt x="2962275" y="554088"/>
                  </a:lnTo>
                  <a:close/>
                </a:path>
                <a:path w="4533900" h="2762885">
                  <a:moveTo>
                    <a:pt x="2962275" y="3454"/>
                  </a:moveTo>
                  <a:lnTo>
                    <a:pt x="2961817" y="2324"/>
                  </a:lnTo>
                  <a:lnTo>
                    <a:pt x="2959951" y="469"/>
                  </a:lnTo>
                  <a:lnTo>
                    <a:pt x="2958833" y="0"/>
                  </a:lnTo>
                  <a:lnTo>
                    <a:pt x="2956204" y="0"/>
                  </a:lnTo>
                  <a:lnTo>
                    <a:pt x="2955086" y="469"/>
                  </a:lnTo>
                  <a:lnTo>
                    <a:pt x="2953220" y="2324"/>
                  </a:lnTo>
                  <a:lnTo>
                    <a:pt x="2952750" y="3454"/>
                  </a:lnTo>
                  <a:lnTo>
                    <a:pt x="2952750" y="6083"/>
                  </a:lnTo>
                  <a:lnTo>
                    <a:pt x="2953220" y="7200"/>
                  </a:lnTo>
                  <a:lnTo>
                    <a:pt x="2955086" y="9067"/>
                  </a:lnTo>
                  <a:lnTo>
                    <a:pt x="2956204" y="9525"/>
                  </a:lnTo>
                  <a:lnTo>
                    <a:pt x="2958833" y="9525"/>
                  </a:lnTo>
                  <a:lnTo>
                    <a:pt x="2959951" y="9067"/>
                  </a:lnTo>
                  <a:lnTo>
                    <a:pt x="2961817" y="7200"/>
                  </a:lnTo>
                  <a:lnTo>
                    <a:pt x="2962275" y="6083"/>
                  </a:lnTo>
                  <a:lnTo>
                    <a:pt x="2962275" y="3454"/>
                  </a:lnTo>
                  <a:close/>
                </a:path>
                <a:path w="4533900" h="2762885">
                  <a:moveTo>
                    <a:pt x="3009900" y="2756611"/>
                  </a:moveTo>
                  <a:lnTo>
                    <a:pt x="3009442" y="2755493"/>
                  </a:lnTo>
                  <a:lnTo>
                    <a:pt x="3007576" y="2753626"/>
                  </a:lnTo>
                  <a:lnTo>
                    <a:pt x="3006458" y="2753156"/>
                  </a:lnTo>
                  <a:lnTo>
                    <a:pt x="3003829" y="2753156"/>
                  </a:lnTo>
                  <a:lnTo>
                    <a:pt x="3002711" y="2753626"/>
                  </a:lnTo>
                  <a:lnTo>
                    <a:pt x="3000845" y="2755493"/>
                  </a:lnTo>
                  <a:lnTo>
                    <a:pt x="3000375" y="2756611"/>
                  </a:lnTo>
                  <a:lnTo>
                    <a:pt x="3000375" y="2759240"/>
                  </a:lnTo>
                  <a:lnTo>
                    <a:pt x="3000845" y="2760357"/>
                  </a:lnTo>
                  <a:lnTo>
                    <a:pt x="3002711" y="2762224"/>
                  </a:lnTo>
                  <a:lnTo>
                    <a:pt x="3003829" y="2762681"/>
                  </a:lnTo>
                  <a:lnTo>
                    <a:pt x="3006458" y="2762681"/>
                  </a:lnTo>
                  <a:lnTo>
                    <a:pt x="3007576" y="2762224"/>
                  </a:lnTo>
                  <a:lnTo>
                    <a:pt x="3009442" y="2760357"/>
                  </a:lnTo>
                  <a:lnTo>
                    <a:pt x="3009900" y="2759240"/>
                  </a:lnTo>
                  <a:lnTo>
                    <a:pt x="3009900" y="2756611"/>
                  </a:lnTo>
                  <a:close/>
                </a:path>
                <a:path w="4533900" h="2762885">
                  <a:moveTo>
                    <a:pt x="3009900" y="2205977"/>
                  </a:moveTo>
                  <a:lnTo>
                    <a:pt x="3009442" y="2204859"/>
                  </a:lnTo>
                  <a:lnTo>
                    <a:pt x="3007576" y="2202992"/>
                  </a:lnTo>
                  <a:lnTo>
                    <a:pt x="3006458" y="2202535"/>
                  </a:lnTo>
                  <a:lnTo>
                    <a:pt x="3003829" y="2202535"/>
                  </a:lnTo>
                  <a:lnTo>
                    <a:pt x="3002711" y="2202992"/>
                  </a:lnTo>
                  <a:lnTo>
                    <a:pt x="3000845" y="2204859"/>
                  </a:lnTo>
                  <a:lnTo>
                    <a:pt x="3000375" y="2205977"/>
                  </a:lnTo>
                  <a:lnTo>
                    <a:pt x="3000375" y="2208606"/>
                  </a:lnTo>
                  <a:lnTo>
                    <a:pt x="3000845" y="2209736"/>
                  </a:lnTo>
                  <a:lnTo>
                    <a:pt x="3002711" y="2211590"/>
                  </a:lnTo>
                  <a:lnTo>
                    <a:pt x="3003829" y="2212060"/>
                  </a:lnTo>
                  <a:lnTo>
                    <a:pt x="3006458" y="2212060"/>
                  </a:lnTo>
                  <a:lnTo>
                    <a:pt x="3007576" y="2211590"/>
                  </a:lnTo>
                  <a:lnTo>
                    <a:pt x="3009442" y="2209736"/>
                  </a:lnTo>
                  <a:lnTo>
                    <a:pt x="3009900" y="2208606"/>
                  </a:lnTo>
                  <a:lnTo>
                    <a:pt x="3009900" y="2205977"/>
                  </a:lnTo>
                  <a:close/>
                </a:path>
                <a:path w="4533900" h="2762885">
                  <a:moveTo>
                    <a:pt x="3009900" y="1655343"/>
                  </a:moveTo>
                  <a:lnTo>
                    <a:pt x="3009442" y="1654225"/>
                  </a:lnTo>
                  <a:lnTo>
                    <a:pt x="3007576" y="1652358"/>
                  </a:lnTo>
                  <a:lnTo>
                    <a:pt x="3006458" y="1651901"/>
                  </a:lnTo>
                  <a:lnTo>
                    <a:pt x="3003829" y="1651901"/>
                  </a:lnTo>
                  <a:lnTo>
                    <a:pt x="3002711" y="1652358"/>
                  </a:lnTo>
                  <a:lnTo>
                    <a:pt x="3000845" y="1654225"/>
                  </a:lnTo>
                  <a:lnTo>
                    <a:pt x="3000375" y="1655343"/>
                  </a:lnTo>
                  <a:lnTo>
                    <a:pt x="3000375" y="1657972"/>
                  </a:lnTo>
                  <a:lnTo>
                    <a:pt x="3000845" y="1659102"/>
                  </a:lnTo>
                  <a:lnTo>
                    <a:pt x="3002711" y="1660956"/>
                  </a:lnTo>
                  <a:lnTo>
                    <a:pt x="3003829" y="1661426"/>
                  </a:lnTo>
                  <a:lnTo>
                    <a:pt x="3006458" y="1661426"/>
                  </a:lnTo>
                  <a:lnTo>
                    <a:pt x="3007576" y="1660956"/>
                  </a:lnTo>
                  <a:lnTo>
                    <a:pt x="3009442" y="1659102"/>
                  </a:lnTo>
                  <a:lnTo>
                    <a:pt x="3009900" y="1657972"/>
                  </a:lnTo>
                  <a:lnTo>
                    <a:pt x="3009900" y="1655343"/>
                  </a:lnTo>
                  <a:close/>
                </a:path>
                <a:path w="4533900" h="2762885">
                  <a:moveTo>
                    <a:pt x="3009900" y="1104709"/>
                  </a:moveTo>
                  <a:lnTo>
                    <a:pt x="3009442" y="1103591"/>
                  </a:lnTo>
                  <a:lnTo>
                    <a:pt x="3007576" y="1101737"/>
                  </a:lnTo>
                  <a:lnTo>
                    <a:pt x="3006458" y="1101267"/>
                  </a:lnTo>
                  <a:lnTo>
                    <a:pt x="3003829" y="1101267"/>
                  </a:lnTo>
                  <a:lnTo>
                    <a:pt x="3002711" y="1101737"/>
                  </a:lnTo>
                  <a:lnTo>
                    <a:pt x="3000845" y="1103591"/>
                  </a:lnTo>
                  <a:lnTo>
                    <a:pt x="3000375" y="1104709"/>
                  </a:lnTo>
                  <a:lnTo>
                    <a:pt x="3000375" y="1107351"/>
                  </a:lnTo>
                  <a:lnTo>
                    <a:pt x="3000845" y="1108468"/>
                  </a:lnTo>
                  <a:lnTo>
                    <a:pt x="3002711" y="1110322"/>
                  </a:lnTo>
                  <a:lnTo>
                    <a:pt x="3003829" y="1110792"/>
                  </a:lnTo>
                  <a:lnTo>
                    <a:pt x="3006458" y="1110792"/>
                  </a:lnTo>
                  <a:lnTo>
                    <a:pt x="3007576" y="1110322"/>
                  </a:lnTo>
                  <a:lnTo>
                    <a:pt x="3009442" y="1108468"/>
                  </a:lnTo>
                  <a:lnTo>
                    <a:pt x="3009900" y="1107351"/>
                  </a:lnTo>
                  <a:lnTo>
                    <a:pt x="3009900" y="1104709"/>
                  </a:lnTo>
                  <a:close/>
                </a:path>
                <a:path w="4533900" h="2762885">
                  <a:moveTo>
                    <a:pt x="3009900" y="554088"/>
                  </a:moveTo>
                  <a:lnTo>
                    <a:pt x="3009442" y="552958"/>
                  </a:lnTo>
                  <a:lnTo>
                    <a:pt x="3007576" y="551103"/>
                  </a:lnTo>
                  <a:lnTo>
                    <a:pt x="3006458" y="550633"/>
                  </a:lnTo>
                  <a:lnTo>
                    <a:pt x="3003829" y="550633"/>
                  </a:lnTo>
                  <a:lnTo>
                    <a:pt x="3002711" y="551103"/>
                  </a:lnTo>
                  <a:lnTo>
                    <a:pt x="3000845" y="552958"/>
                  </a:lnTo>
                  <a:lnTo>
                    <a:pt x="3000375" y="554088"/>
                  </a:lnTo>
                  <a:lnTo>
                    <a:pt x="3000375" y="556717"/>
                  </a:lnTo>
                  <a:lnTo>
                    <a:pt x="3000845" y="557834"/>
                  </a:lnTo>
                  <a:lnTo>
                    <a:pt x="3002711" y="559701"/>
                  </a:lnTo>
                  <a:lnTo>
                    <a:pt x="3003829" y="560158"/>
                  </a:lnTo>
                  <a:lnTo>
                    <a:pt x="3006458" y="560158"/>
                  </a:lnTo>
                  <a:lnTo>
                    <a:pt x="3007576" y="559701"/>
                  </a:lnTo>
                  <a:lnTo>
                    <a:pt x="3009442" y="557834"/>
                  </a:lnTo>
                  <a:lnTo>
                    <a:pt x="3009900" y="556717"/>
                  </a:lnTo>
                  <a:lnTo>
                    <a:pt x="3009900" y="554088"/>
                  </a:lnTo>
                  <a:close/>
                </a:path>
                <a:path w="4533900" h="2762885">
                  <a:moveTo>
                    <a:pt x="3009900" y="3454"/>
                  </a:moveTo>
                  <a:lnTo>
                    <a:pt x="3009442" y="2324"/>
                  </a:lnTo>
                  <a:lnTo>
                    <a:pt x="3007576" y="469"/>
                  </a:lnTo>
                  <a:lnTo>
                    <a:pt x="3006458" y="0"/>
                  </a:lnTo>
                  <a:lnTo>
                    <a:pt x="3003829" y="0"/>
                  </a:lnTo>
                  <a:lnTo>
                    <a:pt x="3002711" y="469"/>
                  </a:lnTo>
                  <a:lnTo>
                    <a:pt x="3000845" y="2324"/>
                  </a:lnTo>
                  <a:lnTo>
                    <a:pt x="3000375" y="3454"/>
                  </a:lnTo>
                  <a:lnTo>
                    <a:pt x="3000375" y="6083"/>
                  </a:lnTo>
                  <a:lnTo>
                    <a:pt x="3000845" y="7200"/>
                  </a:lnTo>
                  <a:lnTo>
                    <a:pt x="3002711" y="9067"/>
                  </a:lnTo>
                  <a:lnTo>
                    <a:pt x="3003829" y="9525"/>
                  </a:lnTo>
                  <a:lnTo>
                    <a:pt x="3006458" y="9525"/>
                  </a:lnTo>
                  <a:lnTo>
                    <a:pt x="3007576" y="9067"/>
                  </a:lnTo>
                  <a:lnTo>
                    <a:pt x="3009442" y="7200"/>
                  </a:lnTo>
                  <a:lnTo>
                    <a:pt x="3009900" y="6083"/>
                  </a:lnTo>
                  <a:lnTo>
                    <a:pt x="3009900" y="3454"/>
                  </a:lnTo>
                  <a:close/>
                </a:path>
                <a:path w="4533900" h="2762885">
                  <a:moveTo>
                    <a:pt x="3057525" y="2756611"/>
                  </a:moveTo>
                  <a:lnTo>
                    <a:pt x="3057067" y="2755493"/>
                  </a:lnTo>
                  <a:lnTo>
                    <a:pt x="3055201" y="2753626"/>
                  </a:lnTo>
                  <a:lnTo>
                    <a:pt x="3054083" y="2753156"/>
                  </a:lnTo>
                  <a:lnTo>
                    <a:pt x="3051454" y="2753156"/>
                  </a:lnTo>
                  <a:lnTo>
                    <a:pt x="3050336" y="2753626"/>
                  </a:lnTo>
                  <a:lnTo>
                    <a:pt x="3048470" y="2755493"/>
                  </a:lnTo>
                  <a:lnTo>
                    <a:pt x="3048000" y="2756611"/>
                  </a:lnTo>
                  <a:lnTo>
                    <a:pt x="3048000" y="2759240"/>
                  </a:lnTo>
                  <a:lnTo>
                    <a:pt x="3048470" y="2760357"/>
                  </a:lnTo>
                  <a:lnTo>
                    <a:pt x="3050336" y="2762224"/>
                  </a:lnTo>
                  <a:lnTo>
                    <a:pt x="3051454" y="2762681"/>
                  </a:lnTo>
                  <a:lnTo>
                    <a:pt x="3054083" y="2762681"/>
                  </a:lnTo>
                  <a:lnTo>
                    <a:pt x="3055201" y="2762224"/>
                  </a:lnTo>
                  <a:lnTo>
                    <a:pt x="3057067" y="2760357"/>
                  </a:lnTo>
                  <a:lnTo>
                    <a:pt x="3057525" y="2759240"/>
                  </a:lnTo>
                  <a:lnTo>
                    <a:pt x="3057525" y="2756611"/>
                  </a:lnTo>
                  <a:close/>
                </a:path>
                <a:path w="4533900" h="2762885">
                  <a:moveTo>
                    <a:pt x="3057525" y="2205977"/>
                  </a:moveTo>
                  <a:lnTo>
                    <a:pt x="3057067" y="2204859"/>
                  </a:lnTo>
                  <a:lnTo>
                    <a:pt x="3055201" y="2202992"/>
                  </a:lnTo>
                  <a:lnTo>
                    <a:pt x="3054083" y="2202535"/>
                  </a:lnTo>
                  <a:lnTo>
                    <a:pt x="3051454" y="2202535"/>
                  </a:lnTo>
                  <a:lnTo>
                    <a:pt x="3050336" y="2202992"/>
                  </a:lnTo>
                  <a:lnTo>
                    <a:pt x="3048470" y="2204859"/>
                  </a:lnTo>
                  <a:lnTo>
                    <a:pt x="3048000" y="2205977"/>
                  </a:lnTo>
                  <a:lnTo>
                    <a:pt x="3048000" y="2208606"/>
                  </a:lnTo>
                  <a:lnTo>
                    <a:pt x="3048470" y="2209736"/>
                  </a:lnTo>
                  <a:lnTo>
                    <a:pt x="3050336" y="2211590"/>
                  </a:lnTo>
                  <a:lnTo>
                    <a:pt x="3051454" y="2212060"/>
                  </a:lnTo>
                  <a:lnTo>
                    <a:pt x="3054083" y="2212060"/>
                  </a:lnTo>
                  <a:lnTo>
                    <a:pt x="3055201" y="2211590"/>
                  </a:lnTo>
                  <a:lnTo>
                    <a:pt x="3057067" y="2209736"/>
                  </a:lnTo>
                  <a:lnTo>
                    <a:pt x="3057525" y="2208606"/>
                  </a:lnTo>
                  <a:lnTo>
                    <a:pt x="3057525" y="2205977"/>
                  </a:lnTo>
                  <a:close/>
                </a:path>
                <a:path w="4533900" h="2762885">
                  <a:moveTo>
                    <a:pt x="3057525" y="1655343"/>
                  </a:moveTo>
                  <a:lnTo>
                    <a:pt x="3057067" y="1654225"/>
                  </a:lnTo>
                  <a:lnTo>
                    <a:pt x="3055201" y="1652358"/>
                  </a:lnTo>
                  <a:lnTo>
                    <a:pt x="3054083" y="1651901"/>
                  </a:lnTo>
                  <a:lnTo>
                    <a:pt x="3051454" y="1651901"/>
                  </a:lnTo>
                  <a:lnTo>
                    <a:pt x="3050336" y="1652358"/>
                  </a:lnTo>
                  <a:lnTo>
                    <a:pt x="3048470" y="1654225"/>
                  </a:lnTo>
                  <a:lnTo>
                    <a:pt x="3048000" y="1655343"/>
                  </a:lnTo>
                  <a:lnTo>
                    <a:pt x="3048000" y="1657972"/>
                  </a:lnTo>
                  <a:lnTo>
                    <a:pt x="3048470" y="1659102"/>
                  </a:lnTo>
                  <a:lnTo>
                    <a:pt x="3050336" y="1660956"/>
                  </a:lnTo>
                  <a:lnTo>
                    <a:pt x="3051454" y="1661426"/>
                  </a:lnTo>
                  <a:lnTo>
                    <a:pt x="3054083" y="1661426"/>
                  </a:lnTo>
                  <a:lnTo>
                    <a:pt x="3055201" y="1660956"/>
                  </a:lnTo>
                  <a:lnTo>
                    <a:pt x="3057067" y="1659102"/>
                  </a:lnTo>
                  <a:lnTo>
                    <a:pt x="3057525" y="1657972"/>
                  </a:lnTo>
                  <a:lnTo>
                    <a:pt x="3057525" y="1655343"/>
                  </a:lnTo>
                  <a:close/>
                </a:path>
                <a:path w="4533900" h="2762885">
                  <a:moveTo>
                    <a:pt x="3057525" y="1104709"/>
                  </a:moveTo>
                  <a:lnTo>
                    <a:pt x="3057067" y="1103591"/>
                  </a:lnTo>
                  <a:lnTo>
                    <a:pt x="3055201" y="1101737"/>
                  </a:lnTo>
                  <a:lnTo>
                    <a:pt x="3054083" y="1101267"/>
                  </a:lnTo>
                  <a:lnTo>
                    <a:pt x="3051454" y="1101267"/>
                  </a:lnTo>
                  <a:lnTo>
                    <a:pt x="3050336" y="1101737"/>
                  </a:lnTo>
                  <a:lnTo>
                    <a:pt x="3048470" y="1103591"/>
                  </a:lnTo>
                  <a:lnTo>
                    <a:pt x="3048000" y="1104709"/>
                  </a:lnTo>
                  <a:lnTo>
                    <a:pt x="3048000" y="1107351"/>
                  </a:lnTo>
                  <a:lnTo>
                    <a:pt x="3048470" y="1108468"/>
                  </a:lnTo>
                  <a:lnTo>
                    <a:pt x="3050336" y="1110322"/>
                  </a:lnTo>
                  <a:lnTo>
                    <a:pt x="3051454" y="1110792"/>
                  </a:lnTo>
                  <a:lnTo>
                    <a:pt x="3054083" y="1110792"/>
                  </a:lnTo>
                  <a:lnTo>
                    <a:pt x="3055201" y="1110322"/>
                  </a:lnTo>
                  <a:lnTo>
                    <a:pt x="3057067" y="1108468"/>
                  </a:lnTo>
                  <a:lnTo>
                    <a:pt x="3057525" y="1107351"/>
                  </a:lnTo>
                  <a:lnTo>
                    <a:pt x="3057525" y="1104709"/>
                  </a:lnTo>
                  <a:close/>
                </a:path>
                <a:path w="4533900" h="2762885">
                  <a:moveTo>
                    <a:pt x="3057525" y="554088"/>
                  </a:moveTo>
                  <a:lnTo>
                    <a:pt x="3057067" y="552958"/>
                  </a:lnTo>
                  <a:lnTo>
                    <a:pt x="3055201" y="551103"/>
                  </a:lnTo>
                  <a:lnTo>
                    <a:pt x="3054083" y="550633"/>
                  </a:lnTo>
                  <a:lnTo>
                    <a:pt x="3051454" y="550633"/>
                  </a:lnTo>
                  <a:lnTo>
                    <a:pt x="3050336" y="551103"/>
                  </a:lnTo>
                  <a:lnTo>
                    <a:pt x="3048470" y="552958"/>
                  </a:lnTo>
                  <a:lnTo>
                    <a:pt x="3048000" y="554088"/>
                  </a:lnTo>
                  <a:lnTo>
                    <a:pt x="3048000" y="556717"/>
                  </a:lnTo>
                  <a:lnTo>
                    <a:pt x="3048470" y="557834"/>
                  </a:lnTo>
                  <a:lnTo>
                    <a:pt x="3050336" y="559701"/>
                  </a:lnTo>
                  <a:lnTo>
                    <a:pt x="3051454" y="560158"/>
                  </a:lnTo>
                  <a:lnTo>
                    <a:pt x="3054083" y="560158"/>
                  </a:lnTo>
                  <a:lnTo>
                    <a:pt x="3055201" y="559701"/>
                  </a:lnTo>
                  <a:lnTo>
                    <a:pt x="3057067" y="557834"/>
                  </a:lnTo>
                  <a:lnTo>
                    <a:pt x="3057525" y="556717"/>
                  </a:lnTo>
                  <a:lnTo>
                    <a:pt x="3057525" y="554088"/>
                  </a:lnTo>
                  <a:close/>
                </a:path>
                <a:path w="4533900" h="2762885">
                  <a:moveTo>
                    <a:pt x="3057525" y="3454"/>
                  </a:moveTo>
                  <a:lnTo>
                    <a:pt x="3057067" y="2324"/>
                  </a:lnTo>
                  <a:lnTo>
                    <a:pt x="3055201" y="469"/>
                  </a:lnTo>
                  <a:lnTo>
                    <a:pt x="3054083" y="0"/>
                  </a:lnTo>
                  <a:lnTo>
                    <a:pt x="3051454" y="0"/>
                  </a:lnTo>
                  <a:lnTo>
                    <a:pt x="3050336" y="469"/>
                  </a:lnTo>
                  <a:lnTo>
                    <a:pt x="3048470" y="2324"/>
                  </a:lnTo>
                  <a:lnTo>
                    <a:pt x="3048000" y="3454"/>
                  </a:lnTo>
                  <a:lnTo>
                    <a:pt x="3048000" y="6083"/>
                  </a:lnTo>
                  <a:lnTo>
                    <a:pt x="3048470" y="7200"/>
                  </a:lnTo>
                  <a:lnTo>
                    <a:pt x="3050336" y="9067"/>
                  </a:lnTo>
                  <a:lnTo>
                    <a:pt x="3051454" y="9525"/>
                  </a:lnTo>
                  <a:lnTo>
                    <a:pt x="3054083" y="9525"/>
                  </a:lnTo>
                  <a:lnTo>
                    <a:pt x="3055201" y="9067"/>
                  </a:lnTo>
                  <a:lnTo>
                    <a:pt x="3057067" y="7200"/>
                  </a:lnTo>
                  <a:lnTo>
                    <a:pt x="3057525" y="6083"/>
                  </a:lnTo>
                  <a:lnTo>
                    <a:pt x="3057525" y="3454"/>
                  </a:lnTo>
                  <a:close/>
                </a:path>
                <a:path w="4533900" h="2762885">
                  <a:moveTo>
                    <a:pt x="3105150" y="2756611"/>
                  </a:moveTo>
                  <a:lnTo>
                    <a:pt x="3104692" y="2755493"/>
                  </a:lnTo>
                  <a:lnTo>
                    <a:pt x="3102826" y="2753626"/>
                  </a:lnTo>
                  <a:lnTo>
                    <a:pt x="3101708" y="2753156"/>
                  </a:lnTo>
                  <a:lnTo>
                    <a:pt x="3099079" y="2753156"/>
                  </a:lnTo>
                  <a:lnTo>
                    <a:pt x="3097961" y="2753626"/>
                  </a:lnTo>
                  <a:lnTo>
                    <a:pt x="3096095" y="2755493"/>
                  </a:lnTo>
                  <a:lnTo>
                    <a:pt x="3095625" y="2756611"/>
                  </a:lnTo>
                  <a:lnTo>
                    <a:pt x="3095625" y="2759240"/>
                  </a:lnTo>
                  <a:lnTo>
                    <a:pt x="3096095" y="2760357"/>
                  </a:lnTo>
                  <a:lnTo>
                    <a:pt x="3097961" y="2762224"/>
                  </a:lnTo>
                  <a:lnTo>
                    <a:pt x="3099079" y="2762681"/>
                  </a:lnTo>
                  <a:lnTo>
                    <a:pt x="3101708" y="2762681"/>
                  </a:lnTo>
                  <a:lnTo>
                    <a:pt x="3102826" y="2762224"/>
                  </a:lnTo>
                  <a:lnTo>
                    <a:pt x="3104692" y="2760357"/>
                  </a:lnTo>
                  <a:lnTo>
                    <a:pt x="3105150" y="2759240"/>
                  </a:lnTo>
                  <a:lnTo>
                    <a:pt x="3105150" y="2756611"/>
                  </a:lnTo>
                  <a:close/>
                </a:path>
                <a:path w="4533900" h="2762885">
                  <a:moveTo>
                    <a:pt x="3105150" y="2205977"/>
                  </a:moveTo>
                  <a:lnTo>
                    <a:pt x="3104692" y="2204859"/>
                  </a:lnTo>
                  <a:lnTo>
                    <a:pt x="3102826" y="2202992"/>
                  </a:lnTo>
                  <a:lnTo>
                    <a:pt x="3101708" y="2202535"/>
                  </a:lnTo>
                  <a:lnTo>
                    <a:pt x="3099079" y="2202535"/>
                  </a:lnTo>
                  <a:lnTo>
                    <a:pt x="3097961" y="2202992"/>
                  </a:lnTo>
                  <a:lnTo>
                    <a:pt x="3096095" y="2204859"/>
                  </a:lnTo>
                  <a:lnTo>
                    <a:pt x="3095625" y="2205977"/>
                  </a:lnTo>
                  <a:lnTo>
                    <a:pt x="3095625" y="2208606"/>
                  </a:lnTo>
                  <a:lnTo>
                    <a:pt x="3096095" y="2209736"/>
                  </a:lnTo>
                  <a:lnTo>
                    <a:pt x="3097961" y="2211590"/>
                  </a:lnTo>
                  <a:lnTo>
                    <a:pt x="3099079" y="2212060"/>
                  </a:lnTo>
                  <a:lnTo>
                    <a:pt x="3101708" y="2212060"/>
                  </a:lnTo>
                  <a:lnTo>
                    <a:pt x="3102826" y="2211590"/>
                  </a:lnTo>
                  <a:lnTo>
                    <a:pt x="3104692" y="2209736"/>
                  </a:lnTo>
                  <a:lnTo>
                    <a:pt x="3105150" y="2208606"/>
                  </a:lnTo>
                  <a:lnTo>
                    <a:pt x="3105150" y="2205977"/>
                  </a:lnTo>
                  <a:close/>
                </a:path>
                <a:path w="4533900" h="2762885">
                  <a:moveTo>
                    <a:pt x="3105150" y="1655343"/>
                  </a:moveTo>
                  <a:lnTo>
                    <a:pt x="3104692" y="1654225"/>
                  </a:lnTo>
                  <a:lnTo>
                    <a:pt x="3102826" y="1652358"/>
                  </a:lnTo>
                  <a:lnTo>
                    <a:pt x="3101708" y="1651901"/>
                  </a:lnTo>
                  <a:lnTo>
                    <a:pt x="3099079" y="1651901"/>
                  </a:lnTo>
                  <a:lnTo>
                    <a:pt x="3097961" y="1652358"/>
                  </a:lnTo>
                  <a:lnTo>
                    <a:pt x="3096095" y="1654225"/>
                  </a:lnTo>
                  <a:lnTo>
                    <a:pt x="3095625" y="1655343"/>
                  </a:lnTo>
                  <a:lnTo>
                    <a:pt x="3095625" y="1657972"/>
                  </a:lnTo>
                  <a:lnTo>
                    <a:pt x="3096095" y="1659102"/>
                  </a:lnTo>
                  <a:lnTo>
                    <a:pt x="3097961" y="1660956"/>
                  </a:lnTo>
                  <a:lnTo>
                    <a:pt x="3099079" y="1661426"/>
                  </a:lnTo>
                  <a:lnTo>
                    <a:pt x="3101708" y="1661426"/>
                  </a:lnTo>
                  <a:lnTo>
                    <a:pt x="3102826" y="1660956"/>
                  </a:lnTo>
                  <a:lnTo>
                    <a:pt x="3104692" y="1659102"/>
                  </a:lnTo>
                  <a:lnTo>
                    <a:pt x="3105150" y="1657972"/>
                  </a:lnTo>
                  <a:lnTo>
                    <a:pt x="3105150" y="1655343"/>
                  </a:lnTo>
                  <a:close/>
                </a:path>
                <a:path w="4533900" h="2762885">
                  <a:moveTo>
                    <a:pt x="3105150" y="1104709"/>
                  </a:moveTo>
                  <a:lnTo>
                    <a:pt x="3104692" y="1103591"/>
                  </a:lnTo>
                  <a:lnTo>
                    <a:pt x="3102826" y="1101737"/>
                  </a:lnTo>
                  <a:lnTo>
                    <a:pt x="3101708" y="1101267"/>
                  </a:lnTo>
                  <a:lnTo>
                    <a:pt x="3099079" y="1101267"/>
                  </a:lnTo>
                  <a:lnTo>
                    <a:pt x="3097961" y="1101737"/>
                  </a:lnTo>
                  <a:lnTo>
                    <a:pt x="3096095" y="1103591"/>
                  </a:lnTo>
                  <a:lnTo>
                    <a:pt x="3095625" y="1104709"/>
                  </a:lnTo>
                  <a:lnTo>
                    <a:pt x="3095625" y="1107351"/>
                  </a:lnTo>
                  <a:lnTo>
                    <a:pt x="3096095" y="1108468"/>
                  </a:lnTo>
                  <a:lnTo>
                    <a:pt x="3097961" y="1110322"/>
                  </a:lnTo>
                  <a:lnTo>
                    <a:pt x="3099079" y="1110792"/>
                  </a:lnTo>
                  <a:lnTo>
                    <a:pt x="3101708" y="1110792"/>
                  </a:lnTo>
                  <a:lnTo>
                    <a:pt x="3102826" y="1110322"/>
                  </a:lnTo>
                  <a:lnTo>
                    <a:pt x="3104692" y="1108468"/>
                  </a:lnTo>
                  <a:lnTo>
                    <a:pt x="3105150" y="1107351"/>
                  </a:lnTo>
                  <a:lnTo>
                    <a:pt x="3105150" y="1104709"/>
                  </a:lnTo>
                  <a:close/>
                </a:path>
                <a:path w="4533900" h="2762885">
                  <a:moveTo>
                    <a:pt x="3105150" y="554088"/>
                  </a:moveTo>
                  <a:lnTo>
                    <a:pt x="3104692" y="552958"/>
                  </a:lnTo>
                  <a:lnTo>
                    <a:pt x="3102826" y="551103"/>
                  </a:lnTo>
                  <a:lnTo>
                    <a:pt x="3101708" y="550633"/>
                  </a:lnTo>
                  <a:lnTo>
                    <a:pt x="3099079" y="550633"/>
                  </a:lnTo>
                  <a:lnTo>
                    <a:pt x="3097961" y="551103"/>
                  </a:lnTo>
                  <a:lnTo>
                    <a:pt x="3096095" y="552958"/>
                  </a:lnTo>
                  <a:lnTo>
                    <a:pt x="3095625" y="554088"/>
                  </a:lnTo>
                  <a:lnTo>
                    <a:pt x="3095625" y="556717"/>
                  </a:lnTo>
                  <a:lnTo>
                    <a:pt x="3096095" y="557834"/>
                  </a:lnTo>
                  <a:lnTo>
                    <a:pt x="3097961" y="559701"/>
                  </a:lnTo>
                  <a:lnTo>
                    <a:pt x="3099079" y="560158"/>
                  </a:lnTo>
                  <a:lnTo>
                    <a:pt x="3101708" y="560158"/>
                  </a:lnTo>
                  <a:lnTo>
                    <a:pt x="3102826" y="559701"/>
                  </a:lnTo>
                  <a:lnTo>
                    <a:pt x="3104692" y="557834"/>
                  </a:lnTo>
                  <a:lnTo>
                    <a:pt x="3105150" y="556717"/>
                  </a:lnTo>
                  <a:lnTo>
                    <a:pt x="3105150" y="554088"/>
                  </a:lnTo>
                  <a:close/>
                </a:path>
                <a:path w="4533900" h="2762885">
                  <a:moveTo>
                    <a:pt x="3105150" y="3454"/>
                  </a:moveTo>
                  <a:lnTo>
                    <a:pt x="3104692" y="2324"/>
                  </a:lnTo>
                  <a:lnTo>
                    <a:pt x="3102826" y="469"/>
                  </a:lnTo>
                  <a:lnTo>
                    <a:pt x="3101708" y="0"/>
                  </a:lnTo>
                  <a:lnTo>
                    <a:pt x="3099079" y="0"/>
                  </a:lnTo>
                  <a:lnTo>
                    <a:pt x="3097961" y="469"/>
                  </a:lnTo>
                  <a:lnTo>
                    <a:pt x="3096095" y="2324"/>
                  </a:lnTo>
                  <a:lnTo>
                    <a:pt x="3095625" y="3454"/>
                  </a:lnTo>
                  <a:lnTo>
                    <a:pt x="3095625" y="6083"/>
                  </a:lnTo>
                  <a:lnTo>
                    <a:pt x="3096095" y="7200"/>
                  </a:lnTo>
                  <a:lnTo>
                    <a:pt x="3097961" y="9067"/>
                  </a:lnTo>
                  <a:lnTo>
                    <a:pt x="3099079" y="9525"/>
                  </a:lnTo>
                  <a:lnTo>
                    <a:pt x="3101708" y="9525"/>
                  </a:lnTo>
                  <a:lnTo>
                    <a:pt x="3102826" y="9067"/>
                  </a:lnTo>
                  <a:lnTo>
                    <a:pt x="3104692" y="7200"/>
                  </a:lnTo>
                  <a:lnTo>
                    <a:pt x="3105150" y="6083"/>
                  </a:lnTo>
                  <a:lnTo>
                    <a:pt x="3105150" y="3454"/>
                  </a:lnTo>
                  <a:close/>
                </a:path>
                <a:path w="4533900" h="2762885">
                  <a:moveTo>
                    <a:pt x="3152775" y="2756611"/>
                  </a:moveTo>
                  <a:lnTo>
                    <a:pt x="3152317" y="2755493"/>
                  </a:lnTo>
                  <a:lnTo>
                    <a:pt x="3150451" y="2753626"/>
                  </a:lnTo>
                  <a:lnTo>
                    <a:pt x="3149333" y="2753156"/>
                  </a:lnTo>
                  <a:lnTo>
                    <a:pt x="3146704" y="2753156"/>
                  </a:lnTo>
                  <a:lnTo>
                    <a:pt x="3145586" y="2753626"/>
                  </a:lnTo>
                  <a:lnTo>
                    <a:pt x="3143720" y="2755493"/>
                  </a:lnTo>
                  <a:lnTo>
                    <a:pt x="3143250" y="2756611"/>
                  </a:lnTo>
                  <a:lnTo>
                    <a:pt x="3143250" y="2759240"/>
                  </a:lnTo>
                  <a:lnTo>
                    <a:pt x="3143720" y="2760357"/>
                  </a:lnTo>
                  <a:lnTo>
                    <a:pt x="3145586" y="2762224"/>
                  </a:lnTo>
                  <a:lnTo>
                    <a:pt x="3146704" y="2762681"/>
                  </a:lnTo>
                  <a:lnTo>
                    <a:pt x="3149333" y="2762681"/>
                  </a:lnTo>
                  <a:lnTo>
                    <a:pt x="3150451" y="2762224"/>
                  </a:lnTo>
                  <a:lnTo>
                    <a:pt x="3152317" y="2760357"/>
                  </a:lnTo>
                  <a:lnTo>
                    <a:pt x="3152775" y="2759240"/>
                  </a:lnTo>
                  <a:lnTo>
                    <a:pt x="3152775" y="2756611"/>
                  </a:lnTo>
                  <a:close/>
                </a:path>
                <a:path w="4533900" h="2762885">
                  <a:moveTo>
                    <a:pt x="3152775" y="2205977"/>
                  </a:moveTo>
                  <a:lnTo>
                    <a:pt x="3152317" y="2204859"/>
                  </a:lnTo>
                  <a:lnTo>
                    <a:pt x="3150451" y="2202992"/>
                  </a:lnTo>
                  <a:lnTo>
                    <a:pt x="3149333" y="2202535"/>
                  </a:lnTo>
                  <a:lnTo>
                    <a:pt x="3146704" y="2202535"/>
                  </a:lnTo>
                  <a:lnTo>
                    <a:pt x="3145586" y="2202992"/>
                  </a:lnTo>
                  <a:lnTo>
                    <a:pt x="3143720" y="2204859"/>
                  </a:lnTo>
                  <a:lnTo>
                    <a:pt x="3143250" y="2205977"/>
                  </a:lnTo>
                  <a:lnTo>
                    <a:pt x="3143250" y="2208606"/>
                  </a:lnTo>
                  <a:lnTo>
                    <a:pt x="3143720" y="2209736"/>
                  </a:lnTo>
                  <a:lnTo>
                    <a:pt x="3145586" y="2211590"/>
                  </a:lnTo>
                  <a:lnTo>
                    <a:pt x="3146704" y="2212060"/>
                  </a:lnTo>
                  <a:lnTo>
                    <a:pt x="3149333" y="2212060"/>
                  </a:lnTo>
                  <a:lnTo>
                    <a:pt x="3150451" y="2211590"/>
                  </a:lnTo>
                  <a:lnTo>
                    <a:pt x="3152317" y="2209736"/>
                  </a:lnTo>
                  <a:lnTo>
                    <a:pt x="3152775" y="2208606"/>
                  </a:lnTo>
                  <a:lnTo>
                    <a:pt x="3152775" y="2205977"/>
                  </a:lnTo>
                  <a:close/>
                </a:path>
                <a:path w="4533900" h="2762885">
                  <a:moveTo>
                    <a:pt x="3152775" y="1655343"/>
                  </a:moveTo>
                  <a:lnTo>
                    <a:pt x="3152317" y="1654225"/>
                  </a:lnTo>
                  <a:lnTo>
                    <a:pt x="3150451" y="1652358"/>
                  </a:lnTo>
                  <a:lnTo>
                    <a:pt x="3149333" y="1651901"/>
                  </a:lnTo>
                  <a:lnTo>
                    <a:pt x="3146704" y="1651901"/>
                  </a:lnTo>
                  <a:lnTo>
                    <a:pt x="3145586" y="1652358"/>
                  </a:lnTo>
                  <a:lnTo>
                    <a:pt x="3143720" y="1654225"/>
                  </a:lnTo>
                  <a:lnTo>
                    <a:pt x="3143250" y="1655343"/>
                  </a:lnTo>
                  <a:lnTo>
                    <a:pt x="3143250" y="1657972"/>
                  </a:lnTo>
                  <a:lnTo>
                    <a:pt x="3143720" y="1659102"/>
                  </a:lnTo>
                  <a:lnTo>
                    <a:pt x="3145586" y="1660956"/>
                  </a:lnTo>
                  <a:lnTo>
                    <a:pt x="3146704" y="1661426"/>
                  </a:lnTo>
                  <a:lnTo>
                    <a:pt x="3149333" y="1661426"/>
                  </a:lnTo>
                  <a:lnTo>
                    <a:pt x="3150451" y="1660956"/>
                  </a:lnTo>
                  <a:lnTo>
                    <a:pt x="3152317" y="1659102"/>
                  </a:lnTo>
                  <a:lnTo>
                    <a:pt x="3152775" y="1657972"/>
                  </a:lnTo>
                  <a:lnTo>
                    <a:pt x="3152775" y="1655343"/>
                  </a:lnTo>
                  <a:close/>
                </a:path>
                <a:path w="4533900" h="2762885">
                  <a:moveTo>
                    <a:pt x="3152775" y="1104709"/>
                  </a:moveTo>
                  <a:lnTo>
                    <a:pt x="3152317" y="1103591"/>
                  </a:lnTo>
                  <a:lnTo>
                    <a:pt x="3150451" y="1101737"/>
                  </a:lnTo>
                  <a:lnTo>
                    <a:pt x="3149333" y="1101267"/>
                  </a:lnTo>
                  <a:lnTo>
                    <a:pt x="3146704" y="1101267"/>
                  </a:lnTo>
                  <a:lnTo>
                    <a:pt x="3145586" y="1101737"/>
                  </a:lnTo>
                  <a:lnTo>
                    <a:pt x="3143720" y="1103591"/>
                  </a:lnTo>
                  <a:lnTo>
                    <a:pt x="3143250" y="1104709"/>
                  </a:lnTo>
                  <a:lnTo>
                    <a:pt x="3143250" y="1107351"/>
                  </a:lnTo>
                  <a:lnTo>
                    <a:pt x="3143720" y="1108468"/>
                  </a:lnTo>
                  <a:lnTo>
                    <a:pt x="3145586" y="1110322"/>
                  </a:lnTo>
                  <a:lnTo>
                    <a:pt x="3146704" y="1110792"/>
                  </a:lnTo>
                  <a:lnTo>
                    <a:pt x="3149333" y="1110792"/>
                  </a:lnTo>
                  <a:lnTo>
                    <a:pt x="3150451" y="1110322"/>
                  </a:lnTo>
                  <a:lnTo>
                    <a:pt x="3152317" y="1108468"/>
                  </a:lnTo>
                  <a:lnTo>
                    <a:pt x="3152775" y="1107351"/>
                  </a:lnTo>
                  <a:lnTo>
                    <a:pt x="3152775" y="1104709"/>
                  </a:lnTo>
                  <a:close/>
                </a:path>
                <a:path w="4533900" h="2762885">
                  <a:moveTo>
                    <a:pt x="3152775" y="554088"/>
                  </a:moveTo>
                  <a:lnTo>
                    <a:pt x="3152317" y="552958"/>
                  </a:lnTo>
                  <a:lnTo>
                    <a:pt x="3150451" y="551103"/>
                  </a:lnTo>
                  <a:lnTo>
                    <a:pt x="3149333" y="550633"/>
                  </a:lnTo>
                  <a:lnTo>
                    <a:pt x="3146704" y="550633"/>
                  </a:lnTo>
                  <a:lnTo>
                    <a:pt x="3145586" y="551103"/>
                  </a:lnTo>
                  <a:lnTo>
                    <a:pt x="3143720" y="552958"/>
                  </a:lnTo>
                  <a:lnTo>
                    <a:pt x="3143250" y="554088"/>
                  </a:lnTo>
                  <a:lnTo>
                    <a:pt x="3143250" y="556717"/>
                  </a:lnTo>
                  <a:lnTo>
                    <a:pt x="3143720" y="557834"/>
                  </a:lnTo>
                  <a:lnTo>
                    <a:pt x="3145586" y="559701"/>
                  </a:lnTo>
                  <a:lnTo>
                    <a:pt x="3146704" y="560158"/>
                  </a:lnTo>
                  <a:lnTo>
                    <a:pt x="3149333" y="560158"/>
                  </a:lnTo>
                  <a:lnTo>
                    <a:pt x="3150451" y="559701"/>
                  </a:lnTo>
                  <a:lnTo>
                    <a:pt x="3152317" y="557834"/>
                  </a:lnTo>
                  <a:lnTo>
                    <a:pt x="3152775" y="556717"/>
                  </a:lnTo>
                  <a:lnTo>
                    <a:pt x="3152775" y="554088"/>
                  </a:lnTo>
                  <a:close/>
                </a:path>
                <a:path w="4533900" h="2762885">
                  <a:moveTo>
                    <a:pt x="3152775" y="3454"/>
                  </a:moveTo>
                  <a:lnTo>
                    <a:pt x="3152317" y="2324"/>
                  </a:lnTo>
                  <a:lnTo>
                    <a:pt x="3150451" y="469"/>
                  </a:lnTo>
                  <a:lnTo>
                    <a:pt x="3149333" y="0"/>
                  </a:lnTo>
                  <a:lnTo>
                    <a:pt x="3146704" y="0"/>
                  </a:lnTo>
                  <a:lnTo>
                    <a:pt x="3145586" y="469"/>
                  </a:lnTo>
                  <a:lnTo>
                    <a:pt x="3143720" y="2324"/>
                  </a:lnTo>
                  <a:lnTo>
                    <a:pt x="3143250" y="3454"/>
                  </a:lnTo>
                  <a:lnTo>
                    <a:pt x="3143250" y="6083"/>
                  </a:lnTo>
                  <a:lnTo>
                    <a:pt x="3143720" y="7200"/>
                  </a:lnTo>
                  <a:lnTo>
                    <a:pt x="3145586" y="9067"/>
                  </a:lnTo>
                  <a:lnTo>
                    <a:pt x="3146704" y="9525"/>
                  </a:lnTo>
                  <a:lnTo>
                    <a:pt x="3149333" y="9525"/>
                  </a:lnTo>
                  <a:lnTo>
                    <a:pt x="3150451" y="9067"/>
                  </a:lnTo>
                  <a:lnTo>
                    <a:pt x="3152317" y="7200"/>
                  </a:lnTo>
                  <a:lnTo>
                    <a:pt x="3152775" y="6083"/>
                  </a:lnTo>
                  <a:lnTo>
                    <a:pt x="3152775" y="3454"/>
                  </a:lnTo>
                  <a:close/>
                </a:path>
                <a:path w="4533900" h="2762885">
                  <a:moveTo>
                    <a:pt x="3200400" y="2756611"/>
                  </a:moveTo>
                  <a:lnTo>
                    <a:pt x="3199942" y="2755493"/>
                  </a:lnTo>
                  <a:lnTo>
                    <a:pt x="3198076" y="2753626"/>
                  </a:lnTo>
                  <a:lnTo>
                    <a:pt x="3196958" y="2753156"/>
                  </a:lnTo>
                  <a:lnTo>
                    <a:pt x="3194329" y="2753156"/>
                  </a:lnTo>
                  <a:lnTo>
                    <a:pt x="3193211" y="2753626"/>
                  </a:lnTo>
                  <a:lnTo>
                    <a:pt x="3191345" y="2755493"/>
                  </a:lnTo>
                  <a:lnTo>
                    <a:pt x="3190875" y="2756611"/>
                  </a:lnTo>
                  <a:lnTo>
                    <a:pt x="3190875" y="2759240"/>
                  </a:lnTo>
                  <a:lnTo>
                    <a:pt x="3191345" y="2760357"/>
                  </a:lnTo>
                  <a:lnTo>
                    <a:pt x="3193211" y="2762224"/>
                  </a:lnTo>
                  <a:lnTo>
                    <a:pt x="3194329" y="2762681"/>
                  </a:lnTo>
                  <a:lnTo>
                    <a:pt x="3196958" y="2762681"/>
                  </a:lnTo>
                  <a:lnTo>
                    <a:pt x="3198076" y="2762224"/>
                  </a:lnTo>
                  <a:lnTo>
                    <a:pt x="3199942" y="2760357"/>
                  </a:lnTo>
                  <a:lnTo>
                    <a:pt x="3200400" y="2759240"/>
                  </a:lnTo>
                  <a:lnTo>
                    <a:pt x="3200400" y="2756611"/>
                  </a:lnTo>
                  <a:close/>
                </a:path>
                <a:path w="4533900" h="2762885">
                  <a:moveTo>
                    <a:pt x="3200400" y="2205977"/>
                  </a:moveTo>
                  <a:lnTo>
                    <a:pt x="3199942" y="2204859"/>
                  </a:lnTo>
                  <a:lnTo>
                    <a:pt x="3198076" y="2202992"/>
                  </a:lnTo>
                  <a:lnTo>
                    <a:pt x="3196958" y="2202535"/>
                  </a:lnTo>
                  <a:lnTo>
                    <a:pt x="3194329" y="2202535"/>
                  </a:lnTo>
                  <a:lnTo>
                    <a:pt x="3193211" y="2202992"/>
                  </a:lnTo>
                  <a:lnTo>
                    <a:pt x="3191345" y="2204859"/>
                  </a:lnTo>
                  <a:lnTo>
                    <a:pt x="3190875" y="2205977"/>
                  </a:lnTo>
                  <a:lnTo>
                    <a:pt x="3190875" y="2208606"/>
                  </a:lnTo>
                  <a:lnTo>
                    <a:pt x="3191345" y="2209736"/>
                  </a:lnTo>
                  <a:lnTo>
                    <a:pt x="3193211" y="2211590"/>
                  </a:lnTo>
                  <a:lnTo>
                    <a:pt x="3194329" y="2212060"/>
                  </a:lnTo>
                  <a:lnTo>
                    <a:pt x="3196958" y="2212060"/>
                  </a:lnTo>
                  <a:lnTo>
                    <a:pt x="3198076" y="2211590"/>
                  </a:lnTo>
                  <a:lnTo>
                    <a:pt x="3199942" y="2209736"/>
                  </a:lnTo>
                  <a:lnTo>
                    <a:pt x="3200400" y="2208606"/>
                  </a:lnTo>
                  <a:lnTo>
                    <a:pt x="3200400" y="2205977"/>
                  </a:lnTo>
                  <a:close/>
                </a:path>
                <a:path w="4533900" h="2762885">
                  <a:moveTo>
                    <a:pt x="3200400" y="1655343"/>
                  </a:moveTo>
                  <a:lnTo>
                    <a:pt x="3199942" y="1654225"/>
                  </a:lnTo>
                  <a:lnTo>
                    <a:pt x="3198076" y="1652358"/>
                  </a:lnTo>
                  <a:lnTo>
                    <a:pt x="3196958" y="1651901"/>
                  </a:lnTo>
                  <a:lnTo>
                    <a:pt x="3194329" y="1651901"/>
                  </a:lnTo>
                  <a:lnTo>
                    <a:pt x="3193211" y="1652358"/>
                  </a:lnTo>
                  <a:lnTo>
                    <a:pt x="3191345" y="1654225"/>
                  </a:lnTo>
                  <a:lnTo>
                    <a:pt x="3190875" y="1655343"/>
                  </a:lnTo>
                  <a:lnTo>
                    <a:pt x="3190875" y="1657972"/>
                  </a:lnTo>
                  <a:lnTo>
                    <a:pt x="3191345" y="1659102"/>
                  </a:lnTo>
                  <a:lnTo>
                    <a:pt x="3193211" y="1660956"/>
                  </a:lnTo>
                  <a:lnTo>
                    <a:pt x="3194329" y="1661426"/>
                  </a:lnTo>
                  <a:lnTo>
                    <a:pt x="3196958" y="1661426"/>
                  </a:lnTo>
                  <a:lnTo>
                    <a:pt x="3198076" y="1660956"/>
                  </a:lnTo>
                  <a:lnTo>
                    <a:pt x="3199942" y="1659102"/>
                  </a:lnTo>
                  <a:lnTo>
                    <a:pt x="3200400" y="1657972"/>
                  </a:lnTo>
                  <a:lnTo>
                    <a:pt x="3200400" y="1655343"/>
                  </a:lnTo>
                  <a:close/>
                </a:path>
                <a:path w="4533900" h="2762885">
                  <a:moveTo>
                    <a:pt x="3200400" y="1104709"/>
                  </a:moveTo>
                  <a:lnTo>
                    <a:pt x="3199942" y="1103591"/>
                  </a:lnTo>
                  <a:lnTo>
                    <a:pt x="3198076" y="1101737"/>
                  </a:lnTo>
                  <a:lnTo>
                    <a:pt x="3196958" y="1101267"/>
                  </a:lnTo>
                  <a:lnTo>
                    <a:pt x="3194329" y="1101267"/>
                  </a:lnTo>
                  <a:lnTo>
                    <a:pt x="3193211" y="1101737"/>
                  </a:lnTo>
                  <a:lnTo>
                    <a:pt x="3191345" y="1103591"/>
                  </a:lnTo>
                  <a:lnTo>
                    <a:pt x="3190875" y="1104709"/>
                  </a:lnTo>
                  <a:lnTo>
                    <a:pt x="3190875" y="1107351"/>
                  </a:lnTo>
                  <a:lnTo>
                    <a:pt x="3191345" y="1108468"/>
                  </a:lnTo>
                  <a:lnTo>
                    <a:pt x="3193211" y="1110322"/>
                  </a:lnTo>
                  <a:lnTo>
                    <a:pt x="3194329" y="1110792"/>
                  </a:lnTo>
                  <a:lnTo>
                    <a:pt x="3196958" y="1110792"/>
                  </a:lnTo>
                  <a:lnTo>
                    <a:pt x="3198076" y="1110322"/>
                  </a:lnTo>
                  <a:lnTo>
                    <a:pt x="3199942" y="1108468"/>
                  </a:lnTo>
                  <a:lnTo>
                    <a:pt x="3200400" y="1107351"/>
                  </a:lnTo>
                  <a:lnTo>
                    <a:pt x="3200400" y="1104709"/>
                  </a:lnTo>
                  <a:close/>
                </a:path>
                <a:path w="4533900" h="2762885">
                  <a:moveTo>
                    <a:pt x="3200400" y="554088"/>
                  </a:moveTo>
                  <a:lnTo>
                    <a:pt x="3199942" y="552958"/>
                  </a:lnTo>
                  <a:lnTo>
                    <a:pt x="3198076" y="551103"/>
                  </a:lnTo>
                  <a:lnTo>
                    <a:pt x="3196958" y="550633"/>
                  </a:lnTo>
                  <a:lnTo>
                    <a:pt x="3194329" y="550633"/>
                  </a:lnTo>
                  <a:lnTo>
                    <a:pt x="3193211" y="551103"/>
                  </a:lnTo>
                  <a:lnTo>
                    <a:pt x="3191345" y="552958"/>
                  </a:lnTo>
                  <a:lnTo>
                    <a:pt x="3190875" y="554088"/>
                  </a:lnTo>
                  <a:lnTo>
                    <a:pt x="3190875" y="556717"/>
                  </a:lnTo>
                  <a:lnTo>
                    <a:pt x="3191345" y="557834"/>
                  </a:lnTo>
                  <a:lnTo>
                    <a:pt x="3193211" y="559701"/>
                  </a:lnTo>
                  <a:lnTo>
                    <a:pt x="3194329" y="560158"/>
                  </a:lnTo>
                  <a:lnTo>
                    <a:pt x="3196958" y="560158"/>
                  </a:lnTo>
                  <a:lnTo>
                    <a:pt x="3198076" y="559701"/>
                  </a:lnTo>
                  <a:lnTo>
                    <a:pt x="3199942" y="557834"/>
                  </a:lnTo>
                  <a:lnTo>
                    <a:pt x="3200400" y="556717"/>
                  </a:lnTo>
                  <a:lnTo>
                    <a:pt x="3200400" y="554088"/>
                  </a:lnTo>
                  <a:close/>
                </a:path>
                <a:path w="4533900" h="2762885">
                  <a:moveTo>
                    <a:pt x="3200400" y="3454"/>
                  </a:moveTo>
                  <a:lnTo>
                    <a:pt x="3199942" y="2324"/>
                  </a:lnTo>
                  <a:lnTo>
                    <a:pt x="3198076" y="469"/>
                  </a:lnTo>
                  <a:lnTo>
                    <a:pt x="3196958" y="0"/>
                  </a:lnTo>
                  <a:lnTo>
                    <a:pt x="3194329" y="0"/>
                  </a:lnTo>
                  <a:lnTo>
                    <a:pt x="3193211" y="469"/>
                  </a:lnTo>
                  <a:lnTo>
                    <a:pt x="3191345" y="2324"/>
                  </a:lnTo>
                  <a:lnTo>
                    <a:pt x="3190875" y="3454"/>
                  </a:lnTo>
                  <a:lnTo>
                    <a:pt x="3190875" y="6083"/>
                  </a:lnTo>
                  <a:lnTo>
                    <a:pt x="3191345" y="7200"/>
                  </a:lnTo>
                  <a:lnTo>
                    <a:pt x="3193211" y="9067"/>
                  </a:lnTo>
                  <a:lnTo>
                    <a:pt x="3194329" y="9525"/>
                  </a:lnTo>
                  <a:lnTo>
                    <a:pt x="3196958" y="9525"/>
                  </a:lnTo>
                  <a:lnTo>
                    <a:pt x="3198076" y="9067"/>
                  </a:lnTo>
                  <a:lnTo>
                    <a:pt x="3199942" y="7200"/>
                  </a:lnTo>
                  <a:lnTo>
                    <a:pt x="3200400" y="6083"/>
                  </a:lnTo>
                  <a:lnTo>
                    <a:pt x="3200400" y="3454"/>
                  </a:lnTo>
                  <a:close/>
                </a:path>
                <a:path w="4533900" h="2762885">
                  <a:moveTo>
                    <a:pt x="3248025" y="2756611"/>
                  </a:moveTo>
                  <a:lnTo>
                    <a:pt x="3247567" y="2755493"/>
                  </a:lnTo>
                  <a:lnTo>
                    <a:pt x="3245701" y="2753626"/>
                  </a:lnTo>
                  <a:lnTo>
                    <a:pt x="3244583" y="2753156"/>
                  </a:lnTo>
                  <a:lnTo>
                    <a:pt x="3241954" y="2753156"/>
                  </a:lnTo>
                  <a:lnTo>
                    <a:pt x="3240836" y="2753626"/>
                  </a:lnTo>
                  <a:lnTo>
                    <a:pt x="3238970" y="2755493"/>
                  </a:lnTo>
                  <a:lnTo>
                    <a:pt x="3238500" y="2756611"/>
                  </a:lnTo>
                  <a:lnTo>
                    <a:pt x="3238500" y="2759240"/>
                  </a:lnTo>
                  <a:lnTo>
                    <a:pt x="3238970" y="2760357"/>
                  </a:lnTo>
                  <a:lnTo>
                    <a:pt x="3240836" y="2762224"/>
                  </a:lnTo>
                  <a:lnTo>
                    <a:pt x="3241954" y="2762681"/>
                  </a:lnTo>
                  <a:lnTo>
                    <a:pt x="3244583" y="2762681"/>
                  </a:lnTo>
                  <a:lnTo>
                    <a:pt x="3245701" y="2762224"/>
                  </a:lnTo>
                  <a:lnTo>
                    <a:pt x="3247567" y="2760357"/>
                  </a:lnTo>
                  <a:lnTo>
                    <a:pt x="3248025" y="2759240"/>
                  </a:lnTo>
                  <a:lnTo>
                    <a:pt x="3248025" y="2756611"/>
                  </a:lnTo>
                  <a:close/>
                </a:path>
                <a:path w="4533900" h="2762885">
                  <a:moveTo>
                    <a:pt x="3248025" y="2205977"/>
                  </a:moveTo>
                  <a:lnTo>
                    <a:pt x="3247567" y="2204859"/>
                  </a:lnTo>
                  <a:lnTo>
                    <a:pt x="3245701" y="2202992"/>
                  </a:lnTo>
                  <a:lnTo>
                    <a:pt x="3244583" y="2202535"/>
                  </a:lnTo>
                  <a:lnTo>
                    <a:pt x="3241954" y="2202535"/>
                  </a:lnTo>
                  <a:lnTo>
                    <a:pt x="3240836" y="2202992"/>
                  </a:lnTo>
                  <a:lnTo>
                    <a:pt x="3238970" y="2204859"/>
                  </a:lnTo>
                  <a:lnTo>
                    <a:pt x="3238500" y="2205977"/>
                  </a:lnTo>
                  <a:lnTo>
                    <a:pt x="3238500" y="2208606"/>
                  </a:lnTo>
                  <a:lnTo>
                    <a:pt x="3238970" y="2209736"/>
                  </a:lnTo>
                  <a:lnTo>
                    <a:pt x="3240836" y="2211590"/>
                  </a:lnTo>
                  <a:lnTo>
                    <a:pt x="3241954" y="2212060"/>
                  </a:lnTo>
                  <a:lnTo>
                    <a:pt x="3244583" y="2212060"/>
                  </a:lnTo>
                  <a:lnTo>
                    <a:pt x="3245701" y="2211590"/>
                  </a:lnTo>
                  <a:lnTo>
                    <a:pt x="3247567" y="2209736"/>
                  </a:lnTo>
                  <a:lnTo>
                    <a:pt x="3248025" y="2208606"/>
                  </a:lnTo>
                  <a:lnTo>
                    <a:pt x="3248025" y="2205977"/>
                  </a:lnTo>
                  <a:close/>
                </a:path>
                <a:path w="4533900" h="2762885">
                  <a:moveTo>
                    <a:pt x="3248025" y="1655343"/>
                  </a:moveTo>
                  <a:lnTo>
                    <a:pt x="3247567" y="1654225"/>
                  </a:lnTo>
                  <a:lnTo>
                    <a:pt x="3245701" y="1652358"/>
                  </a:lnTo>
                  <a:lnTo>
                    <a:pt x="3244583" y="1651901"/>
                  </a:lnTo>
                  <a:lnTo>
                    <a:pt x="3241954" y="1651901"/>
                  </a:lnTo>
                  <a:lnTo>
                    <a:pt x="3240836" y="1652358"/>
                  </a:lnTo>
                  <a:lnTo>
                    <a:pt x="3238970" y="1654225"/>
                  </a:lnTo>
                  <a:lnTo>
                    <a:pt x="3238500" y="1655343"/>
                  </a:lnTo>
                  <a:lnTo>
                    <a:pt x="3238500" y="1657972"/>
                  </a:lnTo>
                  <a:lnTo>
                    <a:pt x="3238970" y="1659102"/>
                  </a:lnTo>
                  <a:lnTo>
                    <a:pt x="3240836" y="1660956"/>
                  </a:lnTo>
                  <a:lnTo>
                    <a:pt x="3241954" y="1661426"/>
                  </a:lnTo>
                  <a:lnTo>
                    <a:pt x="3244583" y="1661426"/>
                  </a:lnTo>
                  <a:lnTo>
                    <a:pt x="3245701" y="1660956"/>
                  </a:lnTo>
                  <a:lnTo>
                    <a:pt x="3247567" y="1659102"/>
                  </a:lnTo>
                  <a:lnTo>
                    <a:pt x="3248025" y="1657972"/>
                  </a:lnTo>
                  <a:lnTo>
                    <a:pt x="3248025" y="1655343"/>
                  </a:lnTo>
                  <a:close/>
                </a:path>
                <a:path w="4533900" h="2762885">
                  <a:moveTo>
                    <a:pt x="3248025" y="1104709"/>
                  </a:moveTo>
                  <a:lnTo>
                    <a:pt x="3247567" y="1103591"/>
                  </a:lnTo>
                  <a:lnTo>
                    <a:pt x="3245701" y="1101737"/>
                  </a:lnTo>
                  <a:lnTo>
                    <a:pt x="3244583" y="1101267"/>
                  </a:lnTo>
                  <a:lnTo>
                    <a:pt x="3241954" y="1101267"/>
                  </a:lnTo>
                  <a:lnTo>
                    <a:pt x="3240836" y="1101737"/>
                  </a:lnTo>
                  <a:lnTo>
                    <a:pt x="3238970" y="1103591"/>
                  </a:lnTo>
                  <a:lnTo>
                    <a:pt x="3238500" y="1104709"/>
                  </a:lnTo>
                  <a:lnTo>
                    <a:pt x="3238500" y="1107351"/>
                  </a:lnTo>
                  <a:lnTo>
                    <a:pt x="3238970" y="1108468"/>
                  </a:lnTo>
                  <a:lnTo>
                    <a:pt x="3240836" y="1110322"/>
                  </a:lnTo>
                  <a:lnTo>
                    <a:pt x="3241954" y="1110792"/>
                  </a:lnTo>
                  <a:lnTo>
                    <a:pt x="3244583" y="1110792"/>
                  </a:lnTo>
                  <a:lnTo>
                    <a:pt x="3245701" y="1110322"/>
                  </a:lnTo>
                  <a:lnTo>
                    <a:pt x="3247567" y="1108468"/>
                  </a:lnTo>
                  <a:lnTo>
                    <a:pt x="3248025" y="1107351"/>
                  </a:lnTo>
                  <a:lnTo>
                    <a:pt x="3248025" y="1104709"/>
                  </a:lnTo>
                  <a:close/>
                </a:path>
                <a:path w="4533900" h="2762885">
                  <a:moveTo>
                    <a:pt x="3248025" y="554088"/>
                  </a:moveTo>
                  <a:lnTo>
                    <a:pt x="3247567" y="552958"/>
                  </a:lnTo>
                  <a:lnTo>
                    <a:pt x="3245701" y="551103"/>
                  </a:lnTo>
                  <a:lnTo>
                    <a:pt x="3244583" y="550633"/>
                  </a:lnTo>
                  <a:lnTo>
                    <a:pt x="3241954" y="550633"/>
                  </a:lnTo>
                  <a:lnTo>
                    <a:pt x="3240836" y="551103"/>
                  </a:lnTo>
                  <a:lnTo>
                    <a:pt x="3238970" y="552958"/>
                  </a:lnTo>
                  <a:lnTo>
                    <a:pt x="3238500" y="554088"/>
                  </a:lnTo>
                  <a:lnTo>
                    <a:pt x="3238500" y="556717"/>
                  </a:lnTo>
                  <a:lnTo>
                    <a:pt x="3238970" y="557834"/>
                  </a:lnTo>
                  <a:lnTo>
                    <a:pt x="3240836" y="559701"/>
                  </a:lnTo>
                  <a:lnTo>
                    <a:pt x="3241954" y="560158"/>
                  </a:lnTo>
                  <a:lnTo>
                    <a:pt x="3244583" y="560158"/>
                  </a:lnTo>
                  <a:lnTo>
                    <a:pt x="3245701" y="559701"/>
                  </a:lnTo>
                  <a:lnTo>
                    <a:pt x="3247567" y="557834"/>
                  </a:lnTo>
                  <a:lnTo>
                    <a:pt x="3248025" y="556717"/>
                  </a:lnTo>
                  <a:lnTo>
                    <a:pt x="3248025" y="554088"/>
                  </a:lnTo>
                  <a:close/>
                </a:path>
                <a:path w="4533900" h="2762885">
                  <a:moveTo>
                    <a:pt x="3248025" y="3454"/>
                  </a:moveTo>
                  <a:lnTo>
                    <a:pt x="3247567" y="2324"/>
                  </a:lnTo>
                  <a:lnTo>
                    <a:pt x="3245701" y="469"/>
                  </a:lnTo>
                  <a:lnTo>
                    <a:pt x="3244583" y="0"/>
                  </a:lnTo>
                  <a:lnTo>
                    <a:pt x="3241954" y="0"/>
                  </a:lnTo>
                  <a:lnTo>
                    <a:pt x="3240836" y="469"/>
                  </a:lnTo>
                  <a:lnTo>
                    <a:pt x="3238970" y="2324"/>
                  </a:lnTo>
                  <a:lnTo>
                    <a:pt x="3238500" y="3454"/>
                  </a:lnTo>
                  <a:lnTo>
                    <a:pt x="3238500" y="6083"/>
                  </a:lnTo>
                  <a:lnTo>
                    <a:pt x="3238970" y="7200"/>
                  </a:lnTo>
                  <a:lnTo>
                    <a:pt x="3240836" y="9067"/>
                  </a:lnTo>
                  <a:lnTo>
                    <a:pt x="3241954" y="9525"/>
                  </a:lnTo>
                  <a:lnTo>
                    <a:pt x="3244583" y="9525"/>
                  </a:lnTo>
                  <a:lnTo>
                    <a:pt x="3245701" y="9067"/>
                  </a:lnTo>
                  <a:lnTo>
                    <a:pt x="3247567" y="7200"/>
                  </a:lnTo>
                  <a:lnTo>
                    <a:pt x="3248025" y="6083"/>
                  </a:lnTo>
                  <a:lnTo>
                    <a:pt x="3248025" y="3454"/>
                  </a:lnTo>
                  <a:close/>
                </a:path>
                <a:path w="4533900" h="2762885">
                  <a:moveTo>
                    <a:pt x="3295650" y="2756611"/>
                  </a:moveTo>
                  <a:lnTo>
                    <a:pt x="3295192" y="2755493"/>
                  </a:lnTo>
                  <a:lnTo>
                    <a:pt x="3293326" y="2753626"/>
                  </a:lnTo>
                  <a:lnTo>
                    <a:pt x="3292208" y="2753156"/>
                  </a:lnTo>
                  <a:lnTo>
                    <a:pt x="3289579" y="2753156"/>
                  </a:lnTo>
                  <a:lnTo>
                    <a:pt x="3288461" y="2753626"/>
                  </a:lnTo>
                  <a:lnTo>
                    <a:pt x="3286595" y="2755493"/>
                  </a:lnTo>
                  <a:lnTo>
                    <a:pt x="3286125" y="2756611"/>
                  </a:lnTo>
                  <a:lnTo>
                    <a:pt x="3286125" y="2759240"/>
                  </a:lnTo>
                  <a:lnTo>
                    <a:pt x="3286595" y="2760357"/>
                  </a:lnTo>
                  <a:lnTo>
                    <a:pt x="3288461" y="2762224"/>
                  </a:lnTo>
                  <a:lnTo>
                    <a:pt x="3289579" y="2762681"/>
                  </a:lnTo>
                  <a:lnTo>
                    <a:pt x="3292208" y="2762681"/>
                  </a:lnTo>
                  <a:lnTo>
                    <a:pt x="3293326" y="2762224"/>
                  </a:lnTo>
                  <a:lnTo>
                    <a:pt x="3295192" y="2760357"/>
                  </a:lnTo>
                  <a:lnTo>
                    <a:pt x="3295650" y="2759240"/>
                  </a:lnTo>
                  <a:lnTo>
                    <a:pt x="3295650" y="2756611"/>
                  </a:lnTo>
                  <a:close/>
                </a:path>
                <a:path w="4533900" h="2762885">
                  <a:moveTo>
                    <a:pt x="3295650" y="2205977"/>
                  </a:moveTo>
                  <a:lnTo>
                    <a:pt x="3295192" y="2204859"/>
                  </a:lnTo>
                  <a:lnTo>
                    <a:pt x="3293326" y="2202992"/>
                  </a:lnTo>
                  <a:lnTo>
                    <a:pt x="3292208" y="2202535"/>
                  </a:lnTo>
                  <a:lnTo>
                    <a:pt x="3289579" y="2202535"/>
                  </a:lnTo>
                  <a:lnTo>
                    <a:pt x="3288461" y="2202992"/>
                  </a:lnTo>
                  <a:lnTo>
                    <a:pt x="3286595" y="2204859"/>
                  </a:lnTo>
                  <a:lnTo>
                    <a:pt x="3286125" y="2205977"/>
                  </a:lnTo>
                  <a:lnTo>
                    <a:pt x="3286125" y="2208606"/>
                  </a:lnTo>
                  <a:lnTo>
                    <a:pt x="3286595" y="2209736"/>
                  </a:lnTo>
                  <a:lnTo>
                    <a:pt x="3288461" y="2211590"/>
                  </a:lnTo>
                  <a:lnTo>
                    <a:pt x="3289579" y="2212060"/>
                  </a:lnTo>
                  <a:lnTo>
                    <a:pt x="3292208" y="2212060"/>
                  </a:lnTo>
                  <a:lnTo>
                    <a:pt x="3293326" y="2211590"/>
                  </a:lnTo>
                  <a:lnTo>
                    <a:pt x="3295192" y="2209736"/>
                  </a:lnTo>
                  <a:lnTo>
                    <a:pt x="3295650" y="2208606"/>
                  </a:lnTo>
                  <a:lnTo>
                    <a:pt x="3295650" y="2205977"/>
                  </a:lnTo>
                  <a:close/>
                </a:path>
                <a:path w="4533900" h="2762885">
                  <a:moveTo>
                    <a:pt x="3295650" y="1655343"/>
                  </a:moveTo>
                  <a:lnTo>
                    <a:pt x="3295192" y="1654225"/>
                  </a:lnTo>
                  <a:lnTo>
                    <a:pt x="3293326" y="1652358"/>
                  </a:lnTo>
                  <a:lnTo>
                    <a:pt x="3292208" y="1651901"/>
                  </a:lnTo>
                  <a:lnTo>
                    <a:pt x="3289579" y="1651901"/>
                  </a:lnTo>
                  <a:lnTo>
                    <a:pt x="3288461" y="1652358"/>
                  </a:lnTo>
                  <a:lnTo>
                    <a:pt x="3286595" y="1654225"/>
                  </a:lnTo>
                  <a:lnTo>
                    <a:pt x="3286125" y="1655343"/>
                  </a:lnTo>
                  <a:lnTo>
                    <a:pt x="3286125" y="1657972"/>
                  </a:lnTo>
                  <a:lnTo>
                    <a:pt x="3286595" y="1659102"/>
                  </a:lnTo>
                  <a:lnTo>
                    <a:pt x="3288461" y="1660956"/>
                  </a:lnTo>
                  <a:lnTo>
                    <a:pt x="3289579" y="1661426"/>
                  </a:lnTo>
                  <a:lnTo>
                    <a:pt x="3292208" y="1661426"/>
                  </a:lnTo>
                  <a:lnTo>
                    <a:pt x="3293326" y="1660956"/>
                  </a:lnTo>
                  <a:lnTo>
                    <a:pt x="3295192" y="1659102"/>
                  </a:lnTo>
                  <a:lnTo>
                    <a:pt x="3295650" y="1657972"/>
                  </a:lnTo>
                  <a:lnTo>
                    <a:pt x="3295650" y="1655343"/>
                  </a:lnTo>
                  <a:close/>
                </a:path>
                <a:path w="4533900" h="2762885">
                  <a:moveTo>
                    <a:pt x="3295650" y="1104709"/>
                  </a:moveTo>
                  <a:lnTo>
                    <a:pt x="3295192" y="1103591"/>
                  </a:lnTo>
                  <a:lnTo>
                    <a:pt x="3293326" y="1101737"/>
                  </a:lnTo>
                  <a:lnTo>
                    <a:pt x="3292208" y="1101267"/>
                  </a:lnTo>
                  <a:lnTo>
                    <a:pt x="3289579" y="1101267"/>
                  </a:lnTo>
                  <a:lnTo>
                    <a:pt x="3288461" y="1101737"/>
                  </a:lnTo>
                  <a:lnTo>
                    <a:pt x="3286595" y="1103591"/>
                  </a:lnTo>
                  <a:lnTo>
                    <a:pt x="3286125" y="1104709"/>
                  </a:lnTo>
                  <a:lnTo>
                    <a:pt x="3286125" y="1107351"/>
                  </a:lnTo>
                  <a:lnTo>
                    <a:pt x="3286595" y="1108468"/>
                  </a:lnTo>
                  <a:lnTo>
                    <a:pt x="3288461" y="1110322"/>
                  </a:lnTo>
                  <a:lnTo>
                    <a:pt x="3289579" y="1110792"/>
                  </a:lnTo>
                  <a:lnTo>
                    <a:pt x="3292208" y="1110792"/>
                  </a:lnTo>
                  <a:lnTo>
                    <a:pt x="3293326" y="1110322"/>
                  </a:lnTo>
                  <a:lnTo>
                    <a:pt x="3295192" y="1108468"/>
                  </a:lnTo>
                  <a:lnTo>
                    <a:pt x="3295650" y="1107351"/>
                  </a:lnTo>
                  <a:lnTo>
                    <a:pt x="3295650" y="1104709"/>
                  </a:lnTo>
                  <a:close/>
                </a:path>
                <a:path w="4533900" h="2762885">
                  <a:moveTo>
                    <a:pt x="3295650" y="554088"/>
                  </a:moveTo>
                  <a:lnTo>
                    <a:pt x="3295192" y="552958"/>
                  </a:lnTo>
                  <a:lnTo>
                    <a:pt x="3293326" y="551103"/>
                  </a:lnTo>
                  <a:lnTo>
                    <a:pt x="3292208" y="550633"/>
                  </a:lnTo>
                  <a:lnTo>
                    <a:pt x="3289579" y="550633"/>
                  </a:lnTo>
                  <a:lnTo>
                    <a:pt x="3288461" y="551103"/>
                  </a:lnTo>
                  <a:lnTo>
                    <a:pt x="3286595" y="552958"/>
                  </a:lnTo>
                  <a:lnTo>
                    <a:pt x="3286125" y="554088"/>
                  </a:lnTo>
                  <a:lnTo>
                    <a:pt x="3286125" y="556717"/>
                  </a:lnTo>
                  <a:lnTo>
                    <a:pt x="3286595" y="557834"/>
                  </a:lnTo>
                  <a:lnTo>
                    <a:pt x="3288461" y="559701"/>
                  </a:lnTo>
                  <a:lnTo>
                    <a:pt x="3289579" y="560158"/>
                  </a:lnTo>
                  <a:lnTo>
                    <a:pt x="3292208" y="560158"/>
                  </a:lnTo>
                  <a:lnTo>
                    <a:pt x="3293326" y="559701"/>
                  </a:lnTo>
                  <a:lnTo>
                    <a:pt x="3295192" y="557834"/>
                  </a:lnTo>
                  <a:lnTo>
                    <a:pt x="3295650" y="556717"/>
                  </a:lnTo>
                  <a:lnTo>
                    <a:pt x="3295650" y="554088"/>
                  </a:lnTo>
                  <a:close/>
                </a:path>
                <a:path w="4533900" h="2762885">
                  <a:moveTo>
                    <a:pt x="3295650" y="3454"/>
                  </a:moveTo>
                  <a:lnTo>
                    <a:pt x="3295192" y="2324"/>
                  </a:lnTo>
                  <a:lnTo>
                    <a:pt x="3293326" y="469"/>
                  </a:lnTo>
                  <a:lnTo>
                    <a:pt x="3292208" y="0"/>
                  </a:lnTo>
                  <a:lnTo>
                    <a:pt x="3289579" y="0"/>
                  </a:lnTo>
                  <a:lnTo>
                    <a:pt x="3288461" y="469"/>
                  </a:lnTo>
                  <a:lnTo>
                    <a:pt x="3286595" y="2324"/>
                  </a:lnTo>
                  <a:lnTo>
                    <a:pt x="3286125" y="3454"/>
                  </a:lnTo>
                  <a:lnTo>
                    <a:pt x="3286125" y="6083"/>
                  </a:lnTo>
                  <a:lnTo>
                    <a:pt x="3286595" y="7200"/>
                  </a:lnTo>
                  <a:lnTo>
                    <a:pt x="3288461" y="9067"/>
                  </a:lnTo>
                  <a:lnTo>
                    <a:pt x="3289579" y="9525"/>
                  </a:lnTo>
                  <a:lnTo>
                    <a:pt x="3292208" y="9525"/>
                  </a:lnTo>
                  <a:lnTo>
                    <a:pt x="3293326" y="9067"/>
                  </a:lnTo>
                  <a:lnTo>
                    <a:pt x="3295192" y="7200"/>
                  </a:lnTo>
                  <a:lnTo>
                    <a:pt x="3295650" y="6083"/>
                  </a:lnTo>
                  <a:lnTo>
                    <a:pt x="3295650" y="3454"/>
                  </a:lnTo>
                  <a:close/>
                </a:path>
                <a:path w="4533900" h="2762885">
                  <a:moveTo>
                    <a:pt x="3343275" y="2756611"/>
                  </a:moveTo>
                  <a:lnTo>
                    <a:pt x="3342817" y="2755493"/>
                  </a:lnTo>
                  <a:lnTo>
                    <a:pt x="3340951" y="2753626"/>
                  </a:lnTo>
                  <a:lnTo>
                    <a:pt x="3339833" y="2753156"/>
                  </a:lnTo>
                  <a:lnTo>
                    <a:pt x="3337204" y="2753156"/>
                  </a:lnTo>
                  <a:lnTo>
                    <a:pt x="3336086" y="2753626"/>
                  </a:lnTo>
                  <a:lnTo>
                    <a:pt x="3334220" y="2755493"/>
                  </a:lnTo>
                  <a:lnTo>
                    <a:pt x="3333750" y="2756611"/>
                  </a:lnTo>
                  <a:lnTo>
                    <a:pt x="3333750" y="2759240"/>
                  </a:lnTo>
                  <a:lnTo>
                    <a:pt x="3334220" y="2760357"/>
                  </a:lnTo>
                  <a:lnTo>
                    <a:pt x="3336086" y="2762224"/>
                  </a:lnTo>
                  <a:lnTo>
                    <a:pt x="3337204" y="2762681"/>
                  </a:lnTo>
                  <a:lnTo>
                    <a:pt x="3339833" y="2762681"/>
                  </a:lnTo>
                  <a:lnTo>
                    <a:pt x="3340951" y="2762224"/>
                  </a:lnTo>
                  <a:lnTo>
                    <a:pt x="3342817" y="2760357"/>
                  </a:lnTo>
                  <a:lnTo>
                    <a:pt x="3343275" y="2759240"/>
                  </a:lnTo>
                  <a:lnTo>
                    <a:pt x="3343275" y="2756611"/>
                  </a:lnTo>
                  <a:close/>
                </a:path>
                <a:path w="4533900" h="2762885">
                  <a:moveTo>
                    <a:pt x="3343275" y="2205977"/>
                  </a:moveTo>
                  <a:lnTo>
                    <a:pt x="3342817" y="2204859"/>
                  </a:lnTo>
                  <a:lnTo>
                    <a:pt x="3340951" y="2202992"/>
                  </a:lnTo>
                  <a:lnTo>
                    <a:pt x="3339833" y="2202535"/>
                  </a:lnTo>
                  <a:lnTo>
                    <a:pt x="3337204" y="2202535"/>
                  </a:lnTo>
                  <a:lnTo>
                    <a:pt x="3336086" y="2202992"/>
                  </a:lnTo>
                  <a:lnTo>
                    <a:pt x="3334220" y="2204859"/>
                  </a:lnTo>
                  <a:lnTo>
                    <a:pt x="3333750" y="2205977"/>
                  </a:lnTo>
                  <a:lnTo>
                    <a:pt x="3333750" y="2208606"/>
                  </a:lnTo>
                  <a:lnTo>
                    <a:pt x="3334220" y="2209736"/>
                  </a:lnTo>
                  <a:lnTo>
                    <a:pt x="3336086" y="2211590"/>
                  </a:lnTo>
                  <a:lnTo>
                    <a:pt x="3337204" y="2212060"/>
                  </a:lnTo>
                  <a:lnTo>
                    <a:pt x="3339833" y="2212060"/>
                  </a:lnTo>
                  <a:lnTo>
                    <a:pt x="3340951" y="2211590"/>
                  </a:lnTo>
                  <a:lnTo>
                    <a:pt x="3342817" y="2209736"/>
                  </a:lnTo>
                  <a:lnTo>
                    <a:pt x="3343275" y="2208606"/>
                  </a:lnTo>
                  <a:lnTo>
                    <a:pt x="3343275" y="2205977"/>
                  </a:lnTo>
                  <a:close/>
                </a:path>
                <a:path w="4533900" h="2762885">
                  <a:moveTo>
                    <a:pt x="3343275" y="1655343"/>
                  </a:moveTo>
                  <a:lnTo>
                    <a:pt x="3342817" y="1654225"/>
                  </a:lnTo>
                  <a:lnTo>
                    <a:pt x="3340951" y="1652358"/>
                  </a:lnTo>
                  <a:lnTo>
                    <a:pt x="3339833" y="1651901"/>
                  </a:lnTo>
                  <a:lnTo>
                    <a:pt x="3337204" y="1651901"/>
                  </a:lnTo>
                  <a:lnTo>
                    <a:pt x="3336086" y="1652358"/>
                  </a:lnTo>
                  <a:lnTo>
                    <a:pt x="3334220" y="1654225"/>
                  </a:lnTo>
                  <a:lnTo>
                    <a:pt x="3333750" y="1655343"/>
                  </a:lnTo>
                  <a:lnTo>
                    <a:pt x="3333750" y="1657972"/>
                  </a:lnTo>
                  <a:lnTo>
                    <a:pt x="3334220" y="1659102"/>
                  </a:lnTo>
                  <a:lnTo>
                    <a:pt x="3336086" y="1660956"/>
                  </a:lnTo>
                  <a:lnTo>
                    <a:pt x="3337204" y="1661426"/>
                  </a:lnTo>
                  <a:lnTo>
                    <a:pt x="3339833" y="1661426"/>
                  </a:lnTo>
                  <a:lnTo>
                    <a:pt x="3340951" y="1660956"/>
                  </a:lnTo>
                  <a:lnTo>
                    <a:pt x="3342817" y="1659102"/>
                  </a:lnTo>
                  <a:lnTo>
                    <a:pt x="3343275" y="1657972"/>
                  </a:lnTo>
                  <a:lnTo>
                    <a:pt x="3343275" y="1655343"/>
                  </a:lnTo>
                  <a:close/>
                </a:path>
                <a:path w="4533900" h="2762885">
                  <a:moveTo>
                    <a:pt x="3343275" y="1104709"/>
                  </a:moveTo>
                  <a:lnTo>
                    <a:pt x="3342817" y="1103591"/>
                  </a:lnTo>
                  <a:lnTo>
                    <a:pt x="3340951" y="1101737"/>
                  </a:lnTo>
                  <a:lnTo>
                    <a:pt x="3339833" y="1101267"/>
                  </a:lnTo>
                  <a:lnTo>
                    <a:pt x="3337204" y="1101267"/>
                  </a:lnTo>
                  <a:lnTo>
                    <a:pt x="3336086" y="1101737"/>
                  </a:lnTo>
                  <a:lnTo>
                    <a:pt x="3334220" y="1103591"/>
                  </a:lnTo>
                  <a:lnTo>
                    <a:pt x="3333750" y="1104709"/>
                  </a:lnTo>
                  <a:lnTo>
                    <a:pt x="3333750" y="1107351"/>
                  </a:lnTo>
                  <a:lnTo>
                    <a:pt x="3334220" y="1108468"/>
                  </a:lnTo>
                  <a:lnTo>
                    <a:pt x="3336086" y="1110322"/>
                  </a:lnTo>
                  <a:lnTo>
                    <a:pt x="3337204" y="1110792"/>
                  </a:lnTo>
                  <a:lnTo>
                    <a:pt x="3339833" y="1110792"/>
                  </a:lnTo>
                  <a:lnTo>
                    <a:pt x="3340951" y="1110322"/>
                  </a:lnTo>
                  <a:lnTo>
                    <a:pt x="3342817" y="1108468"/>
                  </a:lnTo>
                  <a:lnTo>
                    <a:pt x="3343275" y="1107351"/>
                  </a:lnTo>
                  <a:lnTo>
                    <a:pt x="3343275" y="1104709"/>
                  </a:lnTo>
                  <a:close/>
                </a:path>
                <a:path w="4533900" h="2762885">
                  <a:moveTo>
                    <a:pt x="3343275" y="554088"/>
                  </a:moveTo>
                  <a:lnTo>
                    <a:pt x="3342817" y="552958"/>
                  </a:lnTo>
                  <a:lnTo>
                    <a:pt x="3340951" y="551103"/>
                  </a:lnTo>
                  <a:lnTo>
                    <a:pt x="3339833" y="550633"/>
                  </a:lnTo>
                  <a:lnTo>
                    <a:pt x="3337204" y="550633"/>
                  </a:lnTo>
                  <a:lnTo>
                    <a:pt x="3336086" y="551103"/>
                  </a:lnTo>
                  <a:lnTo>
                    <a:pt x="3334220" y="552958"/>
                  </a:lnTo>
                  <a:lnTo>
                    <a:pt x="3333750" y="554088"/>
                  </a:lnTo>
                  <a:lnTo>
                    <a:pt x="3333750" y="556717"/>
                  </a:lnTo>
                  <a:lnTo>
                    <a:pt x="3334220" y="557834"/>
                  </a:lnTo>
                  <a:lnTo>
                    <a:pt x="3336086" y="559701"/>
                  </a:lnTo>
                  <a:lnTo>
                    <a:pt x="3337204" y="560158"/>
                  </a:lnTo>
                  <a:lnTo>
                    <a:pt x="3339833" y="560158"/>
                  </a:lnTo>
                  <a:lnTo>
                    <a:pt x="3340951" y="559701"/>
                  </a:lnTo>
                  <a:lnTo>
                    <a:pt x="3342817" y="557834"/>
                  </a:lnTo>
                  <a:lnTo>
                    <a:pt x="3343275" y="556717"/>
                  </a:lnTo>
                  <a:lnTo>
                    <a:pt x="3343275" y="554088"/>
                  </a:lnTo>
                  <a:close/>
                </a:path>
                <a:path w="4533900" h="2762885">
                  <a:moveTo>
                    <a:pt x="3343275" y="3454"/>
                  </a:moveTo>
                  <a:lnTo>
                    <a:pt x="3342817" y="2324"/>
                  </a:lnTo>
                  <a:lnTo>
                    <a:pt x="3340951" y="469"/>
                  </a:lnTo>
                  <a:lnTo>
                    <a:pt x="3339833" y="0"/>
                  </a:lnTo>
                  <a:lnTo>
                    <a:pt x="3337204" y="0"/>
                  </a:lnTo>
                  <a:lnTo>
                    <a:pt x="3336086" y="469"/>
                  </a:lnTo>
                  <a:lnTo>
                    <a:pt x="3334220" y="2324"/>
                  </a:lnTo>
                  <a:lnTo>
                    <a:pt x="3333750" y="3454"/>
                  </a:lnTo>
                  <a:lnTo>
                    <a:pt x="3333750" y="6083"/>
                  </a:lnTo>
                  <a:lnTo>
                    <a:pt x="3334220" y="7200"/>
                  </a:lnTo>
                  <a:lnTo>
                    <a:pt x="3336086" y="9067"/>
                  </a:lnTo>
                  <a:lnTo>
                    <a:pt x="3337204" y="9525"/>
                  </a:lnTo>
                  <a:lnTo>
                    <a:pt x="3339833" y="9525"/>
                  </a:lnTo>
                  <a:lnTo>
                    <a:pt x="3340951" y="9067"/>
                  </a:lnTo>
                  <a:lnTo>
                    <a:pt x="3342817" y="7200"/>
                  </a:lnTo>
                  <a:lnTo>
                    <a:pt x="3343275" y="6083"/>
                  </a:lnTo>
                  <a:lnTo>
                    <a:pt x="3343275" y="3454"/>
                  </a:lnTo>
                  <a:close/>
                </a:path>
                <a:path w="4533900" h="2762885">
                  <a:moveTo>
                    <a:pt x="3390900" y="2756611"/>
                  </a:moveTo>
                  <a:lnTo>
                    <a:pt x="3390442" y="2755493"/>
                  </a:lnTo>
                  <a:lnTo>
                    <a:pt x="3388576" y="2753626"/>
                  </a:lnTo>
                  <a:lnTo>
                    <a:pt x="3387458" y="2753156"/>
                  </a:lnTo>
                  <a:lnTo>
                    <a:pt x="3384829" y="2753156"/>
                  </a:lnTo>
                  <a:lnTo>
                    <a:pt x="3383711" y="2753626"/>
                  </a:lnTo>
                  <a:lnTo>
                    <a:pt x="3381845" y="2755493"/>
                  </a:lnTo>
                  <a:lnTo>
                    <a:pt x="3381375" y="2756611"/>
                  </a:lnTo>
                  <a:lnTo>
                    <a:pt x="3381375" y="2759240"/>
                  </a:lnTo>
                  <a:lnTo>
                    <a:pt x="3381845" y="2760357"/>
                  </a:lnTo>
                  <a:lnTo>
                    <a:pt x="3383711" y="2762224"/>
                  </a:lnTo>
                  <a:lnTo>
                    <a:pt x="3384829" y="2762681"/>
                  </a:lnTo>
                  <a:lnTo>
                    <a:pt x="3387458" y="2762681"/>
                  </a:lnTo>
                  <a:lnTo>
                    <a:pt x="3388576" y="2762224"/>
                  </a:lnTo>
                  <a:lnTo>
                    <a:pt x="3390442" y="2760357"/>
                  </a:lnTo>
                  <a:lnTo>
                    <a:pt x="3390900" y="2759240"/>
                  </a:lnTo>
                  <a:lnTo>
                    <a:pt x="3390900" y="2756611"/>
                  </a:lnTo>
                  <a:close/>
                </a:path>
                <a:path w="4533900" h="2762885">
                  <a:moveTo>
                    <a:pt x="3390900" y="2205977"/>
                  </a:moveTo>
                  <a:lnTo>
                    <a:pt x="3390442" y="2204859"/>
                  </a:lnTo>
                  <a:lnTo>
                    <a:pt x="3388576" y="2202992"/>
                  </a:lnTo>
                  <a:lnTo>
                    <a:pt x="3387458" y="2202535"/>
                  </a:lnTo>
                  <a:lnTo>
                    <a:pt x="3384829" y="2202535"/>
                  </a:lnTo>
                  <a:lnTo>
                    <a:pt x="3383711" y="2202992"/>
                  </a:lnTo>
                  <a:lnTo>
                    <a:pt x="3381845" y="2204859"/>
                  </a:lnTo>
                  <a:lnTo>
                    <a:pt x="3381375" y="2205977"/>
                  </a:lnTo>
                  <a:lnTo>
                    <a:pt x="3381375" y="2208606"/>
                  </a:lnTo>
                  <a:lnTo>
                    <a:pt x="3381845" y="2209736"/>
                  </a:lnTo>
                  <a:lnTo>
                    <a:pt x="3383711" y="2211590"/>
                  </a:lnTo>
                  <a:lnTo>
                    <a:pt x="3384829" y="2212060"/>
                  </a:lnTo>
                  <a:lnTo>
                    <a:pt x="3387458" y="2212060"/>
                  </a:lnTo>
                  <a:lnTo>
                    <a:pt x="3388576" y="2211590"/>
                  </a:lnTo>
                  <a:lnTo>
                    <a:pt x="3390442" y="2209736"/>
                  </a:lnTo>
                  <a:lnTo>
                    <a:pt x="3390900" y="2208606"/>
                  </a:lnTo>
                  <a:lnTo>
                    <a:pt x="3390900" y="2205977"/>
                  </a:lnTo>
                  <a:close/>
                </a:path>
                <a:path w="4533900" h="2762885">
                  <a:moveTo>
                    <a:pt x="3390900" y="1655343"/>
                  </a:moveTo>
                  <a:lnTo>
                    <a:pt x="3390442" y="1654225"/>
                  </a:lnTo>
                  <a:lnTo>
                    <a:pt x="3388576" y="1652358"/>
                  </a:lnTo>
                  <a:lnTo>
                    <a:pt x="3387458" y="1651901"/>
                  </a:lnTo>
                  <a:lnTo>
                    <a:pt x="3384829" y="1651901"/>
                  </a:lnTo>
                  <a:lnTo>
                    <a:pt x="3383711" y="1652358"/>
                  </a:lnTo>
                  <a:lnTo>
                    <a:pt x="3381845" y="1654225"/>
                  </a:lnTo>
                  <a:lnTo>
                    <a:pt x="3381375" y="1655343"/>
                  </a:lnTo>
                  <a:lnTo>
                    <a:pt x="3381375" y="1657972"/>
                  </a:lnTo>
                  <a:lnTo>
                    <a:pt x="3381845" y="1659102"/>
                  </a:lnTo>
                  <a:lnTo>
                    <a:pt x="3383711" y="1660956"/>
                  </a:lnTo>
                  <a:lnTo>
                    <a:pt x="3384829" y="1661426"/>
                  </a:lnTo>
                  <a:lnTo>
                    <a:pt x="3387458" y="1661426"/>
                  </a:lnTo>
                  <a:lnTo>
                    <a:pt x="3388576" y="1660956"/>
                  </a:lnTo>
                  <a:lnTo>
                    <a:pt x="3390442" y="1659102"/>
                  </a:lnTo>
                  <a:lnTo>
                    <a:pt x="3390900" y="1657972"/>
                  </a:lnTo>
                  <a:lnTo>
                    <a:pt x="3390900" y="1655343"/>
                  </a:lnTo>
                  <a:close/>
                </a:path>
                <a:path w="4533900" h="2762885">
                  <a:moveTo>
                    <a:pt x="3390900" y="1104709"/>
                  </a:moveTo>
                  <a:lnTo>
                    <a:pt x="3390442" y="1103591"/>
                  </a:lnTo>
                  <a:lnTo>
                    <a:pt x="3388576" y="1101737"/>
                  </a:lnTo>
                  <a:lnTo>
                    <a:pt x="3387458" y="1101267"/>
                  </a:lnTo>
                  <a:lnTo>
                    <a:pt x="3384829" y="1101267"/>
                  </a:lnTo>
                  <a:lnTo>
                    <a:pt x="3383711" y="1101737"/>
                  </a:lnTo>
                  <a:lnTo>
                    <a:pt x="3381845" y="1103591"/>
                  </a:lnTo>
                  <a:lnTo>
                    <a:pt x="3381375" y="1104709"/>
                  </a:lnTo>
                  <a:lnTo>
                    <a:pt x="3381375" y="1107351"/>
                  </a:lnTo>
                  <a:lnTo>
                    <a:pt x="3381845" y="1108468"/>
                  </a:lnTo>
                  <a:lnTo>
                    <a:pt x="3383711" y="1110322"/>
                  </a:lnTo>
                  <a:lnTo>
                    <a:pt x="3384829" y="1110792"/>
                  </a:lnTo>
                  <a:lnTo>
                    <a:pt x="3387458" y="1110792"/>
                  </a:lnTo>
                  <a:lnTo>
                    <a:pt x="3388576" y="1110322"/>
                  </a:lnTo>
                  <a:lnTo>
                    <a:pt x="3390442" y="1108468"/>
                  </a:lnTo>
                  <a:lnTo>
                    <a:pt x="3390900" y="1107351"/>
                  </a:lnTo>
                  <a:lnTo>
                    <a:pt x="3390900" y="1104709"/>
                  </a:lnTo>
                  <a:close/>
                </a:path>
                <a:path w="4533900" h="2762885">
                  <a:moveTo>
                    <a:pt x="3390900" y="554088"/>
                  </a:moveTo>
                  <a:lnTo>
                    <a:pt x="3390442" y="552958"/>
                  </a:lnTo>
                  <a:lnTo>
                    <a:pt x="3388576" y="551103"/>
                  </a:lnTo>
                  <a:lnTo>
                    <a:pt x="3387458" y="550633"/>
                  </a:lnTo>
                  <a:lnTo>
                    <a:pt x="3384829" y="550633"/>
                  </a:lnTo>
                  <a:lnTo>
                    <a:pt x="3383711" y="551103"/>
                  </a:lnTo>
                  <a:lnTo>
                    <a:pt x="3381845" y="552958"/>
                  </a:lnTo>
                  <a:lnTo>
                    <a:pt x="3381375" y="554088"/>
                  </a:lnTo>
                  <a:lnTo>
                    <a:pt x="3381375" y="556717"/>
                  </a:lnTo>
                  <a:lnTo>
                    <a:pt x="3381845" y="557834"/>
                  </a:lnTo>
                  <a:lnTo>
                    <a:pt x="3383711" y="559701"/>
                  </a:lnTo>
                  <a:lnTo>
                    <a:pt x="3384829" y="560158"/>
                  </a:lnTo>
                  <a:lnTo>
                    <a:pt x="3387458" y="560158"/>
                  </a:lnTo>
                  <a:lnTo>
                    <a:pt x="3388576" y="559701"/>
                  </a:lnTo>
                  <a:lnTo>
                    <a:pt x="3390442" y="557834"/>
                  </a:lnTo>
                  <a:lnTo>
                    <a:pt x="3390900" y="556717"/>
                  </a:lnTo>
                  <a:lnTo>
                    <a:pt x="3390900" y="554088"/>
                  </a:lnTo>
                  <a:close/>
                </a:path>
                <a:path w="4533900" h="2762885">
                  <a:moveTo>
                    <a:pt x="3390900" y="3454"/>
                  </a:moveTo>
                  <a:lnTo>
                    <a:pt x="3390442" y="2324"/>
                  </a:lnTo>
                  <a:lnTo>
                    <a:pt x="3388576" y="469"/>
                  </a:lnTo>
                  <a:lnTo>
                    <a:pt x="3387458" y="0"/>
                  </a:lnTo>
                  <a:lnTo>
                    <a:pt x="3384829" y="0"/>
                  </a:lnTo>
                  <a:lnTo>
                    <a:pt x="3383711" y="469"/>
                  </a:lnTo>
                  <a:lnTo>
                    <a:pt x="3381845" y="2324"/>
                  </a:lnTo>
                  <a:lnTo>
                    <a:pt x="3381375" y="3454"/>
                  </a:lnTo>
                  <a:lnTo>
                    <a:pt x="3381375" y="6083"/>
                  </a:lnTo>
                  <a:lnTo>
                    <a:pt x="3381845" y="7200"/>
                  </a:lnTo>
                  <a:lnTo>
                    <a:pt x="3383711" y="9067"/>
                  </a:lnTo>
                  <a:lnTo>
                    <a:pt x="3384829" y="9525"/>
                  </a:lnTo>
                  <a:lnTo>
                    <a:pt x="3387458" y="9525"/>
                  </a:lnTo>
                  <a:lnTo>
                    <a:pt x="3388576" y="9067"/>
                  </a:lnTo>
                  <a:lnTo>
                    <a:pt x="3390442" y="7200"/>
                  </a:lnTo>
                  <a:lnTo>
                    <a:pt x="3390900" y="6083"/>
                  </a:lnTo>
                  <a:lnTo>
                    <a:pt x="3390900" y="3454"/>
                  </a:lnTo>
                  <a:close/>
                </a:path>
                <a:path w="4533900" h="2762885">
                  <a:moveTo>
                    <a:pt x="3438525" y="2756611"/>
                  </a:moveTo>
                  <a:lnTo>
                    <a:pt x="3438067" y="2755493"/>
                  </a:lnTo>
                  <a:lnTo>
                    <a:pt x="3436201" y="2753626"/>
                  </a:lnTo>
                  <a:lnTo>
                    <a:pt x="3435083" y="2753156"/>
                  </a:lnTo>
                  <a:lnTo>
                    <a:pt x="3432454" y="2753156"/>
                  </a:lnTo>
                  <a:lnTo>
                    <a:pt x="3431336" y="2753626"/>
                  </a:lnTo>
                  <a:lnTo>
                    <a:pt x="3429470" y="2755493"/>
                  </a:lnTo>
                  <a:lnTo>
                    <a:pt x="3429000" y="2756611"/>
                  </a:lnTo>
                  <a:lnTo>
                    <a:pt x="3429000" y="2759240"/>
                  </a:lnTo>
                  <a:lnTo>
                    <a:pt x="3429470" y="2760357"/>
                  </a:lnTo>
                  <a:lnTo>
                    <a:pt x="3431336" y="2762224"/>
                  </a:lnTo>
                  <a:lnTo>
                    <a:pt x="3432454" y="2762681"/>
                  </a:lnTo>
                  <a:lnTo>
                    <a:pt x="3435083" y="2762681"/>
                  </a:lnTo>
                  <a:lnTo>
                    <a:pt x="3436201" y="2762224"/>
                  </a:lnTo>
                  <a:lnTo>
                    <a:pt x="3438067" y="2760357"/>
                  </a:lnTo>
                  <a:lnTo>
                    <a:pt x="3438525" y="2759240"/>
                  </a:lnTo>
                  <a:lnTo>
                    <a:pt x="3438525" y="2756611"/>
                  </a:lnTo>
                  <a:close/>
                </a:path>
                <a:path w="4533900" h="2762885">
                  <a:moveTo>
                    <a:pt x="3438525" y="2205977"/>
                  </a:moveTo>
                  <a:lnTo>
                    <a:pt x="3438067" y="2204859"/>
                  </a:lnTo>
                  <a:lnTo>
                    <a:pt x="3436201" y="2202992"/>
                  </a:lnTo>
                  <a:lnTo>
                    <a:pt x="3435083" y="2202535"/>
                  </a:lnTo>
                  <a:lnTo>
                    <a:pt x="3432454" y="2202535"/>
                  </a:lnTo>
                  <a:lnTo>
                    <a:pt x="3431336" y="2202992"/>
                  </a:lnTo>
                  <a:lnTo>
                    <a:pt x="3429470" y="2204859"/>
                  </a:lnTo>
                  <a:lnTo>
                    <a:pt x="3429000" y="2205977"/>
                  </a:lnTo>
                  <a:lnTo>
                    <a:pt x="3429000" y="2208606"/>
                  </a:lnTo>
                  <a:lnTo>
                    <a:pt x="3429470" y="2209736"/>
                  </a:lnTo>
                  <a:lnTo>
                    <a:pt x="3431336" y="2211590"/>
                  </a:lnTo>
                  <a:lnTo>
                    <a:pt x="3432454" y="2212060"/>
                  </a:lnTo>
                  <a:lnTo>
                    <a:pt x="3435083" y="2212060"/>
                  </a:lnTo>
                  <a:lnTo>
                    <a:pt x="3436201" y="2211590"/>
                  </a:lnTo>
                  <a:lnTo>
                    <a:pt x="3438067" y="2209736"/>
                  </a:lnTo>
                  <a:lnTo>
                    <a:pt x="3438525" y="2208606"/>
                  </a:lnTo>
                  <a:lnTo>
                    <a:pt x="3438525" y="2205977"/>
                  </a:lnTo>
                  <a:close/>
                </a:path>
                <a:path w="4533900" h="2762885">
                  <a:moveTo>
                    <a:pt x="3438525" y="1655343"/>
                  </a:moveTo>
                  <a:lnTo>
                    <a:pt x="3438067" y="1654225"/>
                  </a:lnTo>
                  <a:lnTo>
                    <a:pt x="3436201" y="1652358"/>
                  </a:lnTo>
                  <a:lnTo>
                    <a:pt x="3435083" y="1651901"/>
                  </a:lnTo>
                  <a:lnTo>
                    <a:pt x="3432454" y="1651901"/>
                  </a:lnTo>
                  <a:lnTo>
                    <a:pt x="3431336" y="1652358"/>
                  </a:lnTo>
                  <a:lnTo>
                    <a:pt x="3429470" y="1654225"/>
                  </a:lnTo>
                  <a:lnTo>
                    <a:pt x="3429000" y="1655343"/>
                  </a:lnTo>
                  <a:lnTo>
                    <a:pt x="3429000" y="1657972"/>
                  </a:lnTo>
                  <a:lnTo>
                    <a:pt x="3429470" y="1659102"/>
                  </a:lnTo>
                  <a:lnTo>
                    <a:pt x="3431336" y="1660956"/>
                  </a:lnTo>
                  <a:lnTo>
                    <a:pt x="3432454" y="1661426"/>
                  </a:lnTo>
                  <a:lnTo>
                    <a:pt x="3435083" y="1661426"/>
                  </a:lnTo>
                  <a:lnTo>
                    <a:pt x="3436201" y="1660956"/>
                  </a:lnTo>
                  <a:lnTo>
                    <a:pt x="3438067" y="1659102"/>
                  </a:lnTo>
                  <a:lnTo>
                    <a:pt x="3438525" y="1657972"/>
                  </a:lnTo>
                  <a:lnTo>
                    <a:pt x="3438525" y="1655343"/>
                  </a:lnTo>
                  <a:close/>
                </a:path>
                <a:path w="4533900" h="2762885">
                  <a:moveTo>
                    <a:pt x="3438525" y="1104709"/>
                  </a:moveTo>
                  <a:lnTo>
                    <a:pt x="3438067" y="1103591"/>
                  </a:lnTo>
                  <a:lnTo>
                    <a:pt x="3436201" y="1101737"/>
                  </a:lnTo>
                  <a:lnTo>
                    <a:pt x="3435083" y="1101267"/>
                  </a:lnTo>
                  <a:lnTo>
                    <a:pt x="3432454" y="1101267"/>
                  </a:lnTo>
                  <a:lnTo>
                    <a:pt x="3431336" y="1101737"/>
                  </a:lnTo>
                  <a:lnTo>
                    <a:pt x="3429470" y="1103591"/>
                  </a:lnTo>
                  <a:lnTo>
                    <a:pt x="3429000" y="1104709"/>
                  </a:lnTo>
                  <a:lnTo>
                    <a:pt x="3429000" y="1107351"/>
                  </a:lnTo>
                  <a:lnTo>
                    <a:pt x="3429470" y="1108468"/>
                  </a:lnTo>
                  <a:lnTo>
                    <a:pt x="3431336" y="1110322"/>
                  </a:lnTo>
                  <a:lnTo>
                    <a:pt x="3432454" y="1110792"/>
                  </a:lnTo>
                  <a:lnTo>
                    <a:pt x="3435083" y="1110792"/>
                  </a:lnTo>
                  <a:lnTo>
                    <a:pt x="3436201" y="1110322"/>
                  </a:lnTo>
                  <a:lnTo>
                    <a:pt x="3438067" y="1108468"/>
                  </a:lnTo>
                  <a:lnTo>
                    <a:pt x="3438525" y="1107351"/>
                  </a:lnTo>
                  <a:lnTo>
                    <a:pt x="3438525" y="1104709"/>
                  </a:lnTo>
                  <a:close/>
                </a:path>
                <a:path w="4533900" h="2762885">
                  <a:moveTo>
                    <a:pt x="3438525" y="554088"/>
                  </a:moveTo>
                  <a:lnTo>
                    <a:pt x="3438067" y="552958"/>
                  </a:lnTo>
                  <a:lnTo>
                    <a:pt x="3436201" y="551103"/>
                  </a:lnTo>
                  <a:lnTo>
                    <a:pt x="3435083" y="550633"/>
                  </a:lnTo>
                  <a:lnTo>
                    <a:pt x="3432454" y="550633"/>
                  </a:lnTo>
                  <a:lnTo>
                    <a:pt x="3431336" y="551103"/>
                  </a:lnTo>
                  <a:lnTo>
                    <a:pt x="3429470" y="552958"/>
                  </a:lnTo>
                  <a:lnTo>
                    <a:pt x="3429000" y="554088"/>
                  </a:lnTo>
                  <a:lnTo>
                    <a:pt x="3429000" y="556717"/>
                  </a:lnTo>
                  <a:lnTo>
                    <a:pt x="3429470" y="557834"/>
                  </a:lnTo>
                  <a:lnTo>
                    <a:pt x="3431336" y="559701"/>
                  </a:lnTo>
                  <a:lnTo>
                    <a:pt x="3432454" y="560158"/>
                  </a:lnTo>
                  <a:lnTo>
                    <a:pt x="3435083" y="560158"/>
                  </a:lnTo>
                  <a:lnTo>
                    <a:pt x="3436201" y="559701"/>
                  </a:lnTo>
                  <a:lnTo>
                    <a:pt x="3438067" y="557834"/>
                  </a:lnTo>
                  <a:lnTo>
                    <a:pt x="3438525" y="556717"/>
                  </a:lnTo>
                  <a:lnTo>
                    <a:pt x="3438525" y="554088"/>
                  </a:lnTo>
                  <a:close/>
                </a:path>
                <a:path w="4533900" h="2762885">
                  <a:moveTo>
                    <a:pt x="3438525" y="3454"/>
                  </a:moveTo>
                  <a:lnTo>
                    <a:pt x="3438067" y="2324"/>
                  </a:lnTo>
                  <a:lnTo>
                    <a:pt x="3436201" y="469"/>
                  </a:lnTo>
                  <a:lnTo>
                    <a:pt x="3435083" y="0"/>
                  </a:lnTo>
                  <a:lnTo>
                    <a:pt x="3432454" y="0"/>
                  </a:lnTo>
                  <a:lnTo>
                    <a:pt x="3431336" y="469"/>
                  </a:lnTo>
                  <a:lnTo>
                    <a:pt x="3429470" y="2324"/>
                  </a:lnTo>
                  <a:lnTo>
                    <a:pt x="3429000" y="3454"/>
                  </a:lnTo>
                  <a:lnTo>
                    <a:pt x="3429000" y="6083"/>
                  </a:lnTo>
                  <a:lnTo>
                    <a:pt x="3429470" y="7200"/>
                  </a:lnTo>
                  <a:lnTo>
                    <a:pt x="3431336" y="9067"/>
                  </a:lnTo>
                  <a:lnTo>
                    <a:pt x="3432454" y="9525"/>
                  </a:lnTo>
                  <a:lnTo>
                    <a:pt x="3435083" y="9525"/>
                  </a:lnTo>
                  <a:lnTo>
                    <a:pt x="3436201" y="9067"/>
                  </a:lnTo>
                  <a:lnTo>
                    <a:pt x="3438067" y="7200"/>
                  </a:lnTo>
                  <a:lnTo>
                    <a:pt x="3438525" y="6083"/>
                  </a:lnTo>
                  <a:lnTo>
                    <a:pt x="3438525" y="3454"/>
                  </a:lnTo>
                  <a:close/>
                </a:path>
                <a:path w="4533900" h="2762885">
                  <a:moveTo>
                    <a:pt x="3486150" y="2756611"/>
                  </a:moveTo>
                  <a:lnTo>
                    <a:pt x="3485692" y="2755493"/>
                  </a:lnTo>
                  <a:lnTo>
                    <a:pt x="3483826" y="2753626"/>
                  </a:lnTo>
                  <a:lnTo>
                    <a:pt x="3482708" y="2753156"/>
                  </a:lnTo>
                  <a:lnTo>
                    <a:pt x="3480079" y="2753156"/>
                  </a:lnTo>
                  <a:lnTo>
                    <a:pt x="3478961" y="2753626"/>
                  </a:lnTo>
                  <a:lnTo>
                    <a:pt x="3477095" y="2755493"/>
                  </a:lnTo>
                  <a:lnTo>
                    <a:pt x="3476625" y="2756611"/>
                  </a:lnTo>
                  <a:lnTo>
                    <a:pt x="3476625" y="2759240"/>
                  </a:lnTo>
                  <a:lnTo>
                    <a:pt x="3477095" y="2760357"/>
                  </a:lnTo>
                  <a:lnTo>
                    <a:pt x="3478961" y="2762224"/>
                  </a:lnTo>
                  <a:lnTo>
                    <a:pt x="3480079" y="2762681"/>
                  </a:lnTo>
                  <a:lnTo>
                    <a:pt x="3482708" y="2762681"/>
                  </a:lnTo>
                  <a:lnTo>
                    <a:pt x="3483826" y="2762224"/>
                  </a:lnTo>
                  <a:lnTo>
                    <a:pt x="3485692" y="2760357"/>
                  </a:lnTo>
                  <a:lnTo>
                    <a:pt x="3486150" y="2759240"/>
                  </a:lnTo>
                  <a:lnTo>
                    <a:pt x="3486150" y="2756611"/>
                  </a:lnTo>
                  <a:close/>
                </a:path>
                <a:path w="4533900" h="2762885">
                  <a:moveTo>
                    <a:pt x="3486150" y="2205977"/>
                  </a:moveTo>
                  <a:lnTo>
                    <a:pt x="3485692" y="2204859"/>
                  </a:lnTo>
                  <a:lnTo>
                    <a:pt x="3483826" y="2202992"/>
                  </a:lnTo>
                  <a:lnTo>
                    <a:pt x="3482708" y="2202535"/>
                  </a:lnTo>
                  <a:lnTo>
                    <a:pt x="3480079" y="2202535"/>
                  </a:lnTo>
                  <a:lnTo>
                    <a:pt x="3478961" y="2202992"/>
                  </a:lnTo>
                  <a:lnTo>
                    <a:pt x="3477095" y="2204859"/>
                  </a:lnTo>
                  <a:lnTo>
                    <a:pt x="3476625" y="2205977"/>
                  </a:lnTo>
                  <a:lnTo>
                    <a:pt x="3476625" y="2208606"/>
                  </a:lnTo>
                  <a:lnTo>
                    <a:pt x="3477095" y="2209736"/>
                  </a:lnTo>
                  <a:lnTo>
                    <a:pt x="3478961" y="2211590"/>
                  </a:lnTo>
                  <a:lnTo>
                    <a:pt x="3480079" y="2212060"/>
                  </a:lnTo>
                  <a:lnTo>
                    <a:pt x="3482708" y="2212060"/>
                  </a:lnTo>
                  <a:lnTo>
                    <a:pt x="3483826" y="2211590"/>
                  </a:lnTo>
                  <a:lnTo>
                    <a:pt x="3485692" y="2209736"/>
                  </a:lnTo>
                  <a:lnTo>
                    <a:pt x="3486150" y="2208606"/>
                  </a:lnTo>
                  <a:lnTo>
                    <a:pt x="3486150" y="2205977"/>
                  </a:lnTo>
                  <a:close/>
                </a:path>
                <a:path w="4533900" h="2762885">
                  <a:moveTo>
                    <a:pt x="3486150" y="1655343"/>
                  </a:moveTo>
                  <a:lnTo>
                    <a:pt x="3485692" y="1654225"/>
                  </a:lnTo>
                  <a:lnTo>
                    <a:pt x="3483826" y="1652358"/>
                  </a:lnTo>
                  <a:lnTo>
                    <a:pt x="3482708" y="1651901"/>
                  </a:lnTo>
                  <a:lnTo>
                    <a:pt x="3480079" y="1651901"/>
                  </a:lnTo>
                  <a:lnTo>
                    <a:pt x="3478961" y="1652358"/>
                  </a:lnTo>
                  <a:lnTo>
                    <a:pt x="3477095" y="1654225"/>
                  </a:lnTo>
                  <a:lnTo>
                    <a:pt x="3476625" y="1655343"/>
                  </a:lnTo>
                  <a:lnTo>
                    <a:pt x="3476625" y="1657972"/>
                  </a:lnTo>
                  <a:lnTo>
                    <a:pt x="3477095" y="1659102"/>
                  </a:lnTo>
                  <a:lnTo>
                    <a:pt x="3478961" y="1660956"/>
                  </a:lnTo>
                  <a:lnTo>
                    <a:pt x="3480079" y="1661426"/>
                  </a:lnTo>
                  <a:lnTo>
                    <a:pt x="3482708" y="1661426"/>
                  </a:lnTo>
                  <a:lnTo>
                    <a:pt x="3483826" y="1660956"/>
                  </a:lnTo>
                  <a:lnTo>
                    <a:pt x="3485692" y="1659102"/>
                  </a:lnTo>
                  <a:lnTo>
                    <a:pt x="3486150" y="1657972"/>
                  </a:lnTo>
                  <a:lnTo>
                    <a:pt x="3486150" y="1655343"/>
                  </a:lnTo>
                  <a:close/>
                </a:path>
                <a:path w="4533900" h="2762885">
                  <a:moveTo>
                    <a:pt x="3486150" y="1104709"/>
                  </a:moveTo>
                  <a:lnTo>
                    <a:pt x="3485692" y="1103591"/>
                  </a:lnTo>
                  <a:lnTo>
                    <a:pt x="3483826" y="1101737"/>
                  </a:lnTo>
                  <a:lnTo>
                    <a:pt x="3482708" y="1101267"/>
                  </a:lnTo>
                  <a:lnTo>
                    <a:pt x="3480079" y="1101267"/>
                  </a:lnTo>
                  <a:lnTo>
                    <a:pt x="3478961" y="1101737"/>
                  </a:lnTo>
                  <a:lnTo>
                    <a:pt x="3477095" y="1103591"/>
                  </a:lnTo>
                  <a:lnTo>
                    <a:pt x="3476625" y="1104709"/>
                  </a:lnTo>
                  <a:lnTo>
                    <a:pt x="3476625" y="1107351"/>
                  </a:lnTo>
                  <a:lnTo>
                    <a:pt x="3477095" y="1108468"/>
                  </a:lnTo>
                  <a:lnTo>
                    <a:pt x="3478961" y="1110322"/>
                  </a:lnTo>
                  <a:lnTo>
                    <a:pt x="3480079" y="1110792"/>
                  </a:lnTo>
                  <a:lnTo>
                    <a:pt x="3482708" y="1110792"/>
                  </a:lnTo>
                  <a:lnTo>
                    <a:pt x="3483826" y="1110322"/>
                  </a:lnTo>
                  <a:lnTo>
                    <a:pt x="3485692" y="1108468"/>
                  </a:lnTo>
                  <a:lnTo>
                    <a:pt x="3486150" y="1107351"/>
                  </a:lnTo>
                  <a:lnTo>
                    <a:pt x="3486150" y="1104709"/>
                  </a:lnTo>
                  <a:close/>
                </a:path>
                <a:path w="4533900" h="2762885">
                  <a:moveTo>
                    <a:pt x="3486150" y="554088"/>
                  </a:moveTo>
                  <a:lnTo>
                    <a:pt x="3485692" y="552958"/>
                  </a:lnTo>
                  <a:lnTo>
                    <a:pt x="3483826" y="551103"/>
                  </a:lnTo>
                  <a:lnTo>
                    <a:pt x="3482708" y="550633"/>
                  </a:lnTo>
                  <a:lnTo>
                    <a:pt x="3480079" y="550633"/>
                  </a:lnTo>
                  <a:lnTo>
                    <a:pt x="3478961" y="551103"/>
                  </a:lnTo>
                  <a:lnTo>
                    <a:pt x="3477095" y="552958"/>
                  </a:lnTo>
                  <a:lnTo>
                    <a:pt x="3476625" y="554088"/>
                  </a:lnTo>
                  <a:lnTo>
                    <a:pt x="3476625" y="556717"/>
                  </a:lnTo>
                  <a:lnTo>
                    <a:pt x="3477095" y="557834"/>
                  </a:lnTo>
                  <a:lnTo>
                    <a:pt x="3478961" y="559701"/>
                  </a:lnTo>
                  <a:lnTo>
                    <a:pt x="3480079" y="560158"/>
                  </a:lnTo>
                  <a:lnTo>
                    <a:pt x="3482708" y="560158"/>
                  </a:lnTo>
                  <a:lnTo>
                    <a:pt x="3483826" y="559701"/>
                  </a:lnTo>
                  <a:lnTo>
                    <a:pt x="3485692" y="557834"/>
                  </a:lnTo>
                  <a:lnTo>
                    <a:pt x="3486150" y="556717"/>
                  </a:lnTo>
                  <a:lnTo>
                    <a:pt x="3486150" y="554088"/>
                  </a:lnTo>
                  <a:close/>
                </a:path>
                <a:path w="4533900" h="2762885">
                  <a:moveTo>
                    <a:pt x="3486150" y="3454"/>
                  </a:moveTo>
                  <a:lnTo>
                    <a:pt x="3485692" y="2324"/>
                  </a:lnTo>
                  <a:lnTo>
                    <a:pt x="3483826" y="469"/>
                  </a:lnTo>
                  <a:lnTo>
                    <a:pt x="3482708" y="0"/>
                  </a:lnTo>
                  <a:lnTo>
                    <a:pt x="3480079" y="0"/>
                  </a:lnTo>
                  <a:lnTo>
                    <a:pt x="3478961" y="469"/>
                  </a:lnTo>
                  <a:lnTo>
                    <a:pt x="3477095" y="2324"/>
                  </a:lnTo>
                  <a:lnTo>
                    <a:pt x="3476625" y="3454"/>
                  </a:lnTo>
                  <a:lnTo>
                    <a:pt x="3476625" y="6083"/>
                  </a:lnTo>
                  <a:lnTo>
                    <a:pt x="3477095" y="7200"/>
                  </a:lnTo>
                  <a:lnTo>
                    <a:pt x="3478961" y="9067"/>
                  </a:lnTo>
                  <a:lnTo>
                    <a:pt x="3480079" y="9525"/>
                  </a:lnTo>
                  <a:lnTo>
                    <a:pt x="3482708" y="9525"/>
                  </a:lnTo>
                  <a:lnTo>
                    <a:pt x="3483826" y="9067"/>
                  </a:lnTo>
                  <a:lnTo>
                    <a:pt x="3485692" y="7200"/>
                  </a:lnTo>
                  <a:lnTo>
                    <a:pt x="3486150" y="6083"/>
                  </a:lnTo>
                  <a:lnTo>
                    <a:pt x="3486150" y="3454"/>
                  </a:lnTo>
                  <a:close/>
                </a:path>
                <a:path w="4533900" h="2762885">
                  <a:moveTo>
                    <a:pt x="3533775" y="2756611"/>
                  </a:moveTo>
                  <a:lnTo>
                    <a:pt x="3533317" y="2755493"/>
                  </a:lnTo>
                  <a:lnTo>
                    <a:pt x="3531451" y="2753626"/>
                  </a:lnTo>
                  <a:lnTo>
                    <a:pt x="3530333" y="2753156"/>
                  </a:lnTo>
                  <a:lnTo>
                    <a:pt x="3527704" y="2753156"/>
                  </a:lnTo>
                  <a:lnTo>
                    <a:pt x="3526586" y="2753626"/>
                  </a:lnTo>
                  <a:lnTo>
                    <a:pt x="3524720" y="2755493"/>
                  </a:lnTo>
                  <a:lnTo>
                    <a:pt x="3524250" y="2756611"/>
                  </a:lnTo>
                  <a:lnTo>
                    <a:pt x="3524250" y="2759240"/>
                  </a:lnTo>
                  <a:lnTo>
                    <a:pt x="3524720" y="2760357"/>
                  </a:lnTo>
                  <a:lnTo>
                    <a:pt x="3526586" y="2762224"/>
                  </a:lnTo>
                  <a:lnTo>
                    <a:pt x="3527704" y="2762681"/>
                  </a:lnTo>
                  <a:lnTo>
                    <a:pt x="3530333" y="2762681"/>
                  </a:lnTo>
                  <a:lnTo>
                    <a:pt x="3531451" y="2762224"/>
                  </a:lnTo>
                  <a:lnTo>
                    <a:pt x="3533317" y="2760357"/>
                  </a:lnTo>
                  <a:lnTo>
                    <a:pt x="3533775" y="2759240"/>
                  </a:lnTo>
                  <a:lnTo>
                    <a:pt x="3533775" y="2756611"/>
                  </a:lnTo>
                  <a:close/>
                </a:path>
                <a:path w="4533900" h="2762885">
                  <a:moveTo>
                    <a:pt x="3533775" y="2205977"/>
                  </a:moveTo>
                  <a:lnTo>
                    <a:pt x="3533317" y="2204859"/>
                  </a:lnTo>
                  <a:lnTo>
                    <a:pt x="3531451" y="2202992"/>
                  </a:lnTo>
                  <a:lnTo>
                    <a:pt x="3530333" y="2202535"/>
                  </a:lnTo>
                  <a:lnTo>
                    <a:pt x="3527704" y="2202535"/>
                  </a:lnTo>
                  <a:lnTo>
                    <a:pt x="3526586" y="2202992"/>
                  </a:lnTo>
                  <a:lnTo>
                    <a:pt x="3524720" y="2204859"/>
                  </a:lnTo>
                  <a:lnTo>
                    <a:pt x="3524250" y="2205977"/>
                  </a:lnTo>
                  <a:lnTo>
                    <a:pt x="3524250" y="2208606"/>
                  </a:lnTo>
                  <a:lnTo>
                    <a:pt x="3524720" y="2209736"/>
                  </a:lnTo>
                  <a:lnTo>
                    <a:pt x="3526586" y="2211590"/>
                  </a:lnTo>
                  <a:lnTo>
                    <a:pt x="3527704" y="2212060"/>
                  </a:lnTo>
                  <a:lnTo>
                    <a:pt x="3530333" y="2212060"/>
                  </a:lnTo>
                  <a:lnTo>
                    <a:pt x="3531451" y="2211590"/>
                  </a:lnTo>
                  <a:lnTo>
                    <a:pt x="3533317" y="2209736"/>
                  </a:lnTo>
                  <a:lnTo>
                    <a:pt x="3533775" y="2208606"/>
                  </a:lnTo>
                  <a:lnTo>
                    <a:pt x="3533775" y="2205977"/>
                  </a:lnTo>
                  <a:close/>
                </a:path>
                <a:path w="4533900" h="2762885">
                  <a:moveTo>
                    <a:pt x="3533775" y="1655343"/>
                  </a:moveTo>
                  <a:lnTo>
                    <a:pt x="3533317" y="1654225"/>
                  </a:lnTo>
                  <a:lnTo>
                    <a:pt x="3531451" y="1652358"/>
                  </a:lnTo>
                  <a:lnTo>
                    <a:pt x="3530333" y="1651901"/>
                  </a:lnTo>
                  <a:lnTo>
                    <a:pt x="3527704" y="1651901"/>
                  </a:lnTo>
                  <a:lnTo>
                    <a:pt x="3526586" y="1652358"/>
                  </a:lnTo>
                  <a:lnTo>
                    <a:pt x="3524720" y="1654225"/>
                  </a:lnTo>
                  <a:lnTo>
                    <a:pt x="3524250" y="1655343"/>
                  </a:lnTo>
                  <a:lnTo>
                    <a:pt x="3524250" y="1657972"/>
                  </a:lnTo>
                  <a:lnTo>
                    <a:pt x="3524720" y="1659102"/>
                  </a:lnTo>
                  <a:lnTo>
                    <a:pt x="3526586" y="1660956"/>
                  </a:lnTo>
                  <a:lnTo>
                    <a:pt x="3527704" y="1661426"/>
                  </a:lnTo>
                  <a:lnTo>
                    <a:pt x="3530333" y="1661426"/>
                  </a:lnTo>
                  <a:lnTo>
                    <a:pt x="3531451" y="1660956"/>
                  </a:lnTo>
                  <a:lnTo>
                    <a:pt x="3533317" y="1659102"/>
                  </a:lnTo>
                  <a:lnTo>
                    <a:pt x="3533775" y="1657972"/>
                  </a:lnTo>
                  <a:lnTo>
                    <a:pt x="3533775" y="1655343"/>
                  </a:lnTo>
                  <a:close/>
                </a:path>
                <a:path w="4533900" h="2762885">
                  <a:moveTo>
                    <a:pt x="3533775" y="1104709"/>
                  </a:moveTo>
                  <a:lnTo>
                    <a:pt x="3533317" y="1103591"/>
                  </a:lnTo>
                  <a:lnTo>
                    <a:pt x="3531451" y="1101737"/>
                  </a:lnTo>
                  <a:lnTo>
                    <a:pt x="3530333" y="1101267"/>
                  </a:lnTo>
                  <a:lnTo>
                    <a:pt x="3527704" y="1101267"/>
                  </a:lnTo>
                  <a:lnTo>
                    <a:pt x="3526586" y="1101737"/>
                  </a:lnTo>
                  <a:lnTo>
                    <a:pt x="3524720" y="1103591"/>
                  </a:lnTo>
                  <a:lnTo>
                    <a:pt x="3524250" y="1104709"/>
                  </a:lnTo>
                  <a:lnTo>
                    <a:pt x="3524250" y="1107351"/>
                  </a:lnTo>
                  <a:lnTo>
                    <a:pt x="3524720" y="1108468"/>
                  </a:lnTo>
                  <a:lnTo>
                    <a:pt x="3526586" y="1110322"/>
                  </a:lnTo>
                  <a:lnTo>
                    <a:pt x="3527704" y="1110792"/>
                  </a:lnTo>
                  <a:lnTo>
                    <a:pt x="3530333" y="1110792"/>
                  </a:lnTo>
                  <a:lnTo>
                    <a:pt x="3531451" y="1110322"/>
                  </a:lnTo>
                  <a:lnTo>
                    <a:pt x="3533317" y="1108468"/>
                  </a:lnTo>
                  <a:lnTo>
                    <a:pt x="3533775" y="1107351"/>
                  </a:lnTo>
                  <a:lnTo>
                    <a:pt x="3533775" y="1104709"/>
                  </a:lnTo>
                  <a:close/>
                </a:path>
                <a:path w="4533900" h="2762885">
                  <a:moveTo>
                    <a:pt x="3533775" y="554088"/>
                  </a:moveTo>
                  <a:lnTo>
                    <a:pt x="3533317" y="552958"/>
                  </a:lnTo>
                  <a:lnTo>
                    <a:pt x="3531451" y="551103"/>
                  </a:lnTo>
                  <a:lnTo>
                    <a:pt x="3530333" y="550633"/>
                  </a:lnTo>
                  <a:lnTo>
                    <a:pt x="3527704" y="550633"/>
                  </a:lnTo>
                  <a:lnTo>
                    <a:pt x="3526586" y="551103"/>
                  </a:lnTo>
                  <a:lnTo>
                    <a:pt x="3524720" y="552958"/>
                  </a:lnTo>
                  <a:lnTo>
                    <a:pt x="3524250" y="554088"/>
                  </a:lnTo>
                  <a:lnTo>
                    <a:pt x="3524250" y="556717"/>
                  </a:lnTo>
                  <a:lnTo>
                    <a:pt x="3524720" y="557834"/>
                  </a:lnTo>
                  <a:lnTo>
                    <a:pt x="3526586" y="559701"/>
                  </a:lnTo>
                  <a:lnTo>
                    <a:pt x="3527704" y="560158"/>
                  </a:lnTo>
                  <a:lnTo>
                    <a:pt x="3530333" y="560158"/>
                  </a:lnTo>
                  <a:lnTo>
                    <a:pt x="3531451" y="559701"/>
                  </a:lnTo>
                  <a:lnTo>
                    <a:pt x="3533317" y="557834"/>
                  </a:lnTo>
                  <a:lnTo>
                    <a:pt x="3533775" y="556717"/>
                  </a:lnTo>
                  <a:lnTo>
                    <a:pt x="3533775" y="554088"/>
                  </a:lnTo>
                  <a:close/>
                </a:path>
                <a:path w="4533900" h="2762885">
                  <a:moveTo>
                    <a:pt x="3533775" y="3454"/>
                  </a:moveTo>
                  <a:lnTo>
                    <a:pt x="3533317" y="2324"/>
                  </a:lnTo>
                  <a:lnTo>
                    <a:pt x="3531451" y="469"/>
                  </a:lnTo>
                  <a:lnTo>
                    <a:pt x="3530333" y="0"/>
                  </a:lnTo>
                  <a:lnTo>
                    <a:pt x="3527704" y="0"/>
                  </a:lnTo>
                  <a:lnTo>
                    <a:pt x="3526586" y="469"/>
                  </a:lnTo>
                  <a:lnTo>
                    <a:pt x="3524720" y="2324"/>
                  </a:lnTo>
                  <a:lnTo>
                    <a:pt x="3524250" y="3454"/>
                  </a:lnTo>
                  <a:lnTo>
                    <a:pt x="3524250" y="6083"/>
                  </a:lnTo>
                  <a:lnTo>
                    <a:pt x="3524720" y="7200"/>
                  </a:lnTo>
                  <a:lnTo>
                    <a:pt x="3526586" y="9067"/>
                  </a:lnTo>
                  <a:lnTo>
                    <a:pt x="3527704" y="9525"/>
                  </a:lnTo>
                  <a:lnTo>
                    <a:pt x="3530333" y="9525"/>
                  </a:lnTo>
                  <a:lnTo>
                    <a:pt x="3531451" y="9067"/>
                  </a:lnTo>
                  <a:lnTo>
                    <a:pt x="3533317" y="7200"/>
                  </a:lnTo>
                  <a:lnTo>
                    <a:pt x="3533775" y="6083"/>
                  </a:lnTo>
                  <a:lnTo>
                    <a:pt x="3533775" y="3454"/>
                  </a:lnTo>
                  <a:close/>
                </a:path>
                <a:path w="4533900" h="2762885">
                  <a:moveTo>
                    <a:pt x="3581400" y="2756611"/>
                  </a:moveTo>
                  <a:lnTo>
                    <a:pt x="3580942" y="2755493"/>
                  </a:lnTo>
                  <a:lnTo>
                    <a:pt x="3579076" y="2753626"/>
                  </a:lnTo>
                  <a:lnTo>
                    <a:pt x="3577958" y="2753156"/>
                  </a:lnTo>
                  <a:lnTo>
                    <a:pt x="3575329" y="2753156"/>
                  </a:lnTo>
                  <a:lnTo>
                    <a:pt x="3574211" y="2753626"/>
                  </a:lnTo>
                  <a:lnTo>
                    <a:pt x="3572345" y="2755493"/>
                  </a:lnTo>
                  <a:lnTo>
                    <a:pt x="3571875" y="2756611"/>
                  </a:lnTo>
                  <a:lnTo>
                    <a:pt x="3571875" y="2759240"/>
                  </a:lnTo>
                  <a:lnTo>
                    <a:pt x="3572345" y="2760357"/>
                  </a:lnTo>
                  <a:lnTo>
                    <a:pt x="3574211" y="2762224"/>
                  </a:lnTo>
                  <a:lnTo>
                    <a:pt x="3575329" y="2762681"/>
                  </a:lnTo>
                  <a:lnTo>
                    <a:pt x="3577958" y="2762681"/>
                  </a:lnTo>
                  <a:lnTo>
                    <a:pt x="3579076" y="2762224"/>
                  </a:lnTo>
                  <a:lnTo>
                    <a:pt x="3580942" y="2760357"/>
                  </a:lnTo>
                  <a:lnTo>
                    <a:pt x="3581400" y="2759240"/>
                  </a:lnTo>
                  <a:lnTo>
                    <a:pt x="3581400" y="2756611"/>
                  </a:lnTo>
                  <a:close/>
                </a:path>
                <a:path w="4533900" h="2762885">
                  <a:moveTo>
                    <a:pt x="3581400" y="2205977"/>
                  </a:moveTo>
                  <a:lnTo>
                    <a:pt x="3580942" y="2204859"/>
                  </a:lnTo>
                  <a:lnTo>
                    <a:pt x="3579076" y="2202992"/>
                  </a:lnTo>
                  <a:lnTo>
                    <a:pt x="3577958" y="2202535"/>
                  </a:lnTo>
                  <a:lnTo>
                    <a:pt x="3575329" y="2202535"/>
                  </a:lnTo>
                  <a:lnTo>
                    <a:pt x="3574211" y="2202992"/>
                  </a:lnTo>
                  <a:lnTo>
                    <a:pt x="3572345" y="2204859"/>
                  </a:lnTo>
                  <a:lnTo>
                    <a:pt x="3571875" y="2205977"/>
                  </a:lnTo>
                  <a:lnTo>
                    <a:pt x="3571875" y="2208606"/>
                  </a:lnTo>
                  <a:lnTo>
                    <a:pt x="3572345" y="2209736"/>
                  </a:lnTo>
                  <a:lnTo>
                    <a:pt x="3574211" y="2211590"/>
                  </a:lnTo>
                  <a:lnTo>
                    <a:pt x="3575329" y="2212060"/>
                  </a:lnTo>
                  <a:lnTo>
                    <a:pt x="3577958" y="2212060"/>
                  </a:lnTo>
                  <a:lnTo>
                    <a:pt x="3579076" y="2211590"/>
                  </a:lnTo>
                  <a:lnTo>
                    <a:pt x="3580942" y="2209736"/>
                  </a:lnTo>
                  <a:lnTo>
                    <a:pt x="3581400" y="2208606"/>
                  </a:lnTo>
                  <a:lnTo>
                    <a:pt x="3581400" y="2205977"/>
                  </a:lnTo>
                  <a:close/>
                </a:path>
                <a:path w="4533900" h="2762885">
                  <a:moveTo>
                    <a:pt x="3581400" y="1655343"/>
                  </a:moveTo>
                  <a:lnTo>
                    <a:pt x="3580942" y="1654225"/>
                  </a:lnTo>
                  <a:lnTo>
                    <a:pt x="3579076" y="1652358"/>
                  </a:lnTo>
                  <a:lnTo>
                    <a:pt x="3577958" y="1651901"/>
                  </a:lnTo>
                  <a:lnTo>
                    <a:pt x="3575329" y="1651901"/>
                  </a:lnTo>
                  <a:lnTo>
                    <a:pt x="3574211" y="1652358"/>
                  </a:lnTo>
                  <a:lnTo>
                    <a:pt x="3572345" y="1654225"/>
                  </a:lnTo>
                  <a:lnTo>
                    <a:pt x="3571875" y="1655343"/>
                  </a:lnTo>
                  <a:lnTo>
                    <a:pt x="3571875" y="1657972"/>
                  </a:lnTo>
                  <a:lnTo>
                    <a:pt x="3572345" y="1659102"/>
                  </a:lnTo>
                  <a:lnTo>
                    <a:pt x="3574211" y="1660956"/>
                  </a:lnTo>
                  <a:lnTo>
                    <a:pt x="3575329" y="1661426"/>
                  </a:lnTo>
                  <a:lnTo>
                    <a:pt x="3577958" y="1661426"/>
                  </a:lnTo>
                  <a:lnTo>
                    <a:pt x="3579076" y="1660956"/>
                  </a:lnTo>
                  <a:lnTo>
                    <a:pt x="3580942" y="1659102"/>
                  </a:lnTo>
                  <a:lnTo>
                    <a:pt x="3581400" y="1657972"/>
                  </a:lnTo>
                  <a:lnTo>
                    <a:pt x="3581400" y="1655343"/>
                  </a:lnTo>
                  <a:close/>
                </a:path>
                <a:path w="4533900" h="2762885">
                  <a:moveTo>
                    <a:pt x="3581400" y="1104709"/>
                  </a:moveTo>
                  <a:lnTo>
                    <a:pt x="3580942" y="1103591"/>
                  </a:lnTo>
                  <a:lnTo>
                    <a:pt x="3579076" y="1101737"/>
                  </a:lnTo>
                  <a:lnTo>
                    <a:pt x="3577958" y="1101267"/>
                  </a:lnTo>
                  <a:lnTo>
                    <a:pt x="3575329" y="1101267"/>
                  </a:lnTo>
                  <a:lnTo>
                    <a:pt x="3574211" y="1101737"/>
                  </a:lnTo>
                  <a:lnTo>
                    <a:pt x="3572345" y="1103591"/>
                  </a:lnTo>
                  <a:lnTo>
                    <a:pt x="3571875" y="1104709"/>
                  </a:lnTo>
                  <a:lnTo>
                    <a:pt x="3571875" y="1107351"/>
                  </a:lnTo>
                  <a:lnTo>
                    <a:pt x="3572345" y="1108468"/>
                  </a:lnTo>
                  <a:lnTo>
                    <a:pt x="3574211" y="1110322"/>
                  </a:lnTo>
                  <a:lnTo>
                    <a:pt x="3575329" y="1110792"/>
                  </a:lnTo>
                  <a:lnTo>
                    <a:pt x="3577958" y="1110792"/>
                  </a:lnTo>
                  <a:lnTo>
                    <a:pt x="3579076" y="1110322"/>
                  </a:lnTo>
                  <a:lnTo>
                    <a:pt x="3580942" y="1108468"/>
                  </a:lnTo>
                  <a:lnTo>
                    <a:pt x="3581400" y="1107351"/>
                  </a:lnTo>
                  <a:lnTo>
                    <a:pt x="3581400" y="1104709"/>
                  </a:lnTo>
                  <a:close/>
                </a:path>
                <a:path w="4533900" h="2762885">
                  <a:moveTo>
                    <a:pt x="3581400" y="554088"/>
                  </a:moveTo>
                  <a:lnTo>
                    <a:pt x="3580942" y="552958"/>
                  </a:lnTo>
                  <a:lnTo>
                    <a:pt x="3579076" y="551103"/>
                  </a:lnTo>
                  <a:lnTo>
                    <a:pt x="3577958" y="550633"/>
                  </a:lnTo>
                  <a:lnTo>
                    <a:pt x="3575329" y="550633"/>
                  </a:lnTo>
                  <a:lnTo>
                    <a:pt x="3574211" y="551103"/>
                  </a:lnTo>
                  <a:lnTo>
                    <a:pt x="3572345" y="552958"/>
                  </a:lnTo>
                  <a:lnTo>
                    <a:pt x="3571875" y="554088"/>
                  </a:lnTo>
                  <a:lnTo>
                    <a:pt x="3571875" y="556717"/>
                  </a:lnTo>
                  <a:lnTo>
                    <a:pt x="3572345" y="557834"/>
                  </a:lnTo>
                  <a:lnTo>
                    <a:pt x="3574211" y="559701"/>
                  </a:lnTo>
                  <a:lnTo>
                    <a:pt x="3575329" y="560158"/>
                  </a:lnTo>
                  <a:lnTo>
                    <a:pt x="3577958" y="560158"/>
                  </a:lnTo>
                  <a:lnTo>
                    <a:pt x="3579076" y="559701"/>
                  </a:lnTo>
                  <a:lnTo>
                    <a:pt x="3580942" y="557834"/>
                  </a:lnTo>
                  <a:lnTo>
                    <a:pt x="3581400" y="556717"/>
                  </a:lnTo>
                  <a:lnTo>
                    <a:pt x="3581400" y="554088"/>
                  </a:lnTo>
                  <a:close/>
                </a:path>
                <a:path w="4533900" h="2762885">
                  <a:moveTo>
                    <a:pt x="3581400" y="3454"/>
                  </a:moveTo>
                  <a:lnTo>
                    <a:pt x="3580942" y="2324"/>
                  </a:lnTo>
                  <a:lnTo>
                    <a:pt x="3579076" y="469"/>
                  </a:lnTo>
                  <a:lnTo>
                    <a:pt x="3577958" y="0"/>
                  </a:lnTo>
                  <a:lnTo>
                    <a:pt x="3575329" y="0"/>
                  </a:lnTo>
                  <a:lnTo>
                    <a:pt x="3574211" y="469"/>
                  </a:lnTo>
                  <a:lnTo>
                    <a:pt x="3572345" y="2324"/>
                  </a:lnTo>
                  <a:lnTo>
                    <a:pt x="3571875" y="3454"/>
                  </a:lnTo>
                  <a:lnTo>
                    <a:pt x="3571875" y="6083"/>
                  </a:lnTo>
                  <a:lnTo>
                    <a:pt x="3572345" y="7200"/>
                  </a:lnTo>
                  <a:lnTo>
                    <a:pt x="3574211" y="9067"/>
                  </a:lnTo>
                  <a:lnTo>
                    <a:pt x="3575329" y="9525"/>
                  </a:lnTo>
                  <a:lnTo>
                    <a:pt x="3577958" y="9525"/>
                  </a:lnTo>
                  <a:lnTo>
                    <a:pt x="3579076" y="9067"/>
                  </a:lnTo>
                  <a:lnTo>
                    <a:pt x="3580942" y="7200"/>
                  </a:lnTo>
                  <a:lnTo>
                    <a:pt x="3581400" y="6083"/>
                  </a:lnTo>
                  <a:lnTo>
                    <a:pt x="3581400" y="3454"/>
                  </a:lnTo>
                  <a:close/>
                </a:path>
                <a:path w="4533900" h="2762885">
                  <a:moveTo>
                    <a:pt x="3629025" y="2756611"/>
                  </a:moveTo>
                  <a:lnTo>
                    <a:pt x="3628567" y="2755493"/>
                  </a:lnTo>
                  <a:lnTo>
                    <a:pt x="3626701" y="2753626"/>
                  </a:lnTo>
                  <a:lnTo>
                    <a:pt x="3625583" y="2753156"/>
                  </a:lnTo>
                  <a:lnTo>
                    <a:pt x="3622954" y="2753156"/>
                  </a:lnTo>
                  <a:lnTo>
                    <a:pt x="3621836" y="2753626"/>
                  </a:lnTo>
                  <a:lnTo>
                    <a:pt x="3619970" y="2755493"/>
                  </a:lnTo>
                  <a:lnTo>
                    <a:pt x="3619500" y="2756611"/>
                  </a:lnTo>
                  <a:lnTo>
                    <a:pt x="3619500" y="2759240"/>
                  </a:lnTo>
                  <a:lnTo>
                    <a:pt x="3619970" y="2760357"/>
                  </a:lnTo>
                  <a:lnTo>
                    <a:pt x="3621836" y="2762224"/>
                  </a:lnTo>
                  <a:lnTo>
                    <a:pt x="3622954" y="2762681"/>
                  </a:lnTo>
                  <a:lnTo>
                    <a:pt x="3625583" y="2762681"/>
                  </a:lnTo>
                  <a:lnTo>
                    <a:pt x="3626701" y="2762224"/>
                  </a:lnTo>
                  <a:lnTo>
                    <a:pt x="3628567" y="2760357"/>
                  </a:lnTo>
                  <a:lnTo>
                    <a:pt x="3629025" y="2759240"/>
                  </a:lnTo>
                  <a:lnTo>
                    <a:pt x="3629025" y="2756611"/>
                  </a:lnTo>
                  <a:close/>
                </a:path>
                <a:path w="4533900" h="2762885">
                  <a:moveTo>
                    <a:pt x="3629025" y="2205977"/>
                  </a:moveTo>
                  <a:lnTo>
                    <a:pt x="3628567" y="2204859"/>
                  </a:lnTo>
                  <a:lnTo>
                    <a:pt x="3626701" y="2202992"/>
                  </a:lnTo>
                  <a:lnTo>
                    <a:pt x="3625583" y="2202535"/>
                  </a:lnTo>
                  <a:lnTo>
                    <a:pt x="3622954" y="2202535"/>
                  </a:lnTo>
                  <a:lnTo>
                    <a:pt x="3621836" y="2202992"/>
                  </a:lnTo>
                  <a:lnTo>
                    <a:pt x="3619970" y="2204859"/>
                  </a:lnTo>
                  <a:lnTo>
                    <a:pt x="3619500" y="2205977"/>
                  </a:lnTo>
                  <a:lnTo>
                    <a:pt x="3619500" y="2208606"/>
                  </a:lnTo>
                  <a:lnTo>
                    <a:pt x="3619970" y="2209736"/>
                  </a:lnTo>
                  <a:lnTo>
                    <a:pt x="3621836" y="2211590"/>
                  </a:lnTo>
                  <a:lnTo>
                    <a:pt x="3622954" y="2212060"/>
                  </a:lnTo>
                  <a:lnTo>
                    <a:pt x="3625583" y="2212060"/>
                  </a:lnTo>
                  <a:lnTo>
                    <a:pt x="3626701" y="2211590"/>
                  </a:lnTo>
                  <a:lnTo>
                    <a:pt x="3628567" y="2209736"/>
                  </a:lnTo>
                  <a:lnTo>
                    <a:pt x="3629025" y="2208606"/>
                  </a:lnTo>
                  <a:lnTo>
                    <a:pt x="3629025" y="2205977"/>
                  </a:lnTo>
                  <a:close/>
                </a:path>
                <a:path w="4533900" h="2762885">
                  <a:moveTo>
                    <a:pt x="3629025" y="1655343"/>
                  </a:moveTo>
                  <a:lnTo>
                    <a:pt x="3628567" y="1654225"/>
                  </a:lnTo>
                  <a:lnTo>
                    <a:pt x="3626701" y="1652358"/>
                  </a:lnTo>
                  <a:lnTo>
                    <a:pt x="3625583" y="1651901"/>
                  </a:lnTo>
                  <a:lnTo>
                    <a:pt x="3622954" y="1651901"/>
                  </a:lnTo>
                  <a:lnTo>
                    <a:pt x="3621836" y="1652358"/>
                  </a:lnTo>
                  <a:lnTo>
                    <a:pt x="3619970" y="1654225"/>
                  </a:lnTo>
                  <a:lnTo>
                    <a:pt x="3619500" y="1655343"/>
                  </a:lnTo>
                  <a:lnTo>
                    <a:pt x="3619500" y="1657972"/>
                  </a:lnTo>
                  <a:lnTo>
                    <a:pt x="3619970" y="1659102"/>
                  </a:lnTo>
                  <a:lnTo>
                    <a:pt x="3621836" y="1660956"/>
                  </a:lnTo>
                  <a:lnTo>
                    <a:pt x="3622954" y="1661426"/>
                  </a:lnTo>
                  <a:lnTo>
                    <a:pt x="3625583" y="1661426"/>
                  </a:lnTo>
                  <a:lnTo>
                    <a:pt x="3626701" y="1660956"/>
                  </a:lnTo>
                  <a:lnTo>
                    <a:pt x="3628567" y="1659102"/>
                  </a:lnTo>
                  <a:lnTo>
                    <a:pt x="3629025" y="1657972"/>
                  </a:lnTo>
                  <a:lnTo>
                    <a:pt x="3629025" y="1655343"/>
                  </a:lnTo>
                  <a:close/>
                </a:path>
                <a:path w="4533900" h="2762885">
                  <a:moveTo>
                    <a:pt x="3629025" y="1104709"/>
                  </a:moveTo>
                  <a:lnTo>
                    <a:pt x="3628567" y="1103591"/>
                  </a:lnTo>
                  <a:lnTo>
                    <a:pt x="3626701" y="1101737"/>
                  </a:lnTo>
                  <a:lnTo>
                    <a:pt x="3625583" y="1101267"/>
                  </a:lnTo>
                  <a:lnTo>
                    <a:pt x="3622954" y="1101267"/>
                  </a:lnTo>
                  <a:lnTo>
                    <a:pt x="3621836" y="1101737"/>
                  </a:lnTo>
                  <a:lnTo>
                    <a:pt x="3619970" y="1103591"/>
                  </a:lnTo>
                  <a:lnTo>
                    <a:pt x="3619500" y="1104709"/>
                  </a:lnTo>
                  <a:lnTo>
                    <a:pt x="3619500" y="1107351"/>
                  </a:lnTo>
                  <a:lnTo>
                    <a:pt x="3619970" y="1108468"/>
                  </a:lnTo>
                  <a:lnTo>
                    <a:pt x="3621836" y="1110322"/>
                  </a:lnTo>
                  <a:lnTo>
                    <a:pt x="3622954" y="1110792"/>
                  </a:lnTo>
                  <a:lnTo>
                    <a:pt x="3625583" y="1110792"/>
                  </a:lnTo>
                  <a:lnTo>
                    <a:pt x="3626701" y="1110322"/>
                  </a:lnTo>
                  <a:lnTo>
                    <a:pt x="3628567" y="1108468"/>
                  </a:lnTo>
                  <a:lnTo>
                    <a:pt x="3629025" y="1107351"/>
                  </a:lnTo>
                  <a:lnTo>
                    <a:pt x="3629025" y="1104709"/>
                  </a:lnTo>
                  <a:close/>
                </a:path>
                <a:path w="4533900" h="2762885">
                  <a:moveTo>
                    <a:pt x="3629025" y="554088"/>
                  </a:moveTo>
                  <a:lnTo>
                    <a:pt x="3628567" y="552958"/>
                  </a:lnTo>
                  <a:lnTo>
                    <a:pt x="3626701" y="551103"/>
                  </a:lnTo>
                  <a:lnTo>
                    <a:pt x="3625583" y="550633"/>
                  </a:lnTo>
                  <a:lnTo>
                    <a:pt x="3622954" y="550633"/>
                  </a:lnTo>
                  <a:lnTo>
                    <a:pt x="3621836" y="551103"/>
                  </a:lnTo>
                  <a:lnTo>
                    <a:pt x="3619970" y="552958"/>
                  </a:lnTo>
                  <a:lnTo>
                    <a:pt x="3619500" y="554088"/>
                  </a:lnTo>
                  <a:lnTo>
                    <a:pt x="3619500" y="556717"/>
                  </a:lnTo>
                  <a:lnTo>
                    <a:pt x="3619970" y="557834"/>
                  </a:lnTo>
                  <a:lnTo>
                    <a:pt x="3621836" y="559701"/>
                  </a:lnTo>
                  <a:lnTo>
                    <a:pt x="3622954" y="560158"/>
                  </a:lnTo>
                  <a:lnTo>
                    <a:pt x="3625583" y="560158"/>
                  </a:lnTo>
                  <a:lnTo>
                    <a:pt x="3626701" y="559701"/>
                  </a:lnTo>
                  <a:lnTo>
                    <a:pt x="3628567" y="557834"/>
                  </a:lnTo>
                  <a:lnTo>
                    <a:pt x="3629025" y="556717"/>
                  </a:lnTo>
                  <a:lnTo>
                    <a:pt x="3629025" y="554088"/>
                  </a:lnTo>
                  <a:close/>
                </a:path>
                <a:path w="4533900" h="2762885">
                  <a:moveTo>
                    <a:pt x="3629025" y="3454"/>
                  </a:moveTo>
                  <a:lnTo>
                    <a:pt x="3628567" y="2324"/>
                  </a:lnTo>
                  <a:lnTo>
                    <a:pt x="3626701" y="469"/>
                  </a:lnTo>
                  <a:lnTo>
                    <a:pt x="3625583" y="0"/>
                  </a:lnTo>
                  <a:lnTo>
                    <a:pt x="3622954" y="0"/>
                  </a:lnTo>
                  <a:lnTo>
                    <a:pt x="3621836" y="469"/>
                  </a:lnTo>
                  <a:lnTo>
                    <a:pt x="3619970" y="2324"/>
                  </a:lnTo>
                  <a:lnTo>
                    <a:pt x="3619500" y="3454"/>
                  </a:lnTo>
                  <a:lnTo>
                    <a:pt x="3619500" y="6083"/>
                  </a:lnTo>
                  <a:lnTo>
                    <a:pt x="3619970" y="7200"/>
                  </a:lnTo>
                  <a:lnTo>
                    <a:pt x="3621836" y="9067"/>
                  </a:lnTo>
                  <a:lnTo>
                    <a:pt x="3622954" y="9525"/>
                  </a:lnTo>
                  <a:lnTo>
                    <a:pt x="3625583" y="9525"/>
                  </a:lnTo>
                  <a:lnTo>
                    <a:pt x="3626701" y="9067"/>
                  </a:lnTo>
                  <a:lnTo>
                    <a:pt x="3628567" y="7200"/>
                  </a:lnTo>
                  <a:lnTo>
                    <a:pt x="3629025" y="6083"/>
                  </a:lnTo>
                  <a:lnTo>
                    <a:pt x="3629025" y="3454"/>
                  </a:lnTo>
                  <a:close/>
                </a:path>
                <a:path w="4533900" h="2762885">
                  <a:moveTo>
                    <a:pt x="3676650" y="2756611"/>
                  </a:moveTo>
                  <a:lnTo>
                    <a:pt x="3676192" y="2755493"/>
                  </a:lnTo>
                  <a:lnTo>
                    <a:pt x="3674326" y="2753626"/>
                  </a:lnTo>
                  <a:lnTo>
                    <a:pt x="3673208" y="2753156"/>
                  </a:lnTo>
                  <a:lnTo>
                    <a:pt x="3670579" y="2753156"/>
                  </a:lnTo>
                  <a:lnTo>
                    <a:pt x="3669461" y="2753626"/>
                  </a:lnTo>
                  <a:lnTo>
                    <a:pt x="3667595" y="2755493"/>
                  </a:lnTo>
                  <a:lnTo>
                    <a:pt x="3667125" y="2756611"/>
                  </a:lnTo>
                  <a:lnTo>
                    <a:pt x="3667125" y="2759240"/>
                  </a:lnTo>
                  <a:lnTo>
                    <a:pt x="3667595" y="2760357"/>
                  </a:lnTo>
                  <a:lnTo>
                    <a:pt x="3669461" y="2762224"/>
                  </a:lnTo>
                  <a:lnTo>
                    <a:pt x="3670579" y="2762681"/>
                  </a:lnTo>
                  <a:lnTo>
                    <a:pt x="3673208" y="2762681"/>
                  </a:lnTo>
                  <a:lnTo>
                    <a:pt x="3674326" y="2762224"/>
                  </a:lnTo>
                  <a:lnTo>
                    <a:pt x="3676192" y="2760357"/>
                  </a:lnTo>
                  <a:lnTo>
                    <a:pt x="3676650" y="2759240"/>
                  </a:lnTo>
                  <a:lnTo>
                    <a:pt x="3676650" y="2756611"/>
                  </a:lnTo>
                  <a:close/>
                </a:path>
                <a:path w="4533900" h="2762885">
                  <a:moveTo>
                    <a:pt x="3676650" y="2205977"/>
                  </a:moveTo>
                  <a:lnTo>
                    <a:pt x="3676192" y="2204859"/>
                  </a:lnTo>
                  <a:lnTo>
                    <a:pt x="3674326" y="2202992"/>
                  </a:lnTo>
                  <a:lnTo>
                    <a:pt x="3673208" y="2202535"/>
                  </a:lnTo>
                  <a:lnTo>
                    <a:pt x="3670579" y="2202535"/>
                  </a:lnTo>
                  <a:lnTo>
                    <a:pt x="3669461" y="2202992"/>
                  </a:lnTo>
                  <a:lnTo>
                    <a:pt x="3667595" y="2204859"/>
                  </a:lnTo>
                  <a:lnTo>
                    <a:pt x="3667125" y="2205977"/>
                  </a:lnTo>
                  <a:lnTo>
                    <a:pt x="3667125" y="2208606"/>
                  </a:lnTo>
                  <a:lnTo>
                    <a:pt x="3667595" y="2209736"/>
                  </a:lnTo>
                  <a:lnTo>
                    <a:pt x="3669461" y="2211590"/>
                  </a:lnTo>
                  <a:lnTo>
                    <a:pt x="3670579" y="2212060"/>
                  </a:lnTo>
                  <a:lnTo>
                    <a:pt x="3673208" y="2212060"/>
                  </a:lnTo>
                  <a:lnTo>
                    <a:pt x="3674326" y="2211590"/>
                  </a:lnTo>
                  <a:lnTo>
                    <a:pt x="3676192" y="2209736"/>
                  </a:lnTo>
                  <a:lnTo>
                    <a:pt x="3676650" y="2208606"/>
                  </a:lnTo>
                  <a:lnTo>
                    <a:pt x="3676650" y="2205977"/>
                  </a:lnTo>
                  <a:close/>
                </a:path>
                <a:path w="4533900" h="2762885">
                  <a:moveTo>
                    <a:pt x="3676650" y="1655343"/>
                  </a:moveTo>
                  <a:lnTo>
                    <a:pt x="3676192" y="1654225"/>
                  </a:lnTo>
                  <a:lnTo>
                    <a:pt x="3674326" y="1652358"/>
                  </a:lnTo>
                  <a:lnTo>
                    <a:pt x="3673208" y="1651901"/>
                  </a:lnTo>
                  <a:lnTo>
                    <a:pt x="3670579" y="1651901"/>
                  </a:lnTo>
                  <a:lnTo>
                    <a:pt x="3669461" y="1652358"/>
                  </a:lnTo>
                  <a:lnTo>
                    <a:pt x="3667595" y="1654225"/>
                  </a:lnTo>
                  <a:lnTo>
                    <a:pt x="3667125" y="1655343"/>
                  </a:lnTo>
                  <a:lnTo>
                    <a:pt x="3667125" y="1657972"/>
                  </a:lnTo>
                  <a:lnTo>
                    <a:pt x="3667595" y="1659102"/>
                  </a:lnTo>
                  <a:lnTo>
                    <a:pt x="3669461" y="1660956"/>
                  </a:lnTo>
                  <a:lnTo>
                    <a:pt x="3670579" y="1661426"/>
                  </a:lnTo>
                  <a:lnTo>
                    <a:pt x="3673208" y="1661426"/>
                  </a:lnTo>
                  <a:lnTo>
                    <a:pt x="3674326" y="1660956"/>
                  </a:lnTo>
                  <a:lnTo>
                    <a:pt x="3676192" y="1659102"/>
                  </a:lnTo>
                  <a:lnTo>
                    <a:pt x="3676650" y="1657972"/>
                  </a:lnTo>
                  <a:lnTo>
                    <a:pt x="3676650" y="1655343"/>
                  </a:lnTo>
                  <a:close/>
                </a:path>
                <a:path w="4533900" h="2762885">
                  <a:moveTo>
                    <a:pt x="3676650" y="1104709"/>
                  </a:moveTo>
                  <a:lnTo>
                    <a:pt x="3676192" y="1103591"/>
                  </a:lnTo>
                  <a:lnTo>
                    <a:pt x="3674326" y="1101737"/>
                  </a:lnTo>
                  <a:lnTo>
                    <a:pt x="3673208" y="1101267"/>
                  </a:lnTo>
                  <a:lnTo>
                    <a:pt x="3670579" y="1101267"/>
                  </a:lnTo>
                  <a:lnTo>
                    <a:pt x="3669461" y="1101737"/>
                  </a:lnTo>
                  <a:lnTo>
                    <a:pt x="3667595" y="1103591"/>
                  </a:lnTo>
                  <a:lnTo>
                    <a:pt x="3667125" y="1104709"/>
                  </a:lnTo>
                  <a:lnTo>
                    <a:pt x="3667125" y="1107351"/>
                  </a:lnTo>
                  <a:lnTo>
                    <a:pt x="3667595" y="1108468"/>
                  </a:lnTo>
                  <a:lnTo>
                    <a:pt x="3669461" y="1110322"/>
                  </a:lnTo>
                  <a:lnTo>
                    <a:pt x="3670579" y="1110792"/>
                  </a:lnTo>
                  <a:lnTo>
                    <a:pt x="3673208" y="1110792"/>
                  </a:lnTo>
                  <a:lnTo>
                    <a:pt x="3674326" y="1110322"/>
                  </a:lnTo>
                  <a:lnTo>
                    <a:pt x="3676192" y="1108468"/>
                  </a:lnTo>
                  <a:lnTo>
                    <a:pt x="3676650" y="1107351"/>
                  </a:lnTo>
                  <a:lnTo>
                    <a:pt x="3676650" y="1104709"/>
                  </a:lnTo>
                  <a:close/>
                </a:path>
                <a:path w="4533900" h="2762885">
                  <a:moveTo>
                    <a:pt x="3676650" y="554088"/>
                  </a:moveTo>
                  <a:lnTo>
                    <a:pt x="3676192" y="552958"/>
                  </a:lnTo>
                  <a:lnTo>
                    <a:pt x="3674326" y="551103"/>
                  </a:lnTo>
                  <a:lnTo>
                    <a:pt x="3673208" y="550633"/>
                  </a:lnTo>
                  <a:lnTo>
                    <a:pt x="3670579" y="550633"/>
                  </a:lnTo>
                  <a:lnTo>
                    <a:pt x="3669461" y="551103"/>
                  </a:lnTo>
                  <a:lnTo>
                    <a:pt x="3667595" y="552958"/>
                  </a:lnTo>
                  <a:lnTo>
                    <a:pt x="3667125" y="554088"/>
                  </a:lnTo>
                  <a:lnTo>
                    <a:pt x="3667125" y="556717"/>
                  </a:lnTo>
                  <a:lnTo>
                    <a:pt x="3667595" y="557834"/>
                  </a:lnTo>
                  <a:lnTo>
                    <a:pt x="3669461" y="559701"/>
                  </a:lnTo>
                  <a:lnTo>
                    <a:pt x="3670579" y="560158"/>
                  </a:lnTo>
                  <a:lnTo>
                    <a:pt x="3673208" y="560158"/>
                  </a:lnTo>
                  <a:lnTo>
                    <a:pt x="3674326" y="559701"/>
                  </a:lnTo>
                  <a:lnTo>
                    <a:pt x="3676192" y="557834"/>
                  </a:lnTo>
                  <a:lnTo>
                    <a:pt x="3676650" y="556717"/>
                  </a:lnTo>
                  <a:lnTo>
                    <a:pt x="3676650" y="554088"/>
                  </a:lnTo>
                  <a:close/>
                </a:path>
                <a:path w="4533900" h="2762885">
                  <a:moveTo>
                    <a:pt x="3676650" y="3454"/>
                  </a:moveTo>
                  <a:lnTo>
                    <a:pt x="3676192" y="2324"/>
                  </a:lnTo>
                  <a:lnTo>
                    <a:pt x="3674326" y="469"/>
                  </a:lnTo>
                  <a:lnTo>
                    <a:pt x="3673208" y="0"/>
                  </a:lnTo>
                  <a:lnTo>
                    <a:pt x="3670579" y="0"/>
                  </a:lnTo>
                  <a:lnTo>
                    <a:pt x="3669461" y="469"/>
                  </a:lnTo>
                  <a:lnTo>
                    <a:pt x="3667595" y="2324"/>
                  </a:lnTo>
                  <a:lnTo>
                    <a:pt x="3667125" y="3454"/>
                  </a:lnTo>
                  <a:lnTo>
                    <a:pt x="3667125" y="6083"/>
                  </a:lnTo>
                  <a:lnTo>
                    <a:pt x="3667595" y="7200"/>
                  </a:lnTo>
                  <a:lnTo>
                    <a:pt x="3669461" y="9067"/>
                  </a:lnTo>
                  <a:lnTo>
                    <a:pt x="3670579" y="9525"/>
                  </a:lnTo>
                  <a:lnTo>
                    <a:pt x="3673208" y="9525"/>
                  </a:lnTo>
                  <a:lnTo>
                    <a:pt x="3674326" y="9067"/>
                  </a:lnTo>
                  <a:lnTo>
                    <a:pt x="3676192" y="7200"/>
                  </a:lnTo>
                  <a:lnTo>
                    <a:pt x="3676650" y="6083"/>
                  </a:lnTo>
                  <a:lnTo>
                    <a:pt x="3676650" y="3454"/>
                  </a:lnTo>
                  <a:close/>
                </a:path>
                <a:path w="4533900" h="2762885">
                  <a:moveTo>
                    <a:pt x="3724275" y="2756611"/>
                  </a:moveTo>
                  <a:lnTo>
                    <a:pt x="3723817" y="2755493"/>
                  </a:lnTo>
                  <a:lnTo>
                    <a:pt x="3721951" y="2753626"/>
                  </a:lnTo>
                  <a:lnTo>
                    <a:pt x="3720833" y="2753156"/>
                  </a:lnTo>
                  <a:lnTo>
                    <a:pt x="3718204" y="2753156"/>
                  </a:lnTo>
                  <a:lnTo>
                    <a:pt x="3717086" y="2753626"/>
                  </a:lnTo>
                  <a:lnTo>
                    <a:pt x="3715220" y="2755493"/>
                  </a:lnTo>
                  <a:lnTo>
                    <a:pt x="3714750" y="2756611"/>
                  </a:lnTo>
                  <a:lnTo>
                    <a:pt x="3714750" y="2759240"/>
                  </a:lnTo>
                  <a:lnTo>
                    <a:pt x="3715220" y="2760357"/>
                  </a:lnTo>
                  <a:lnTo>
                    <a:pt x="3717086" y="2762224"/>
                  </a:lnTo>
                  <a:lnTo>
                    <a:pt x="3718204" y="2762681"/>
                  </a:lnTo>
                  <a:lnTo>
                    <a:pt x="3720833" y="2762681"/>
                  </a:lnTo>
                  <a:lnTo>
                    <a:pt x="3721951" y="2762224"/>
                  </a:lnTo>
                  <a:lnTo>
                    <a:pt x="3723817" y="2760357"/>
                  </a:lnTo>
                  <a:lnTo>
                    <a:pt x="3724275" y="2759240"/>
                  </a:lnTo>
                  <a:lnTo>
                    <a:pt x="3724275" y="2756611"/>
                  </a:lnTo>
                  <a:close/>
                </a:path>
                <a:path w="4533900" h="2762885">
                  <a:moveTo>
                    <a:pt x="3724275" y="2205977"/>
                  </a:moveTo>
                  <a:lnTo>
                    <a:pt x="3723817" y="2204859"/>
                  </a:lnTo>
                  <a:lnTo>
                    <a:pt x="3721951" y="2202992"/>
                  </a:lnTo>
                  <a:lnTo>
                    <a:pt x="3720833" y="2202535"/>
                  </a:lnTo>
                  <a:lnTo>
                    <a:pt x="3718204" y="2202535"/>
                  </a:lnTo>
                  <a:lnTo>
                    <a:pt x="3717086" y="2202992"/>
                  </a:lnTo>
                  <a:lnTo>
                    <a:pt x="3715220" y="2204859"/>
                  </a:lnTo>
                  <a:lnTo>
                    <a:pt x="3714750" y="2205977"/>
                  </a:lnTo>
                  <a:lnTo>
                    <a:pt x="3714750" y="2208606"/>
                  </a:lnTo>
                  <a:lnTo>
                    <a:pt x="3715220" y="2209736"/>
                  </a:lnTo>
                  <a:lnTo>
                    <a:pt x="3717086" y="2211590"/>
                  </a:lnTo>
                  <a:lnTo>
                    <a:pt x="3718204" y="2212060"/>
                  </a:lnTo>
                  <a:lnTo>
                    <a:pt x="3720833" y="2212060"/>
                  </a:lnTo>
                  <a:lnTo>
                    <a:pt x="3721951" y="2211590"/>
                  </a:lnTo>
                  <a:lnTo>
                    <a:pt x="3723817" y="2209736"/>
                  </a:lnTo>
                  <a:lnTo>
                    <a:pt x="3724275" y="2208606"/>
                  </a:lnTo>
                  <a:lnTo>
                    <a:pt x="3724275" y="2205977"/>
                  </a:lnTo>
                  <a:close/>
                </a:path>
                <a:path w="4533900" h="2762885">
                  <a:moveTo>
                    <a:pt x="3724275" y="1655343"/>
                  </a:moveTo>
                  <a:lnTo>
                    <a:pt x="3723817" y="1654225"/>
                  </a:lnTo>
                  <a:lnTo>
                    <a:pt x="3721951" y="1652358"/>
                  </a:lnTo>
                  <a:lnTo>
                    <a:pt x="3720833" y="1651901"/>
                  </a:lnTo>
                  <a:lnTo>
                    <a:pt x="3718204" y="1651901"/>
                  </a:lnTo>
                  <a:lnTo>
                    <a:pt x="3717086" y="1652358"/>
                  </a:lnTo>
                  <a:lnTo>
                    <a:pt x="3715220" y="1654225"/>
                  </a:lnTo>
                  <a:lnTo>
                    <a:pt x="3714750" y="1655343"/>
                  </a:lnTo>
                  <a:lnTo>
                    <a:pt x="3714750" y="1657972"/>
                  </a:lnTo>
                  <a:lnTo>
                    <a:pt x="3715220" y="1659102"/>
                  </a:lnTo>
                  <a:lnTo>
                    <a:pt x="3717086" y="1660956"/>
                  </a:lnTo>
                  <a:lnTo>
                    <a:pt x="3718204" y="1661426"/>
                  </a:lnTo>
                  <a:lnTo>
                    <a:pt x="3720833" y="1661426"/>
                  </a:lnTo>
                  <a:lnTo>
                    <a:pt x="3721951" y="1660956"/>
                  </a:lnTo>
                  <a:lnTo>
                    <a:pt x="3723817" y="1659102"/>
                  </a:lnTo>
                  <a:lnTo>
                    <a:pt x="3724275" y="1657972"/>
                  </a:lnTo>
                  <a:lnTo>
                    <a:pt x="3724275" y="1655343"/>
                  </a:lnTo>
                  <a:close/>
                </a:path>
                <a:path w="4533900" h="2762885">
                  <a:moveTo>
                    <a:pt x="3724275" y="1104709"/>
                  </a:moveTo>
                  <a:lnTo>
                    <a:pt x="3723817" y="1103591"/>
                  </a:lnTo>
                  <a:lnTo>
                    <a:pt x="3721951" y="1101737"/>
                  </a:lnTo>
                  <a:lnTo>
                    <a:pt x="3720833" y="1101267"/>
                  </a:lnTo>
                  <a:lnTo>
                    <a:pt x="3718204" y="1101267"/>
                  </a:lnTo>
                  <a:lnTo>
                    <a:pt x="3717086" y="1101737"/>
                  </a:lnTo>
                  <a:lnTo>
                    <a:pt x="3715220" y="1103591"/>
                  </a:lnTo>
                  <a:lnTo>
                    <a:pt x="3714750" y="1104709"/>
                  </a:lnTo>
                  <a:lnTo>
                    <a:pt x="3714750" y="1107351"/>
                  </a:lnTo>
                  <a:lnTo>
                    <a:pt x="3715220" y="1108468"/>
                  </a:lnTo>
                  <a:lnTo>
                    <a:pt x="3717086" y="1110322"/>
                  </a:lnTo>
                  <a:lnTo>
                    <a:pt x="3718204" y="1110792"/>
                  </a:lnTo>
                  <a:lnTo>
                    <a:pt x="3720833" y="1110792"/>
                  </a:lnTo>
                  <a:lnTo>
                    <a:pt x="3721951" y="1110322"/>
                  </a:lnTo>
                  <a:lnTo>
                    <a:pt x="3723817" y="1108468"/>
                  </a:lnTo>
                  <a:lnTo>
                    <a:pt x="3724275" y="1107351"/>
                  </a:lnTo>
                  <a:lnTo>
                    <a:pt x="3724275" y="1104709"/>
                  </a:lnTo>
                  <a:close/>
                </a:path>
                <a:path w="4533900" h="2762885">
                  <a:moveTo>
                    <a:pt x="3724275" y="554088"/>
                  </a:moveTo>
                  <a:lnTo>
                    <a:pt x="3723817" y="552958"/>
                  </a:lnTo>
                  <a:lnTo>
                    <a:pt x="3721951" y="551103"/>
                  </a:lnTo>
                  <a:lnTo>
                    <a:pt x="3720833" y="550633"/>
                  </a:lnTo>
                  <a:lnTo>
                    <a:pt x="3718204" y="550633"/>
                  </a:lnTo>
                  <a:lnTo>
                    <a:pt x="3717086" y="551103"/>
                  </a:lnTo>
                  <a:lnTo>
                    <a:pt x="3715220" y="552958"/>
                  </a:lnTo>
                  <a:lnTo>
                    <a:pt x="3714750" y="554088"/>
                  </a:lnTo>
                  <a:lnTo>
                    <a:pt x="3714750" y="556717"/>
                  </a:lnTo>
                  <a:lnTo>
                    <a:pt x="3715220" y="557834"/>
                  </a:lnTo>
                  <a:lnTo>
                    <a:pt x="3717086" y="559701"/>
                  </a:lnTo>
                  <a:lnTo>
                    <a:pt x="3718204" y="560158"/>
                  </a:lnTo>
                  <a:lnTo>
                    <a:pt x="3720833" y="560158"/>
                  </a:lnTo>
                  <a:lnTo>
                    <a:pt x="3721951" y="559701"/>
                  </a:lnTo>
                  <a:lnTo>
                    <a:pt x="3723817" y="557834"/>
                  </a:lnTo>
                  <a:lnTo>
                    <a:pt x="3724275" y="556717"/>
                  </a:lnTo>
                  <a:lnTo>
                    <a:pt x="3724275" y="554088"/>
                  </a:lnTo>
                  <a:close/>
                </a:path>
                <a:path w="4533900" h="2762885">
                  <a:moveTo>
                    <a:pt x="3724275" y="3454"/>
                  </a:moveTo>
                  <a:lnTo>
                    <a:pt x="3723817" y="2324"/>
                  </a:lnTo>
                  <a:lnTo>
                    <a:pt x="3721951" y="469"/>
                  </a:lnTo>
                  <a:lnTo>
                    <a:pt x="3720833" y="0"/>
                  </a:lnTo>
                  <a:lnTo>
                    <a:pt x="3718204" y="0"/>
                  </a:lnTo>
                  <a:lnTo>
                    <a:pt x="3717086" y="469"/>
                  </a:lnTo>
                  <a:lnTo>
                    <a:pt x="3715220" y="2324"/>
                  </a:lnTo>
                  <a:lnTo>
                    <a:pt x="3714750" y="3454"/>
                  </a:lnTo>
                  <a:lnTo>
                    <a:pt x="3714750" y="6083"/>
                  </a:lnTo>
                  <a:lnTo>
                    <a:pt x="3715220" y="7200"/>
                  </a:lnTo>
                  <a:lnTo>
                    <a:pt x="3717086" y="9067"/>
                  </a:lnTo>
                  <a:lnTo>
                    <a:pt x="3718204" y="9525"/>
                  </a:lnTo>
                  <a:lnTo>
                    <a:pt x="3720833" y="9525"/>
                  </a:lnTo>
                  <a:lnTo>
                    <a:pt x="3721951" y="9067"/>
                  </a:lnTo>
                  <a:lnTo>
                    <a:pt x="3723817" y="7200"/>
                  </a:lnTo>
                  <a:lnTo>
                    <a:pt x="3724275" y="6083"/>
                  </a:lnTo>
                  <a:lnTo>
                    <a:pt x="3724275" y="3454"/>
                  </a:lnTo>
                  <a:close/>
                </a:path>
                <a:path w="4533900" h="2762885">
                  <a:moveTo>
                    <a:pt x="3771900" y="2756611"/>
                  </a:moveTo>
                  <a:lnTo>
                    <a:pt x="3771442" y="2755493"/>
                  </a:lnTo>
                  <a:lnTo>
                    <a:pt x="3769576" y="2753626"/>
                  </a:lnTo>
                  <a:lnTo>
                    <a:pt x="3768458" y="2753156"/>
                  </a:lnTo>
                  <a:lnTo>
                    <a:pt x="3765829" y="2753156"/>
                  </a:lnTo>
                  <a:lnTo>
                    <a:pt x="3764711" y="2753626"/>
                  </a:lnTo>
                  <a:lnTo>
                    <a:pt x="3762845" y="2755493"/>
                  </a:lnTo>
                  <a:lnTo>
                    <a:pt x="3762375" y="2756611"/>
                  </a:lnTo>
                  <a:lnTo>
                    <a:pt x="3762375" y="2759240"/>
                  </a:lnTo>
                  <a:lnTo>
                    <a:pt x="3762845" y="2760357"/>
                  </a:lnTo>
                  <a:lnTo>
                    <a:pt x="3764711" y="2762224"/>
                  </a:lnTo>
                  <a:lnTo>
                    <a:pt x="3765829" y="2762681"/>
                  </a:lnTo>
                  <a:lnTo>
                    <a:pt x="3768458" y="2762681"/>
                  </a:lnTo>
                  <a:lnTo>
                    <a:pt x="3769576" y="2762224"/>
                  </a:lnTo>
                  <a:lnTo>
                    <a:pt x="3771442" y="2760357"/>
                  </a:lnTo>
                  <a:lnTo>
                    <a:pt x="3771900" y="2759240"/>
                  </a:lnTo>
                  <a:lnTo>
                    <a:pt x="3771900" y="2756611"/>
                  </a:lnTo>
                  <a:close/>
                </a:path>
                <a:path w="4533900" h="2762885">
                  <a:moveTo>
                    <a:pt x="3771900" y="2205977"/>
                  </a:moveTo>
                  <a:lnTo>
                    <a:pt x="3771442" y="2204859"/>
                  </a:lnTo>
                  <a:lnTo>
                    <a:pt x="3769576" y="2202992"/>
                  </a:lnTo>
                  <a:lnTo>
                    <a:pt x="3768458" y="2202535"/>
                  </a:lnTo>
                  <a:lnTo>
                    <a:pt x="3765829" y="2202535"/>
                  </a:lnTo>
                  <a:lnTo>
                    <a:pt x="3764711" y="2202992"/>
                  </a:lnTo>
                  <a:lnTo>
                    <a:pt x="3762845" y="2204859"/>
                  </a:lnTo>
                  <a:lnTo>
                    <a:pt x="3762375" y="2205977"/>
                  </a:lnTo>
                  <a:lnTo>
                    <a:pt x="3762375" y="2208606"/>
                  </a:lnTo>
                  <a:lnTo>
                    <a:pt x="3762845" y="2209736"/>
                  </a:lnTo>
                  <a:lnTo>
                    <a:pt x="3764711" y="2211590"/>
                  </a:lnTo>
                  <a:lnTo>
                    <a:pt x="3765829" y="2212060"/>
                  </a:lnTo>
                  <a:lnTo>
                    <a:pt x="3768458" y="2212060"/>
                  </a:lnTo>
                  <a:lnTo>
                    <a:pt x="3769576" y="2211590"/>
                  </a:lnTo>
                  <a:lnTo>
                    <a:pt x="3771442" y="2209736"/>
                  </a:lnTo>
                  <a:lnTo>
                    <a:pt x="3771900" y="2208606"/>
                  </a:lnTo>
                  <a:lnTo>
                    <a:pt x="3771900" y="2205977"/>
                  </a:lnTo>
                  <a:close/>
                </a:path>
                <a:path w="4533900" h="2762885">
                  <a:moveTo>
                    <a:pt x="3771900" y="1655343"/>
                  </a:moveTo>
                  <a:lnTo>
                    <a:pt x="3771442" y="1654225"/>
                  </a:lnTo>
                  <a:lnTo>
                    <a:pt x="3769576" y="1652358"/>
                  </a:lnTo>
                  <a:lnTo>
                    <a:pt x="3768458" y="1651901"/>
                  </a:lnTo>
                  <a:lnTo>
                    <a:pt x="3765829" y="1651901"/>
                  </a:lnTo>
                  <a:lnTo>
                    <a:pt x="3764711" y="1652358"/>
                  </a:lnTo>
                  <a:lnTo>
                    <a:pt x="3762845" y="1654225"/>
                  </a:lnTo>
                  <a:lnTo>
                    <a:pt x="3762375" y="1655343"/>
                  </a:lnTo>
                  <a:lnTo>
                    <a:pt x="3762375" y="1657972"/>
                  </a:lnTo>
                  <a:lnTo>
                    <a:pt x="3762845" y="1659102"/>
                  </a:lnTo>
                  <a:lnTo>
                    <a:pt x="3764711" y="1660956"/>
                  </a:lnTo>
                  <a:lnTo>
                    <a:pt x="3765829" y="1661426"/>
                  </a:lnTo>
                  <a:lnTo>
                    <a:pt x="3768458" y="1661426"/>
                  </a:lnTo>
                  <a:lnTo>
                    <a:pt x="3769576" y="1660956"/>
                  </a:lnTo>
                  <a:lnTo>
                    <a:pt x="3771442" y="1659102"/>
                  </a:lnTo>
                  <a:lnTo>
                    <a:pt x="3771900" y="1657972"/>
                  </a:lnTo>
                  <a:lnTo>
                    <a:pt x="3771900" y="1655343"/>
                  </a:lnTo>
                  <a:close/>
                </a:path>
                <a:path w="4533900" h="2762885">
                  <a:moveTo>
                    <a:pt x="3771900" y="1104709"/>
                  </a:moveTo>
                  <a:lnTo>
                    <a:pt x="3771442" y="1103591"/>
                  </a:lnTo>
                  <a:lnTo>
                    <a:pt x="3769576" y="1101737"/>
                  </a:lnTo>
                  <a:lnTo>
                    <a:pt x="3768458" y="1101267"/>
                  </a:lnTo>
                  <a:lnTo>
                    <a:pt x="3765829" y="1101267"/>
                  </a:lnTo>
                  <a:lnTo>
                    <a:pt x="3764711" y="1101737"/>
                  </a:lnTo>
                  <a:lnTo>
                    <a:pt x="3762845" y="1103591"/>
                  </a:lnTo>
                  <a:lnTo>
                    <a:pt x="3762375" y="1104709"/>
                  </a:lnTo>
                  <a:lnTo>
                    <a:pt x="3762375" y="1107351"/>
                  </a:lnTo>
                  <a:lnTo>
                    <a:pt x="3762845" y="1108468"/>
                  </a:lnTo>
                  <a:lnTo>
                    <a:pt x="3764711" y="1110322"/>
                  </a:lnTo>
                  <a:lnTo>
                    <a:pt x="3765829" y="1110792"/>
                  </a:lnTo>
                  <a:lnTo>
                    <a:pt x="3768458" y="1110792"/>
                  </a:lnTo>
                  <a:lnTo>
                    <a:pt x="3769576" y="1110322"/>
                  </a:lnTo>
                  <a:lnTo>
                    <a:pt x="3771442" y="1108468"/>
                  </a:lnTo>
                  <a:lnTo>
                    <a:pt x="3771900" y="1107351"/>
                  </a:lnTo>
                  <a:lnTo>
                    <a:pt x="3771900" y="1104709"/>
                  </a:lnTo>
                  <a:close/>
                </a:path>
                <a:path w="4533900" h="2762885">
                  <a:moveTo>
                    <a:pt x="3771900" y="554088"/>
                  </a:moveTo>
                  <a:lnTo>
                    <a:pt x="3771442" y="552958"/>
                  </a:lnTo>
                  <a:lnTo>
                    <a:pt x="3769576" y="551103"/>
                  </a:lnTo>
                  <a:lnTo>
                    <a:pt x="3768458" y="550633"/>
                  </a:lnTo>
                  <a:lnTo>
                    <a:pt x="3765829" y="550633"/>
                  </a:lnTo>
                  <a:lnTo>
                    <a:pt x="3764711" y="551103"/>
                  </a:lnTo>
                  <a:lnTo>
                    <a:pt x="3762845" y="552958"/>
                  </a:lnTo>
                  <a:lnTo>
                    <a:pt x="3762375" y="554088"/>
                  </a:lnTo>
                  <a:lnTo>
                    <a:pt x="3762375" y="556717"/>
                  </a:lnTo>
                  <a:lnTo>
                    <a:pt x="3762845" y="557834"/>
                  </a:lnTo>
                  <a:lnTo>
                    <a:pt x="3764711" y="559701"/>
                  </a:lnTo>
                  <a:lnTo>
                    <a:pt x="3765829" y="560158"/>
                  </a:lnTo>
                  <a:lnTo>
                    <a:pt x="3768458" y="560158"/>
                  </a:lnTo>
                  <a:lnTo>
                    <a:pt x="3769576" y="559701"/>
                  </a:lnTo>
                  <a:lnTo>
                    <a:pt x="3771442" y="557834"/>
                  </a:lnTo>
                  <a:lnTo>
                    <a:pt x="3771900" y="556717"/>
                  </a:lnTo>
                  <a:lnTo>
                    <a:pt x="3771900" y="554088"/>
                  </a:lnTo>
                  <a:close/>
                </a:path>
                <a:path w="4533900" h="2762885">
                  <a:moveTo>
                    <a:pt x="3771900" y="3454"/>
                  </a:moveTo>
                  <a:lnTo>
                    <a:pt x="3771442" y="2324"/>
                  </a:lnTo>
                  <a:lnTo>
                    <a:pt x="3769576" y="469"/>
                  </a:lnTo>
                  <a:lnTo>
                    <a:pt x="3768458" y="0"/>
                  </a:lnTo>
                  <a:lnTo>
                    <a:pt x="3765829" y="0"/>
                  </a:lnTo>
                  <a:lnTo>
                    <a:pt x="3764711" y="469"/>
                  </a:lnTo>
                  <a:lnTo>
                    <a:pt x="3762845" y="2324"/>
                  </a:lnTo>
                  <a:lnTo>
                    <a:pt x="3762375" y="3454"/>
                  </a:lnTo>
                  <a:lnTo>
                    <a:pt x="3762375" y="6083"/>
                  </a:lnTo>
                  <a:lnTo>
                    <a:pt x="3762845" y="7200"/>
                  </a:lnTo>
                  <a:lnTo>
                    <a:pt x="3764711" y="9067"/>
                  </a:lnTo>
                  <a:lnTo>
                    <a:pt x="3765829" y="9525"/>
                  </a:lnTo>
                  <a:lnTo>
                    <a:pt x="3768458" y="9525"/>
                  </a:lnTo>
                  <a:lnTo>
                    <a:pt x="3769576" y="9067"/>
                  </a:lnTo>
                  <a:lnTo>
                    <a:pt x="3771442" y="7200"/>
                  </a:lnTo>
                  <a:lnTo>
                    <a:pt x="3771900" y="6083"/>
                  </a:lnTo>
                  <a:lnTo>
                    <a:pt x="3771900" y="3454"/>
                  </a:lnTo>
                  <a:close/>
                </a:path>
                <a:path w="4533900" h="2762885">
                  <a:moveTo>
                    <a:pt x="3819525" y="2756611"/>
                  </a:moveTo>
                  <a:lnTo>
                    <a:pt x="3819067" y="2755493"/>
                  </a:lnTo>
                  <a:lnTo>
                    <a:pt x="3817201" y="2753626"/>
                  </a:lnTo>
                  <a:lnTo>
                    <a:pt x="3816083" y="2753156"/>
                  </a:lnTo>
                  <a:lnTo>
                    <a:pt x="3813454" y="2753156"/>
                  </a:lnTo>
                  <a:lnTo>
                    <a:pt x="3812336" y="2753626"/>
                  </a:lnTo>
                  <a:lnTo>
                    <a:pt x="3810470" y="2755493"/>
                  </a:lnTo>
                  <a:lnTo>
                    <a:pt x="3810000" y="2756611"/>
                  </a:lnTo>
                  <a:lnTo>
                    <a:pt x="3810000" y="2759240"/>
                  </a:lnTo>
                  <a:lnTo>
                    <a:pt x="3810470" y="2760357"/>
                  </a:lnTo>
                  <a:lnTo>
                    <a:pt x="3812336" y="2762224"/>
                  </a:lnTo>
                  <a:lnTo>
                    <a:pt x="3813454" y="2762681"/>
                  </a:lnTo>
                  <a:lnTo>
                    <a:pt x="3816083" y="2762681"/>
                  </a:lnTo>
                  <a:lnTo>
                    <a:pt x="3817201" y="2762224"/>
                  </a:lnTo>
                  <a:lnTo>
                    <a:pt x="3819067" y="2760357"/>
                  </a:lnTo>
                  <a:lnTo>
                    <a:pt x="3819525" y="2759240"/>
                  </a:lnTo>
                  <a:lnTo>
                    <a:pt x="3819525" y="2756611"/>
                  </a:lnTo>
                  <a:close/>
                </a:path>
                <a:path w="4533900" h="2762885">
                  <a:moveTo>
                    <a:pt x="3819525" y="2205977"/>
                  </a:moveTo>
                  <a:lnTo>
                    <a:pt x="3819067" y="2204859"/>
                  </a:lnTo>
                  <a:lnTo>
                    <a:pt x="3817201" y="2202992"/>
                  </a:lnTo>
                  <a:lnTo>
                    <a:pt x="3816083" y="2202535"/>
                  </a:lnTo>
                  <a:lnTo>
                    <a:pt x="3813454" y="2202535"/>
                  </a:lnTo>
                  <a:lnTo>
                    <a:pt x="3812336" y="2202992"/>
                  </a:lnTo>
                  <a:lnTo>
                    <a:pt x="3810470" y="2204859"/>
                  </a:lnTo>
                  <a:lnTo>
                    <a:pt x="3810000" y="2205977"/>
                  </a:lnTo>
                  <a:lnTo>
                    <a:pt x="3810000" y="2208606"/>
                  </a:lnTo>
                  <a:lnTo>
                    <a:pt x="3810470" y="2209736"/>
                  </a:lnTo>
                  <a:lnTo>
                    <a:pt x="3812336" y="2211590"/>
                  </a:lnTo>
                  <a:lnTo>
                    <a:pt x="3813454" y="2212060"/>
                  </a:lnTo>
                  <a:lnTo>
                    <a:pt x="3816083" y="2212060"/>
                  </a:lnTo>
                  <a:lnTo>
                    <a:pt x="3817201" y="2211590"/>
                  </a:lnTo>
                  <a:lnTo>
                    <a:pt x="3819067" y="2209736"/>
                  </a:lnTo>
                  <a:lnTo>
                    <a:pt x="3819525" y="2208606"/>
                  </a:lnTo>
                  <a:lnTo>
                    <a:pt x="3819525" y="2205977"/>
                  </a:lnTo>
                  <a:close/>
                </a:path>
                <a:path w="4533900" h="2762885">
                  <a:moveTo>
                    <a:pt x="3819525" y="1655343"/>
                  </a:moveTo>
                  <a:lnTo>
                    <a:pt x="3819067" y="1654225"/>
                  </a:lnTo>
                  <a:lnTo>
                    <a:pt x="3817201" y="1652358"/>
                  </a:lnTo>
                  <a:lnTo>
                    <a:pt x="3816083" y="1651901"/>
                  </a:lnTo>
                  <a:lnTo>
                    <a:pt x="3813454" y="1651901"/>
                  </a:lnTo>
                  <a:lnTo>
                    <a:pt x="3812336" y="1652358"/>
                  </a:lnTo>
                  <a:lnTo>
                    <a:pt x="3810470" y="1654225"/>
                  </a:lnTo>
                  <a:lnTo>
                    <a:pt x="3810000" y="1655343"/>
                  </a:lnTo>
                  <a:lnTo>
                    <a:pt x="3810000" y="1657972"/>
                  </a:lnTo>
                  <a:lnTo>
                    <a:pt x="3810470" y="1659102"/>
                  </a:lnTo>
                  <a:lnTo>
                    <a:pt x="3812336" y="1660956"/>
                  </a:lnTo>
                  <a:lnTo>
                    <a:pt x="3813454" y="1661426"/>
                  </a:lnTo>
                  <a:lnTo>
                    <a:pt x="3816083" y="1661426"/>
                  </a:lnTo>
                  <a:lnTo>
                    <a:pt x="3817201" y="1660956"/>
                  </a:lnTo>
                  <a:lnTo>
                    <a:pt x="3819067" y="1659102"/>
                  </a:lnTo>
                  <a:lnTo>
                    <a:pt x="3819525" y="1657972"/>
                  </a:lnTo>
                  <a:lnTo>
                    <a:pt x="3819525" y="1655343"/>
                  </a:lnTo>
                  <a:close/>
                </a:path>
                <a:path w="4533900" h="2762885">
                  <a:moveTo>
                    <a:pt x="3819525" y="1104709"/>
                  </a:moveTo>
                  <a:lnTo>
                    <a:pt x="3819067" y="1103591"/>
                  </a:lnTo>
                  <a:lnTo>
                    <a:pt x="3817201" y="1101737"/>
                  </a:lnTo>
                  <a:lnTo>
                    <a:pt x="3816083" y="1101267"/>
                  </a:lnTo>
                  <a:lnTo>
                    <a:pt x="3813454" y="1101267"/>
                  </a:lnTo>
                  <a:lnTo>
                    <a:pt x="3812336" y="1101737"/>
                  </a:lnTo>
                  <a:lnTo>
                    <a:pt x="3810470" y="1103591"/>
                  </a:lnTo>
                  <a:lnTo>
                    <a:pt x="3810000" y="1104709"/>
                  </a:lnTo>
                  <a:lnTo>
                    <a:pt x="3810000" y="1107351"/>
                  </a:lnTo>
                  <a:lnTo>
                    <a:pt x="3810470" y="1108468"/>
                  </a:lnTo>
                  <a:lnTo>
                    <a:pt x="3812336" y="1110322"/>
                  </a:lnTo>
                  <a:lnTo>
                    <a:pt x="3813454" y="1110792"/>
                  </a:lnTo>
                  <a:lnTo>
                    <a:pt x="3816083" y="1110792"/>
                  </a:lnTo>
                  <a:lnTo>
                    <a:pt x="3817201" y="1110322"/>
                  </a:lnTo>
                  <a:lnTo>
                    <a:pt x="3819067" y="1108468"/>
                  </a:lnTo>
                  <a:lnTo>
                    <a:pt x="3819525" y="1107351"/>
                  </a:lnTo>
                  <a:lnTo>
                    <a:pt x="3819525" y="1104709"/>
                  </a:lnTo>
                  <a:close/>
                </a:path>
                <a:path w="4533900" h="2762885">
                  <a:moveTo>
                    <a:pt x="3819525" y="554088"/>
                  </a:moveTo>
                  <a:lnTo>
                    <a:pt x="3819067" y="552958"/>
                  </a:lnTo>
                  <a:lnTo>
                    <a:pt x="3817201" y="551103"/>
                  </a:lnTo>
                  <a:lnTo>
                    <a:pt x="3816083" y="550633"/>
                  </a:lnTo>
                  <a:lnTo>
                    <a:pt x="3813454" y="550633"/>
                  </a:lnTo>
                  <a:lnTo>
                    <a:pt x="3812336" y="551103"/>
                  </a:lnTo>
                  <a:lnTo>
                    <a:pt x="3810470" y="552958"/>
                  </a:lnTo>
                  <a:lnTo>
                    <a:pt x="3810000" y="554088"/>
                  </a:lnTo>
                  <a:lnTo>
                    <a:pt x="3810000" y="556717"/>
                  </a:lnTo>
                  <a:lnTo>
                    <a:pt x="3810470" y="557834"/>
                  </a:lnTo>
                  <a:lnTo>
                    <a:pt x="3812336" y="559701"/>
                  </a:lnTo>
                  <a:lnTo>
                    <a:pt x="3813454" y="560158"/>
                  </a:lnTo>
                  <a:lnTo>
                    <a:pt x="3816083" y="560158"/>
                  </a:lnTo>
                  <a:lnTo>
                    <a:pt x="3817201" y="559701"/>
                  </a:lnTo>
                  <a:lnTo>
                    <a:pt x="3819067" y="557834"/>
                  </a:lnTo>
                  <a:lnTo>
                    <a:pt x="3819525" y="556717"/>
                  </a:lnTo>
                  <a:lnTo>
                    <a:pt x="3819525" y="554088"/>
                  </a:lnTo>
                  <a:close/>
                </a:path>
                <a:path w="4533900" h="2762885">
                  <a:moveTo>
                    <a:pt x="3819525" y="3454"/>
                  </a:moveTo>
                  <a:lnTo>
                    <a:pt x="3819067" y="2324"/>
                  </a:lnTo>
                  <a:lnTo>
                    <a:pt x="3817201" y="469"/>
                  </a:lnTo>
                  <a:lnTo>
                    <a:pt x="3816083" y="0"/>
                  </a:lnTo>
                  <a:lnTo>
                    <a:pt x="3813454" y="0"/>
                  </a:lnTo>
                  <a:lnTo>
                    <a:pt x="3812336" y="469"/>
                  </a:lnTo>
                  <a:lnTo>
                    <a:pt x="3810470" y="2324"/>
                  </a:lnTo>
                  <a:lnTo>
                    <a:pt x="3810000" y="3454"/>
                  </a:lnTo>
                  <a:lnTo>
                    <a:pt x="3810000" y="6083"/>
                  </a:lnTo>
                  <a:lnTo>
                    <a:pt x="3810470" y="7200"/>
                  </a:lnTo>
                  <a:lnTo>
                    <a:pt x="3812336" y="9067"/>
                  </a:lnTo>
                  <a:lnTo>
                    <a:pt x="3813454" y="9525"/>
                  </a:lnTo>
                  <a:lnTo>
                    <a:pt x="3816083" y="9525"/>
                  </a:lnTo>
                  <a:lnTo>
                    <a:pt x="3817201" y="9067"/>
                  </a:lnTo>
                  <a:lnTo>
                    <a:pt x="3819067" y="7200"/>
                  </a:lnTo>
                  <a:lnTo>
                    <a:pt x="3819525" y="6083"/>
                  </a:lnTo>
                  <a:lnTo>
                    <a:pt x="3819525" y="3454"/>
                  </a:lnTo>
                  <a:close/>
                </a:path>
                <a:path w="4533900" h="2762885">
                  <a:moveTo>
                    <a:pt x="3867150" y="2756611"/>
                  </a:moveTo>
                  <a:lnTo>
                    <a:pt x="3866692" y="2755493"/>
                  </a:lnTo>
                  <a:lnTo>
                    <a:pt x="3864826" y="2753626"/>
                  </a:lnTo>
                  <a:lnTo>
                    <a:pt x="3863708" y="2753156"/>
                  </a:lnTo>
                  <a:lnTo>
                    <a:pt x="3861079" y="2753156"/>
                  </a:lnTo>
                  <a:lnTo>
                    <a:pt x="3859949" y="2753626"/>
                  </a:lnTo>
                  <a:lnTo>
                    <a:pt x="3858095" y="2755493"/>
                  </a:lnTo>
                  <a:lnTo>
                    <a:pt x="3857625" y="2756611"/>
                  </a:lnTo>
                  <a:lnTo>
                    <a:pt x="3857625" y="2759240"/>
                  </a:lnTo>
                  <a:lnTo>
                    <a:pt x="3858095" y="2760357"/>
                  </a:lnTo>
                  <a:lnTo>
                    <a:pt x="3859949" y="2762224"/>
                  </a:lnTo>
                  <a:lnTo>
                    <a:pt x="3861079" y="2762681"/>
                  </a:lnTo>
                  <a:lnTo>
                    <a:pt x="3863708" y="2762681"/>
                  </a:lnTo>
                  <a:lnTo>
                    <a:pt x="3864826" y="2762224"/>
                  </a:lnTo>
                  <a:lnTo>
                    <a:pt x="3866692" y="2760357"/>
                  </a:lnTo>
                  <a:lnTo>
                    <a:pt x="3867150" y="2759240"/>
                  </a:lnTo>
                  <a:lnTo>
                    <a:pt x="3867150" y="2756611"/>
                  </a:lnTo>
                  <a:close/>
                </a:path>
                <a:path w="4533900" h="2762885">
                  <a:moveTo>
                    <a:pt x="3867150" y="2205977"/>
                  </a:moveTo>
                  <a:lnTo>
                    <a:pt x="3866692" y="2204859"/>
                  </a:lnTo>
                  <a:lnTo>
                    <a:pt x="3864826" y="2202992"/>
                  </a:lnTo>
                  <a:lnTo>
                    <a:pt x="3863708" y="2202535"/>
                  </a:lnTo>
                  <a:lnTo>
                    <a:pt x="3861079" y="2202535"/>
                  </a:lnTo>
                  <a:lnTo>
                    <a:pt x="3859949" y="2202992"/>
                  </a:lnTo>
                  <a:lnTo>
                    <a:pt x="3858095" y="2204859"/>
                  </a:lnTo>
                  <a:lnTo>
                    <a:pt x="3857625" y="2205977"/>
                  </a:lnTo>
                  <a:lnTo>
                    <a:pt x="3857625" y="2208606"/>
                  </a:lnTo>
                  <a:lnTo>
                    <a:pt x="3858095" y="2209736"/>
                  </a:lnTo>
                  <a:lnTo>
                    <a:pt x="3859949" y="2211590"/>
                  </a:lnTo>
                  <a:lnTo>
                    <a:pt x="3861079" y="2212060"/>
                  </a:lnTo>
                  <a:lnTo>
                    <a:pt x="3863708" y="2212060"/>
                  </a:lnTo>
                  <a:lnTo>
                    <a:pt x="3864826" y="2211590"/>
                  </a:lnTo>
                  <a:lnTo>
                    <a:pt x="3866692" y="2209736"/>
                  </a:lnTo>
                  <a:lnTo>
                    <a:pt x="3867150" y="2208606"/>
                  </a:lnTo>
                  <a:lnTo>
                    <a:pt x="3867150" y="2205977"/>
                  </a:lnTo>
                  <a:close/>
                </a:path>
                <a:path w="4533900" h="2762885">
                  <a:moveTo>
                    <a:pt x="3867150" y="1655343"/>
                  </a:moveTo>
                  <a:lnTo>
                    <a:pt x="3866692" y="1654225"/>
                  </a:lnTo>
                  <a:lnTo>
                    <a:pt x="3864826" y="1652358"/>
                  </a:lnTo>
                  <a:lnTo>
                    <a:pt x="3863708" y="1651901"/>
                  </a:lnTo>
                  <a:lnTo>
                    <a:pt x="3861079" y="1651901"/>
                  </a:lnTo>
                  <a:lnTo>
                    <a:pt x="3859949" y="1652358"/>
                  </a:lnTo>
                  <a:lnTo>
                    <a:pt x="3858095" y="1654225"/>
                  </a:lnTo>
                  <a:lnTo>
                    <a:pt x="3857625" y="1655343"/>
                  </a:lnTo>
                  <a:lnTo>
                    <a:pt x="3857625" y="1657972"/>
                  </a:lnTo>
                  <a:lnTo>
                    <a:pt x="3858095" y="1659102"/>
                  </a:lnTo>
                  <a:lnTo>
                    <a:pt x="3859949" y="1660956"/>
                  </a:lnTo>
                  <a:lnTo>
                    <a:pt x="3861079" y="1661426"/>
                  </a:lnTo>
                  <a:lnTo>
                    <a:pt x="3863708" y="1661426"/>
                  </a:lnTo>
                  <a:lnTo>
                    <a:pt x="3864826" y="1660956"/>
                  </a:lnTo>
                  <a:lnTo>
                    <a:pt x="3866692" y="1659102"/>
                  </a:lnTo>
                  <a:lnTo>
                    <a:pt x="3867150" y="1657972"/>
                  </a:lnTo>
                  <a:lnTo>
                    <a:pt x="3867150" y="1655343"/>
                  </a:lnTo>
                  <a:close/>
                </a:path>
                <a:path w="4533900" h="2762885">
                  <a:moveTo>
                    <a:pt x="3867150" y="1104709"/>
                  </a:moveTo>
                  <a:lnTo>
                    <a:pt x="3866692" y="1103591"/>
                  </a:lnTo>
                  <a:lnTo>
                    <a:pt x="3864826" y="1101737"/>
                  </a:lnTo>
                  <a:lnTo>
                    <a:pt x="3863708" y="1101267"/>
                  </a:lnTo>
                  <a:lnTo>
                    <a:pt x="3861079" y="1101267"/>
                  </a:lnTo>
                  <a:lnTo>
                    <a:pt x="3859949" y="1101737"/>
                  </a:lnTo>
                  <a:lnTo>
                    <a:pt x="3858095" y="1103591"/>
                  </a:lnTo>
                  <a:lnTo>
                    <a:pt x="3857625" y="1104709"/>
                  </a:lnTo>
                  <a:lnTo>
                    <a:pt x="3857625" y="1107351"/>
                  </a:lnTo>
                  <a:lnTo>
                    <a:pt x="3858095" y="1108468"/>
                  </a:lnTo>
                  <a:lnTo>
                    <a:pt x="3859949" y="1110322"/>
                  </a:lnTo>
                  <a:lnTo>
                    <a:pt x="3861079" y="1110792"/>
                  </a:lnTo>
                  <a:lnTo>
                    <a:pt x="3863708" y="1110792"/>
                  </a:lnTo>
                  <a:lnTo>
                    <a:pt x="3864826" y="1110322"/>
                  </a:lnTo>
                  <a:lnTo>
                    <a:pt x="3866692" y="1108468"/>
                  </a:lnTo>
                  <a:lnTo>
                    <a:pt x="3867150" y="1107351"/>
                  </a:lnTo>
                  <a:lnTo>
                    <a:pt x="3867150" y="1104709"/>
                  </a:lnTo>
                  <a:close/>
                </a:path>
                <a:path w="4533900" h="2762885">
                  <a:moveTo>
                    <a:pt x="3867150" y="554088"/>
                  </a:moveTo>
                  <a:lnTo>
                    <a:pt x="3866692" y="552958"/>
                  </a:lnTo>
                  <a:lnTo>
                    <a:pt x="3864826" y="551103"/>
                  </a:lnTo>
                  <a:lnTo>
                    <a:pt x="3863708" y="550633"/>
                  </a:lnTo>
                  <a:lnTo>
                    <a:pt x="3861079" y="550633"/>
                  </a:lnTo>
                  <a:lnTo>
                    <a:pt x="3859949" y="551103"/>
                  </a:lnTo>
                  <a:lnTo>
                    <a:pt x="3858095" y="552958"/>
                  </a:lnTo>
                  <a:lnTo>
                    <a:pt x="3857625" y="554088"/>
                  </a:lnTo>
                  <a:lnTo>
                    <a:pt x="3857625" y="556717"/>
                  </a:lnTo>
                  <a:lnTo>
                    <a:pt x="3858095" y="557834"/>
                  </a:lnTo>
                  <a:lnTo>
                    <a:pt x="3859949" y="559701"/>
                  </a:lnTo>
                  <a:lnTo>
                    <a:pt x="3861079" y="560158"/>
                  </a:lnTo>
                  <a:lnTo>
                    <a:pt x="3863708" y="560158"/>
                  </a:lnTo>
                  <a:lnTo>
                    <a:pt x="3864826" y="559701"/>
                  </a:lnTo>
                  <a:lnTo>
                    <a:pt x="3866692" y="557834"/>
                  </a:lnTo>
                  <a:lnTo>
                    <a:pt x="3867150" y="556717"/>
                  </a:lnTo>
                  <a:lnTo>
                    <a:pt x="3867150" y="554088"/>
                  </a:lnTo>
                  <a:close/>
                </a:path>
                <a:path w="4533900" h="2762885">
                  <a:moveTo>
                    <a:pt x="3867150" y="3454"/>
                  </a:moveTo>
                  <a:lnTo>
                    <a:pt x="3866692" y="2324"/>
                  </a:lnTo>
                  <a:lnTo>
                    <a:pt x="3864826" y="469"/>
                  </a:lnTo>
                  <a:lnTo>
                    <a:pt x="3863708" y="0"/>
                  </a:lnTo>
                  <a:lnTo>
                    <a:pt x="3861079" y="0"/>
                  </a:lnTo>
                  <a:lnTo>
                    <a:pt x="3859949" y="469"/>
                  </a:lnTo>
                  <a:lnTo>
                    <a:pt x="3858095" y="2324"/>
                  </a:lnTo>
                  <a:lnTo>
                    <a:pt x="3857625" y="3454"/>
                  </a:lnTo>
                  <a:lnTo>
                    <a:pt x="3857625" y="6083"/>
                  </a:lnTo>
                  <a:lnTo>
                    <a:pt x="3858095" y="7200"/>
                  </a:lnTo>
                  <a:lnTo>
                    <a:pt x="3859949" y="9067"/>
                  </a:lnTo>
                  <a:lnTo>
                    <a:pt x="3861079" y="9525"/>
                  </a:lnTo>
                  <a:lnTo>
                    <a:pt x="3863708" y="9525"/>
                  </a:lnTo>
                  <a:lnTo>
                    <a:pt x="3864826" y="9067"/>
                  </a:lnTo>
                  <a:lnTo>
                    <a:pt x="3866692" y="7200"/>
                  </a:lnTo>
                  <a:lnTo>
                    <a:pt x="3867150" y="6083"/>
                  </a:lnTo>
                  <a:lnTo>
                    <a:pt x="3867150" y="3454"/>
                  </a:lnTo>
                  <a:close/>
                </a:path>
                <a:path w="4533900" h="2762885">
                  <a:moveTo>
                    <a:pt x="3914775" y="2756611"/>
                  </a:moveTo>
                  <a:lnTo>
                    <a:pt x="3914317" y="2755493"/>
                  </a:lnTo>
                  <a:lnTo>
                    <a:pt x="3912451" y="2753626"/>
                  </a:lnTo>
                  <a:lnTo>
                    <a:pt x="3911333" y="2753156"/>
                  </a:lnTo>
                  <a:lnTo>
                    <a:pt x="3908704" y="2753156"/>
                  </a:lnTo>
                  <a:lnTo>
                    <a:pt x="3907574" y="2753626"/>
                  </a:lnTo>
                  <a:lnTo>
                    <a:pt x="3905720" y="2755493"/>
                  </a:lnTo>
                  <a:lnTo>
                    <a:pt x="3905250" y="2756611"/>
                  </a:lnTo>
                  <a:lnTo>
                    <a:pt x="3905250" y="2759240"/>
                  </a:lnTo>
                  <a:lnTo>
                    <a:pt x="3905720" y="2760357"/>
                  </a:lnTo>
                  <a:lnTo>
                    <a:pt x="3907574" y="2762224"/>
                  </a:lnTo>
                  <a:lnTo>
                    <a:pt x="3908704" y="2762681"/>
                  </a:lnTo>
                  <a:lnTo>
                    <a:pt x="3911333" y="2762681"/>
                  </a:lnTo>
                  <a:lnTo>
                    <a:pt x="3912451" y="2762224"/>
                  </a:lnTo>
                  <a:lnTo>
                    <a:pt x="3914317" y="2760357"/>
                  </a:lnTo>
                  <a:lnTo>
                    <a:pt x="3914775" y="2759240"/>
                  </a:lnTo>
                  <a:lnTo>
                    <a:pt x="3914775" y="2756611"/>
                  </a:lnTo>
                  <a:close/>
                </a:path>
                <a:path w="4533900" h="2762885">
                  <a:moveTo>
                    <a:pt x="3914775" y="2205977"/>
                  </a:moveTo>
                  <a:lnTo>
                    <a:pt x="3914317" y="2204859"/>
                  </a:lnTo>
                  <a:lnTo>
                    <a:pt x="3912451" y="2202992"/>
                  </a:lnTo>
                  <a:lnTo>
                    <a:pt x="3911333" y="2202535"/>
                  </a:lnTo>
                  <a:lnTo>
                    <a:pt x="3908704" y="2202535"/>
                  </a:lnTo>
                  <a:lnTo>
                    <a:pt x="3907574" y="2202992"/>
                  </a:lnTo>
                  <a:lnTo>
                    <a:pt x="3905720" y="2204859"/>
                  </a:lnTo>
                  <a:lnTo>
                    <a:pt x="3905250" y="2205977"/>
                  </a:lnTo>
                  <a:lnTo>
                    <a:pt x="3905250" y="2208606"/>
                  </a:lnTo>
                  <a:lnTo>
                    <a:pt x="3905720" y="2209736"/>
                  </a:lnTo>
                  <a:lnTo>
                    <a:pt x="3907574" y="2211590"/>
                  </a:lnTo>
                  <a:lnTo>
                    <a:pt x="3908704" y="2212060"/>
                  </a:lnTo>
                  <a:lnTo>
                    <a:pt x="3911333" y="2212060"/>
                  </a:lnTo>
                  <a:lnTo>
                    <a:pt x="3912451" y="2211590"/>
                  </a:lnTo>
                  <a:lnTo>
                    <a:pt x="3914317" y="2209736"/>
                  </a:lnTo>
                  <a:lnTo>
                    <a:pt x="3914775" y="2208606"/>
                  </a:lnTo>
                  <a:lnTo>
                    <a:pt x="3914775" y="2205977"/>
                  </a:lnTo>
                  <a:close/>
                </a:path>
                <a:path w="4533900" h="2762885">
                  <a:moveTo>
                    <a:pt x="3914775" y="1655343"/>
                  </a:moveTo>
                  <a:lnTo>
                    <a:pt x="3914317" y="1654225"/>
                  </a:lnTo>
                  <a:lnTo>
                    <a:pt x="3912451" y="1652358"/>
                  </a:lnTo>
                  <a:lnTo>
                    <a:pt x="3911333" y="1651901"/>
                  </a:lnTo>
                  <a:lnTo>
                    <a:pt x="3908704" y="1651901"/>
                  </a:lnTo>
                  <a:lnTo>
                    <a:pt x="3907574" y="1652358"/>
                  </a:lnTo>
                  <a:lnTo>
                    <a:pt x="3905720" y="1654225"/>
                  </a:lnTo>
                  <a:lnTo>
                    <a:pt x="3905250" y="1655343"/>
                  </a:lnTo>
                  <a:lnTo>
                    <a:pt x="3905250" y="1657972"/>
                  </a:lnTo>
                  <a:lnTo>
                    <a:pt x="3905720" y="1659102"/>
                  </a:lnTo>
                  <a:lnTo>
                    <a:pt x="3907574" y="1660956"/>
                  </a:lnTo>
                  <a:lnTo>
                    <a:pt x="3908704" y="1661426"/>
                  </a:lnTo>
                  <a:lnTo>
                    <a:pt x="3911333" y="1661426"/>
                  </a:lnTo>
                  <a:lnTo>
                    <a:pt x="3912451" y="1660956"/>
                  </a:lnTo>
                  <a:lnTo>
                    <a:pt x="3914317" y="1659102"/>
                  </a:lnTo>
                  <a:lnTo>
                    <a:pt x="3914775" y="1657972"/>
                  </a:lnTo>
                  <a:lnTo>
                    <a:pt x="3914775" y="1655343"/>
                  </a:lnTo>
                  <a:close/>
                </a:path>
                <a:path w="4533900" h="2762885">
                  <a:moveTo>
                    <a:pt x="3914775" y="1104709"/>
                  </a:moveTo>
                  <a:lnTo>
                    <a:pt x="3914317" y="1103591"/>
                  </a:lnTo>
                  <a:lnTo>
                    <a:pt x="3912451" y="1101737"/>
                  </a:lnTo>
                  <a:lnTo>
                    <a:pt x="3911333" y="1101267"/>
                  </a:lnTo>
                  <a:lnTo>
                    <a:pt x="3908704" y="1101267"/>
                  </a:lnTo>
                  <a:lnTo>
                    <a:pt x="3907574" y="1101737"/>
                  </a:lnTo>
                  <a:lnTo>
                    <a:pt x="3905720" y="1103591"/>
                  </a:lnTo>
                  <a:lnTo>
                    <a:pt x="3905250" y="1104709"/>
                  </a:lnTo>
                  <a:lnTo>
                    <a:pt x="3905250" y="1107351"/>
                  </a:lnTo>
                  <a:lnTo>
                    <a:pt x="3905720" y="1108468"/>
                  </a:lnTo>
                  <a:lnTo>
                    <a:pt x="3907574" y="1110322"/>
                  </a:lnTo>
                  <a:lnTo>
                    <a:pt x="3908704" y="1110792"/>
                  </a:lnTo>
                  <a:lnTo>
                    <a:pt x="3911333" y="1110792"/>
                  </a:lnTo>
                  <a:lnTo>
                    <a:pt x="3912451" y="1110322"/>
                  </a:lnTo>
                  <a:lnTo>
                    <a:pt x="3914317" y="1108468"/>
                  </a:lnTo>
                  <a:lnTo>
                    <a:pt x="3914775" y="1107351"/>
                  </a:lnTo>
                  <a:lnTo>
                    <a:pt x="3914775" y="1104709"/>
                  </a:lnTo>
                  <a:close/>
                </a:path>
                <a:path w="4533900" h="2762885">
                  <a:moveTo>
                    <a:pt x="3914775" y="554088"/>
                  </a:moveTo>
                  <a:lnTo>
                    <a:pt x="3914317" y="552958"/>
                  </a:lnTo>
                  <a:lnTo>
                    <a:pt x="3912451" y="551103"/>
                  </a:lnTo>
                  <a:lnTo>
                    <a:pt x="3911333" y="550633"/>
                  </a:lnTo>
                  <a:lnTo>
                    <a:pt x="3908704" y="550633"/>
                  </a:lnTo>
                  <a:lnTo>
                    <a:pt x="3907574" y="551103"/>
                  </a:lnTo>
                  <a:lnTo>
                    <a:pt x="3905720" y="552958"/>
                  </a:lnTo>
                  <a:lnTo>
                    <a:pt x="3905250" y="554088"/>
                  </a:lnTo>
                  <a:lnTo>
                    <a:pt x="3905250" y="556717"/>
                  </a:lnTo>
                  <a:lnTo>
                    <a:pt x="3905720" y="557834"/>
                  </a:lnTo>
                  <a:lnTo>
                    <a:pt x="3907574" y="559701"/>
                  </a:lnTo>
                  <a:lnTo>
                    <a:pt x="3908704" y="560158"/>
                  </a:lnTo>
                  <a:lnTo>
                    <a:pt x="3911333" y="560158"/>
                  </a:lnTo>
                  <a:lnTo>
                    <a:pt x="3912451" y="559701"/>
                  </a:lnTo>
                  <a:lnTo>
                    <a:pt x="3914317" y="557834"/>
                  </a:lnTo>
                  <a:lnTo>
                    <a:pt x="3914775" y="556717"/>
                  </a:lnTo>
                  <a:lnTo>
                    <a:pt x="3914775" y="554088"/>
                  </a:lnTo>
                  <a:close/>
                </a:path>
                <a:path w="4533900" h="2762885">
                  <a:moveTo>
                    <a:pt x="3914775" y="3454"/>
                  </a:moveTo>
                  <a:lnTo>
                    <a:pt x="3914317" y="2324"/>
                  </a:lnTo>
                  <a:lnTo>
                    <a:pt x="3912451" y="469"/>
                  </a:lnTo>
                  <a:lnTo>
                    <a:pt x="3911333" y="0"/>
                  </a:lnTo>
                  <a:lnTo>
                    <a:pt x="3908704" y="0"/>
                  </a:lnTo>
                  <a:lnTo>
                    <a:pt x="3907574" y="469"/>
                  </a:lnTo>
                  <a:lnTo>
                    <a:pt x="3905720" y="2324"/>
                  </a:lnTo>
                  <a:lnTo>
                    <a:pt x="3905250" y="3454"/>
                  </a:lnTo>
                  <a:lnTo>
                    <a:pt x="3905250" y="6083"/>
                  </a:lnTo>
                  <a:lnTo>
                    <a:pt x="3905720" y="7200"/>
                  </a:lnTo>
                  <a:lnTo>
                    <a:pt x="3907574" y="9067"/>
                  </a:lnTo>
                  <a:lnTo>
                    <a:pt x="3908704" y="9525"/>
                  </a:lnTo>
                  <a:lnTo>
                    <a:pt x="3911333" y="9525"/>
                  </a:lnTo>
                  <a:lnTo>
                    <a:pt x="3912451" y="9067"/>
                  </a:lnTo>
                  <a:lnTo>
                    <a:pt x="3914317" y="7200"/>
                  </a:lnTo>
                  <a:lnTo>
                    <a:pt x="3914775" y="6083"/>
                  </a:lnTo>
                  <a:lnTo>
                    <a:pt x="3914775" y="3454"/>
                  </a:lnTo>
                  <a:close/>
                </a:path>
                <a:path w="4533900" h="2762885">
                  <a:moveTo>
                    <a:pt x="3962400" y="2756611"/>
                  </a:moveTo>
                  <a:lnTo>
                    <a:pt x="3961942" y="2755493"/>
                  </a:lnTo>
                  <a:lnTo>
                    <a:pt x="3960076" y="2753626"/>
                  </a:lnTo>
                  <a:lnTo>
                    <a:pt x="3958958" y="2753156"/>
                  </a:lnTo>
                  <a:lnTo>
                    <a:pt x="3956329" y="2753156"/>
                  </a:lnTo>
                  <a:lnTo>
                    <a:pt x="3955211" y="2753626"/>
                  </a:lnTo>
                  <a:lnTo>
                    <a:pt x="3953345" y="2755493"/>
                  </a:lnTo>
                  <a:lnTo>
                    <a:pt x="3952875" y="2756611"/>
                  </a:lnTo>
                  <a:lnTo>
                    <a:pt x="3952875" y="2759240"/>
                  </a:lnTo>
                  <a:lnTo>
                    <a:pt x="3953345" y="2760357"/>
                  </a:lnTo>
                  <a:lnTo>
                    <a:pt x="3955211" y="2762224"/>
                  </a:lnTo>
                  <a:lnTo>
                    <a:pt x="3956329" y="2762681"/>
                  </a:lnTo>
                  <a:lnTo>
                    <a:pt x="3958958" y="2762681"/>
                  </a:lnTo>
                  <a:lnTo>
                    <a:pt x="3960076" y="2762224"/>
                  </a:lnTo>
                  <a:lnTo>
                    <a:pt x="3961942" y="2760357"/>
                  </a:lnTo>
                  <a:lnTo>
                    <a:pt x="3962400" y="2759240"/>
                  </a:lnTo>
                  <a:lnTo>
                    <a:pt x="3962400" y="2756611"/>
                  </a:lnTo>
                  <a:close/>
                </a:path>
                <a:path w="4533900" h="2762885">
                  <a:moveTo>
                    <a:pt x="3962400" y="2205977"/>
                  </a:moveTo>
                  <a:lnTo>
                    <a:pt x="3961942" y="2204859"/>
                  </a:lnTo>
                  <a:lnTo>
                    <a:pt x="3960076" y="2202992"/>
                  </a:lnTo>
                  <a:lnTo>
                    <a:pt x="3958958" y="2202535"/>
                  </a:lnTo>
                  <a:lnTo>
                    <a:pt x="3956329" y="2202535"/>
                  </a:lnTo>
                  <a:lnTo>
                    <a:pt x="3955211" y="2202992"/>
                  </a:lnTo>
                  <a:lnTo>
                    <a:pt x="3953345" y="2204859"/>
                  </a:lnTo>
                  <a:lnTo>
                    <a:pt x="3952875" y="2205977"/>
                  </a:lnTo>
                  <a:lnTo>
                    <a:pt x="3952875" y="2208606"/>
                  </a:lnTo>
                  <a:lnTo>
                    <a:pt x="3953345" y="2209736"/>
                  </a:lnTo>
                  <a:lnTo>
                    <a:pt x="3955211" y="2211590"/>
                  </a:lnTo>
                  <a:lnTo>
                    <a:pt x="3956329" y="2212060"/>
                  </a:lnTo>
                  <a:lnTo>
                    <a:pt x="3958958" y="2212060"/>
                  </a:lnTo>
                  <a:lnTo>
                    <a:pt x="3960076" y="2211590"/>
                  </a:lnTo>
                  <a:lnTo>
                    <a:pt x="3961942" y="2209736"/>
                  </a:lnTo>
                  <a:lnTo>
                    <a:pt x="3962400" y="2208606"/>
                  </a:lnTo>
                  <a:lnTo>
                    <a:pt x="3962400" y="2205977"/>
                  </a:lnTo>
                  <a:close/>
                </a:path>
                <a:path w="4533900" h="2762885">
                  <a:moveTo>
                    <a:pt x="3962400" y="1655343"/>
                  </a:moveTo>
                  <a:lnTo>
                    <a:pt x="3961942" y="1654225"/>
                  </a:lnTo>
                  <a:lnTo>
                    <a:pt x="3960076" y="1652358"/>
                  </a:lnTo>
                  <a:lnTo>
                    <a:pt x="3958958" y="1651901"/>
                  </a:lnTo>
                  <a:lnTo>
                    <a:pt x="3956329" y="1651901"/>
                  </a:lnTo>
                  <a:lnTo>
                    <a:pt x="3955211" y="1652358"/>
                  </a:lnTo>
                  <a:lnTo>
                    <a:pt x="3953345" y="1654225"/>
                  </a:lnTo>
                  <a:lnTo>
                    <a:pt x="3952875" y="1655343"/>
                  </a:lnTo>
                  <a:lnTo>
                    <a:pt x="3952875" y="1657972"/>
                  </a:lnTo>
                  <a:lnTo>
                    <a:pt x="3953345" y="1659102"/>
                  </a:lnTo>
                  <a:lnTo>
                    <a:pt x="3955211" y="1660956"/>
                  </a:lnTo>
                  <a:lnTo>
                    <a:pt x="3956329" y="1661426"/>
                  </a:lnTo>
                  <a:lnTo>
                    <a:pt x="3958958" y="1661426"/>
                  </a:lnTo>
                  <a:lnTo>
                    <a:pt x="3960076" y="1660956"/>
                  </a:lnTo>
                  <a:lnTo>
                    <a:pt x="3961942" y="1659102"/>
                  </a:lnTo>
                  <a:lnTo>
                    <a:pt x="3962400" y="1657972"/>
                  </a:lnTo>
                  <a:lnTo>
                    <a:pt x="3962400" y="1655343"/>
                  </a:lnTo>
                  <a:close/>
                </a:path>
                <a:path w="4533900" h="2762885">
                  <a:moveTo>
                    <a:pt x="3962400" y="1104709"/>
                  </a:moveTo>
                  <a:lnTo>
                    <a:pt x="3961942" y="1103591"/>
                  </a:lnTo>
                  <a:lnTo>
                    <a:pt x="3960076" y="1101737"/>
                  </a:lnTo>
                  <a:lnTo>
                    <a:pt x="3958958" y="1101267"/>
                  </a:lnTo>
                  <a:lnTo>
                    <a:pt x="3956329" y="1101267"/>
                  </a:lnTo>
                  <a:lnTo>
                    <a:pt x="3955211" y="1101737"/>
                  </a:lnTo>
                  <a:lnTo>
                    <a:pt x="3953345" y="1103591"/>
                  </a:lnTo>
                  <a:lnTo>
                    <a:pt x="3952875" y="1104709"/>
                  </a:lnTo>
                  <a:lnTo>
                    <a:pt x="3952875" y="1107351"/>
                  </a:lnTo>
                  <a:lnTo>
                    <a:pt x="3953345" y="1108468"/>
                  </a:lnTo>
                  <a:lnTo>
                    <a:pt x="3955211" y="1110322"/>
                  </a:lnTo>
                  <a:lnTo>
                    <a:pt x="3956329" y="1110792"/>
                  </a:lnTo>
                  <a:lnTo>
                    <a:pt x="3958958" y="1110792"/>
                  </a:lnTo>
                  <a:lnTo>
                    <a:pt x="3960076" y="1110322"/>
                  </a:lnTo>
                  <a:lnTo>
                    <a:pt x="3961942" y="1108468"/>
                  </a:lnTo>
                  <a:lnTo>
                    <a:pt x="3962400" y="1107351"/>
                  </a:lnTo>
                  <a:lnTo>
                    <a:pt x="3962400" y="1104709"/>
                  </a:lnTo>
                  <a:close/>
                </a:path>
                <a:path w="4533900" h="2762885">
                  <a:moveTo>
                    <a:pt x="3962400" y="554088"/>
                  </a:moveTo>
                  <a:lnTo>
                    <a:pt x="3961942" y="552958"/>
                  </a:lnTo>
                  <a:lnTo>
                    <a:pt x="3960076" y="551103"/>
                  </a:lnTo>
                  <a:lnTo>
                    <a:pt x="3958958" y="550633"/>
                  </a:lnTo>
                  <a:lnTo>
                    <a:pt x="3956329" y="550633"/>
                  </a:lnTo>
                  <a:lnTo>
                    <a:pt x="3955211" y="551103"/>
                  </a:lnTo>
                  <a:lnTo>
                    <a:pt x="3953345" y="552958"/>
                  </a:lnTo>
                  <a:lnTo>
                    <a:pt x="3952875" y="554088"/>
                  </a:lnTo>
                  <a:lnTo>
                    <a:pt x="3952875" y="556717"/>
                  </a:lnTo>
                  <a:lnTo>
                    <a:pt x="3953345" y="557834"/>
                  </a:lnTo>
                  <a:lnTo>
                    <a:pt x="3955211" y="559701"/>
                  </a:lnTo>
                  <a:lnTo>
                    <a:pt x="3956329" y="560158"/>
                  </a:lnTo>
                  <a:lnTo>
                    <a:pt x="3958958" y="560158"/>
                  </a:lnTo>
                  <a:lnTo>
                    <a:pt x="3960076" y="559701"/>
                  </a:lnTo>
                  <a:lnTo>
                    <a:pt x="3961942" y="557834"/>
                  </a:lnTo>
                  <a:lnTo>
                    <a:pt x="3962400" y="556717"/>
                  </a:lnTo>
                  <a:lnTo>
                    <a:pt x="3962400" y="554088"/>
                  </a:lnTo>
                  <a:close/>
                </a:path>
                <a:path w="4533900" h="2762885">
                  <a:moveTo>
                    <a:pt x="3962400" y="3454"/>
                  </a:moveTo>
                  <a:lnTo>
                    <a:pt x="3961942" y="2324"/>
                  </a:lnTo>
                  <a:lnTo>
                    <a:pt x="3960076" y="469"/>
                  </a:lnTo>
                  <a:lnTo>
                    <a:pt x="3958958" y="0"/>
                  </a:lnTo>
                  <a:lnTo>
                    <a:pt x="3956329" y="0"/>
                  </a:lnTo>
                  <a:lnTo>
                    <a:pt x="3955211" y="469"/>
                  </a:lnTo>
                  <a:lnTo>
                    <a:pt x="3953345" y="2324"/>
                  </a:lnTo>
                  <a:lnTo>
                    <a:pt x="3952875" y="3454"/>
                  </a:lnTo>
                  <a:lnTo>
                    <a:pt x="3952875" y="6083"/>
                  </a:lnTo>
                  <a:lnTo>
                    <a:pt x="3953345" y="7200"/>
                  </a:lnTo>
                  <a:lnTo>
                    <a:pt x="3955211" y="9067"/>
                  </a:lnTo>
                  <a:lnTo>
                    <a:pt x="3956329" y="9525"/>
                  </a:lnTo>
                  <a:lnTo>
                    <a:pt x="3958958" y="9525"/>
                  </a:lnTo>
                  <a:lnTo>
                    <a:pt x="3960076" y="9067"/>
                  </a:lnTo>
                  <a:lnTo>
                    <a:pt x="3961942" y="7200"/>
                  </a:lnTo>
                  <a:lnTo>
                    <a:pt x="3962400" y="6083"/>
                  </a:lnTo>
                  <a:lnTo>
                    <a:pt x="3962400" y="3454"/>
                  </a:lnTo>
                  <a:close/>
                </a:path>
                <a:path w="4533900" h="2762885">
                  <a:moveTo>
                    <a:pt x="4010025" y="2756611"/>
                  </a:moveTo>
                  <a:lnTo>
                    <a:pt x="4009567" y="2755493"/>
                  </a:lnTo>
                  <a:lnTo>
                    <a:pt x="4007701" y="2753626"/>
                  </a:lnTo>
                  <a:lnTo>
                    <a:pt x="4006583" y="2753156"/>
                  </a:lnTo>
                  <a:lnTo>
                    <a:pt x="4003954" y="2753156"/>
                  </a:lnTo>
                  <a:lnTo>
                    <a:pt x="4002836" y="2753626"/>
                  </a:lnTo>
                  <a:lnTo>
                    <a:pt x="4000970" y="2755493"/>
                  </a:lnTo>
                  <a:lnTo>
                    <a:pt x="4000500" y="2756611"/>
                  </a:lnTo>
                  <a:lnTo>
                    <a:pt x="4000500" y="2759240"/>
                  </a:lnTo>
                  <a:lnTo>
                    <a:pt x="4000970" y="2760357"/>
                  </a:lnTo>
                  <a:lnTo>
                    <a:pt x="4002836" y="2762224"/>
                  </a:lnTo>
                  <a:lnTo>
                    <a:pt x="4003954" y="2762681"/>
                  </a:lnTo>
                  <a:lnTo>
                    <a:pt x="4006583" y="2762681"/>
                  </a:lnTo>
                  <a:lnTo>
                    <a:pt x="4007701" y="2762224"/>
                  </a:lnTo>
                  <a:lnTo>
                    <a:pt x="4009567" y="2760357"/>
                  </a:lnTo>
                  <a:lnTo>
                    <a:pt x="4010025" y="2759240"/>
                  </a:lnTo>
                  <a:lnTo>
                    <a:pt x="4010025" y="2756611"/>
                  </a:lnTo>
                  <a:close/>
                </a:path>
                <a:path w="4533900" h="2762885">
                  <a:moveTo>
                    <a:pt x="4010025" y="2205977"/>
                  </a:moveTo>
                  <a:lnTo>
                    <a:pt x="4009567" y="2204859"/>
                  </a:lnTo>
                  <a:lnTo>
                    <a:pt x="4007701" y="2202992"/>
                  </a:lnTo>
                  <a:lnTo>
                    <a:pt x="4006583" y="2202535"/>
                  </a:lnTo>
                  <a:lnTo>
                    <a:pt x="4003954" y="2202535"/>
                  </a:lnTo>
                  <a:lnTo>
                    <a:pt x="4002836" y="2202992"/>
                  </a:lnTo>
                  <a:lnTo>
                    <a:pt x="4000970" y="2204859"/>
                  </a:lnTo>
                  <a:lnTo>
                    <a:pt x="4000500" y="2205977"/>
                  </a:lnTo>
                  <a:lnTo>
                    <a:pt x="4000500" y="2208606"/>
                  </a:lnTo>
                  <a:lnTo>
                    <a:pt x="4000970" y="2209736"/>
                  </a:lnTo>
                  <a:lnTo>
                    <a:pt x="4002836" y="2211590"/>
                  </a:lnTo>
                  <a:lnTo>
                    <a:pt x="4003954" y="2212060"/>
                  </a:lnTo>
                  <a:lnTo>
                    <a:pt x="4006583" y="2212060"/>
                  </a:lnTo>
                  <a:lnTo>
                    <a:pt x="4007701" y="2211590"/>
                  </a:lnTo>
                  <a:lnTo>
                    <a:pt x="4009567" y="2209736"/>
                  </a:lnTo>
                  <a:lnTo>
                    <a:pt x="4010025" y="2208606"/>
                  </a:lnTo>
                  <a:lnTo>
                    <a:pt x="4010025" y="2205977"/>
                  </a:lnTo>
                  <a:close/>
                </a:path>
                <a:path w="4533900" h="2762885">
                  <a:moveTo>
                    <a:pt x="4010025" y="1655343"/>
                  </a:moveTo>
                  <a:lnTo>
                    <a:pt x="4009567" y="1654225"/>
                  </a:lnTo>
                  <a:lnTo>
                    <a:pt x="4007701" y="1652358"/>
                  </a:lnTo>
                  <a:lnTo>
                    <a:pt x="4006583" y="1651901"/>
                  </a:lnTo>
                  <a:lnTo>
                    <a:pt x="4003954" y="1651901"/>
                  </a:lnTo>
                  <a:lnTo>
                    <a:pt x="4002836" y="1652358"/>
                  </a:lnTo>
                  <a:lnTo>
                    <a:pt x="4000970" y="1654225"/>
                  </a:lnTo>
                  <a:lnTo>
                    <a:pt x="4000500" y="1655343"/>
                  </a:lnTo>
                  <a:lnTo>
                    <a:pt x="4000500" y="1657972"/>
                  </a:lnTo>
                  <a:lnTo>
                    <a:pt x="4000970" y="1659102"/>
                  </a:lnTo>
                  <a:lnTo>
                    <a:pt x="4002836" y="1660956"/>
                  </a:lnTo>
                  <a:lnTo>
                    <a:pt x="4003954" y="1661426"/>
                  </a:lnTo>
                  <a:lnTo>
                    <a:pt x="4006583" y="1661426"/>
                  </a:lnTo>
                  <a:lnTo>
                    <a:pt x="4007701" y="1660956"/>
                  </a:lnTo>
                  <a:lnTo>
                    <a:pt x="4009567" y="1659102"/>
                  </a:lnTo>
                  <a:lnTo>
                    <a:pt x="4010025" y="1657972"/>
                  </a:lnTo>
                  <a:lnTo>
                    <a:pt x="4010025" y="1655343"/>
                  </a:lnTo>
                  <a:close/>
                </a:path>
                <a:path w="4533900" h="2762885">
                  <a:moveTo>
                    <a:pt x="4010025" y="1104709"/>
                  </a:moveTo>
                  <a:lnTo>
                    <a:pt x="4009567" y="1103591"/>
                  </a:lnTo>
                  <a:lnTo>
                    <a:pt x="4007701" y="1101737"/>
                  </a:lnTo>
                  <a:lnTo>
                    <a:pt x="4006583" y="1101267"/>
                  </a:lnTo>
                  <a:lnTo>
                    <a:pt x="4003954" y="1101267"/>
                  </a:lnTo>
                  <a:lnTo>
                    <a:pt x="4002836" y="1101737"/>
                  </a:lnTo>
                  <a:lnTo>
                    <a:pt x="4000970" y="1103591"/>
                  </a:lnTo>
                  <a:lnTo>
                    <a:pt x="4000500" y="1104709"/>
                  </a:lnTo>
                  <a:lnTo>
                    <a:pt x="4000500" y="1107351"/>
                  </a:lnTo>
                  <a:lnTo>
                    <a:pt x="4000970" y="1108468"/>
                  </a:lnTo>
                  <a:lnTo>
                    <a:pt x="4002836" y="1110322"/>
                  </a:lnTo>
                  <a:lnTo>
                    <a:pt x="4003954" y="1110792"/>
                  </a:lnTo>
                  <a:lnTo>
                    <a:pt x="4006583" y="1110792"/>
                  </a:lnTo>
                  <a:lnTo>
                    <a:pt x="4007701" y="1110322"/>
                  </a:lnTo>
                  <a:lnTo>
                    <a:pt x="4009567" y="1108468"/>
                  </a:lnTo>
                  <a:lnTo>
                    <a:pt x="4010025" y="1107351"/>
                  </a:lnTo>
                  <a:lnTo>
                    <a:pt x="4010025" y="1104709"/>
                  </a:lnTo>
                  <a:close/>
                </a:path>
                <a:path w="4533900" h="2762885">
                  <a:moveTo>
                    <a:pt x="4010025" y="554088"/>
                  </a:moveTo>
                  <a:lnTo>
                    <a:pt x="4009567" y="552958"/>
                  </a:lnTo>
                  <a:lnTo>
                    <a:pt x="4007701" y="551103"/>
                  </a:lnTo>
                  <a:lnTo>
                    <a:pt x="4006583" y="550633"/>
                  </a:lnTo>
                  <a:lnTo>
                    <a:pt x="4003954" y="550633"/>
                  </a:lnTo>
                  <a:lnTo>
                    <a:pt x="4002836" y="551103"/>
                  </a:lnTo>
                  <a:lnTo>
                    <a:pt x="4000970" y="552958"/>
                  </a:lnTo>
                  <a:lnTo>
                    <a:pt x="4000500" y="554088"/>
                  </a:lnTo>
                  <a:lnTo>
                    <a:pt x="4000500" y="556717"/>
                  </a:lnTo>
                  <a:lnTo>
                    <a:pt x="4000970" y="557834"/>
                  </a:lnTo>
                  <a:lnTo>
                    <a:pt x="4002836" y="559701"/>
                  </a:lnTo>
                  <a:lnTo>
                    <a:pt x="4003954" y="560158"/>
                  </a:lnTo>
                  <a:lnTo>
                    <a:pt x="4006583" y="560158"/>
                  </a:lnTo>
                  <a:lnTo>
                    <a:pt x="4007701" y="559701"/>
                  </a:lnTo>
                  <a:lnTo>
                    <a:pt x="4009567" y="557834"/>
                  </a:lnTo>
                  <a:lnTo>
                    <a:pt x="4010025" y="556717"/>
                  </a:lnTo>
                  <a:lnTo>
                    <a:pt x="4010025" y="554088"/>
                  </a:lnTo>
                  <a:close/>
                </a:path>
                <a:path w="4533900" h="2762885">
                  <a:moveTo>
                    <a:pt x="4010025" y="3454"/>
                  </a:moveTo>
                  <a:lnTo>
                    <a:pt x="4009567" y="2324"/>
                  </a:lnTo>
                  <a:lnTo>
                    <a:pt x="4007701" y="469"/>
                  </a:lnTo>
                  <a:lnTo>
                    <a:pt x="4006583" y="0"/>
                  </a:lnTo>
                  <a:lnTo>
                    <a:pt x="4003954" y="0"/>
                  </a:lnTo>
                  <a:lnTo>
                    <a:pt x="4002836" y="469"/>
                  </a:lnTo>
                  <a:lnTo>
                    <a:pt x="4000970" y="2324"/>
                  </a:lnTo>
                  <a:lnTo>
                    <a:pt x="4000500" y="3454"/>
                  </a:lnTo>
                  <a:lnTo>
                    <a:pt x="4000500" y="6083"/>
                  </a:lnTo>
                  <a:lnTo>
                    <a:pt x="4000970" y="7200"/>
                  </a:lnTo>
                  <a:lnTo>
                    <a:pt x="4002836" y="9067"/>
                  </a:lnTo>
                  <a:lnTo>
                    <a:pt x="4003954" y="9525"/>
                  </a:lnTo>
                  <a:lnTo>
                    <a:pt x="4006583" y="9525"/>
                  </a:lnTo>
                  <a:lnTo>
                    <a:pt x="4007701" y="9067"/>
                  </a:lnTo>
                  <a:lnTo>
                    <a:pt x="4009567" y="7200"/>
                  </a:lnTo>
                  <a:lnTo>
                    <a:pt x="4010025" y="6083"/>
                  </a:lnTo>
                  <a:lnTo>
                    <a:pt x="4010025" y="3454"/>
                  </a:lnTo>
                  <a:close/>
                </a:path>
                <a:path w="4533900" h="2762885">
                  <a:moveTo>
                    <a:pt x="4057650" y="2756611"/>
                  </a:moveTo>
                  <a:lnTo>
                    <a:pt x="4057192" y="2755493"/>
                  </a:lnTo>
                  <a:lnTo>
                    <a:pt x="4055326" y="2753626"/>
                  </a:lnTo>
                  <a:lnTo>
                    <a:pt x="4054208" y="2753156"/>
                  </a:lnTo>
                  <a:lnTo>
                    <a:pt x="4051579" y="2753156"/>
                  </a:lnTo>
                  <a:lnTo>
                    <a:pt x="4050461" y="2753626"/>
                  </a:lnTo>
                  <a:lnTo>
                    <a:pt x="4048595" y="2755493"/>
                  </a:lnTo>
                  <a:lnTo>
                    <a:pt x="4048125" y="2756611"/>
                  </a:lnTo>
                  <a:lnTo>
                    <a:pt x="4048125" y="2759240"/>
                  </a:lnTo>
                  <a:lnTo>
                    <a:pt x="4048595" y="2760357"/>
                  </a:lnTo>
                  <a:lnTo>
                    <a:pt x="4050461" y="2762224"/>
                  </a:lnTo>
                  <a:lnTo>
                    <a:pt x="4051579" y="2762681"/>
                  </a:lnTo>
                  <a:lnTo>
                    <a:pt x="4054208" y="2762681"/>
                  </a:lnTo>
                  <a:lnTo>
                    <a:pt x="4055326" y="2762224"/>
                  </a:lnTo>
                  <a:lnTo>
                    <a:pt x="4057192" y="2760357"/>
                  </a:lnTo>
                  <a:lnTo>
                    <a:pt x="4057650" y="2759240"/>
                  </a:lnTo>
                  <a:lnTo>
                    <a:pt x="4057650" y="2756611"/>
                  </a:lnTo>
                  <a:close/>
                </a:path>
                <a:path w="4533900" h="2762885">
                  <a:moveTo>
                    <a:pt x="4057650" y="2205977"/>
                  </a:moveTo>
                  <a:lnTo>
                    <a:pt x="4057192" y="2204859"/>
                  </a:lnTo>
                  <a:lnTo>
                    <a:pt x="4055326" y="2202992"/>
                  </a:lnTo>
                  <a:lnTo>
                    <a:pt x="4054208" y="2202535"/>
                  </a:lnTo>
                  <a:lnTo>
                    <a:pt x="4051579" y="2202535"/>
                  </a:lnTo>
                  <a:lnTo>
                    <a:pt x="4050461" y="2202992"/>
                  </a:lnTo>
                  <a:lnTo>
                    <a:pt x="4048595" y="2204859"/>
                  </a:lnTo>
                  <a:lnTo>
                    <a:pt x="4048125" y="2205977"/>
                  </a:lnTo>
                  <a:lnTo>
                    <a:pt x="4048125" y="2208606"/>
                  </a:lnTo>
                  <a:lnTo>
                    <a:pt x="4048595" y="2209736"/>
                  </a:lnTo>
                  <a:lnTo>
                    <a:pt x="4050461" y="2211590"/>
                  </a:lnTo>
                  <a:lnTo>
                    <a:pt x="4051579" y="2212060"/>
                  </a:lnTo>
                  <a:lnTo>
                    <a:pt x="4054208" y="2212060"/>
                  </a:lnTo>
                  <a:lnTo>
                    <a:pt x="4055326" y="2211590"/>
                  </a:lnTo>
                  <a:lnTo>
                    <a:pt x="4057192" y="2209736"/>
                  </a:lnTo>
                  <a:lnTo>
                    <a:pt x="4057650" y="2208606"/>
                  </a:lnTo>
                  <a:lnTo>
                    <a:pt x="4057650" y="2205977"/>
                  </a:lnTo>
                  <a:close/>
                </a:path>
                <a:path w="4533900" h="2762885">
                  <a:moveTo>
                    <a:pt x="4057650" y="1655343"/>
                  </a:moveTo>
                  <a:lnTo>
                    <a:pt x="4057192" y="1654225"/>
                  </a:lnTo>
                  <a:lnTo>
                    <a:pt x="4055326" y="1652358"/>
                  </a:lnTo>
                  <a:lnTo>
                    <a:pt x="4054208" y="1651901"/>
                  </a:lnTo>
                  <a:lnTo>
                    <a:pt x="4051579" y="1651901"/>
                  </a:lnTo>
                  <a:lnTo>
                    <a:pt x="4050461" y="1652358"/>
                  </a:lnTo>
                  <a:lnTo>
                    <a:pt x="4048595" y="1654225"/>
                  </a:lnTo>
                  <a:lnTo>
                    <a:pt x="4048125" y="1655343"/>
                  </a:lnTo>
                  <a:lnTo>
                    <a:pt x="4048125" y="1657972"/>
                  </a:lnTo>
                  <a:lnTo>
                    <a:pt x="4048595" y="1659102"/>
                  </a:lnTo>
                  <a:lnTo>
                    <a:pt x="4050461" y="1660956"/>
                  </a:lnTo>
                  <a:lnTo>
                    <a:pt x="4051579" y="1661426"/>
                  </a:lnTo>
                  <a:lnTo>
                    <a:pt x="4054208" y="1661426"/>
                  </a:lnTo>
                  <a:lnTo>
                    <a:pt x="4055326" y="1660956"/>
                  </a:lnTo>
                  <a:lnTo>
                    <a:pt x="4057192" y="1659102"/>
                  </a:lnTo>
                  <a:lnTo>
                    <a:pt x="4057650" y="1657972"/>
                  </a:lnTo>
                  <a:lnTo>
                    <a:pt x="4057650" y="1655343"/>
                  </a:lnTo>
                  <a:close/>
                </a:path>
                <a:path w="4533900" h="2762885">
                  <a:moveTo>
                    <a:pt x="4057650" y="1104709"/>
                  </a:moveTo>
                  <a:lnTo>
                    <a:pt x="4057192" y="1103591"/>
                  </a:lnTo>
                  <a:lnTo>
                    <a:pt x="4055326" y="1101737"/>
                  </a:lnTo>
                  <a:lnTo>
                    <a:pt x="4054208" y="1101267"/>
                  </a:lnTo>
                  <a:lnTo>
                    <a:pt x="4051579" y="1101267"/>
                  </a:lnTo>
                  <a:lnTo>
                    <a:pt x="4050461" y="1101737"/>
                  </a:lnTo>
                  <a:lnTo>
                    <a:pt x="4048595" y="1103591"/>
                  </a:lnTo>
                  <a:lnTo>
                    <a:pt x="4048125" y="1104709"/>
                  </a:lnTo>
                  <a:lnTo>
                    <a:pt x="4048125" y="1107351"/>
                  </a:lnTo>
                  <a:lnTo>
                    <a:pt x="4048595" y="1108468"/>
                  </a:lnTo>
                  <a:lnTo>
                    <a:pt x="4050461" y="1110322"/>
                  </a:lnTo>
                  <a:lnTo>
                    <a:pt x="4051579" y="1110792"/>
                  </a:lnTo>
                  <a:lnTo>
                    <a:pt x="4054208" y="1110792"/>
                  </a:lnTo>
                  <a:lnTo>
                    <a:pt x="4055326" y="1110322"/>
                  </a:lnTo>
                  <a:lnTo>
                    <a:pt x="4057192" y="1108468"/>
                  </a:lnTo>
                  <a:lnTo>
                    <a:pt x="4057650" y="1107351"/>
                  </a:lnTo>
                  <a:lnTo>
                    <a:pt x="4057650" y="1104709"/>
                  </a:lnTo>
                  <a:close/>
                </a:path>
                <a:path w="4533900" h="2762885">
                  <a:moveTo>
                    <a:pt x="4057650" y="554088"/>
                  </a:moveTo>
                  <a:lnTo>
                    <a:pt x="4057192" y="552958"/>
                  </a:lnTo>
                  <a:lnTo>
                    <a:pt x="4055326" y="551103"/>
                  </a:lnTo>
                  <a:lnTo>
                    <a:pt x="4054208" y="550633"/>
                  </a:lnTo>
                  <a:lnTo>
                    <a:pt x="4051579" y="550633"/>
                  </a:lnTo>
                  <a:lnTo>
                    <a:pt x="4050461" y="551103"/>
                  </a:lnTo>
                  <a:lnTo>
                    <a:pt x="4048595" y="552958"/>
                  </a:lnTo>
                  <a:lnTo>
                    <a:pt x="4048125" y="554088"/>
                  </a:lnTo>
                  <a:lnTo>
                    <a:pt x="4048125" y="556717"/>
                  </a:lnTo>
                  <a:lnTo>
                    <a:pt x="4048595" y="557834"/>
                  </a:lnTo>
                  <a:lnTo>
                    <a:pt x="4050461" y="559701"/>
                  </a:lnTo>
                  <a:lnTo>
                    <a:pt x="4051579" y="560158"/>
                  </a:lnTo>
                  <a:lnTo>
                    <a:pt x="4054208" y="560158"/>
                  </a:lnTo>
                  <a:lnTo>
                    <a:pt x="4055326" y="559701"/>
                  </a:lnTo>
                  <a:lnTo>
                    <a:pt x="4057192" y="557834"/>
                  </a:lnTo>
                  <a:lnTo>
                    <a:pt x="4057650" y="556717"/>
                  </a:lnTo>
                  <a:lnTo>
                    <a:pt x="4057650" y="554088"/>
                  </a:lnTo>
                  <a:close/>
                </a:path>
                <a:path w="4533900" h="2762885">
                  <a:moveTo>
                    <a:pt x="4057650" y="3454"/>
                  </a:moveTo>
                  <a:lnTo>
                    <a:pt x="4057192" y="2324"/>
                  </a:lnTo>
                  <a:lnTo>
                    <a:pt x="4055326" y="469"/>
                  </a:lnTo>
                  <a:lnTo>
                    <a:pt x="4054208" y="0"/>
                  </a:lnTo>
                  <a:lnTo>
                    <a:pt x="4051579" y="0"/>
                  </a:lnTo>
                  <a:lnTo>
                    <a:pt x="4050461" y="469"/>
                  </a:lnTo>
                  <a:lnTo>
                    <a:pt x="4048595" y="2324"/>
                  </a:lnTo>
                  <a:lnTo>
                    <a:pt x="4048125" y="3454"/>
                  </a:lnTo>
                  <a:lnTo>
                    <a:pt x="4048125" y="6083"/>
                  </a:lnTo>
                  <a:lnTo>
                    <a:pt x="4048595" y="7200"/>
                  </a:lnTo>
                  <a:lnTo>
                    <a:pt x="4050461" y="9067"/>
                  </a:lnTo>
                  <a:lnTo>
                    <a:pt x="4051579" y="9525"/>
                  </a:lnTo>
                  <a:lnTo>
                    <a:pt x="4054208" y="9525"/>
                  </a:lnTo>
                  <a:lnTo>
                    <a:pt x="4055326" y="9067"/>
                  </a:lnTo>
                  <a:lnTo>
                    <a:pt x="4057192" y="7200"/>
                  </a:lnTo>
                  <a:lnTo>
                    <a:pt x="4057650" y="6083"/>
                  </a:lnTo>
                  <a:lnTo>
                    <a:pt x="4057650" y="3454"/>
                  </a:lnTo>
                  <a:close/>
                </a:path>
                <a:path w="4533900" h="2762885">
                  <a:moveTo>
                    <a:pt x="4105275" y="2756611"/>
                  </a:moveTo>
                  <a:lnTo>
                    <a:pt x="4104817" y="2755493"/>
                  </a:lnTo>
                  <a:lnTo>
                    <a:pt x="4102951" y="2753626"/>
                  </a:lnTo>
                  <a:lnTo>
                    <a:pt x="4101833" y="2753156"/>
                  </a:lnTo>
                  <a:lnTo>
                    <a:pt x="4099204" y="2753156"/>
                  </a:lnTo>
                  <a:lnTo>
                    <a:pt x="4098086" y="2753626"/>
                  </a:lnTo>
                  <a:lnTo>
                    <a:pt x="4096220" y="2755493"/>
                  </a:lnTo>
                  <a:lnTo>
                    <a:pt x="4095750" y="2756611"/>
                  </a:lnTo>
                  <a:lnTo>
                    <a:pt x="4095750" y="2759240"/>
                  </a:lnTo>
                  <a:lnTo>
                    <a:pt x="4096220" y="2760357"/>
                  </a:lnTo>
                  <a:lnTo>
                    <a:pt x="4098086" y="2762224"/>
                  </a:lnTo>
                  <a:lnTo>
                    <a:pt x="4099204" y="2762681"/>
                  </a:lnTo>
                  <a:lnTo>
                    <a:pt x="4101833" y="2762681"/>
                  </a:lnTo>
                  <a:lnTo>
                    <a:pt x="4102951" y="2762224"/>
                  </a:lnTo>
                  <a:lnTo>
                    <a:pt x="4104817" y="2760357"/>
                  </a:lnTo>
                  <a:lnTo>
                    <a:pt x="4105275" y="2759240"/>
                  </a:lnTo>
                  <a:lnTo>
                    <a:pt x="4105275" y="2756611"/>
                  </a:lnTo>
                  <a:close/>
                </a:path>
                <a:path w="4533900" h="2762885">
                  <a:moveTo>
                    <a:pt x="4105275" y="2205977"/>
                  </a:moveTo>
                  <a:lnTo>
                    <a:pt x="4104817" y="2204859"/>
                  </a:lnTo>
                  <a:lnTo>
                    <a:pt x="4102951" y="2202992"/>
                  </a:lnTo>
                  <a:lnTo>
                    <a:pt x="4101833" y="2202535"/>
                  </a:lnTo>
                  <a:lnTo>
                    <a:pt x="4099204" y="2202535"/>
                  </a:lnTo>
                  <a:lnTo>
                    <a:pt x="4098086" y="2202992"/>
                  </a:lnTo>
                  <a:lnTo>
                    <a:pt x="4096220" y="2204859"/>
                  </a:lnTo>
                  <a:lnTo>
                    <a:pt x="4095750" y="2205977"/>
                  </a:lnTo>
                  <a:lnTo>
                    <a:pt x="4095750" y="2208606"/>
                  </a:lnTo>
                  <a:lnTo>
                    <a:pt x="4096220" y="2209736"/>
                  </a:lnTo>
                  <a:lnTo>
                    <a:pt x="4098086" y="2211590"/>
                  </a:lnTo>
                  <a:lnTo>
                    <a:pt x="4099204" y="2212060"/>
                  </a:lnTo>
                  <a:lnTo>
                    <a:pt x="4101833" y="2212060"/>
                  </a:lnTo>
                  <a:lnTo>
                    <a:pt x="4102951" y="2211590"/>
                  </a:lnTo>
                  <a:lnTo>
                    <a:pt x="4104817" y="2209736"/>
                  </a:lnTo>
                  <a:lnTo>
                    <a:pt x="4105275" y="2208606"/>
                  </a:lnTo>
                  <a:lnTo>
                    <a:pt x="4105275" y="2205977"/>
                  </a:lnTo>
                  <a:close/>
                </a:path>
                <a:path w="4533900" h="2762885">
                  <a:moveTo>
                    <a:pt x="4105275" y="1655343"/>
                  </a:moveTo>
                  <a:lnTo>
                    <a:pt x="4104817" y="1654225"/>
                  </a:lnTo>
                  <a:lnTo>
                    <a:pt x="4102951" y="1652358"/>
                  </a:lnTo>
                  <a:lnTo>
                    <a:pt x="4101833" y="1651901"/>
                  </a:lnTo>
                  <a:lnTo>
                    <a:pt x="4099204" y="1651901"/>
                  </a:lnTo>
                  <a:lnTo>
                    <a:pt x="4098086" y="1652358"/>
                  </a:lnTo>
                  <a:lnTo>
                    <a:pt x="4096220" y="1654225"/>
                  </a:lnTo>
                  <a:lnTo>
                    <a:pt x="4095750" y="1655343"/>
                  </a:lnTo>
                  <a:lnTo>
                    <a:pt x="4095750" y="1657972"/>
                  </a:lnTo>
                  <a:lnTo>
                    <a:pt x="4096220" y="1659102"/>
                  </a:lnTo>
                  <a:lnTo>
                    <a:pt x="4098086" y="1660956"/>
                  </a:lnTo>
                  <a:lnTo>
                    <a:pt x="4099204" y="1661426"/>
                  </a:lnTo>
                  <a:lnTo>
                    <a:pt x="4101833" y="1661426"/>
                  </a:lnTo>
                  <a:lnTo>
                    <a:pt x="4102951" y="1660956"/>
                  </a:lnTo>
                  <a:lnTo>
                    <a:pt x="4104817" y="1659102"/>
                  </a:lnTo>
                  <a:lnTo>
                    <a:pt x="4105275" y="1657972"/>
                  </a:lnTo>
                  <a:lnTo>
                    <a:pt x="4105275" y="1655343"/>
                  </a:lnTo>
                  <a:close/>
                </a:path>
                <a:path w="4533900" h="2762885">
                  <a:moveTo>
                    <a:pt x="4105275" y="1104709"/>
                  </a:moveTo>
                  <a:lnTo>
                    <a:pt x="4104817" y="1103591"/>
                  </a:lnTo>
                  <a:lnTo>
                    <a:pt x="4102951" y="1101737"/>
                  </a:lnTo>
                  <a:lnTo>
                    <a:pt x="4101833" y="1101267"/>
                  </a:lnTo>
                  <a:lnTo>
                    <a:pt x="4099204" y="1101267"/>
                  </a:lnTo>
                  <a:lnTo>
                    <a:pt x="4098086" y="1101737"/>
                  </a:lnTo>
                  <a:lnTo>
                    <a:pt x="4096220" y="1103591"/>
                  </a:lnTo>
                  <a:lnTo>
                    <a:pt x="4095750" y="1104709"/>
                  </a:lnTo>
                  <a:lnTo>
                    <a:pt x="4095750" y="1107351"/>
                  </a:lnTo>
                  <a:lnTo>
                    <a:pt x="4096220" y="1108468"/>
                  </a:lnTo>
                  <a:lnTo>
                    <a:pt x="4098086" y="1110322"/>
                  </a:lnTo>
                  <a:lnTo>
                    <a:pt x="4099204" y="1110792"/>
                  </a:lnTo>
                  <a:lnTo>
                    <a:pt x="4101833" y="1110792"/>
                  </a:lnTo>
                  <a:lnTo>
                    <a:pt x="4102951" y="1110322"/>
                  </a:lnTo>
                  <a:lnTo>
                    <a:pt x="4104817" y="1108468"/>
                  </a:lnTo>
                  <a:lnTo>
                    <a:pt x="4105275" y="1107351"/>
                  </a:lnTo>
                  <a:lnTo>
                    <a:pt x="4105275" y="1104709"/>
                  </a:lnTo>
                  <a:close/>
                </a:path>
                <a:path w="4533900" h="2762885">
                  <a:moveTo>
                    <a:pt x="4105275" y="554088"/>
                  </a:moveTo>
                  <a:lnTo>
                    <a:pt x="4104817" y="552958"/>
                  </a:lnTo>
                  <a:lnTo>
                    <a:pt x="4102951" y="551103"/>
                  </a:lnTo>
                  <a:lnTo>
                    <a:pt x="4101833" y="550633"/>
                  </a:lnTo>
                  <a:lnTo>
                    <a:pt x="4099204" y="550633"/>
                  </a:lnTo>
                  <a:lnTo>
                    <a:pt x="4098086" y="551103"/>
                  </a:lnTo>
                  <a:lnTo>
                    <a:pt x="4096220" y="552958"/>
                  </a:lnTo>
                  <a:lnTo>
                    <a:pt x="4095750" y="554088"/>
                  </a:lnTo>
                  <a:lnTo>
                    <a:pt x="4095750" y="556717"/>
                  </a:lnTo>
                  <a:lnTo>
                    <a:pt x="4096220" y="557834"/>
                  </a:lnTo>
                  <a:lnTo>
                    <a:pt x="4098086" y="559701"/>
                  </a:lnTo>
                  <a:lnTo>
                    <a:pt x="4099204" y="560158"/>
                  </a:lnTo>
                  <a:lnTo>
                    <a:pt x="4101833" y="560158"/>
                  </a:lnTo>
                  <a:lnTo>
                    <a:pt x="4102951" y="559701"/>
                  </a:lnTo>
                  <a:lnTo>
                    <a:pt x="4104817" y="557834"/>
                  </a:lnTo>
                  <a:lnTo>
                    <a:pt x="4105275" y="556717"/>
                  </a:lnTo>
                  <a:lnTo>
                    <a:pt x="4105275" y="554088"/>
                  </a:lnTo>
                  <a:close/>
                </a:path>
                <a:path w="4533900" h="2762885">
                  <a:moveTo>
                    <a:pt x="4105275" y="3454"/>
                  </a:moveTo>
                  <a:lnTo>
                    <a:pt x="4104817" y="2324"/>
                  </a:lnTo>
                  <a:lnTo>
                    <a:pt x="4102951" y="469"/>
                  </a:lnTo>
                  <a:lnTo>
                    <a:pt x="4101833" y="0"/>
                  </a:lnTo>
                  <a:lnTo>
                    <a:pt x="4099204" y="0"/>
                  </a:lnTo>
                  <a:lnTo>
                    <a:pt x="4098086" y="469"/>
                  </a:lnTo>
                  <a:lnTo>
                    <a:pt x="4096220" y="2324"/>
                  </a:lnTo>
                  <a:lnTo>
                    <a:pt x="4095750" y="3454"/>
                  </a:lnTo>
                  <a:lnTo>
                    <a:pt x="4095750" y="6083"/>
                  </a:lnTo>
                  <a:lnTo>
                    <a:pt x="4096220" y="7200"/>
                  </a:lnTo>
                  <a:lnTo>
                    <a:pt x="4098086" y="9067"/>
                  </a:lnTo>
                  <a:lnTo>
                    <a:pt x="4099204" y="9525"/>
                  </a:lnTo>
                  <a:lnTo>
                    <a:pt x="4101833" y="9525"/>
                  </a:lnTo>
                  <a:lnTo>
                    <a:pt x="4102951" y="9067"/>
                  </a:lnTo>
                  <a:lnTo>
                    <a:pt x="4104817" y="7200"/>
                  </a:lnTo>
                  <a:lnTo>
                    <a:pt x="4105275" y="6083"/>
                  </a:lnTo>
                  <a:lnTo>
                    <a:pt x="4105275" y="3454"/>
                  </a:lnTo>
                  <a:close/>
                </a:path>
                <a:path w="4533900" h="2762885">
                  <a:moveTo>
                    <a:pt x="4152900" y="2756611"/>
                  </a:moveTo>
                  <a:lnTo>
                    <a:pt x="4152442" y="2755493"/>
                  </a:lnTo>
                  <a:lnTo>
                    <a:pt x="4150576" y="2753626"/>
                  </a:lnTo>
                  <a:lnTo>
                    <a:pt x="4149458" y="2753156"/>
                  </a:lnTo>
                  <a:lnTo>
                    <a:pt x="4146829" y="2753156"/>
                  </a:lnTo>
                  <a:lnTo>
                    <a:pt x="4145711" y="2753626"/>
                  </a:lnTo>
                  <a:lnTo>
                    <a:pt x="4143845" y="2755493"/>
                  </a:lnTo>
                  <a:lnTo>
                    <a:pt x="4143375" y="2756611"/>
                  </a:lnTo>
                  <a:lnTo>
                    <a:pt x="4143375" y="2759240"/>
                  </a:lnTo>
                  <a:lnTo>
                    <a:pt x="4143845" y="2760357"/>
                  </a:lnTo>
                  <a:lnTo>
                    <a:pt x="4145711" y="2762224"/>
                  </a:lnTo>
                  <a:lnTo>
                    <a:pt x="4146829" y="2762681"/>
                  </a:lnTo>
                  <a:lnTo>
                    <a:pt x="4149458" y="2762681"/>
                  </a:lnTo>
                  <a:lnTo>
                    <a:pt x="4150576" y="2762224"/>
                  </a:lnTo>
                  <a:lnTo>
                    <a:pt x="4152442" y="2760357"/>
                  </a:lnTo>
                  <a:lnTo>
                    <a:pt x="4152900" y="2759240"/>
                  </a:lnTo>
                  <a:lnTo>
                    <a:pt x="4152900" y="2756611"/>
                  </a:lnTo>
                  <a:close/>
                </a:path>
                <a:path w="4533900" h="2762885">
                  <a:moveTo>
                    <a:pt x="4152900" y="2205977"/>
                  </a:moveTo>
                  <a:lnTo>
                    <a:pt x="4152442" y="2204859"/>
                  </a:lnTo>
                  <a:lnTo>
                    <a:pt x="4150576" y="2202992"/>
                  </a:lnTo>
                  <a:lnTo>
                    <a:pt x="4149458" y="2202535"/>
                  </a:lnTo>
                  <a:lnTo>
                    <a:pt x="4146829" y="2202535"/>
                  </a:lnTo>
                  <a:lnTo>
                    <a:pt x="4145711" y="2202992"/>
                  </a:lnTo>
                  <a:lnTo>
                    <a:pt x="4143845" y="2204859"/>
                  </a:lnTo>
                  <a:lnTo>
                    <a:pt x="4143375" y="2205977"/>
                  </a:lnTo>
                  <a:lnTo>
                    <a:pt x="4143375" y="2208606"/>
                  </a:lnTo>
                  <a:lnTo>
                    <a:pt x="4143845" y="2209736"/>
                  </a:lnTo>
                  <a:lnTo>
                    <a:pt x="4145711" y="2211590"/>
                  </a:lnTo>
                  <a:lnTo>
                    <a:pt x="4146829" y="2212060"/>
                  </a:lnTo>
                  <a:lnTo>
                    <a:pt x="4149458" y="2212060"/>
                  </a:lnTo>
                  <a:lnTo>
                    <a:pt x="4150576" y="2211590"/>
                  </a:lnTo>
                  <a:lnTo>
                    <a:pt x="4152442" y="2209736"/>
                  </a:lnTo>
                  <a:lnTo>
                    <a:pt x="4152900" y="2208606"/>
                  </a:lnTo>
                  <a:lnTo>
                    <a:pt x="4152900" y="2205977"/>
                  </a:lnTo>
                  <a:close/>
                </a:path>
                <a:path w="4533900" h="2762885">
                  <a:moveTo>
                    <a:pt x="4152900" y="1655343"/>
                  </a:moveTo>
                  <a:lnTo>
                    <a:pt x="4152442" y="1654225"/>
                  </a:lnTo>
                  <a:lnTo>
                    <a:pt x="4150576" y="1652358"/>
                  </a:lnTo>
                  <a:lnTo>
                    <a:pt x="4149458" y="1651901"/>
                  </a:lnTo>
                  <a:lnTo>
                    <a:pt x="4146829" y="1651901"/>
                  </a:lnTo>
                  <a:lnTo>
                    <a:pt x="4145711" y="1652358"/>
                  </a:lnTo>
                  <a:lnTo>
                    <a:pt x="4143845" y="1654225"/>
                  </a:lnTo>
                  <a:lnTo>
                    <a:pt x="4143375" y="1655343"/>
                  </a:lnTo>
                  <a:lnTo>
                    <a:pt x="4143375" y="1657972"/>
                  </a:lnTo>
                  <a:lnTo>
                    <a:pt x="4143845" y="1659102"/>
                  </a:lnTo>
                  <a:lnTo>
                    <a:pt x="4145711" y="1660956"/>
                  </a:lnTo>
                  <a:lnTo>
                    <a:pt x="4146829" y="1661426"/>
                  </a:lnTo>
                  <a:lnTo>
                    <a:pt x="4149458" y="1661426"/>
                  </a:lnTo>
                  <a:lnTo>
                    <a:pt x="4150576" y="1660956"/>
                  </a:lnTo>
                  <a:lnTo>
                    <a:pt x="4152442" y="1659102"/>
                  </a:lnTo>
                  <a:lnTo>
                    <a:pt x="4152900" y="1657972"/>
                  </a:lnTo>
                  <a:lnTo>
                    <a:pt x="4152900" y="1655343"/>
                  </a:lnTo>
                  <a:close/>
                </a:path>
                <a:path w="4533900" h="2762885">
                  <a:moveTo>
                    <a:pt x="4152900" y="1104709"/>
                  </a:moveTo>
                  <a:lnTo>
                    <a:pt x="4152442" y="1103591"/>
                  </a:lnTo>
                  <a:lnTo>
                    <a:pt x="4150576" y="1101737"/>
                  </a:lnTo>
                  <a:lnTo>
                    <a:pt x="4149458" y="1101267"/>
                  </a:lnTo>
                  <a:lnTo>
                    <a:pt x="4146829" y="1101267"/>
                  </a:lnTo>
                  <a:lnTo>
                    <a:pt x="4145711" y="1101737"/>
                  </a:lnTo>
                  <a:lnTo>
                    <a:pt x="4143845" y="1103591"/>
                  </a:lnTo>
                  <a:lnTo>
                    <a:pt x="4143375" y="1104709"/>
                  </a:lnTo>
                  <a:lnTo>
                    <a:pt x="4143375" y="1107351"/>
                  </a:lnTo>
                  <a:lnTo>
                    <a:pt x="4143845" y="1108468"/>
                  </a:lnTo>
                  <a:lnTo>
                    <a:pt x="4145711" y="1110322"/>
                  </a:lnTo>
                  <a:lnTo>
                    <a:pt x="4146829" y="1110792"/>
                  </a:lnTo>
                  <a:lnTo>
                    <a:pt x="4149458" y="1110792"/>
                  </a:lnTo>
                  <a:lnTo>
                    <a:pt x="4150576" y="1110322"/>
                  </a:lnTo>
                  <a:lnTo>
                    <a:pt x="4152442" y="1108468"/>
                  </a:lnTo>
                  <a:lnTo>
                    <a:pt x="4152900" y="1107351"/>
                  </a:lnTo>
                  <a:lnTo>
                    <a:pt x="4152900" y="1104709"/>
                  </a:lnTo>
                  <a:close/>
                </a:path>
                <a:path w="4533900" h="2762885">
                  <a:moveTo>
                    <a:pt x="4152900" y="554088"/>
                  </a:moveTo>
                  <a:lnTo>
                    <a:pt x="4152442" y="552958"/>
                  </a:lnTo>
                  <a:lnTo>
                    <a:pt x="4150576" y="551103"/>
                  </a:lnTo>
                  <a:lnTo>
                    <a:pt x="4149458" y="550633"/>
                  </a:lnTo>
                  <a:lnTo>
                    <a:pt x="4146829" y="550633"/>
                  </a:lnTo>
                  <a:lnTo>
                    <a:pt x="4145711" y="551103"/>
                  </a:lnTo>
                  <a:lnTo>
                    <a:pt x="4143845" y="552958"/>
                  </a:lnTo>
                  <a:lnTo>
                    <a:pt x="4143375" y="554088"/>
                  </a:lnTo>
                  <a:lnTo>
                    <a:pt x="4143375" y="556717"/>
                  </a:lnTo>
                  <a:lnTo>
                    <a:pt x="4143845" y="557834"/>
                  </a:lnTo>
                  <a:lnTo>
                    <a:pt x="4145711" y="559701"/>
                  </a:lnTo>
                  <a:lnTo>
                    <a:pt x="4146829" y="560158"/>
                  </a:lnTo>
                  <a:lnTo>
                    <a:pt x="4149458" y="560158"/>
                  </a:lnTo>
                  <a:lnTo>
                    <a:pt x="4150576" y="559701"/>
                  </a:lnTo>
                  <a:lnTo>
                    <a:pt x="4152442" y="557834"/>
                  </a:lnTo>
                  <a:lnTo>
                    <a:pt x="4152900" y="556717"/>
                  </a:lnTo>
                  <a:lnTo>
                    <a:pt x="4152900" y="554088"/>
                  </a:lnTo>
                  <a:close/>
                </a:path>
                <a:path w="4533900" h="2762885">
                  <a:moveTo>
                    <a:pt x="4152900" y="3454"/>
                  </a:moveTo>
                  <a:lnTo>
                    <a:pt x="4152442" y="2324"/>
                  </a:lnTo>
                  <a:lnTo>
                    <a:pt x="4150576" y="469"/>
                  </a:lnTo>
                  <a:lnTo>
                    <a:pt x="4149458" y="0"/>
                  </a:lnTo>
                  <a:lnTo>
                    <a:pt x="4146829" y="0"/>
                  </a:lnTo>
                  <a:lnTo>
                    <a:pt x="4145711" y="469"/>
                  </a:lnTo>
                  <a:lnTo>
                    <a:pt x="4143845" y="2324"/>
                  </a:lnTo>
                  <a:lnTo>
                    <a:pt x="4143375" y="3454"/>
                  </a:lnTo>
                  <a:lnTo>
                    <a:pt x="4143375" y="6083"/>
                  </a:lnTo>
                  <a:lnTo>
                    <a:pt x="4143845" y="7200"/>
                  </a:lnTo>
                  <a:lnTo>
                    <a:pt x="4145711" y="9067"/>
                  </a:lnTo>
                  <a:lnTo>
                    <a:pt x="4146829" y="9525"/>
                  </a:lnTo>
                  <a:lnTo>
                    <a:pt x="4149458" y="9525"/>
                  </a:lnTo>
                  <a:lnTo>
                    <a:pt x="4150576" y="9067"/>
                  </a:lnTo>
                  <a:lnTo>
                    <a:pt x="4152442" y="7200"/>
                  </a:lnTo>
                  <a:lnTo>
                    <a:pt x="4152900" y="6083"/>
                  </a:lnTo>
                  <a:lnTo>
                    <a:pt x="4152900" y="3454"/>
                  </a:lnTo>
                  <a:close/>
                </a:path>
                <a:path w="4533900" h="2762885">
                  <a:moveTo>
                    <a:pt x="4200525" y="2756611"/>
                  </a:moveTo>
                  <a:lnTo>
                    <a:pt x="4200067" y="2755493"/>
                  </a:lnTo>
                  <a:lnTo>
                    <a:pt x="4198201" y="2753626"/>
                  </a:lnTo>
                  <a:lnTo>
                    <a:pt x="4197083" y="2753156"/>
                  </a:lnTo>
                  <a:lnTo>
                    <a:pt x="4194454" y="2753156"/>
                  </a:lnTo>
                  <a:lnTo>
                    <a:pt x="4193336" y="2753626"/>
                  </a:lnTo>
                  <a:lnTo>
                    <a:pt x="4191470" y="2755493"/>
                  </a:lnTo>
                  <a:lnTo>
                    <a:pt x="4191000" y="2756611"/>
                  </a:lnTo>
                  <a:lnTo>
                    <a:pt x="4191000" y="2759240"/>
                  </a:lnTo>
                  <a:lnTo>
                    <a:pt x="4191470" y="2760357"/>
                  </a:lnTo>
                  <a:lnTo>
                    <a:pt x="4193336" y="2762224"/>
                  </a:lnTo>
                  <a:lnTo>
                    <a:pt x="4194454" y="2762681"/>
                  </a:lnTo>
                  <a:lnTo>
                    <a:pt x="4197083" y="2762681"/>
                  </a:lnTo>
                  <a:lnTo>
                    <a:pt x="4198201" y="2762224"/>
                  </a:lnTo>
                  <a:lnTo>
                    <a:pt x="4200067" y="2760357"/>
                  </a:lnTo>
                  <a:lnTo>
                    <a:pt x="4200525" y="2759240"/>
                  </a:lnTo>
                  <a:lnTo>
                    <a:pt x="4200525" y="2756611"/>
                  </a:lnTo>
                  <a:close/>
                </a:path>
                <a:path w="4533900" h="2762885">
                  <a:moveTo>
                    <a:pt x="4200525" y="2205977"/>
                  </a:moveTo>
                  <a:lnTo>
                    <a:pt x="4200067" y="2204859"/>
                  </a:lnTo>
                  <a:lnTo>
                    <a:pt x="4198201" y="2202992"/>
                  </a:lnTo>
                  <a:lnTo>
                    <a:pt x="4197083" y="2202535"/>
                  </a:lnTo>
                  <a:lnTo>
                    <a:pt x="4194454" y="2202535"/>
                  </a:lnTo>
                  <a:lnTo>
                    <a:pt x="4193336" y="2202992"/>
                  </a:lnTo>
                  <a:lnTo>
                    <a:pt x="4191470" y="2204859"/>
                  </a:lnTo>
                  <a:lnTo>
                    <a:pt x="4191000" y="2205977"/>
                  </a:lnTo>
                  <a:lnTo>
                    <a:pt x="4191000" y="2208606"/>
                  </a:lnTo>
                  <a:lnTo>
                    <a:pt x="4191470" y="2209736"/>
                  </a:lnTo>
                  <a:lnTo>
                    <a:pt x="4193336" y="2211590"/>
                  </a:lnTo>
                  <a:lnTo>
                    <a:pt x="4194454" y="2212060"/>
                  </a:lnTo>
                  <a:lnTo>
                    <a:pt x="4197083" y="2212060"/>
                  </a:lnTo>
                  <a:lnTo>
                    <a:pt x="4198201" y="2211590"/>
                  </a:lnTo>
                  <a:lnTo>
                    <a:pt x="4200067" y="2209736"/>
                  </a:lnTo>
                  <a:lnTo>
                    <a:pt x="4200525" y="2208606"/>
                  </a:lnTo>
                  <a:lnTo>
                    <a:pt x="4200525" y="2205977"/>
                  </a:lnTo>
                  <a:close/>
                </a:path>
                <a:path w="4533900" h="2762885">
                  <a:moveTo>
                    <a:pt x="4200525" y="1655343"/>
                  </a:moveTo>
                  <a:lnTo>
                    <a:pt x="4200067" y="1654225"/>
                  </a:lnTo>
                  <a:lnTo>
                    <a:pt x="4198201" y="1652358"/>
                  </a:lnTo>
                  <a:lnTo>
                    <a:pt x="4197083" y="1651901"/>
                  </a:lnTo>
                  <a:lnTo>
                    <a:pt x="4194454" y="1651901"/>
                  </a:lnTo>
                  <a:lnTo>
                    <a:pt x="4193336" y="1652358"/>
                  </a:lnTo>
                  <a:lnTo>
                    <a:pt x="4191470" y="1654225"/>
                  </a:lnTo>
                  <a:lnTo>
                    <a:pt x="4191000" y="1655343"/>
                  </a:lnTo>
                  <a:lnTo>
                    <a:pt x="4191000" y="1657972"/>
                  </a:lnTo>
                  <a:lnTo>
                    <a:pt x="4191470" y="1659102"/>
                  </a:lnTo>
                  <a:lnTo>
                    <a:pt x="4193336" y="1660956"/>
                  </a:lnTo>
                  <a:lnTo>
                    <a:pt x="4194454" y="1661426"/>
                  </a:lnTo>
                  <a:lnTo>
                    <a:pt x="4197083" y="1661426"/>
                  </a:lnTo>
                  <a:lnTo>
                    <a:pt x="4198201" y="1660956"/>
                  </a:lnTo>
                  <a:lnTo>
                    <a:pt x="4200067" y="1659102"/>
                  </a:lnTo>
                  <a:lnTo>
                    <a:pt x="4200525" y="1657972"/>
                  </a:lnTo>
                  <a:lnTo>
                    <a:pt x="4200525" y="1655343"/>
                  </a:lnTo>
                  <a:close/>
                </a:path>
                <a:path w="4533900" h="2762885">
                  <a:moveTo>
                    <a:pt x="4200525" y="1104709"/>
                  </a:moveTo>
                  <a:lnTo>
                    <a:pt x="4200067" y="1103591"/>
                  </a:lnTo>
                  <a:lnTo>
                    <a:pt x="4198201" y="1101737"/>
                  </a:lnTo>
                  <a:lnTo>
                    <a:pt x="4197083" y="1101267"/>
                  </a:lnTo>
                  <a:lnTo>
                    <a:pt x="4194454" y="1101267"/>
                  </a:lnTo>
                  <a:lnTo>
                    <a:pt x="4193336" y="1101737"/>
                  </a:lnTo>
                  <a:lnTo>
                    <a:pt x="4191470" y="1103591"/>
                  </a:lnTo>
                  <a:lnTo>
                    <a:pt x="4191000" y="1104709"/>
                  </a:lnTo>
                  <a:lnTo>
                    <a:pt x="4191000" y="1107351"/>
                  </a:lnTo>
                  <a:lnTo>
                    <a:pt x="4191470" y="1108468"/>
                  </a:lnTo>
                  <a:lnTo>
                    <a:pt x="4193336" y="1110322"/>
                  </a:lnTo>
                  <a:lnTo>
                    <a:pt x="4194454" y="1110792"/>
                  </a:lnTo>
                  <a:lnTo>
                    <a:pt x="4197083" y="1110792"/>
                  </a:lnTo>
                  <a:lnTo>
                    <a:pt x="4198201" y="1110322"/>
                  </a:lnTo>
                  <a:lnTo>
                    <a:pt x="4200067" y="1108468"/>
                  </a:lnTo>
                  <a:lnTo>
                    <a:pt x="4200525" y="1107351"/>
                  </a:lnTo>
                  <a:lnTo>
                    <a:pt x="4200525" y="1104709"/>
                  </a:lnTo>
                  <a:close/>
                </a:path>
                <a:path w="4533900" h="2762885">
                  <a:moveTo>
                    <a:pt x="4200525" y="554088"/>
                  </a:moveTo>
                  <a:lnTo>
                    <a:pt x="4200067" y="552958"/>
                  </a:lnTo>
                  <a:lnTo>
                    <a:pt x="4198201" y="551103"/>
                  </a:lnTo>
                  <a:lnTo>
                    <a:pt x="4197083" y="550633"/>
                  </a:lnTo>
                  <a:lnTo>
                    <a:pt x="4194454" y="550633"/>
                  </a:lnTo>
                  <a:lnTo>
                    <a:pt x="4193336" y="551103"/>
                  </a:lnTo>
                  <a:lnTo>
                    <a:pt x="4191470" y="552958"/>
                  </a:lnTo>
                  <a:lnTo>
                    <a:pt x="4191000" y="554088"/>
                  </a:lnTo>
                  <a:lnTo>
                    <a:pt x="4191000" y="556717"/>
                  </a:lnTo>
                  <a:lnTo>
                    <a:pt x="4191470" y="557834"/>
                  </a:lnTo>
                  <a:lnTo>
                    <a:pt x="4193336" y="559701"/>
                  </a:lnTo>
                  <a:lnTo>
                    <a:pt x="4194454" y="560158"/>
                  </a:lnTo>
                  <a:lnTo>
                    <a:pt x="4197083" y="560158"/>
                  </a:lnTo>
                  <a:lnTo>
                    <a:pt x="4198201" y="559701"/>
                  </a:lnTo>
                  <a:lnTo>
                    <a:pt x="4200067" y="557834"/>
                  </a:lnTo>
                  <a:lnTo>
                    <a:pt x="4200525" y="556717"/>
                  </a:lnTo>
                  <a:lnTo>
                    <a:pt x="4200525" y="554088"/>
                  </a:lnTo>
                  <a:close/>
                </a:path>
                <a:path w="4533900" h="2762885">
                  <a:moveTo>
                    <a:pt x="4200525" y="3454"/>
                  </a:moveTo>
                  <a:lnTo>
                    <a:pt x="4200067" y="2324"/>
                  </a:lnTo>
                  <a:lnTo>
                    <a:pt x="4198201" y="469"/>
                  </a:lnTo>
                  <a:lnTo>
                    <a:pt x="4197083" y="0"/>
                  </a:lnTo>
                  <a:lnTo>
                    <a:pt x="4194454" y="0"/>
                  </a:lnTo>
                  <a:lnTo>
                    <a:pt x="4193336" y="469"/>
                  </a:lnTo>
                  <a:lnTo>
                    <a:pt x="4191470" y="2324"/>
                  </a:lnTo>
                  <a:lnTo>
                    <a:pt x="4191000" y="3454"/>
                  </a:lnTo>
                  <a:lnTo>
                    <a:pt x="4191000" y="6083"/>
                  </a:lnTo>
                  <a:lnTo>
                    <a:pt x="4191470" y="7200"/>
                  </a:lnTo>
                  <a:lnTo>
                    <a:pt x="4193336" y="9067"/>
                  </a:lnTo>
                  <a:lnTo>
                    <a:pt x="4194454" y="9525"/>
                  </a:lnTo>
                  <a:lnTo>
                    <a:pt x="4197083" y="9525"/>
                  </a:lnTo>
                  <a:lnTo>
                    <a:pt x="4198201" y="9067"/>
                  </a:lnTo>
                  <a:lnTo>
                    <a:pt x="4200067" y="7200"/>
                  </a:lnTo>
                  <a:lnTo>
                    <a:pt x="4200525" y="6083"/>
                  </a:lnTo>
                  <a:lnTo>
                    <a:pt x="4200525" y="3454"/>
                  </a:lnTo>
                  <a:close/>
                </a:path>
                <a:path w="4533900" h="2762885">
                  <a:moveTo>
                    <a:pt x="4248150" y="2756611"/>
                  </a:moveTo>
                  <a:lnTo>
                    <a:pt x="4247693" y="2755493"/>
                  </a:lnTo>
                  <a:lnTo>
                    <a:pt x="4245826" y="2753626"/>
                  </a:lnTo>
                  <a:lnTo>
                    <a:pt x="4244708" y="2753156"/>
                  </a:lnTo>
                  <a:lnTo>
                    <a:pt x="4242079" y="2753156"/>
                  </a:lnTo>
                  <a:lnTo>
                    <a:pt x="4240962" y="2753626"/>
                  </a:lnTo>
                  <a:lnTo>
                    <a:pt x="4239095" y="2755493"/>
                  </a:lnTo>
                  <a:lnTo>
                    <a:pt x="4238625" y="2756611"/>
                  </a:lnTo>
                  <a:lnTo>
                    <a:pt x="4238625" y="2759240"/>
                  </a:lnTo>
                  <a:lnTo>
                    <a:pt x="4239095" y="2760357"/>
                  </a:lnTo>
                  <a:lnTo>
                    <a:pt x="4240962" y="2762224"/>
                  </a:lnTo>
                  <a:lnTo>
                    <a:pt x="4242079" y="2762681"/>
                  </a:lnTo>
                  <a:lnTo>
                    <a:pt x="4244708" y="2762681"/>
                  </a:lnTo>
                  <a:lnTo>
                    <a:pt x="4245826" y="2762224"/>
                  </a:lnTo>
                  <a:lnTo>
                    <a:pt x="4247693" y="2760357"/>
                  </a:lnTo>
                  <a:lnTo>
                    <a:pt x="4248150" y="2759240"/>
                  </a:lnTo>
                  <a:lnTo>
                    <a:pt x="4248150" y="2756611"/>
                  </a:lnTo>
                  <a:close/>
                </a:path>
                <a:path w="4533900" h="2762885">
                  <a:moveTo>
                    <a:pt x="4248150" y="2205977"/>
                  </a:moveTo>
                  <a:lnTo>
                    <a:pt x="4247693" y="2204859"/>
                  </a:lnTo>
                  <a:lnTo>
                    <a:pt x="4245826" y="2202992"/>
                  </a:lnTo>
                  <a:lnTo>
                    <a:pt x="4244708" y="2202535"/>
                  </a:lnTo>
                  <a:lnTo>
                    <a:pt x="4242079" y="2202535"/>
                  </a:lnTo>
                  <a:lnTo>
                    <a:pt x="4240962" y="2202992"/>
                  </a:lnTo>
                  <a:lnTo>
                    <a:pt x="4239095" y="2204859"/>
                  </a:lnTo>
                  <a:lnTo>
                    <a:pt x="4238625" y="2205977"/>
                  </a:lnTo>
                  <a:lnTo>
                    <a:pt x="4238625" y="2208606"/>
                  </a:lnTo>
                  <a:lnTo>
                    <a:pt x="4239095" y="2209736"/>
                  </a:lnTo>
                  <a:lnTo>
                    <a:pt x="4240962" y="2211590"/>
                  </a:lnTo>
                  <a:lnTo>
                    <a:pt x="4242079" y="2212060"/>
                  </a:lnTo>
                  <a:lnTo>
                    <a:pt x="4244708" y="2212060"/>
                  </a:lnTo>
                  <a:lnTo>
                    <a:pt x="4245826" y="2211590"/>
                  </a:lnTo>
                  <a:lnTo>
                    <a:pt x="4247693" y="2209736"/>
                  </a:lnTo>
                  <a:lnTo>
                    <a:pt x="4248150" y="2208606"/>
                  </a:lnTo>
                  <a:lnTo>
                    <a:pt x="4248150" y="2205977"/>
                  </a:lnTo>
                  <a:close/>
                </a:path>
                <a:path w="4533900" h="2762885">
                  <a:moveTo>
                    <a:pt x="4248150" y="1655343"/>
                  </a:moveTo>
                  <a:lnTo>
                    <a:pt x="4247693" y="1654225"/>
                  </a:lnTo>
                  <a:lnTo>
                    <a:pt x="4245826" y="1652358"/>
                  </a:lnTo>
                  <a:lnTo>
                    <a:pt x="4244708" y="1651901"/>
                  </a:lnTo>
                  <a:lnTo>
                    <a:pt x="4242079" y="1651901"/>
                  </a:lnTo>
                  <a:lnTo>
                    <a:pt x="4240962" y="1652358"/>
                  </a:lnTo>
                  <a:lnTo>
                    <a:pt x="4239095" y="1654225"/>
                  </a:lnTo>
                  <a:lnTo>
                    <a:pt x="4238625" y="1655343"/>
                  </a:lnTo>
                  <a:lnTo>
                    <a:pt x="4238625" y="1657972"/>
                  </a:lnTo>
                  <a:lnTo>
                    <a:pt x="4239095" y="1659102"/>
                  </a:lnTo>
                  <a:lnTo>
                    <a:pt x="4240962" y="1660956"/>
                  </a:lnTo>
                  <a:lnTo>
                    <a:pt x="4242079" y="1661426"/>
                  </a:lnTo>
                  <a:lnTo>
                    <a:pt x="4244708" y="1661426"/>
                  </a:lnTo>
                  <a:lnTo>
                    <a:pt x="4245826" y="1660956"/>
                  </a:lnTo>
                  <a:lnTo>
                    <a:pt x="4247693" y="1659102"/>
                  </a:lnTo>
                  <a:lnTo>
                    <a:pt x="4248150" y="1657972"/>
                  </a:lnTo>
                  <a:lnTo>
                    <a:pt x="4248150" y="1655343"/>
                  </a:lnTo>
                  <a:close/>
                </a:path>
                <a:path w="4533900" h="2762885">
                  <a:moveTo>
                    <a:pt x="4248150" y="1104709"/>
                  </a:moveTo>
                  <a:lnTo>
                    <a:pt x="4247693" y="1103591"/>
                  </a:lnTo>
                  <a:lnTo>
                    <a:pt x="4245826" y="1101737"/>
                  </a:lnTo>
                  <a:lnTo>
                    <a:pt x="4244708" y="1101267"/>
                  </a:lnTo>
                  <a:lnTo>
                    <a:pt x="4242079" y="1101267"/>
                  </a:lnTo>
                  <a:lnTo>
                    <a:pt x="4240962" y="1101737"/>
                  </a:lnTo>
                  <a:lnTo>
                    <a:pt x="4239095" y="1103591"/>
                  </a:lnTo>
                  <a:lnTo>
                    <a:pt x="4238625" y="1104709"/>
                  </a:lnTo>
                  <a:lnTo>
                    <a:pt x="4238625" y="1107351"/>
                  </a:lnTo>
                  <a:lnTo>
                    <a:pt x="4239095" y="1108468"/>
                  </a:lnTo>
                  <a:lnTo>
                    <a:pt x="4240962" y="1110322"/>
                  </a:lnTo>
                  <a:lnTo>
                    <a:pt x="4242079" y="1110792"/>
                  </a:lnTo>
                  <a:lnTo>
                    <a:pt x="4244708" y="1110792"/>
                  </a:lnTo>
                  <a:lnTo>
                    <a:pt x="4245826" y="1110322"/>
                  </a:lnTo>
                  <a:lnTo>
                    <a:pt x="4247693" y="1108468"/>
                  </a:lnTo>
                  <a:lnTo>
                    <a:pt x="4248150" y="1107351"/>
                  </a:lnTo>
                  <a:lnTo>
                    <a:pt x="4248150" y="1104709"/>
                  </a:lnTo>
                  <a:close/>
                </a:path>
                <a:path w="4533900" h="2762885">
                  <a:moveTo>
                    <a:pt x="4248150" y="554088"/>
                  </a:moveTo>
                  <a:lnTo>
                    <a:pt x="4247693" y="552958"/>
                  </a:lnTo>
                  <a:lnTo>
                    <a:pt x="4245826" y="551103"/>
                  </a:lnTo>
                  <a:lnTo>
                    <a:pt x="4244708" y="550633"/>
                  </a:lnTo>
                  <a:lnTo>
                    <a:pt x="4242079" y="550633"/>
                  </a:lnTo>
                  <a:lnTo>
                    <a:pt x="4240962" y="551103"/>
                  </a:lnTo>
                  <a:lnTo>
                    <a:pt x="4239095" y="552958"/>
                  </a:lnTo>
                  <a:lnTo>
                    <a:pt x="4238625" y="554088"/>
                  </a:lnTo>
                  <a:lnTo>
                    <a:pt x="4238625" y="556717"/>
                  </a:lnTo>
                  <a:lnTo>
                    <a:pt x="4239095" y="557834"/>
                  </a:lnTo>
                  <a:lnTo>
                    <a:pt x="4240962" y="559701"/>
                  </a:lnTo>
                  <a:lnTo>
                    <a:pt x="4242079" y="560158"/>
                  </a:lnTo>
                  <a:lnTo>
                    <a:pt x="4244708" y="560158"/>
                  </a:lnTo>
                  <a:lnTo>
                    <a:pt x="4245826" y="559701"/>
                  </a:lnTo>
                  <a:lnTo>
                    <a:pt x="4247693" y="557834"/>
                  </a:lnTo>
                  <a:lnTo>
                    <a:pt x="4248150" y="556717"/>
                  </a:lnTo>
                  <a:lnTo>
                    <a:pt x="4248150" y="554088"/>
                  </a:lnTo>
                  <a:close/>
                </a:path>
                <a:path w="4533900" h="2762885">
                  <a:moveTo>
                    <a:pt x="4248150" y="3454"/>
                  </a:moveTo>
                  <a:lnTo>
                    <a:pt x="4247693" y="2324"/>
                  </a:lnTo>
                  <a:lnTo>
                    <a:pt x="4245826" y="469"/>
                  </a:lnTo>
                  <a:lnTo>
                    <a:pt x="4244708" y="0"/>
                  </a:lnTo>
                  <a:lnTo>
                    <a:pt x="4242079" y="0"/>
                  </a:lnTo>
                  <a:lnTo>
                    <a:pt x="4240962" y="469"/>
                  </a:lnTo>
                  <a:lnTo>
                    <a:pt x="4239095" y="2324"/>
                  </a:lnTo>
                  <a:lnTo>
                    <a:pt x="4238625" y="3454"/>
                  </a:lnTo>
                  <a:lnTo>
                    <a:pt x="4238625" y="6083"/>
                  </a:lnTo>
                  <a:lnTo>
                    <a:pt x="4239095" y="7200"/>
                  </a:lnTo>
                  <a:lnTo>
                    <a:pt x="4240962" y="9067"/>
                  </a:lnTo>
                  <a:lnTo>
                    <a:pt x="4242079" y="9525"/>
                  </a:lnTo>
                  <a:lnTo>
                    <a:pt x="4244708" y="9525"/>
                  </a:lnTo>
                  <a:lnTo>
                    <a:pt x="4245826" y="9067"/>
                  </a:lnTo>
                  <a:lnTo>
                    <a:pt x="4247693" y="7200"/>
                  </a:lnTo>
                  <a:lnTo>
                    <a:pt x="4248150" y="6083"/>
                  </a:lnTo>
                  <a:lnTo>
                    <a:pt x="4248150" y="3454"/>
                  </a:lnTo>
                  <a:close/>
                </a:path>
                <a:path w="4533900" h="2762885">
                  <a:moveTo>
                    <a:pt x="4295775" y="2756611"/>
                  </a:moveTo>
                  <a:lnTo>
                    <a:pt x="4295318" y="2755493"/>
                  </a:lnTo>
                  <a:lnTo>
                    <a:pt x="4293451" y="2753626"/>
                  </a:lnTo>
                  <a:lnTo>
                    <a:pt x="4292333" y="2753156"/>
                  </a:lnTo>
                  <a:lnTo>
                    <a:pt x="4289704" y="2753156"/>
                  </a:lnTo>
                  <a:lnTo>
                    <a:pt x="4288587" y="2753626"/>
                  </a:lnTo>
                  <a:lnTo>
                    <a:pt x="4286720" y="2755493"/>
                  </a:lnTo>
                  <a:lnTo>
                    <a:pt x="4286250" y="2756611"/>
                  </a:lnTo>
                  <a:lnTo>
                    <a:pt x="4286250" y="2759240"/>
                  </a:lnTo>
                  <a:lnTo>
                    <a:pt x="4286720" y="2760357"/>
                  </a:lnTo>
                  <a:lnTo>
                    <a:pt x="4288587" y="2762224"/>
                  </a:lnTo>
                  <a:lnTo>
                    <a:pt x="4289704" y="2762681"/>
                  </a:lnTo>
                  <a:lnTo>
                    <a:pt x="4292333" y="2762681"/>
                  </a:lnTo>
                  <a:lnTo>
                    <a:pt x="4293451" y="2762224"/>
                  </a:lnTo>
                  <a:lnTo>
                    <a:pt x="4295318" y="2760357"/>
                  </a:lnTo>
                  <a:lnTo>
                    <a:pt x="4295775" y="2759240"/>
                  </a:lnTo>
                  <a:lnTo>
                    <a:pt x="4295775" y="2756611"/>
                  </a:lnTo>
                  <a:close/>
                </a:path>
                <a:path w="4533900" h="2762885">
                  <a:moveTo>
                    <a:pt x="4295775" y="2205977"/>
                  </a:moveTo>
                  <a:lnTo>
                    <a:pt x="4295318" y="2204859"/>
                  </a:lnTo>
                  <a:lnTo>
                    <a:pt x="4293451" y="2202992"/>
                  </a:lnTo>
                  <a:lnTo>
                    <a:pt x="4292333" y="2202535"/>
                  </a:lnTo>
                  <a:lnTo>
                    <a:pt x="4289704" y="2202535"/>
                  </a:lnTo>
                  <a:lnTo>
                    <a:pt x="4288587" y="2202992"/>
                  </a:lnTo>
                  <a:lnTo>
                    <a:pt x="4286720" y="2204859"/>
                  </a:lnTo>
                  <a:lnTo>
                    <a:pt x="4286250" y="2205977"/>
                  </a:lnTo>
                  <a:lnTo>
                    <a:pt x="4286250" y="2208606"/>
                  </a:lnTo>
                  <a:lnTo>
                    <a:pt x="4286720" y="2209736"/>
                  </a:lnTo>
                  <a:lnTo>
                    <a:pt x="4288587" y="2211590"/>
                  </a:lnTo>
                  <a:lnTo>
                    <a:pt x="4289704" y="2212060"/>
                  </a:lnTo>
                  <a:lnTo>
                    <a:pt x="4292333" y="2212060"/>
                  </a:lnTo>
                  <a:lnTo>
                    <a:pt x="4293451" y="2211590"/>
                  </a:lnTo>
                  <a:lnTo>
                    <a:pt x="4295318" y="2209736"/>
                  </a:lnTo>
                  <a:lnTo>
                    <a:pt x="4295775" y="2208606"/>
                  </a:lnTo>
                  <a:lnTo>
                    <a:pt x="4295775" y="2205977"/>
                  </a:lnTo>
                  <a:close/>
                </a:path>
                <a:path w="4533900" h="2762885">
                  <a:moveTo>
                    <a:pt x="4295775" y="1655343"/>
                  </a:moveTo>
                  <a:lnTo>
                    <a:pt x="4295318" y="1654225"/>
                  </a:lnTo>
                  <a:lnTo>
                    <a:pt x="4293451" y="1652358"/>
                  </a:lnTo>
                  <a:lnTo>
                    <a:pt x="4292333" y="1651901"/>
                  </a:lnTo>
                  <a:lnTo>
                    <a:pt x="4289704" y="1651901"/>
                  </a:lnTo>
                  <a:lnTo>
                    <a:pt x="4288587" y="1652358"/>
                  </a:lnTo>
                  <a:lnTo>
                    <a:pt x="4286720" y="1654225"/>
                  </a:lnTo>
                  <a:lnTo>
                    <a:pt x="4286250" y="1655343"/>
                  </a:lnTo>
                  <a:lnTo>
                    <a:pt x="4286250" y="1657972"/>
                  </a:lnTo>
                  <a:lnTo>
                    <a:pt x="4286720" y="1659102"/>
                  </a:lnTo>
                  <a:lnTo>
                    <a:pt x="4288587" y="1660956"/>
                  </a:lnTo>
                  <a:lnTo>
                    <a:pt x="4289704" y="1661426"/>
                  </a:lnTo>
                  <a:lnTo>
                    <a:pt x="4292333" y="1661426"/>
                  </a:lnTo>
                  <a:lnTo>
                    <a:pt x="4293451" y="1660956"/>
                  </a:lnTo>
                  <a:lnTo>
                    <a:pt x="4295318" y="1659102"/>
                  </a:lnTo>
                  <a:lnTo>
                    <a:pt x="4295775" y="1657972"/>
                  </a:lnTo>
                  <a:lnTo>
                    <a:pt x="4295775" y="1655343"/>
                  </a:lnTo>
                  <a:close/>
                </a:path>
                <a:path w="4533900" h="2762885">
                  <a:moveTo>
                    <a:pt x="4295775" y="1104709"/>
                  </a:moveTo>
                  <a:lnTo>
                    <a:pt x="4295318" y="1103591"/>
                  </a:lnTo>
                  <a:lnTo>
                    <a:pt x="4293451" y="1101737"/>
                  </a:lnTo>
                  <a:lnTo>
                    <a:pt x="4292333" y="1101267"/>
                  </a:lnTo>
                  <a:lnTo>
                    <a:pt x="4289704" y="1101267"/>
                  </a:lnTo>
                  <a:lnTo>
                    <a:pt x="4288587" y="1101737"/>
                  </a:lnTo>
                  <a:lnTo>
                    <a:pt x="4286720" y="1103591"/>
                  </a:lnTo>
                  <a:lnTo>
                    <a:pt x="4286250" y="1104709"/>
                  </a:lnTo>
                  <a:lnTo>
                    <a:pt x="4286250" y="1107351"/>
                  </a:lnTo>
                  <a:lnTo>
                    <a:pt x="4286720" y="1108468"/>
                  </a:lnTo>
                  <a:lnTo>
                    <a:pt x="4288587" y="1110322"/>
                  </a:lnTo>
                  <a:lnTo>
                    <a:pt x="4289704" y="1110792"/>
                  </a:lnTo>
                  <a:lnTo>
                    <a:pt x="4292333" y="1110792"/>
                  </a:lnTo>
                  <a:lnTo>
                    <a:pt x="4293451" y="1110322"/>
                  </a:lnTo>
                  <a:lnTo>
                    <a:pt x="4295318" y="1108468"/>
                  </a:lnTo>
                  <a:lnTo>
                    <a:pt x="4295775" y="1107351"/>
                  </a:lnTo>
                  <a:lnTo>
                    <a:pt x="4295775" y="1104709"/>
                  </a:lnTo>
                  <a:close/>
                </a:path>
                <a:path w="4533900" h="2762885">
                  <a:moveTo>
                    <a:pt x="4295775" y="554088"/>
                  </a:moveTo>
                  <a:lnTo>
                    <a:pt x="4295318" y="552958"/>
                  </a:lnTo>
                  <a:lnTo>
                    <a:pt x="4293451" y="551103"/>
                  </a:lnTo>
                  <a:lnTo>
                    <a:pt x="4292333" y="550633"/>
                  </a:lnTo>
                  <a:lnTo>
                    <a:pt x="4289704" y="550633"/>
                  </a:lnTo>
                  <a:lnTo>
                    <a:pt x="4288587" y="551103"/>
                  </a:lnTo>
                  <a:lnTo>
                    <a:pt x="4286720" y="552958"/>
                  </a:lnTo>
                  <a:lnTo>
                    <a:pt x="4286250" y="554088"/>
                  </a:lnTo>
                  <a:lnTo>
                    <a:pt x="4286250" y="556717"/>
                  </a:lnTo>
                  <a:lnTo>
                    <a:pt x="4286720" y="557834"/>
                  </a:lnTo>
                  <a:lnTo>
                    <a:pt x="4288587" y="559701"/>
                  </a:lnTo>
                  <a:lnTo>
                    <a:pt x="4289704" y="560158"/>
                  </a:lnTo>
                  <a:lnTo>
                    <a:pt x="4292333" y="560158"/>
                  </a:lnTo>
                  <a:lnTo>
                    <a:pt x="4293451" y="559701"/>
                  </a:lnTo>
                  <a:lnTo>
                    <a:pt x="4295318" y="557834"/>
                  </a:lnTo>
                  <a:lnTo>
                    <a:pt x="4295775" y="556717"/>
                  </a:lnTo>
                  <a:lnTo>
                    <a:pt x="4295775" y="554088"/>
                  </a:lnTo>
                  <a:close/>
                </a:path>
                <a:path w="4533900" h="2762885">
                  <a:moveTo>
                    <a:pt x="4295775" y="3454"/>
                  </a:moveTo>
                  <a:lnTo>
                    <a:pt x="4295318" y="2324"/>
                  </a:lnTo>
                  <a:lnTo>
                    <a:pt x="4293451" y="469"/>
                  </a:lnTo>
                  <a:lnTo>
                    <a:pt x="4292333" y="0"/>
                  </a:lnTo>
                  <a:lnTo>
                    <a:pt x="4289704" y="0"/>
                  </a:lnTo>
                  <a:lnTo>
                    <a:pt x="4288587" y="469"/>
                  </a:lnTo>
                  <a:lnTo>
                    <a:pt x="4286720" y="2324"/>
                  </a:lnTo>
                  <a:lnTo>
                    <a:pt x="4286250" y="3454"/>
                  </a:lnTo>
                  <a:lnTo>
                    <a:pt x="4286250" y="6083"/>
                  </a:lnTo>
                  <a:lnTo>
                    <a:pt x="4286720" y="7200"/>
                  </a:lnTo>
                  <a:lnTo>
                    <a:pt x="4288587" y="9067"/>
                  </a:lnTo>
                  <a:lnTo>
                    <a:pt x="4289704" y="9525"/>
                  </a:lnTo>
                  <a:lnTo>
                    <a:pt x="4292333" y="9525"/>
                  </a:lnTo>
                  <a:lnTo>
                    <a:pt x="4293451" y="9067"/>
                  </a:lnTo>
                  <a:lnTo>
                    <a:pt x="4295318" y="7200"/>
                  </a:lnTo>
                  <a:lnTo>
                    <a:pt x="4295775" y="6083"/>
                  </a:lnTo>
                  <a:lnTo>
                    <a:pt x="4295775" y="3454"/>
                  </a:lnTo>
                  <a:close/>
                </a:path>
                <a:path w="4533900" h="2762885">
                  <a:moveTo>
                    <a:pt x="4343400" y="2756611"/>
                  </a:moveTo>
                  <a:lnTo>
                    <a:pt x="4342943" y="2755493"/>
                  </a:lnTo>
                  <a:lnTo>
                    <a:pt x="4341076" y="2753626"/>
                  </a:lnTo>
                  <a:lnTo>
                    <a:pt x="4339958" y="2753156"/>
                  </a:lnTo>
                  <a:lnTo>
                    <a:pt x="4337329" y="2753156"/>
                  </a:lnTo>
                  <a:lnTo>
                    <a:pt x="4336199" y="2753626"/>
                  </a:lnTo>
                  <a:lnTo>
                    <a:pt x="4334345" y="2755493"/>
                  </a:lnTo>
                  <a:lnTo>
                    <a:pt x="4333875" y="2756611"/>
                  </a:lnTo>
                  <a:lnTo>
                    <a:pt x="4333875" y="2759240"/>
                  </a:lnTo>
                  <a:lnTo>
                    <a:pt x="4334345" y="2760357"/>
                  </a:lnTo>
                  <a:lnTo>
                    <a:pt x="4336199" y="2762224"/>
                  </a:lnTo>
                  <a:lnTo>
                    <a:pt x="4337329" y="2762681"/>
                  </a:lnTo>
                  <a:lnTo>
                    <a:pt x="4339958" y="2762681"/>
                  </a:lnTo>
                  <a:lnTo>
                    <a:pt x="4341076" y="2762224"/>
                  </a:lnTo>
                  <a:lnTo>
                    <a:pt x="4342943" y="2760357"/>
                  </a:lnTo>
                  <a:lnTo>
                    <a:pt x="4343400" y="2759240"/>
                  </a:lnTo>
                  <a:lnTo>
                    <a:pt x="4343400" y="2756611"/>
                  </a:lnTo>
                  <a:close/>
                </a:path>
                <a:path w="4533900" h="2762885">
                  <a:moveTo>
                    <a:pt x="4343400" y="2205977"/>
                  </a:moveTo>
                  <a:lnTo>
                    <a:pt x="4342943" y="2204859"/>
                  </a:lnTo>
                  <a:lnTo>
                    <a:pt x="4341076" y="2202992"/>
                  </a:lnTo>
                  <a:lnTo>
                    <a:pt x="4339958" y="2202535"/>
                  </a:lnTo>
                  <a:lnTo>
                    <a:pt x="4337329" y="2202535"/>
                  </a:lnTo>
                  <a:lnTo>
                    <a:pt x="4336199" y="2202992"/>
                  </a:lnTo>
                  <a:lnTo>
                    <a:pt x="4334345" y="2204859"/>
                  </a:lnTo>
                  <a:lnTo>
                    <a:pt x="4333875" y="2205977"/>
                  </a:lnTo>
                  <a:lnTo>
                    <a:pt x="4333875" y="2208606"/>
                  </a:lnTo>
                  <a:lnTo>
                    <a:pt x="4334345" y="2209736"/>
                  </a:lnTo>
                  <a:lnTo>
                    <a:pt x="4336199" y="2211590"/>
                  </a:lnTo>
                  <a:lnTo>
                    <a:pt x="4337329" y="2212060"/>
                  </a:lnTo>
                  <a:lnTo>
                    <a:pt x="4339958" y="2212060"/>
                  </a:lnTo>
                  <a:lnTo>
                    <a:pt x="4341076" y="2211590"/>
                  </a:lnTo>
                  <a:lnTo>
                    <a:pt x="4342943" y="2209736"/>
                  </a:lnTo>
                  <a:lnTo>
                    <a:pt x="4343400" y="2208606"/>
                  </a:lnTo>
                  <a:lnTo>
                    <a:pt x="4343400" y="2205977"/>
                  </a:lnTo>
                  <a:close/>
                </a:path>
                <a:path w="4533900" h="2762885">
                  <a:moveTo>
                    <a:pt x="4343400" y="1655343"/>
                  </a:moveTo>
                  <a:lnTo>
                    <a:pt x="4342943" y="1654225"/>
                  </a:lnTo>
                  <a:lnTo>
                    <a:pt x="4341076" y="1652358"/>
                  </a:lnTo>
                  <a:lnTo>
                    <a:pt x="4339958" y="1651901"/>
                  </a:lnTo>
                  <a:lnTo>
                    <a:pt x="4337329" y="1651901"/>
                  </a:lnTo>
                  <a:lnTo>
                    <a:pt x="4336199" y="1652358"/>
                  </a:lnTo>
                  <a:lnTo>
                    <a:pt x="4334345" y="1654225"/>
                  </a:lnTo>
                  <a:lnTo>
                    <a:pt x="4333875" y="1655343"/>
                  </a:lnTo>
                  <a:lnTo>
                    <a:pt x="4333875" y="1657972"/>
                  </a:lnTo>
                  <a:lnTo>
                    <a:pt x="4334345" y="1659102"/>
                  </a:lnTo>
                  <a:lnTo>
                    <a:pt x="4336199" y="1660956"/>
                  </a:lnTo>
                  <a:lnTo>
                    <a:pt x="4337329" y="1661426"/>
                  </a:lnTo>
                  <a:lnTo>
                    <a:pt x="4339958" y="1661426"/>
                  </a:lnTo>
                  <a:lnTo>
                    <a:pt x="4341076" y="1660956"/>
                  </a:lnTo>
                  <a:lnTo>
                    <a:pt x="4342943" y="1659102"/>
                  </a:lnTo>
                  <a:lnTo>
                    <a:pt x="4343400" y="1657972"/>
                  </a:lnTo>
                  <a:lnTo>
                    <a:pt x="4343400" y="1655343"/>
                  </a:lnTo>
                  <a:close/>
                </a:path>
                <a:path w="4533900" h="2762885">
                  <a:moveTo>
                    <a:pt x="4343400" y="1104709"/>
                  </a:moveTo>
                  <a:lnTo>
                    <a:pt x="4342943" y="1103591"/>
                  </a:lnTo>
                  <a:lnTo>
                    <a:pt x="4341076" y="1101737"/>
                  </a:lnTo>
                  <a:lnTo>
                    <a:pt x="4339958" y="1101267"/>
                  </a:lnTo>
                  <a:lnTo>
                    <a:pt x="4337329" y="1101267"/>
                  </a:lnTo>
                  <a:lnTo>
                    <a:pt x="4336199" y="1101737"/>
                  </a:lnTo>
                  <a:lnTo>
                    <a:pt x="4334345" y="1103591"/>
                  </a:lnTo>
                  <a:lnTo>
                    <a:pt x="4333875" y="1104709"/>
                  </a:lnTo>
                  <a:lnTo>
                    <a:pt x="4333875" y="1107351"/>
                  </a:lnTo>
                  <a:lnTo>
                    <a:pt x="4334345" y="1108468"/>
                  </a:lnTo>
                  <a:lnTo>
                    <a:pt x="4336199" y="1110322"/>
                  </a:lnTo>
                  <a:lnTo>
                    <a:pt x="4337329" y="1110792"/>
                  </a:lnTo>
                  <a:lnTo>
                    <a:pt x="4339958" y="1110792"/>
                  </a:lnTo>
                  <a:lnTo>
                    <a:pt x="4341076" y="1110322"/>
                  </a:lnTo>
                  <a:lnTo>
                    <a:pt x="4342943" y="1108468"/>
                  </a:lnTo>
                  <a:lnTo>
                    <a:pt x="4343400" y="1107351"/>
                  </a:lnTo>
                  <a:lnTo>
                    <a:pt x="4343400" y="1104709"/>
                  </a:lnTo>
                  <a:close/>
                </a:path>
                <a:path w="4533900" h="2762885">
                  <a:moveTo>
                    <a:pt x="4343400" y="554088"/>
                  </a:moveTo>
                  <a:lnTo>
                    <a:pt x="4342943" y="552958"/>
                  </a:lnTo>
                  <a:lnTo>
                    <a:pt x="4341076" y="551103"/>
                  </a:lnTo>
                  <a:lnTo>
                    <a:pt x="4339958" y="550633"/>
                  </a:lnTo>
                  <a:lnTo>
                    <a:pt x="4337329" y="550633"/>
                  </a:lnTo>
                  <a:lnTo>
                    <a:pt x="4336199" y="551103"/>
                  </a:lnTo>
                  <a:lnTo>
                    <a:pt x="4334345" y="552958"/>
                  </a:lnTo>
                  <a:lnTo>
                    <a:pt x="4333875" y="554088"/>
                  </a:lnTo>
                  <a:lnTo>
                    <a:pt x="4333875" y="556717"/>
                  </a:lnTo>
                  <a:lnTo>
                    <a:pt x="4334345" y="557834"/>
                  </a:lnTo>
                  <a:lnTo>
                    <a:pt x="4336199" y="559701"/>
                  </a:lnTo>
                  <a:lnTo>
                    <a:pt x="4337329" y="560158"/>
                  </a:lnTo>
                  <a:lnTo>
                    <a:pt x="4339958" y="560158"/>
                  </a:lnTo>
                  <a:lnTo>
                    <a:pt x="4341076" y="559701"/>
                  </a:lnTo>
                  <a:lnTo>
                    <a:pt x="4342943" y="557834"/>
                  </a:lnTo>
                  <a:lnTo>
                    <a:pt x="4343400" y="556717"/>
                  </a:lnTo>
                  <a:lnTo>
                    <a:pt x="4343400" y="554088"/>
                  </a:lnTo>
                  <a:close/>
                </a:path>
                <a:path w="4533900" h="2762885">
                  <a:moveTo>
                    <a:pt x="4343400" y="3454"/>
                  </a:moveTo>
                  <a:lnTo>
                    <a:pt x="4342943" y="2324"/>
                  </a:lnTo>
                  <a:lnTo>
                    <a:pt x="4341076" y="469"/>
                  </a:lnTo>
                  <a:lnTo>
                    <a:pt x="4339958" y="0"/>
                  </a:lnTo>
                  <a:lnTo>
                    <a:pt x="4337329" y="0"/>
                  </a:lnTo>
                  <a:lnTo>
                    <a:pt x="4336199" y="469"/>
                  </a:lnTo>
                  <a:lnTo>
                    <a:pt x="4334345" y="2324"/>
                  </a:lnTo>
                  <a:lnTo>
                    <a:pt x="4333875" y="3454"/>
                  </a:lnTo>
                  <a:lnTo>
                    <a:pt x="4333875" y="6083"/>
                  </a:lnTo>
                  <a:lnTo>
                    <a:pt x="4334345" y="7200"/>
                  </a:lnTo>
                  <a:lnTo>
                    <a:pt x="4336199" y="9067"/>
                  </a:lnTo>
                  <a:lnTo>
                    <a:pt x="4337329" y="9525"/>
                  </a:lnTo>
                  <a:lnTo>
                    <a:pt x="4339958" y="9525"/>
                  </a:lnTo>
                  <a:lnTo>
                    <a:pt x="4341076" y="9067"/>
                  </a:lnTo>
                  <a:lnTo>
                    <a:pt x="4342943" y="7200"/>
                  </a:lnTo>
                  <a:lnTo>
                    <a:pt x="4343400" y="6083"/>
                  </a:lnTo>
                  <a:lnTo>
                    <a:pt x="4343400" y="3454"/>
                  </a:lnTo>
                  <a:close/>
                </a:path>
                <a:path w="4533900" h="2762885">
                  <a:moveTo>
                    <a:pt x="4391025" y="2756611"/>
                  </a:moveTo>
                  <a:lnTo>
                    <a:pt x="4390568" y="2755493"/>
                  </a:lnTo>
                  <a:lnTo>
                    <a:pt x="4388701" y="2753626"/>
                  </a:lnTo>
                  <a:lnTo>
                    <a:pt x="4387583" y="2753156"/>
                  </a:lnTo>
                  <a:lnTo>
                    <a:pt x="4384954" y="2753156"/>
                  </a:lnTo>
                  <a:lnTo>
                    <a:pt x="4383824" y="2753626"/>
                  </a:lnTo>
                  <a:lnTo>
                    <a:pt x="4381970" y="2755493"/>
                  </a:lnTo>
                  <a:lnTo>
                    <a:pt x="4381500" y="2756611"/>
                  </a:lnTo>
                  <a:lnTo>
                    <a:pt x="4381500" y="2759240"/>
                  </a:lnTo>
                  <a:lnTo>
                    <a:pt x="4381970" y="2760357"/>
                  </a:lnTo>
                  <a:lnTo>
                    <a:pt x="4383824" y="2762224"/>
                  </a:lnTo>
                  <a:lnTo>
                    <a:pt x="4384954" y="2762681"/>
                  </a:lnTo>
                  <a:lnTo>
                    <a:pt x="4387583" y="2762681"/>
                  </a:lnTo>
                  <a:lnTo>
                    <a:pt x="4388701" y="2762224"/>
                  </a:lnTo>
                  <a:lnTo>
                    <a:pt x="4390568" y="2760357"/>
                  </a:lnTo>
                  <a:lnTo>
                    <a:pt x="4391025" y="2759240"/>
                  </a:lnTo>
                  <a:lnTo>
                    <a:pt x="4391025" y="2756611"/>
                  </a:lnTo>
                  <a:close/>
                </a:path>
                <a:path w="4533900" h="2762885">
                  <a:moveTo>
                    <a:pt x="4391025" y="2205977"/>
                  </a:moveTo>
                  <a:lnTo>
                    <a:pt x="4390568" y="2204859"/>
                  </a:lnTo>
                  <a:lnTo>
                    <a:pt x="4388701" y="2202992"/>
                  </a:lnTo>
                  <a:lnTo>
                    <a:pt x="4387583" y="2202535"/>
                  </a:lnTo>
                  <a:lnTo>
                    <a:pt x="4384954" y="2202535"/>
                  </a:lnTo>
                  <a:lnTo>
                    <a:pt x="4383824" y="2202992"/>
                  </a:lnTo>
                  <a:lnTo>
                    <a:pt x="4381970" y="2204859"/>
                  </a:lnTo>
                  <a:lnTo>
                    <a:pt x="4381500" y="2205977"/>
                  </a:lnTo>
                  <a:lnTo>
                    <a:pt x="4381500" y="2208606"/>
                  </a:lnTo>
                  <a:lnTo>
                    <a:pt x="4381970" y="2209736"/>
                  </a:lnTo>
                  <a:lnTo>
                    <a:pt x="4383824" y="2211590"/>
                  </a:lnTo>
                  <a:lnTo>
                    <a:pt x="4384954" y="2212060"/>
                  </a:lnTo>
                  <a:lnTo>
                    <a:pt x="4387583" y="2212060"/>
                  </a:lnTo>
                  <a:lnTo>
                    <a:pt x="4388701" y="2211590"/>
                  </a:lnTo>
                  <a:lnTo>
                    <a:pt x="4390568" y="2209736"/>
                  </a:lnTo>
                  <a:lnTo>
                    <a:pt x="4391025" y="2208606"/>
                  </a:lnTo>
                  <a:lnTo>
                    <a:pt x="4391025" y="2205977"/>
                  </a:lnTo>
                  <a:close/>
                </a:path>
                <a:path w="4533900" h="2762885">
                  <a:moveTo>
                    <a:pt x="4391025" y="1655343"/>
                  </a:moveTo>
                  <a:lnTo>
                    <a:pt x="4390568" y="1654225"/>
                  </a:lnTo>
                  <a:lnTo>
                    <a:pt x="4388701" y="1652358"/>
                  </a:lnTo>
                  <a:lnTo>
                    <a:pt x="4387583" y="1651901"/>
                  </a:lnTo>
                  <a:lnTo>
                    <a:pt x="4384954" y="1651901"/>
                  </a:lnTo>
                  <a:lnTo>
                    <a:pt x="4383824" y="1652358"/>
                  </a:lnTo>
                  <a:lnTo>
                    <a:pt x="4381970" y="1654225"/>
                  </a:lnTo>
                  <a:lnTo>
                    <a:pt x="4381500" y="1655343"/>
                  </a:lnTo>
                  <a:lnTo>
                    <a:pt x="4381500" y="1657972"/>
                  </a:lnTo>
                  <a:lnTo>
                    <a:pt x="4381970" y="1659102"/>
                  </a:lnTo>
                  <a:lnTo>
                    <a:pt x="4383824" y="1660956"/>
                  </a:lnTo>
                  <a:lnTo>
                    <a:pt x="4384954" y="1661426"/>
                  </a:lnTo>
                  <a:lnTo>
                    <a:pt x="4387583" y="1661426"/>
                  </a:lnTo>
                  <a:lnTo>
                    <a:pt x="4388701" y="1660956"/>
                  </a:lnTo>
                  <a:lnTo>
                    <a:pt x="4390568" y="1659102"/>
                  </a:lnTo>
                  <a:lnTo>
                    <a:pt x="4391025" y="1657972"/>
                  </a:lnTo>
                  <a:lnTo>
                    <a:pt x="4391025" y="1655343"/>
                  </a:lnTo>
                  <a:close/>
                </a:path>
                <a:path w="4533900" h="2762885">
                  <a:moveTo>
                    <a:pt x="4391025" y="1104709"/>
                  </a:moveTo>
                  <a:lnTo>
                    <a:pt x="4390568" y="1103591"/>
                  </a:lnTo>
                  <a:lnTo>
                    <a:pt x="4388701" y="1101737"/>
                  </a:lnTo>
                  <a:lnTo>
                    <a:pt x="4387583" y="1101267"/>
                  </a:lnTo>
                  <a:lnTo>
                    <a:pt x="4384954" y="1101267"/>
                  </a:lnTo>
                  <a:lnTo>
                    <a:pt x="4383824" y="1101737"/>
                  </a:lnTo>
                  <a:lnTo>
                    <a:pt x="4381970" y="1103591"/>
                  </a:lnTo>
                  <a:lnTo>
                    <a:pt x="4381500" y="1104709"/>
                  </a:lnTo>
                  <a:lnTo>
                    <a:pt x="4381500" y="1107351"/>
                  </a:lnTo>
                  <a:lnTo>
                    <a:pt x="4381970" y="1108468"/>
                  </a:lnTo>
                  <a:lnTo>
                    <a:pt x="4383824" y="1110322"/>
                  </a:lnTo>
                  <a:lnTo>
                    <a:pt x="4384954" y="1110792"/>
                  </a:lnTo>
                  <a:lnTo>
                    <a:pt x="4387583" y="1110792"/>
                  </a:lnTo>
                  <a:lnTo>
                    <a:pt x="4388701" y="1110322"/>
                  </a:lnTo>
                  <a:lnTo>
                    <a:pt x="4390568" y="1108468"/>
                  </a:lnTo>
                  <a:lnTo>
                    <a:pt x="4391025" y="1107351"/>
                  </a:lnTo>
                  <a:lnTo>
                    <a:pt x="4391025" y="1104709"/>
                  </a:lnTo>
                  <a:close/>
                </a:path>
                <a:path w="4533900" h="2762885">
                  <a:moveTo>
                    <a:pt x="4391025" y="554088"/>
                  </a:moveTo>
                  <a:lnTo>
                    <a:pt x="4390568" y="552958"/>
                  </a:lnTo>
                  <a:lnTo>
                    <a:pt x="4388701" y="551103"/>
                  </a:lnTo>
                  <a:lnTo>
                    <a:pt x="4387583" y="550633"/>
                  </a:lnTo>
                  <a:lnTo>
                    <a:pt x="4384954" y="550633"/>
                  </a:lnTo>
                  <a:lnTo>
                    <a:pt x="4383824" y="551103"/>
                  </a:lnTo>
                  <a:lnTo>
                    <a:pt x="4381970" y="552958"/>
                  </a:lnTo>
                  <a:lnTo>
                    <a:pt x="4381500" y="554088"/>
                  </a:lnTo>
                  <a:lnTo>
                    <a:pt x="4381500" y="556717"/>
                  </a:lnTo>
                  <a:lnTo>
                    <a:pt x="4381970" y="557834"/>
                  </a:lnTo>
                  <a:lnTo>
                    <a:pt x="4383824" y="559701"/>
                  </a:lnTo>
                  <a:lnTo>
                    <a:pt x="4384954" y="560158"/>
                  </a:lnTo>
                  <a:lnTo>
                    <a:pt x="4387583" y="560158"/>
                  </a:lnTo>
                  <a:lnTo>
                    <a:pt x="4388701" y="559701"/>
                  </a:lnTo>
                  <a:lnTo>
                    <a:pt x="4390568" y="557834"/>
                  </a:lnTo>
                  <a:lnTo>
                    <a:pt x="4391025" y="556717"/>
                  </a:lnTo>
                  <a:lnTo>
                    <a:pt x="4391025" y="554088"/>
                  </a:lnTo>
                  <a:close/>
                </a:path>
                <a:path w="4533900" h="2762885">
                  <a:moveTo>
                    <a:pt x="4391025" y="3454"/>
                  </a:moveTo>
                  <a:lnTo>
                    <a:pt x="4390568" y="2324"/>
                  </a:lnTo>
                  <a:lnTo>
                    <a:pt x="4388701" y="469"/>
                  </a:lnTo>
                  <a:lnTo>
                    <a:pt x="4387583" y="0"/>
                  </a:lnTo>
                  <a:lnTo>
                    <a:pt x="4384954" y="0"/>
                  </a:lnTo>
                  <a:lnTo>
                    <a:pt x="4383824" y="469"/>
                  </a:lnTo>
                  <a:lnTo>
                    <a:pt x="4381970" y="2324"/>
                  </a:lnTo>
                  <a:lnTo>
                    <a:pt x="4381500" y="3454"/>
                  </a:lnTo>
                  <a:lnTo>
                    <a:pt x="4381500" y="6083"/>
                  </a:lnTo>
                  <a:lnTo>
                    <a:pt x="4381970" y="7200"/>
                  </a:lnTo>
                  <a:lnTo>
                    <a:pt x="4383824" y="9067"/>
                  </a:lnTo>
                  <a:lnTo>
                    <a:pt x="4384954" y="9525"/>
                  </a:lnTo>
                  <a:lnTo>
                    <a:pt x="4387583" y="9525"/>
                  </a:lnTo>
                  <a:lnTo>
                    <a:pt x="4388701" y="9067"/>
                  </a:lnTo>
                  <a:lnTo>
                    <a:pt x="4390568" y="7200"/>
                  </a:lnTo>
                  <a:lnTo>
                    <a:pt x="4391025" y="6083"/>
                  </a:lnTo>
                  <a:lnTo>
                    <a:pt x="4391025" y="3454"/>
                  </a:lnTo>
                  <a:close/>
                </a:path>
                <a:path w="4533900" h="2762885">
                  <a:moveTo>
                    <a:pt x="4438650" y="2756611"/>
                  </a:moveTo>
                  <a:lnTo>
                    <a:pt x="4438193" y="2755493"/>
                  </a:lnTo>
                  <a:lnTo>
                    <a:pt x="4436326" y="2753626"/>
                  </a:lnTo>
                  <a:lnTo>
                    <a:pt x="4435208" y="2753156"/>
                  </a:lnTo>
                  <a:lnTo>
                    <a:pt x="4432579" y="2753156"/>
                  </a:lnTo>
                  <a:lnTo>
                    <a:pt x="4431449" y="2753626"/>
                  </a:lnTo>
                  <a:lnTo>
                    <a:pt x="4429595" y="2755493"/>
                  </a:lnTo>
                  <a:lnTo>
                    <a:pt x="4429125" y="2756611"/>
                  </a:lnTo>
                  <a:lnTo>
                    <a:pt x="4429125" y="2759240"/>
                  </a:lnTo>
                  <a:lnTo>
                    <a:pt x="4429595" y="2760357"/>
                  </a:lnTo>
                  <a:lnTo>
                    <a:pt x="4431449" y="2762224"/>
                  </a:lnTo>
                  <a:lnTo>
                    <a:pt x="4432579" y="2762681"/>
                  </a:lnTo>
                  <a:lnTo>
                    <a:pt x="4435208" y="2762681"/>
                  </a:lnTo>
                  <a:lnTo>
                    <a:pt x="4436326" y="2762224"/>
                  </a:lnTo>
                  <a:lnTo>
                    <a:pt x="4438193" y="2760357"/>
                  </a:lnTo>
                  <a:lnTo>
                    <a:pt x="4438650" y="2759240"/>
                  </a:lnTo>
                  <a:lnTo>
                    <a:pt x="4438650" y="2756611"/>
                  </a:lnTo>
                  <a:close/>
                </a:path>
                <a:path w="4533900" h="2762885">
                  <a:moveTo>
                    <a:pt x="4438650" y="2205977"/>
                  </a:moveTo>
                  <a:lnTo>
                    <a:pt x="4438193" y="2204859"/>
                  </a:lnTo>
                  <a:lnTo>
                    <a:pt x="4436326" y="2202992"/>
                  </a:lnTo>
                  <a:lnTo>
                    <a:pt x="4435208" y="2202535"/>
                  </a:lnTo>
                  <a:lnTo>
                    <a:pt x="4432579" y="2202535"/>
                  </a:lnTo>
                  <a:lnTo>
                    <a:pt x="4431449" y="2202992"/>
                  </a:lnTo>
                  <a:lnTo>
                    <a:pt x="4429595" y="2204859"/>
                  </a:lnTo>
                  <a:lnTo>
                    <a:pt x="4429125" y="2205977"/>
                  </a:lnTo>
                  <a:lnTo>
                    <a:pt x="4429125" y="2208606"/>
                  </a:lnTo>
                  <a:lnTo>
                    <a:pt x="4429595" y="2209736"/>
                  </a:lnTo>
                  <a:lnTo>
                    <a:pt x="4431449" y="2211590"/>
                  </a:lnTo>
                  <a:lnTo>
                    <a:pt x="4432579" y="2212060"/>
                  </a:lnTo>
                  <a:lnTo>
                    <a:pt x="4435208" y="2212060"/>
                  </a:lnTo>
                  <a:lnTo>
                    <a:pt x="4436326" y="2211590"/>
                  </a:lnTo>
                  <a:lnTo>
                    <a:pt x="4438193" y="2209736"/>
                  </a:lnTo>
                  <a:lnTo>
                    <a:pt x="4438650" y="2208606"/>
                  </a:lnTo>
                  <a:lnTo>
                    <a:pt x="4438650" y="2205977"/>
                  </a:lnTo>
                  <a:close/>
                </a:path>
                <a:path w="4533900" h="2762885">
                  <a:moveTo>
                    <a:pt x="4438650" y="1655343"/>
                  </a:moveTo>
                  <a:lnTo>
                    <a:pt x="4438193" y="1654225"/>
                  </a:lnTo>
                  <a:lnTo>
                    <a:pt x="4436326" y="1652358"/>
                  </a:lnTo>
                  <a:lnTo>
                    <a:pt x="4435208" y="1651901"/>
                  </a:lnTo>
                  <a:lnTo>
                    <a:pt x="4432579" y="1651901"/>
                  </a:lnTo>
                  <a:lnTo>
                    <a:pt x="4431449" y="1652358"/>
                  </a:lnTo>
                  <a:lnTo>
                    <a:pt x="4429595" y="1654225"/>
                  </a:lnTo>
                  <a:lnTo>
                    <a:pt x="4429125" y="1655343"/>
                  </a:lnTo>
                  <a:lnTo>
                    <a:pt x="4429125" y="1657972"/>
                  </a:lnTo>
                  <a:lnTo>
                    <a:pt x="4429595" y="1659102"/>
                  </a:lnTo>
                  <a:lnTo>
                    <a:pt x="4431449" y="1660956"/>
                  </a:lnTo>
                  <a:lnTo>
                    <a:pt x="4432579" y="1661426"/>
                  </a:lnTo>
                  <a:lnTo>
                    <a:pt x="4435208" y="1661426"/>
                  </a:lnTo>
                  <a:lnTo>
                    <a:pt x="4436326" y="1660956"/>
                  </a:lnTo>
                  <a:lnTo>
                    <a:pt x="4438193" y="1659102"/>
                  </a:lnTo>
                  <a:lnTo>
                    <a:pt x="4438650" y="1657972"/>
                  </a:lnTo>
                  <a:lnTo>
                    <a:pt x="4438650" y="1655343"/>
                  </a:lnTo>
                  <a:close/>
                </a:path>
                <a:path w="4533900" h="2762885">
                  <a:moveTo>
                    <a:pt x="4438650" y="1104709"/>
                  </a:moveTo>
                  <a:lnTo>
                    <a:pt x="4438193" y="1103591"/>
                  </a:lnTo>
                  <a:lnTo>
                    <a:pt x="4436326" y="1101737"/>
                  </a:lnTo>
                  <a:lnTo>
                    <a:pt x="4435208" y="1101267"/>
                  </a:lnTo>
                  <a:lnTo>
                    <a:pt x="4432579" y="1101267"/>
                  </a:lnTo>
                  <a:lnTo>
                    <a:pt x="4431449" y="1101737"/>
                  </a:lnTo>
                  <a:lnTo>
                    <a:pt x="4429595" y="1103591"/>
                  </a:lnTo>
                  <a:lnTo>
                    <a:pt x="4429125" y="1104709"/>
                  </a:lnTo>
                  <a:lnTo>
                    <a:pt x="4429125" y="1107351"/>
                  </a:lnTo>
                  <a:lnTo>
                    <a:pt x="4429595" y="1108468"/>
                  </a:lnTo>
                  <a:lnTo>
                    <a:pt x="4431449" y="1110322"/>
                  </a:lnTo>
                  <a:lnTo>
                    <a:pt x="4432579" y="1110792"/>
                  </a:lnTo>
                  <a:lnTo>
                    <a:pt x="4435208" y="1110792"/>
                  </a:lnTo>
                  <a:lnTo>
                    <a:pt x="4436326" y="1110322"/>
                  </a:lnTo>
                  <a:lnTo>
                    <a:pt x="4438193" y="1108468"/>
                  </a:lnTo>
                  <a:lnTo>
                    <a:pt x="4438650" y="1107351"/>
                  </a:lnTo>
                  <a:lnTo>
                    <a:pt x="4438650" y="1104709"/>
                  </a:lnTo>
                  <a:close/>
                </a:path>
                <a:path w="4533900" h="2762885">
                  <a:moveTo>
                    <a:pt x="4438650" y="554088"/>
                  </a:moveTo>
                  <a:lnTo>
                    <a:pt x="4438193" y="552958"/>
                  </a:lnTo>
                  <a:lnTo>
                    <a:pt x="4436326" y="551103"/>
                  </a:lnTo>
                  <a:lnTo>
                    <a:pt x="4435208" y="550633"/>
                  </a:lnTo>
                  <a:lnTo>
                    <a:pt x="4432579" y="550633"/>
                  </a:lnTo>
                  <a:lnTo>
                    <a:pt x="4431449" y="551103"/>
                  </a:lnTo>
                  <a:lnTo>
                    <a:pt x="4429595" y="552958"/>
                  </a:lnTo>
                  <a:lnTo>
                    <a:pt x="4429125" y="554088"/>
                  </a:lnTo>
                  <a:lnTo>
                    <a:pt x="4429125" y="556717"/>
                  </a:lnTo>
                  <a:lnTo>
                    <a:pt x="4429595" y="557834"/>
                  </a:lnTo>
                  <a:lnTo>
                    <a:pt x="4431449" y="559701"/>
                  </a:lnTo>
                  <a:lnTo>
                    <a:pt x="4432579" y="560158"/>
                  </a:lnTo>
                  <a:lnTo>
                    <a:pt x="4435208" y="560158"/>
                  </a:lnTo>
                  <a:lnTo>
                    <a:pt x="4436326" y="559701"/>
                  </a:lnTo>
                  <a:lnTo>
                    <a:pt x="4438193" y="557834"/>
                  </a:lnTo>
                  <a:lnTo>
                    <a:pt x="4438650" y="556717"/>
                  </a:lnTo>
                  <a:lnTo>
                    <a:pt x="4438650" y="554088"/>
                  </a:lnTo>
                  <a:close/>
                </a:path>
                <a:path w="4533900" h="2762885">
                  <a:moveTo>
                    <a:pt x="4438650" y="3454"/>
                  </a:moveTo>
                  <a:lnTo>
                    <a:pt x="4438193" y="2324"/>
                  </a:lnTo>
                  <a:lnTo>
                    <a:pt x="4436326" y="469"/>
                  </a:lnTo>
                  <a:lnTo>
                    <a:pt x="4435208" y="0"/>
                  </a:lnTo>
                  <a:lnTo>
                    <a:pt x="4432579" y="0"/>
                  </a:lnTo>
                  <a:lnTo>
                    <a:pt x="4431449" y="469"/>
                  </a:lnTo>
                  <a:lnTo>
                    <a:pt x="4429595" y="2324"/>
                  </a:lnTo>
                  <a:lnTo>
                    <a:pt x="4429125" y="3454"/>
                  </a:lnTo>
                  <a:lnTo>
                    <a:pt x="4429125" y="6083"/>
                  </a:lnTo>
                  <a:lnTo>
                    <a:pt x="4429595" y="7200"/>
                  </a:lnTo>
                  <a:lnTo>
                    <a:pt x="4431449" y="9067"/>
                  </a:lnTo>
                  <a:lnTo>
                    <a:pt x="4432579" y="9525"/>
                  </a:lnTo>
                  <a:lnTo>
                    <a:pt x="4435208" y="9525"/>
                  </a:lnTo>
                  <a:lnTo>
                    <a:pt x="4436326" y="9067"/>
                  </a:lnTo>
                  <a:lnTo>
                    <a:pt x="4438193" y="7200"/>
                  </a:lnTo>
                  <a:lnTo>
                    <a:pt x="4438650" y="6083"/>
                  </a:lnTo>
                  <a:lnTo>
                    <a:pt x="4438650" y="3454"/>
                  </a:lnTo>
                  <a:close/>
                </a:path>
                <a:path w="4533900" h="2762885">
                  <a:moveTo>
                    <a:pt x="4486275" y="2756611"/>
                  </a:moveTo>
                  <a:lnTo>
                    <a:pt x="4485818" y="2755493"/>
                  </a:lnTo>
                  <a:lnTo>
                    <a:pt x="4483951" y="2753626"/>
                  </a:lnTo>
                  <a:lnTo>
                    <a:pt x="4482833" y="2753156"/>
                  </a:lnTo>
                  <a:lnTo>
                    <a:pt x="4480204" y="2753156"/>
                  </a:lnTo>
                  <a:lnTo>
                    <a:pt x="4479087" y="2753626"/>
                  </a:lnTo>
                  <a:lnTo>
                    <a:pt x="4477220" y="2755493"/>
                  </a:lnTo>
                  <a:lnTo>
                    <a:pt x="4476750" y="2756611"/>
                  </a:lnTo>
                  <a:lnTo>
                    <a:pt x="4476750" y="2759240"/>
                  </a:lnTo>
                  <a:lnTo>
                    <a:pt x="4477220" y="2760357"/>
                  </a:lnTo>
                  <a:lnTo>
                    <a:pt x="4479087" y="2762224"/>
                  </a:lnTo>
                  <a:lnTo>
                    <a:pt x="4480204" y="2762681"/>
                  </a:lnTo>
                  <a:lnTo>
                    <a:pt x="4482833" y="2762681"/>
                  </a:lnTo>
                  <a:lnTo>
                    <a:pt x="4483951" y="2762224"/>
                  </a:lnTo>
                  <a:lnTo>
                    <a:pt x="4485818" y="2760357"/>
                  </a:lnTo>
                  <a:lnTo>
                    <a:pt x="4486275" y="2759240"/>
                  </a:lnTo>
                  <a:lnTo>
                    <a:pt x="4486275" y="2756611"/>
                  </a:lnTo>
                  <a:close/>
                </a:path>
                <a:path w="4533900" h="2762885">
                  <a:moveTo>
                    <a:pt x="4486275" y="2205977"/>
                  </a:moveTo>
                  <a:lnTo>
                    <a:pt x="4485818" y="2204859"/>
                  </a:lnTo>
                  <a:lnTo>
                    <a:pt x="4483951" y="2202992"/>
                  </a:lnTo>
                  <a:lnTo>
                    <a:pt x="4482833" y="2202535"/>
                  </a:lnTo>
                  <a:lnTo>
                    <a:pt x="4480204" y="2202535"/>
                  </a:lnTo>
                  <a:lnTo>
                    <a:pt x="4479087" y="2202992"/>
                  </a:lnTo>
                  <a:lnTo>
                    <a:pt x="4477220" y="2204859"/>
                  </a:lnTo>
                  <a:lnTo>
                    <a:pt x="4476750" y="2205977"/>
                  </a:lnTo>
                  <a:lnTo>
                    <a:pt x="4476750" y="2208606"/>
                  </a:lnTo>
                  <a:lnTo>
                    <a:pt x="4477220" y="2209736"/>
                  </a:lnTo>
                  <a:lnTo>
                    <a:pt x="4479087" y="2211590"/>
                  </a:lnTo>
                  <a:lnTo>
                    <a:pt x="4480204" y="2212060"/>
                  </a:lnTo>
                  <a:lnTo>
                    <a:pt x="4482833" y="2212060"/>
                  </a:lnTo>
                  <a:lnTo>
                    <a:pt x="4483951" y="2211590"/>
                  </a:lnTo>
                  <a:lnTo>
                    <a:pt x="4485818" y="2209736"/>
                  </a:lnTo>
                  <a:lnTo>
                    <a:pt x="4486275" y="2208606"/>
                  </a:lnTo>
                  <a:lnTo>
                    <a:pt x="4486275" y="2205977"/>
                  </a:lnTo>
                  <a:close/>
                </a:path>
                <a:path w="4533900" h="2762885">
                  <a:moveTo>
                    <a:pt x="4486275" y="1655343"/>
                  </a:moveTo>
                  <a:lnTo>
                    <a:pt x="4485818" y="1654225"/>
                  </a:lnTo>
                  <a:lnTo>
                    <a:pt x="4483951" y="1652358"/>
                  </a:lnTo>
                  <a:lnTo>
                    <a:pt x="4482833" y="1651901"/>
                  </a:lnTo>
                  <a:lnTo>
                    <a:pt x="4480204" y="1651901"/>
                  </a:lnTo>
                  <a:lnTo>
                    <a:pt x="4479087" y="1652358"/>
                  </a:lnTo>
                  <a:lnTo>
                    <a:pt x="4477220" y="1654225"/>
                  </a:lnTo>
                  <a:lnTo>
                    <a:pt x="4476750" y="1655343"/>
                  </a:lnTo>
                  <a:lnTo>
                    <a:pt x="4476750" y="1657972"/>
                  </a:lnTo>
                  <a:lnTo>
                    <a:pt x="4477220" y="1659102"/>
                  </a:lnTo>
                  <a:lnTo>
                    <a:pt x="4479087" y="1660956"/>
                  </a:lnTo>
                  <a:lnTo>
                    <a:pt x="4480204" y="1661426"/>
                  </a:lnTo>
                  <a:lnTo>
                    <a:pt x="4482833" y="1661426"/>
                  </a:lnTo>
                  <a:lnTo>
                    <a:pt x="4483951" y="1660956"/>
                  </a:lnTo>
                  <a:lnTo>
                    <a:pt x="4485818" y="1659102"/>
                  </a:lnTo>
                  <a:lnTo>
                    <a:pt x="4486275" y="1657972"/>
                  </a:lnTo>
                  <a:lnTo>
                    <a:pt x="4486275" y="1655343"/>
                  </a:lnTo>
                  <a:close/>
                </a:path>
                <a:path w="4533900" h="2762885">
                  <a:moveTo>
                    <a:pt x="4486275" y="1104709"/>
                  </a:moveTo>
                  <a:lnTo>
                    <a:pt x="4485818" y="1103591"/>
                  </a:lnTo>
                  <a:lnTo>
                    <a:pt x="4483951" y="1101737"/>
                  </a:lnTo>
                  <a:lnTo>
                    <a:pt x="4482833" y="1101267"/>
                  </a:lnTo>
                  <a:lnTo>
                    <a:pt x="4480204" y="1101267"/>
                  </a:lnTo>
                  <a:lnTo>
                    <a:pt x="4479087" y="1101737"/>
                  </a:lnTo>
                  <a:lnTo>
                    <a:pt x="4477220" y="1103591"/>
                  </a:lnTo>
                  <a:lnTo>
                    <a:pt x="4476750" y="1104709"/>
                  </a:lnTo>
                  <a:lnTo>
                    <a:pt x="4476750" y="1107351"/>
                  </a:lnTo>
                  <a:lnTo>
                    <a:pt x="4477220" y="1108468"/>
                  </a:lnTo>
                  <a:lnTo>
                    <a:pt x="4479087" y="1110322"/>
                  </a:lnTo>
                  <a:lnTo>
                    <a:pt x="4480204" y="1110792"/>
                  </a:lnTo>
                  <a:lnTo>
                    <a:pt x="4482833" y="1110792"/>
                  </a:lnTo>
                  <a:lnTo>
                    <a:pt x="4483951" y="1110322"/>
                  </a:lnTo>
                  <a:lnTo>
                    <a:pt x="4485818" y="1108468"/>
                  </a:lnTo>
                  <a:lnTo>
                    <a:pt x="4486275" y="1107351"/>
                  </a:lnTo>
                  <a:lnTo>
                    <a:pt x="4486275" y="1104709"/>
                  </a:lnTo>
                  <a:close/>
                </a:path>
                <a:path w="4533900" h="2762885">
                  <a:moveTo>
                    <a:pt x="4486275" y="554088"/>
                  </a:moveTo>
                  <a:lnTo>
                    <a:pt x="4485818" y="552958"/>
                  </a:lnTo>
                  <a:lnTo>
                    <a:pt x="4483951" y="551103"/>
                  </a:lnTo>
                  <a:lnTo>
                    <a:pt x="4482833" y="550633"/>
                  </a:lnTo>
                  <a:lnTo>
                    <a:pt x="4480204" y="550633"/>
                  </a:lnTo>
                  <a:lnTo>
                    <a:pt x="4479087" y="551103"/>
                  </a:lnTo>
                  <a:lnTo>
                    <a:pt x="4477220" y="552958"/>
                  </a:lnTo>
                  <a:lnTo>
                    <a:pt x="4476750" y="554088"/>
                  </a:lnTo>
                  <a:lnTo>
                    <a:pt x="4476750" y="556717"/>
                  </a:lnTo>
                  <a:lnTo>
                    <a:pt x="4477220" y="557834"/>
                  </a:lnTo>
                  <a:lnTo>
                    <a:pt x="4479087" y="559701"/>
                  </a:lnTo>
                  <a:lnTo>
                    <a:pt x="4480204" y="560158"/>
                  </a:lnTo>
                  <a:lnTo>
                    <a:pt x="4482833" y="560158"/>
                  </a:lnTo>
                  <a:lnTo>
                    <a:pt x="4483951" y="559701"/>
                  </a:lnTo>
                  <a:lnTo>
                    <a:pt x="4485818" y="557834"/>
                  </a:lnTo>
                  <a:lnTo>
                    <a:pt x="4486275" y="556717"/>
                  </a:lnTo>
                  <a:lnTo>
                    <a:pt x="4486275" y="554088"/>
                  </a:lnTo>
                  <a:close/>
                </a:path>
                <a:path w="4533900" h="2762885">
                  <a:moveTo>
                    <a:pt x="4486275" y="3454"/>
                  </a:moveTo>
                  <a:lnTo>
                    <a:pt x="4485818" y="2324"/>
                  </a:lnTo>
                  <a:lnTo>
                    <a:pt x="4483951" y="469"/>
                  </a:lnTo>
                  <a:lnTo>
                    <a:pt x="4482833" y="0"/>
                  </a:lnTo>
                  <a:lnTo>
                    <a:pt x="4480204" y="0"/>
                  </a:lnTo>
                  <a:lnTo>
                    <a:pt x="4479087" y="469"/>
                  </a:lnTo>
                  <a:lnTo>
                    <a:pt x="4477220" y="2324"/>
                  </a:lnTo>
                  <a:lnTo>
                    <a:pt x="4476750" y="3454"/>
                  </a:lnTo>
                  <a:lnTo>
                    <a:pt x="4476750" y="6083"/>
                  </a:lnTo>
                  <a:lnTo>
                    <a:pt x="4477220" y="7200"/>
                  </a:lnTo>
                  <a:lnTo>
                    <a:pt x="4479087" y="9067"/>
                  </a:lnTo>
                  <a:lnTo>
                    <a:pt x="4480204" y="9525"/>
                  </a:lnTo>
                  <a:lnTo>
                    <a:pt x="4482833" y="9525"/>
                  </a:lnTo>
                  <a:lnTo>
                    <a:pt x="4483951" y="9067"/>
                  </a:lnTo>
                  <a:lnTo>
                    <a:pt x="4485818" y="7200"/>
                  </a:lnTo>
                  <a:lnTo>
                    <a:pt x="4486275" y="6083"/>
                  </a:lnTo>
                  <a:lnTo>
                    <a:pt x="4486275" y="3454"/>
                  </a:lnTo>
                  <a:close/>
                </a:path>
                <a:path w="4533900" h="2762885">
                  <a:moveTo>
                    <a:pt x="4533900" y="2756611"/>
                  </a:moveTo>
                  <a:lnTo>
                    <a:pt x="4533443" y="2755493"/>
                  </a:lnTo>
                  <a:lnTo>
                    <a:pt x="4531576" y="2753626"/>
                  </a:lnTo>
                  <a:lnTo>
                    <a:pt x="4530458" y="2753156"/>
                  </a:lnTo>
                  <a:lnTo>
                    <a:pt x="4527829" y="2753156"/>
                  </a:lnTo>
                  <a:lnTo>
                    <a:pt x="4526712" y="2753626"/>
                  </a:lnTo>
                  <a:lnTo>
                    <a:pt x="4524845" y="2755493"/>
                  </a:lnTo>
                  <a:lnTo>
                    <a:pt x="4524375" y="2756611"/>
                  </a:lnTo>
                  <a:lnTo>
                    <a:pt x="4524375" y="2759240"/>
                  </a:lnTo>
                  <a:lnTo>
                    <a:pt x="4524845" y="2760357"/>
                  </a:lnTo>
                  <a:lnTo>
                    <a:pt x="4526712" y="2762224"/>
                  </a:lnTo>
                  <a:lnTo>
                    <a:pt x="4527829" y="2762681"/>
                  </a:lnTo>
                  <a:lnTo>
                    <a:pt x="4530458" y="2762681"/>
                  </a:lnTo>
                  <a:lnTo>
                    <a:pt x="4531576" y="2762224"/>
                  </a:lnTo>
                  <a:lnTo>
                    <a:pt x="4533443" y="2760357"/>
                  </a:lnTo>
                  <a:lnTo>
                    <a:pt x="4533900" y="2759240"/>
                  </a:lnTo>
                  <a:lnTo>
                    <a:pt x="4533900" y="2756611"/>
                  </a:lnTo>
                  <a:close/>
                </a:path>
                <a:path w="4533900" h="2762885">
                  <a:moveTo>
                    <a:pt x="4533900" y="2205977"/>
                  </a:moveTo>
                  <a:lnTo>
                    <a:pt x="4533443" y="2204859"/>
                  </a:lnTo>
                  <a:lnTo>
                    <a:pt x="4531576" y="2202992"/>
                  </a:lnTo>
                  <a:lnTo>
                    <a:pt x="4530458" y="2202535"/>
                  </a:lnTo>
                  <a:lnTo>
                    <a:pt x="4527829" y="2202535"/>
                  </a:lnTo>
                  <a:lnTo>
                    <a:pt x="4526712" y="2202992"/>
                  </a:lnTo>
                  <a:lnTo>
                    <a:pt x="4524845" y="2204859"/>
                  </a:lnTo>
                  <a:lnTo>
                    <a:pt x="4524375" y="2205977"/>
                  </a:lnTo>
                  <a:lnTo>
                    <a:pt x="4524375" y="2208606"/>
                  </a:lnTo>
                  <a:lnTo>
                    <a:pt x="4524845" y="2209736"/>
                  </a:lnTo>
                  <a:lnTo>
                    <a:pt x="4526712" y="2211590"/>
                  </a:lnTo>
                  <a:lnTo>
                    <a:pt x="4527829" y="2212060"/>
                  </a:lnTo>
                  <a:lnTo>
                    <a:pt x="4530458" y="2212060"/>
                  </a:lnTo>
                  <a:lnTo>
                    <a:pt x="4531576" y="2211590"/>
                  </a:lnTo>
                  <a:lnTo>
                    <a:pt x="4533443" y="2209736"/>
                  </a:lnTo>
                  <a:lnTo>
                    <a:pt x="4533900" y="2208606"/>
                  </a:lnTo>
                  <a:lnTo>
                    <a:pt x="4533900" y="2205977"/>
                  </a:lnTo>
                  <a:close/>
                </a:path>
                <a:path w="4533900" h="2762885">
                  <a:moveTo>
                    <a:pt x="4533900" y="1655343"/>
                  </a:moveTo>
                  <a:lnTo>
                    <a:pt x="4533443" y="1654225"/>
                  </a:lnTo>
                  <a:lnTo>
                    <a:pt x="4531576" y="1652358"/>
                  </a:lnTo>
                  <a:lnTo>
                    <a:pt x="4530458" y="1651901"/>
                  </a:lnTo>
                  <a:lnTo>
                    <a:pt x="4527829" y="1651901"/>
                  </a:lnTo>
                  <a:lnTo>
                    <a:pt x="4526712" y="1652358"/>
                  </a:lnTo>
                  <a:lnTo>
                    <a:pt x="4524845" y="1654225"/>
                  </a:lnTo>
                  <a:lnTo>
                    <a:pt x="4524375" y="1655343"/>
                  </a:lnTo>
                  <a:lnTo>
                    <a:pt x="4524375" y="1657972"/>
                  </a:lnTo>
                  <a:lnTo>
                    <a:pt x="4524845" y="1659102"/>
                  </a:lnTo>
                  <a:lnTo>
                    <a:pt x="4526712" y="1660956"/>
                  </a:lnTo>
                  <a:lnTo>
                    <a:pt x="4527829" y="1661426"/>
                  </a:lnTo>
                  <a:lnTo>
                    <a:pt x="4530458" y="1661426"/>
                  </a:lnTo>
                  <a:lnTo>
                    <a:pt x="4531576" y="1660956"/>
                  </a:lnTo>
                  <a:lnTo>
                    <a:pt x="4533443" y="1659102"/>
                  </a:lnTo>
                  <a:lnTo>
                    <a:pt x="4533900" y="1657972"/>
                  </a:lnTo>
                  <a:lnTo>
                    <a:pt x="4533900" y="1655343"/>
                  </a:lnTo>
                  <a:close/>
                </a:path>
                <a:path w="4533900" h="2762885">
                  <a:moveTo>
                    <a:pt x="4533900" y="1104709"/>
                  </a:moveTo>
                  <a:lnTo>
                    <a:pt x="4533443" y="1103591"/>
                  </a:lnTo>
                  <a:lnTo>
                    <a:pt x="4531576" y="1101737"/>
                  </a:lnTo>
                  <a:lnTo>
                    <a:pt x="4530458" y="1101267"/>
                  </a:lnTo>
                  <a:lnTo>
                    <a:pt x="4527829" y="1101267"/>
                  </a:lnTo>
                  <a:lnTo>
                    <a:pt x="4526712" y="1101737"/>
                  </a:lnTo>
                  <a:lnTo>
                    <a:pt x="4524845" y="1103591"/>
                  </a:lnTo>
                  <a:lnTo>
                    <a:pt x="4524375" y="1104709"/>
                  </a:lnTo>
                  <a:lnTo>
                    <a:pt x="4524375" y="1107351"/>
                  </a:lnTo>
                  <a:lnTo>
                    <a:pt x="4524845" y="1108468"/>
                  </a:lnTo>
                  <a:lnTo>
                    <a:pt x="4526712" y="1110322"/>
                  </a:lnTo>
                  <a:lnTo>
                    <a:pt x="4527829" y="1110792"/>
                  </a:lnTo>
                  <a:lnTo>
                    <a:pt x="4530458" y="1110792"/>
                  </a:lnTo>
                  <a:lnTo>
                    <a:pt x="4531576" y="1110322"/>
                  </a:lnTo>
                  <a:lnTo>
                    <a:pt x="4533443" y="1108468"/>
                  </a:lnTo>
                  <a:lnTo>
                    <a:pt x="4533900" y="1107351"/>
                  </a:lnTo>
                  <a:lnTo>
                    <a:pt x="4533900" y="1104709"/>
                  </a:lnTo>
                  <a:close/>
                </a:path>
                <a:path w="4533900" h="2762885">
                  <a:moveTo>
                    <a:pt x="4533900" y="554088"/>
                  </a:moveTo>
                  <a:lnTo>
                    <a:pt x="4533443" y="552958"/>
                  </a:lnTo>
                  <a:lnTo>
                    <a:pt x="4531576" y="551103"/>
                  </a:lnTo>
                  <a:lnTo>
                    <a:pt x="4530458" y="550633"/>
                  </a:lnTo>
                  <a:lnTo>
                    <a:pt x="4527829" y="550633"/>
                  </a:lnTo>
                  <a:lnTo>
                    <a:pt x="4526712" y="551103"/>
                  </a:lnTo>
                  <a:lnTo>
                    <a:pt x="4524845" y="552958"/>
                  </a:lnTo>
                  <a:lnTo>
                    <a:pt x="4524375" y="554088"/>
                  </a:lnTo>
                  <a:lnTo>
                    <a:pt x="4524375" y="556717"/>
                  </a:lnTo>
                  <a:lnTo>
                    <a:pt x="4524845" y="557834"/>
                  </a:lnTo>
                  <a:lnTo>
                    <a:pt x="4526712" y="559701"/>
                  </a:lnTo>
                  <a:lnTo>
                    <a:pt x="4527829" y="560158"/>
                  </a:lnTo>
                  <a:lnTo>
                    <a:pt x="4530458" y="560158"/>
                  </a:lnTo>
                  <a:lnTo>
                    <a:pt x="4531576" y="559701"/>
                  </a:lnTo>
                  <a:lnTo>
                    <a:pt x="4533443" y="557834"/>
                  </a:lnTo>
                  <a:lnTo>
                    <a:pt x="4533900" y="556717"/>
                  </a:lnTo>
                  <a:lnTo>
                    <a:pt x="4533900" y="554088"/>
                  </a:lnTo>
                  <a:close/>
                </a:path>
                <a:path w="4533900" h="2762885">
                  <a:moveTo>
                    <a:pt x="4533900" y="3454"/>
                  </a:moveTo>
                  <a:lnTo>
                    <a:pt x="4533443" y="2324"/>
                  </a:lnTo>
                  <a:lnTo>
                    <a:pt x="4531576" y="469"/>
                  </a:lnTo>
                  <a:lnTo>
                    <a:pt x="4530458" y="0"/>
                  </a:lnTo>
                  <a:lnTo>
                    <a:pt x="4527829" y="0"/>
                  </a:lnTo>
                  <a:lnTo>
                    <a:pt x="4526712" y="469"/>
                  </a:lnTo>
                  <a:lnTo>
                    <a:pt x="4524845" y="2324"/>
                  </a:lnTo>
                  <a:lnTo>
                    <a:pt x="4524375" y="3454"/>
                  </a:lnTo>
                  <a:lnTo>
                    <a:pt x="4524375" y="6083"/>
                  </a:lnTo>
                  <a:lnTo>
                    <a:pt x="4524845" y="7200"/>
                  </a:lnTo>
                  <a:lnTo>
                    <a:pt x="4526712" y="9067"/>
                  </a:lnTo>
                  <a:lnTo>
                    <a:pt x="4527829" y="9525"/>
                  </a:lnTo>
                  <a:lnTo>
                    <a:pt x="4530458" y="9525"/>
                  </a:lnTo>
                  <a:lnTo>
                    <a:pt x="4531576" y="9067"/>
                  </a:lnTo>
                  <a:lnTo>
                    <a:pt x="4533443" y="7200"/>
                  </a:lnTo>
                  <a:lnTo>
                    <a:pt x="4533900" y="6083"/>
                  </a:lnTo>
                  <a:lnTo>
                    <a:pt x="4533900" y="3454"/>
                  </a:lnTo>
                  <a:close/>
                </a:path>
              </a:pathLst>
            </a:custGeom>
            <a:solidFill>
              <a:srgbClr val="C7C6C3"/>
            </a:solidFill>
          </p:spPr>
          <p:txBody>
            <a:bodyPr wrap="square" lIns="0" tIns="0" rIns="0" bIns="0" rtlCol="0"/>
            <a:lstStyle/>
            <a:p>
              <a:endParaRPr sz="1266"/>
            </a:p>
          </p:txBody>
        </p:sp>
        <p:sp>
          <p:nvSpPr>
            <p:cNvPr id="109" name="object 6"/>
            <p:cNvSpPr txBox="1"/>
            <p:nvPr/>
          </p:nvSpPr>
          <p:spPr>
            <a:xfrm>
              <a:off x="525582" y="2692371"/>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GH₵0K</a:t>
              </a:r>
              <a:endParaRPr sz="633">
                <a:latin typeface="Segoe UI"/>
                <a:cs typeface="Segoe UI"/>
              </a:endParaRPr>
            </a:p>
          </p:txBody>
        </p:sp>
        <p:sp>
          <p:nvSpPr>
            <p:cNvPr id="110" name="object 7"/>
            <p:cNvSpPr txBox="1"/>
            <p:nvPr/>
          </p:nvSpPr>
          <p:spPr>
            <a:xfrm>
              <a:off x="525582" y="2305207"/>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GH₵1K</a:t>
              </a:r>
              <a:endParaRPr sz="633">
                <a:latin typeface="Segoe UI"/>
                <a:cs typeface="Segoe UI"/>
              </a:endParaRPr>
            </a:p>
          </p:txBody>
        </p:sp>
        <p:sp>
          <p:nvSpPr>
            <p:cNvPr id="111" name="object 8"/>
            <p:cNvSpPr txBox="1"/>
            <p:nvPr/>
          </p:nvSpPr>
          <p:spPr>
            <a:xfrm>
              <a:off x="525582" y="1918044"/>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GH₵2K</a:t>
              </a:r>
              <a:endParaRPr sz="633">
                <a:latin typeface="Segoe UI"/>
                <a:cs typeface="Segoe UI"/>
              </a:endParaRPr>
            </a:p>
          </p:txBody>
        </p:sp>
        <p:sp>
          <p:nvSpPr>
            <p:cNvPr id="112" name="object 9"/>
            <p:cNvSpPr txBox="1"/>
            <p:nvPr/>
          </p:nvSpPr>
          <p:spPr>
            <a:xfrm>
              <a:off x="525582" y="1530881"/>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GH₵3K</a:t>
              </a:r>
              <a:endParaRPr sz="633">
                <a:latin typeface="Segoe UI"/>
                <a:cs typeface="Segoe UI"/>
              </a:endParaRPr>
            </a:p>
          </p:txBody>
        </p:sp>
        <p:sp>
          <p:nvSpPr>
            <p:cNvPr id="113" name="object 10"/>
            <p:cNvSpPr txBox="1"/>
            <p:nvPr/>
          </p:nvSpPr>
          <p:spPr>
            <a:xfrm>
              <a:off x="525582" y="1143719"/>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GH₵4K</a:t>
              </a:r>
              <a:endParaRPr sz="633">
                <a:latin typeface="Segoe UI"/>
                <a:cs typeface="Segoe UI"/>
              </a:endParaRPr>
            </a:p>
          </p:txBody>
        </p:sp>
        <p:sp>
          <p:nvSpPr>
            <p:cNvPr id="114" name="object 11"/>
            <p:cNvSpPr txBox="1"/>
            <p:nvPr/>
          </p:nvSpPr>
          <p:spPr>
            <a:xfrm>
              <a:off x="525582" y="756556"/>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GH₵5K</a:t>
              </a:r>
              <a:endParaRPr sz="633">
                <a:latin typeface="Segoe UI"/>
                <a:cs typeface="Segoe UI"/>
              </a:endParaRPr>
            </a:p>
          </p:txBody>
        </p:sp>
        <p:sp>
          <p:nvSpPr>
            <p:cNvPr id="115" name="object 12"/>
            <p:cNvSpPr/>
            <p:nvPr/>
          </p:nvSpPr>
          <p:spPr>
            <a:xfrm>
              <a:off x="843632" y="429599"/>
              <a:ext cx="3187898" cy="6697"/>
            </a:xfrm>
            <a:custGeom>
              <a:avLst/>
              <a:gdLst/>
              <a:ahLst/>
              <a:cxnLst/>
              <a:rect l="l" t="t" r="r" b="b"/>
              <a:pathLst>
                <a:path w="4533900" h="9525">
                  <a:moveTo>
                    <a:pt x="6077" y="9524"/>
                  </a:moveTo>
                  <a:lnTo>
                    <a:pt x="3447" y="9524"/>
                  </a:lnTo>
                  <a:lnTo>
                    <a:pt x="2324" y="9060"/>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60"/>
                  </a:lnTo>
                  <a:lnTo>
                    <a:pt x="6077" y="9524"/>
                  </a:lnTo>
                  <a:close/>
                </a:path>
                <a:path w="4533900" h="9525">
                  <a:moveTo>
                    <a:pt x="53702" y="9524"/>
                  </a:moveTo>
                  <a:lnTo>
                    <a:pt x="51072" y="9524"/>
                  </a:lnTo>
                  <a:lnTo>
                    <a:pt x="49949" y="9060"/>
                  </a:lnTo>
                  <a:lnTo>
                    <a:pt x="48089" y="7200"/>
                  </a:lnTo>
                  <a:lnTo>
                    <a:pt x="47624" y="6077"/>
                  </a:lnTo>
                  <a:lnTo>
                    <a:pt x="47624" y="3447"/>
                  </a:lnTo>
                  <a:lnTo>
                    <a:pt x="48089" y="2324"/>
                  </a:lnTo>
                  <a:lnTo>
                    <a:pt x="49949" y="464"/>
                  </a:lnTo>
                  <a:lnTo>
                    <a:pt x="51072" y="0"/>
                  </a:lnTo>
                  <a:lnTo>
                    <a:pt x="53702" y="0"/>
                  </a:lnTo>
                  <a:lnTo>
                    <a:pt x="54825" y="464"/>
                  </a:lnTo>
                  <a:lnTo>
                    <a:pt x="56685" y="2324"/>
                  </a:lnTo>
                  <a:lnTo>
                    <a:pt x="57149" y="3447"/>
                  </a:lnTo>
                  <a:lnTo>
                    <a:pt x="57149" y="6077"/>
                  </a:lnTo>
                  <a:lnTo>
                    <a:pt x="56685" y="7200"/>
                  </a:lnTo>
                  <a:lnTo>
                    <a:pt x="54825" y="9060"/>
                  </a:lnTo>
                  <a:lnTo>
                    <a:pt x="53702" y="9524"/>
                  </a:lnTo>
                  <a:close/>
                </a:path>
                <a:path w="4533900" h="9525">
                  <a:moveTo>
                    <a:pt x="101327" y="9524"/>
                  </a:moveTo>
                  <a:lnTo>
                    <a:pt x="98697" y="9524"/>
                  </a:lnTo>
                  <a:lnTo>
                    <a:pt x="97574" y="9060"/>
                  </a:lnTo>
                  <a:lnTo>
                    <a:pt x="95714" y="7200"/>
                  </a:lnTo>
                  <a:lnTo>
                    <a:pt x="95249" y="6077"/>
                  </a:lnTo>
                  <a:lnTo>
                    <a:pt x="95249" y="3447"/>
                  </a:lnTo>
                  <a:lnTo>
                    <a:pt x="95714" y="2324"/>
                  </a:lnTo>
                  <a:lnTo>
                    <a:pt x="97574" y="464"/>
                  </a:lnTo>
                  <a:lnTo>
                    <a:pt x="98697" y="0"/>
                  </a:lnTo>
                  <a:lnTo>
                    <a:pt x="101327" y="0"/>
                  </a:lnTo>
                  <a:lnTo>
                    <a:pt x="102450" y="464"/>
                  </a:lnTo>
                  <a:lnTo>
                    <a:pt x="104310" y="2324"/>
                  </a:lnTo>
                  <a:lnTo>
                    <a:pt x="104774" y="3447"/>
                  </a:lnTo>
                  <a:lnTo>
                    <a:pt x="104774" y="6077"/>
                  </a:lnTo>
                  <a:lnTo>
                    <a:pt x="104310" y="7200"/>
                  </a:lnTo>
                  <a:lnTo>
                    <a:pt x="102450" y="9060"/>
                  </a:lnTo>
                  <a:lnTo>
                    <a:pt x="101327" y="9524"/>
                  </a:lnTo>
                  <a:close/>
                </a:path>
                <a:path w="4533900" h="9525">
                  <a:moveTo>
                    <a:pt x="148952" y="9524"/>
                  </a:moveTo>
                  <a:lnTo>
                    <a:pt x="146322" y="9524"/>
                  </a:lnTo>
                  <a:lnTo>
                    <a:pt x="145199" y="9060"/>
                  </a:lnTo>
                  <a:lnTo>
                    <a:pt x="143339" y="7200"/>
                  </a:lnTo>
                  <a:lnTo>
                    <a:pt x="142874" y="6077"/>
                  </a:lnTo>
                  <a:lnTo>
                    <a:pt x="142874" y="3447"/>
                  </a:lnTo>
                  <a:lnTo>
                    <a:pt x="143339" y="2324"/>
                  </a:lnTo>
                  <a:lnTo>
                    <a:pt x="145199" y="464"/>
                  </a:lnTo>
                  <a:lnTo>
                    <a:pt x="146322" y="0"/>
                  </a:lnTo>
                  <a:lnTo>
                    <a:pt x="148952" y="0"/>
                  </a:lnTo>
                  <a:lnTo>
                    <a:pt x="150075" y="464"/>
                  </a:lnTo>
                  <a:lnTo>
                    <a:pt x="151935" y="2324"/>
                  </a:lnTo>
                  <a:lnTo>
                    <a:pt x="152399" y="3447"/>
                  </a:lnTo>
                  <a:lnTo>
                    <a:pt x="152399" y="6077"/>
                  </a:lnTo>
                  <a:lnTo>
                    <a:pt x="151935" y="7200"/>
                  </a:lnTo>
                  <a:lnTo>
                    <a:pt x="150075" y="9060"/>
                  </a:lnTo>
                  <a:lnTo>
                    <a:pt x="148952" y="9524"/>
                  </a:lnTo>
                  <a:close/>
                </a:path>
                <a:path w="4533900" h="9525">
                  <a:moveTo>
                    <a:pt x="196577" y="9524"/>
                  </a:moveTo>
                  <a:lnTo>
                    <a:pt x="193947" y="9524"/>
                  </a:lnTo>
                  <a:lnTo>
                    <a:pt x="192824" y="9060"/>
                  </a:lnTo>
                  <a:lnTo>
                    <a:pt x="190964" y="7200"/>
                  </a:lnTo>
                  <a:lnTo>
                    <a:pt x="190499" y="6077"/>
                  </a:lnTo>
                  <a:lnTo>
                    <a:pt x="190499" y="3447"/>
                  </a:lnTo>
                  <a:lnTo>
                    <a:pt x="190964" y="2324"/>
                  </a:lnTo>
                  <a:lnTo>
                    <a:pt x="192824" y="464"/>
                  </a:lnTo>
                  <a:lnTo>
                    <a:pt x="193947" y="0"/>
                  </a:lnTo>
                  <a:lnTo>
                    <a:pt x="196577" y="0"/>
                  </a:lnTo>
                  <a:lnTo>
                    <a:pt x="197700" y="464"/>
                  </a:lnTo>
                  <a:lnTo>
                    <a:pt x="199560" y="2324"/>
                  </a:lnTo>
                  <a:lnTo>
                    <a:pt x="200024" y="3447"/>
                  </a:lnTo>
                  <a:lnTo>
                    <a:pt x="200024" y="6077"/>
                  </a:lnTo>
                  <a:lnTo>
                    <a:pt x="199560" y="7200"/>
                  </a:lnTo>
                  <a:lnTo>
                    <a:pt x="197700" y="9060"/>
                  </a:lnTo>
                  <a:lnTo>
                    <a:pt x="196577" y="9524"/>
                  </a:lnTo>
                  <a:close/>
                </a:path>
                <a:path w="4533900" h="9525">
                  <a:moveTo>
                    <a:pt x="244202" y="9524"/>
                  </a:moveTo>
                  <a:lnTo>
                    <a:pt x="241572" y="9524"/>
                  </a:lnTo>
                  <a:lnTo>
                    <a:pt x="240449" y="9060"/>
                  </a:lnTo>
                  <a:lnTo>
                    <a:pt x="238589" y="7200"/>
                  </a:lnTo>
                  <a:lnTo>
                    <a:pt x="238124" y="6077"/>
                  </a:lnTo>
                  <a:lnTo>
                    <a:pt x="238124" y="3447"/>
                  </a:lnTo>
                  <a:lnTo>
                    <a:pt x="238589" y="2324"/>
                  </a:lnTo>
                  <a:lnTo>
                    <a:pt x="240449" y="464"/>
                  </a:lnTo>
                  <a:lnTo>
                    <a:pt x="241572" y="0"/>
                  </a:lnTo>
                  <a:lnTo>
                    <a:pt x="244202" y="0"/>
                  </a:lnTo>
                  <a:lnTo>
                    <a:pt x="245325" y="464"/>
                  </a:lnTo>
                  <a:lnTo>
                    <a:pt x="247185" y="2324"/>
                  </a:lnTo>
                  <a:lnTo>
                    <a:pt x="247649" y="3447"/>
                  </a:lnTo>
                  <a:lnTo>
                    <a:pt x="247649" y="6077"/>
                  </a:lnTo>
                  <a:lnTo>
                    <a:pt x="247185" y="7200"/>
                  </a:lnTo>
                  <a:lnTo>
                    <a:pt x="245325" y="9060"/>
                  </a:lnTo>
                  <a:lnTo>
                    <a:pt x="244202" y="9524"/>
                  </a:lnTo>
                  <a:close/>
                </a:path>
                <a:path w="4533900" h="9525">
                  <a:moveTo>
                    <a:pt x="291827" y="9524"/>
                  </a:moveTo>
                  <a:lnTo>
                    <a:pt x="289197" y="9524"/>
                  </a:lnTo>
                  <a:lnTo>
                    <a:pt x="288074" y="9060"/>
                  </a:lnTo>
                  <a:lnTo>
                    <a:pt x="286214" y="7200"/>
                  </a:lnTo>
                  <a:lnTo>
                    <a:pt x="285749" y="6077"/>
                  </a:lnTo>
                  <a:lnTo>
                    <a:pt x="285749" y="3447"/>
                  </a:lnTo>
                  <a:lnTo>
                    <a:pt x="286214" y="2324"/>
                  </a:lnTo>
                  <a:lnTo>
                    <a:pt x="288074" y="464"/>
                  </a:lnTo>
                  <a:lnTo>
                    <a:pt x="289197" y="0"/>
                  </a:lnTo>
                  <a:lnTo>
                    <a:pt x="291827" y="0"/>
                  </a:lnTo>
                  <a:lnTo>
                    <a:pt x="292950" y="464"/>
                  </a:lnTo>
                  <a:lnTo>
                    <a:pt x="294809" y="2324"/>
                  </a:lnTo>
                  <a:lnTo>
                    <a:pt x="295274" y="3447"/>
                  </a:lnTo>
                  <a:lnTo>
                    <a:pt x="295274" y="6077"/>
                  </a:lnTo>
                  <a:lnTo>
                    <a:pt x="294809" y="7200"/>
                  </a:lnTo>
                  <a:lnTo>
                    <a:pt x="292950" y="9060"/>
                  </a:lnTo>
                  <a:lnTo>
                    <a:pt x="291827" y="9524"/>
                  </a:lnTo>
                  <a:close/>
                </a:path>
                <a:path w="4533900" h="9525">
                  <a:moveTo>
                    <a:pt x="339452" y="9524"/>
                  </a:moveTo>
                  <a:lnTo>
                    <a:pt x="336822" y="9524"/>
                  </a:lnTo>
                  <a:lnTo>
                    <a:pt x="335699" y="9060"/>
                  </a:lnTo>
                  <a:lnTo>
                    <a:pt x="333839" y="7200"/>
                  </a:lnTo>
                  <a:lnTo>
                    <a:pt x="333374" y="6077"/>
                  </a:lnTo>
                  <a:lnTo>
                    <a:pt x="333374" y="3447"/>
                  </a:lnTo>
                  <a:lnTo>
                    <a:pt x="333839" y="2324"/>
                  </a:lnTo>
                  <a:lnTo>
                    <a:pt x="335699" y="464"/>
                  </a:lnTo>
                  <a:lnTo>
                    <a:pt x="336822" y="0"/>
                  </a:lnTo>
                  <a:lnTo>
                    <a:pt x="339452" y="0"/>
                  </a:lnTo>
                  <a:lnTo>
                    <a:pt x="340575" y="464"/>
                  </a:lnTo>
                  <a:lnTo>
                    <a:pt x="342434" y="2324"/>
                  </a:lnTo>
                  <a:lnTo>
                    <a:pt x="342899" y="3447"/>
                  </a:lnTo>
                  <a:lnTo>
                    <a:pt x="342899" y="6077"/>
                  </a:lnTo>
                  <a:lnTo>
                    <a:pt x="342434" y="7200"/>
                  </a:lnTo>
                  <a:lnTo>
                    <a:pt x="340575" y="9060"/>
                  </a:lnTo>
                  <a:lnTo>
                    <a:pt x="339452" y="9524"/>
                  </a:lnTo>
                  <a:close/>
                </a:path>
                <a:path w="4533900" h="9525">
                  <a:moveTo>
                    <a:pt x="387077" y="9524"/>
                  </a:moveTo>
                  <a:lnTo>
                    <a:pt x="384447" y="9524"/>
                  </a:lnTo>
                  <a:lnTo>
                    <a:pt x="383324" y="9060"/>
                  </a:lnTo>
                  <a:lnTo>
                    <a:pt x="381464" y="7200"/>
                  </a:lnTo>
                  <a:lnTo>
                    <a:pt x="380999" y="6077"/>
                  </a:lnTo>
                  <a:lnTo>
                    <a:pt x="380999" y="3447"/>
                  </a:lnTo>
                  <a:lnTo>
                    <a:pt x="381464" y="2324"/>
                  </a:lnTo>
                  <a:lnTo>
                    <a:pt x="383324" y="464"/>
                  </a:lnTo>
                  <a:lnTo>
                    <a:pt x="384447" y="0"/>
                  </a:lnTo>
                  <a:lnTo>
                    <a:pt x="387077" y="0"/>
                  </a:lnTo>
                  <a:lnTo>
                    <a:pt x="388200" y="464"/>
                  </a:lnTo>
                  <a:lnTo>
                    <a:pt x="390059" y="2324"/>
                  </a:lnTo>
                  <a:lnTo>
                    <a:pt x="390524" y="3447"/>
                  </a:lnTo>
                  <a:lnTo>
                    <a:pt x="390524" y="6077"/>
                  </a:lnTo>
                  <a:lnTo>
                    <a:pt x="390059" y="7200"/>
                  </a:lnTo>
                  <a:lnTo>
                    <a:pt x="388200" y="9060"/>
                  </a:lnTo>
                  <a:lnTo>
                    <a:pt x="387077" y="9524"/>
                  </a:lnTo>
                  <a:close/>
                </a:path>
                <a:path w="4533900" h="9525">
                  <a:moveTo>
                    <a:pt x="434702" y="9524"/>
                  </a:moveTo>
                  <a:lnTo>
                    <a:pt x="432072" y="9524"/>
                  </a:lnTo>
                  <a:lnTo>
                    <a:pt x="430949" y="9060"/>
                  </a:lnTo>
                  <a:lnTo>
                    <a:pt x="429089" y="7200"/>
                  </a:lnTo>
                  <a:lnTo>
                    <a:pt x="428624" y="6077"/>
                  </a:lnTo>
                  <a:lnTo>
                    <a:pt x="428624" y="3447"/>
                  </a:lnTo>
                  <a:lnTo>
                    <a:pt x="429089" y="2324"/>
                  </a:lnTo>
                  <a:lnTo>
                    <a:pt x="430949" y="464"/>
                  </a:lnTo>
                  <a:lnTo>
                    <a:pt x="432072" y="0"/>
                  </a:lnTo>
                  <a:lnTo>
                    <a:pt x="434702" y="0"/>
                  </a:lnTo>
                  <a:lnTo>
                    <a:pt x="435825" y="464"/>
                  </a:lnTo>
                  <a:lnTo>
                    <a:pt x="437684" y="2324"/>
                  </a:lnTo>
                  <a:lnTo>
                    <a:pt x="438149" y="3447"/>
                  </a:lnTo>
                  <a:lnTo>
                    <a:pt x="438149" y="6077"/>
                  </a:lnTo>
                  <a:lnTo>
                    <a:pt x="437684" y="7200"/>
                  </a:lnTo>
                  <a:lnTo>
                    <a:pt x="435825" y="9060"/>
                  </a:lnTo>
                  <a:lnTo>
                    <a:pt x="434702" y="9524"/>
                  </a:lnTo>
                  <a:close/>
                </a:path>
                <a:path w="4533900" h="9525">
                  <a:moveTo>
                    <a:pt x="482327" y="9524"/>
                  </a:moveTo>
                  <a:lnTo>
                    <a:pt x="479697" y="9524"/>
                  </a:lnTo>
                  <a:lnTo>
                    <a:pt x="478574" y="9060"/>
                  </a:lnTo>
                  <a:lnTo>
                    <a:pt x="476714" y="7200"/>
                  </a:lnTo>
                  <a:lnTo>
                    <a:pt x="476249" y="6077"/>
                  </a:lnTo>
                  <a:lnTo>
                    <a:pt x="476249" y="3447"/>
                  </a:lnTo>
                  <a:lnTo>
                    <a:pt x="476714" y="2324"/>
                  </a:lnTo>
                  <a:lnTo>
                    <a:pt x="478574" y="464"/>
                  </a:lnTo>
                  <a:lnTo>
                    <a:pt x="479697" y="0"/>
                  </a:lnTo>
                  <a:lnTo>
                    <a:pt x="482327" y="0"/>
                  </a:lnTo>
                  <a:lnTo>
                    <a:pt x="483450" y="464"/>
                  </a:lnTo>
                  <a:lnTo>
                    <a:pt x="485309" y="2324"/>
                  </a:lnTo>
                  <a:lnTo>
                    <a:pt x="485774" y="3447"/>
                  </a:lnTo>
                  <a:lnTo>
                    <a:pt x="485774" y="6077"/>
                  </a:lnTo>
                  <a:lnTo>
                    <a:pt x="485309" y="7200"/>
                  </a:lnTo>
                  <a:lnTo>
                    <a:pt x="483450" y="9060"/>
                  </a:lnTo>
                  <a:lnTo>
                    <a:pt x="482327" y="9524"/>
                  </a:lnTo>
                  <a:close/>
                </a:path>
                <a:path w="4533900" h="9525">
                  <a:moveTo>
                    <a:pt x="529952" y="9524"/>
                  </a:moveTo>
                  <a:lnTo>
                    <a:pt x="527322" y="9524"/>
                  </a:lnTo>
                  <a:lnTo>
                    <a:pt x="526199" y="9060"/>
                  </a:lnTo>
                  <a:lnTo>
                    <a:pt x="524339" y="7200"/>
                  </a:lnTo>
                  <a:lnTo>
                    <a:pt x="523874" y="6077"/>
                  </a:lnTo>
                  <a:lnTo>
                    <a:pt x="523874" y="3447"/>
                  </a:lnTo>
                  <a:lnTo>
                    <a:pt x="524339" y="2324"/>
                  </a:lnTo>
                  <a:lnTo>
                    <a:pt x="526199" y="464"/>
                  </a:lnTo>
                  <a:lnTo>
                    <a:pt x="527322" y="0"/>
                  </a:lnTo>
                  <a:lnTo>
                    <a:pt x="529952" y="0"/>
                  </a:lnTo>
                  <a:lnTo>
                    <a:pt x="531075" y="464"/>
                  </a:lnTo>
                  <a:lnTo>
                    <a:pt x="532934" y="2324"/>
                  </a:lnTo>
                  <a:lnTo>
                    <a:pt x="533399" y="3447"/>
                  </a:lnTo>
                  <a:lnTo>
                    <a:pt x="533399" y="6077"/>
                  </a:lnTo>
                  <a:lnTo>
                    <a:pt x="532934" y="7200"/>
                  </a:lnTo>
                  <a:lnTo>
                    <a:pt x="531075" y="9060"/>
                  </a:lnTo>
                  <a:lnTo>
                    <a:pt x="529952" y="9524"/>
                  </a:lnTo>
                  <a:close/>
                </a:path>
                <a:path w="4533900" h="9525">
                  <a:moveTo>
                    <a:pt x="577577" y="9524"/>
                  </a:moveTo>
                  <a:lnTo>
                    <a:pt x="574947" y="9524"/>
                  </a:lnTo>
                  <a:lnTo>
                    <a:pt x="573824" y="9060"/>
                  </a:lnTo>
                  <a:lnTo>
                    <a:pt x="571964" y="7200"/>
                  </a:lnTo>
                  <a:lnTo>
                    <a:pt x="571499" y="6077"/>
                  </a:lnTo>
                  <a:lnTo>
                    <a:pt x="571499" y="3447"/>
                  </a:lnTo>
                  <a:lnTo>
                    <a:pt x="571964" y="2324"/>
                  </a:lnTo>
                  <a:lnTo>
                    <a:pt x="573824" y="464"/>
                  </a:lnTo>
                  <a:lnTo>
                    <a:pt x="574947" y="0"/>
                  </a:lnTo>
                  <a:lnTo>
                    <a:pt x="577577" y="0"/>
                  </a:lnTo>
                  <a:lnTo>
                    <a:pt x="578700" y="464"/>
                  </a:lnTo>
                  <a:lnTo>
                    <a:pt x="580559" y="2324"/>
                  </a:lnTo>
                  <a:lnTo>
                    <a:pt x="581024" y="3447"/>
                  </a:lnTo>
                  <a:lnTo>
                    <a:pt x="581024" y="6077"/>
                  </a:lnTo>
                  <a:lnTo>
                    <a:pt x="580559" y="7200"/>
                  </a:lnTo>
                  <a:lnTo>
                    <a:pt x="578700" y="9060"/>
                  </a:lnTo>
                  <a:lnTo>
                    <a:pt x="577577" y="9524"/>
                  </a:lnTo>
                  <a:close/>
                </a:path>
                <a:path w="4533900" h="9525">
                  <a:moveTo>
                    <a:pt x="625202" y="9524"/>
                  </a:moveTo>
                  <a:lnTo>
                    <a:pt x="622572" y="9524"/>
                  </a:lnTo>
                  <a:lnTo>
                    <a:pt x="621449" y="9060"/>
                  </a:lnTo>
                  <a:lnTo>
                    <a:pt x="619589" y="7200"/>
                  </a:lnTo>
                  <a:lnTo>
                    <a:pt x="619124" y="6077"/>
                  </a:lnTo>
                  <a:lnTo>
                    <a:pt x="619124" y="3447"/>
                  </a:lnTo>
                  <a:lnTo>
                    <a:pt x="619589" y="2324"/>
                  </a:lnTo>
                  <a:lnTo>
                    <a:pt x="621449" y="464"/>
                  </a:lnTo>
                  <a:lnTo>
                    <a:pt x="622572" y="0"/>
                  </a:lnTo>
                  <a:lnTo>
                    <a:pt x="625202" y="0"/>
                  </a:lnTo>
                  <a:lnTo>
                    <a:pt x="626325" y="464"/>
                  </a:lnTo>
                  <a:lnTo>
                    <a:pt x="628184" y="2324"/>
                  </a:lnTo>
                  <a:lnTo>
                    <a:pt x="628649" y="3447"/>
                  </a:lnTo>
                  <a:lnTo>
                    <a:pt x="628649" y="6077"/>
                  </a:lnTo>
                  <a:lnTo>
                    <a:pt x="628184" y="7200"/>
                  </a:lnTo>
                  <a:lnTo>
                    <a:pt x="626325" y="9060"/>
                  </a:lnTo>
                  <a:lnTo>
                    <a:pt x="625202" y="9524"/>
                  </a:lnTo>
                  <a:close/>
                </a:path>
                <a:path w="4533900" h="9525">
                  <a:moveTo>
                    <a:pt x="672827" y="9524"/>
                  </a:moveTo>
                  <a:lnTo>
                    <a:pt x="670197" y="9524"/>
                  </a:lnTo>
                  <a:lnTo>
                    <a:pt x="669074" y="9060"/>
                  </a:lnTo>
                  <a:lnTo>
                    <a:pt x="667214" y="7200"/>
                  </a:lnTo>
                  <a:lnTo>
                    <a:pt x="666749" y="6077"/>
                  </a:lnTo>
                  <a:lnTo>
                    <a:pt x="666749" y="3447"/>
                  </a:lnTo>
                  <a:lnTo>
                    <a:pt x="667214" y="2324"/>
                  </a:lnTo>
                  <a:lnTo>
                    <a:pt x="669074" y="464"/>
                  </a:lnTo>
                  <a:lnTo>
                    <a:pt x="670197" y="0"/>
                  </a:lnTo>
                  <a:lnTo>
                    <a:pt x="672827" y="0"/>
                  </a:lnTo>
                  <a:lnTo>
                    <a:pt x="673950" y="464"/>
                  </a:lnTo>
                  <a:lnTo>
                    <a:pt x="675809" y="2324"/>
                  </a:lnTo>
                  <a:lnTo>
                    <a:pt x="676274" y="3447"/>
                  </a:lnTo>
                  <a:lnTo>
                    <a:pt x="676274" y="6077"/>
                  </a:lnTo>
                  <a:lnTo>
                    <a:pt x="675809" y="7200"/>
                  </a:lnTo>
                  <a:lnTo>
                    <a:pt x="673950" y="9060"/>
                  </a:lnTo>
                  <a:lnTo>
                    <a:pt x="672827" y="9524"/>
                  </a:lnTo>
                  <a:close/>
                </a:path>
                <a:path w="4533900" h="9525">
                  <a:moveTo>
                    <a:pt x="720452" y="9524"/>
                  </a:moveTo>
                  <a:lnTo>
                    <a:pt x="717822" y="9524"/>
                  </a:lnTo>
                  <a:lnTo>
                    <a:pt x="716699" y="9060"/>
                  </a:lnTo>
                  <a:lnTo>
                    <a:pt x="714839" y="7200"/>
                  </a:lnTo>
                  <a:lnTo>
                    <a:pt x="714374" y="6077"/>
                  </a:lnTo>
                  <a:lnTo>
                    <a:pt x="714374" y="3447"/>
                  </a:lnTo>
                  <a:lnTo>
                    <a:pt x="714839" y="2324"/>
                  </a:lnTo>
                  <a:lnTo>
                    <a:pt x="716699" y="464"/>
                  </a:lnTo>
                  <a:lnTo>
                    <a:pt x="717822" y="0"/>
                  </a:lnTo>
                  <a:lnTo>
                    <a:pt x="720452" y="0"/>
                  </a:lnTo>
                  <a:lnTo>
                    <a:pt x="721575" y="464"/>
                  </a:lnTo>
                  <a:lnTo>
                    <a:pt x="723435" y="2324"/>
                  </a:lnTo>
                  <a:lnTo>
                    <a:pt x="723899" y="3447"/>
                  </a:lnTo>
                  <a:lnTo>
                    <a:pt x="723899" y="6077"/>
                  </a:lnTo>
                  <a:lnTo>
                    <a:pt x="723435" y="7200"/>
                  </a:lnTo>
                  <a:lnTo>
                    <a:pt x="721575" y="9060"/>
                  </a:lnTo>
                  <a:lnTo>
                    <a:pt x="720452" y="9524"/>
                  </a:lnTo>
                  <a:close/>
                </a:path>
                <a:path w="4533900" h="9525">
                  <a:moveTo>
                    <a:pt x="768077" y="9524"/>
                  </a:moveTo>
                  <a:lnTo>
                    <a:pt x="765447" y="9524"/>
                  </a:lnTo>
                  <a:lnTo>
                    <a:pt x="764324" y="9060"/>
                  </a:lnTo>
                  <a:lnTo>
                    <a:pt x="762464" y="7200"/>
                  </a:lnTo>
                  <a:lnTo>
                    <a:pt x="761999" y="6077"/>
                  </a:lnTo>
                  <a:lnTo>
                    <a:pt x="761999" y="3447"/>
                  </a:lnTo>
                  <a:lnTo>
                    <a:pt x="762464" y="2324"/>
                  </a:lnTo>
                  <a:lnTo>
                    <a:pt x="764324" y="464"/>
                  </a:lnTo>
                  <a:lnTo>
                    <a:pt x="765447" y="0"/>
                  </a:lnTo>
                  <a:lnTo>
                    <a:pt x="768077" y="0"/>
                  </a:lnTo>
                  <a:lnTo>
                    <a:pt x="769200" y="464"/>
                  </a:lnTo>
                  <a:lnTo>
                    <a:pt x="771059" y="2324"/>
                  </a:lnTo>
                  <a:lnTo>
                    <a:pt x="771524" y="3447"/>
                  </a:lnTo>
                  <a:lnTo>
                    <a:pt x="771524" y="6077"/>
                  </a:lnTo>
                  <a:lnTo>
                    <a:pt x="771059" y="7200"/>
                  </a:lnTo>
                  <a:lnTo>
                    <a:pt x="769200" y="9060"/>
                  </a:lnTo>
                  <a:lnTo>
                    <a:pt x="768077" y="9524"/>
                  </a:lnTo>
                  <a:close/>
                </a:path>
                <a:path w="4533900" h="9525">
                  <a:moveTo>
                    <a:pt x="815702" y="9524"/>
                  </a:moveTo>
                  <a:lnTo>
                    <a:pt x="813072" y="9524"/>
                  </a:lnTo>
                  <a:lnTo>
                    <a:pt x="811949" y="9060"/>
                  </a:lnTo>
                  <a:lnTo>
                    <a:pt x="810089" y="7200"/>
                  </a:lnTo>
                  <a:lnTo>
                    <a:pt x="809624" y="6077"/>
                  </a:lnTo>
                  <a:lnTo>
                    <a:pt x="809624" y="3447"/>
                  </a:lnTo>
                  <a:lnTo>
                    <a:pt x="810089" y="2324"/>
                  </a:lnTo>
                  <a:lnTo>
                    <a:pt x="811949" y="464"/>
                  </a:lnTo>
                  <a:lnTo>
                    <a:pt x="813072" y="0"/>
                  </a:lnTo>
                  <a:lnTo>
                    <a:pt x="815702" y="0"/>
                  </a:lnTo>
                  <a:lnTo>
                    <a:pt x="816825" y="464"/>
                  </a:lnTo>
                  <a:lnTo>
                    <a:pt x="818684" y="2324"/>
                  </a:lnTo>
                  <a:lnTo>
                    <a:pt x="819149" y="3447"/>
                  </a:lnTo>
                  <a:lnTo>
                    <a:pt x="819149" y="6077"/>
                  </a:lnTo>
                  <a:lnTo>
                    <a:pt x="818684" y="7200"/>
                  </a:lnTo>
                  <a:lnTo>
                    <a:pt x="816825" y="9060"/>
                  </a:lnTo>
                  <a:lnTo>
                    <a:pt x="815702" y="9524"/>
                  </a:lnTo>
                  <a:close/>
                </a:path>
                <a:path w="4533900" h="9525">
                  <a:moveTo>
                    <a:pt x="863327" y="9524"/>
                  </a:moveTo>
                  <a:lnTo>
                    <a:pt x="860697" y="9524"/>
                  </a:lnTo>
                  <a:lnTo>
                    <a:pt x="859574" y="9060"/>
                  </a:lnTo>
                  <a:lnTo>
                    <a:pt x="857714" y="7200"/>
                  </a:lnTo>
                  <a:lnTo>
                    <a:pt x="857249" y="6077"/>
                  </a:lnTo>
                  <a:lnTo>
                    <a:pt x="857249" y="3447"/>
                  </a:lnTo>
                  <a:lnTo>
                    <a:pt x="857714" y="2324"/>
                  </a:lnTo>
                  <a:lnTo>
                    <a:pt x="859574" y="464"/>
                  </a:lnTo>
                  <a:lnTo>
                    <a:pt x="860697" y="0"/>
                  </a:lnTo>
                  <a:lnTo>
                    <a:pt x="863327" y="0"/>
                  </a:lnTo>
                  <a:lnTo>
                    <a:pt x="864450" y="464"/>
                  </a:lnTo>
                  <a:lnTo>
                    <a:pt x="866309" y="2324"/>
                  </a:lnTo>
                  <a:lnTo>
                    <a:pt x="866774" y="3447"/>
                  </a:lnTo>
                  <a:lnTo>
                    <a:pt x="866774" y="6077"/>
                  </a:lnTo>
                  <a:lnTo>
                    <a:pt x="866309" y="7200"/>
                  </a:lnTo>
                  <a:lnTo>
                    <a:pt x="864450" y="9060"/>
                  </a:lnTo>
                  <a:lnTo>
                    <a:pt x="863327" y="9524"/>
                  </a:lnTo>
                  <a:close/>
                </a:path>
                <a:path w="4533900" h="9525">
                  <a:moveTo>
                    <a:pt x="910952" y="9524"/>
                  </a:moveTo>
                  <a:lnTo>
                    <a:pt x="908322" y="9524"/>
                  </a:lnTo>
                  <a:lnTo>
                    <a:pt x="907199" y="9060"/>
                  </a:lnTo>
                  <a:lnTo>
                    <a:pt x="905339" y="7200"/>
                  </a:lnTo>
                  <a:lnTo>
                    <a:pt x="904874" y="6077"/>
                  </a:lnTo>
                  <a:lnTo>
                    <a:pt x="904874" y="3447"/>
                  </a:lnTo>
                  <a:lnTo>
                    <a:pt x="905339" y="2324"/>
                  </a:lnTo>
                  <a:lnTo>
                    <a:pt x="907199" y="464"/>
                  </a:lnTo>
                  <a:lnTo>
                    <a:pt x="908322" y="0"/>
                  </a:lnTo>
                  <a:lnTo>
                    <a:pt x="910952" y="0"/>
                  </a:lnTo>
                  <a:lnTo>
                    <a:pt x="912074" y="464"/>
                  </a:lnTo>
                  <a:lnTo>
                    <a:pt x="913934" y="2324"/>
                  </a:lnTo>
                  <a:lnTo>
                    <a:pt x="914399" y="3447"/>
                  </a:lnTo>
                  <a:lnTo>
                    <a:pt x="914399" y="6077"/>
                  </a:lnTo>
                  <a:lnTo>
                    <a:pt x="913934" y="7200"/>
                  </a:lnTo>
                  <a:lnTo>
                    <a:pt x="912074" y="9060"/>
                  </a:lnTo>
                  <a:lnTo>
                    <a:pt x="910952" y="9524"/>
                  </a:lnTo>
                  <a:close/>
                </a:path>
                <a:path w="4533900" h="9525">
                  <a:moveTo>
                    <a:pt x="958577" y="9524"/>
                  </a:moveTo>
                  <a:lnTo>
                    <a:pt x="955947" y="9524"/>
                  </a:lnTo>
                  <a:lnTo>
                    <a:pt x="954824" y="9060"/>
                  </a:lnTo>
                  <a:lnTo>
                    <a:pt x="952964" y="7200"/>
                  </a:lnTo>
                  <a:lnTo>
                    <a:pt x="952499" y="6077"/>
                  </a:lnTo>
                  <a:lnTo>
                    <a:pt x="952499" y="3447"/>
                  </a:lnTo>
                  <a:lnTo>
                    <a:pt x="952964" y="2324"/>
                  </a:lnTo>
                  <a:lnTo>
                    <a:pt x="954824" y="464"/>
                  </a:lnTo>
                  <a:lnTo>
                    <a:pt x="955947" y="0"/>
                  </a:lnTo>
                  <a:lnTo>
                    <a:pt x="958577" y="0"/>
                  </a:lnTo>
                  <a:lnTo>
                    <a:pt x="959700" y="464"/>
                  </a:lnTo>
                  <a:lnTo>
                    <a:pt x="961560" y="2324"/>
                  </a:lnTo>
                  <a:lnTo>
                    <a:pt x="962024" y="3447"/>
                  </a:lnTo>
                  <a:lnTo>
                    <a:pt x="962024" y="6077"/>
                  </a:lnTo>
                  <a:lnTo>
                    <a:pt x="961560" y="7200"/>
                  </a:lnTo>
                  <a:lnTo>
                    <a:pt x="959700" y="9060"/>
                  </a:lnTo>
                  <a:lnTo>
                    <a:pt x="958577" y="9524"/>
                  </a:lnTo>
                  <a:close/>
                </a:path>
                <a:path w="4533900" h="9525">
                  <a:moveTo>
                    <a:pt x="1006202" y="9524"/>
                  </a:moveTo>
                  <a:lnTo>
                    <a:pt x="1003572" y="9524"/>
                  </a:lnTo>
                  <a:lnTo>
                    <a:pt x="1002449" y="9060"/>
                  </a:lnTo>
                  <a:lnTo>
                    <a:pt x="1000589" y="7200"/>
                  </a:lnTo>
                  <a:lnTo>
                    <a:pt x="1000124" y="6077"/>
                  </a:lnTo>
                  <a:lnTo>
                    <a:pt x="1000124" y="3447"/>
                  </a:lnTo>
                  <a:lnTo>
                    <a:pt x="1000589" y="2324"/>
                  </a:lnTo>
                  <a:lnTo>
                    <a:pt x="1002449" y="464"/>
                  </a:lnTo>
                  <a:lnTo>
                    <a:pt x="1003572" y="0"/>
                  </a:lnTo>
                  <a:lnTo>
                    <a:pt x="1006202" y="0"/>
                  </a:lnTo>
                  <a:lnTo>
                    <a:pt x="1007325" y="464"/>
                  </a:lnTo>
                  <a:lnTo>
                    <a:pt x="1009184" y="2324"/>
                  </a:lnTo>
                  <a:lnTo>
                    <a:pt x="1009649" y="3447"/>
                  </a:lnTo>
                  <a:lnTo>
                    <a:pt x="1009649" y="6077"/>
                  </a:lnTo>
                  <a:lnTo>
                    <a:pt x="1009184" y="7200"/>
                  </a:lnTo>
                  <a:lnTo>
                    <a:pt x="1007325" y="9060"/>
                  </a:lnTo>
                  <a:lnTo>
                    <a:pt x="1006202" y="9524"/>
                  </a:lnTo>
                  <a:close/>
                </a:path>
                <a:path w="4533900" h="9525">
                  <a:moveTo>
                    <a:pt x="1053827" y="9524"/>
                  </a:moveTo>
                  <a:lnTo>
                    <a:pt x="1051197" y="9524"/>
                  </a:lnTo>
                  <a:lnTo>
                    <a:pt x="1050074" y="9060"/>
                  </a:lnTo>
                  <a:lnTo>
                    <a:pt x="1048214" y="7200"/>
                  </a:lnTo>
                  <a:lnTo>
                    <a:pt x="1047749" y="6077"/>
                  </a:lnTo>
                  <a:lnTo>
                    <a:pt x="1047749" y="3447"/>
                  </a:lnTo>
                  <a:lnTo>
                    <a:pt x="1048214" y="2324"/>
                  </a:lnTo>
                  <a:lnTo>
                    <a:pt x="1050074" y="464"/>
                  </a:lnTo>
                  <a:lnTo>
                    <a:pt x="1051197" y="0"/>
                  </a:lnTo>
                  <a:lnTo>
                    <a:pt x="1053827" y="0"/>
                  </a:lnTo>
                  <a:lnTo>
                    <a:pt x="1054950" y="464"/>
                  </a:lnTo>
                  <a:lnTo>
                    <a:pt x="1056809" y="2324"/>
                  </a:lnTo>
                  <a:lnTo>
                    <a:pt x="1057274" y="3447"/>
                  </a:lnTo>
                  <a:lnTo>
                    <a:pt x="1057274" y="6077"/>
                  </a:lnTo>
                  <a:lnTo>
                    <a:pt x="1056809" y="7200"/>
                  </a:lnTo>
                  <a:lnTo>
                    <a:pt x="1054950" y="9060"/>
                  </a:lnTo>
                  <a:lnTo>
                    <a:pt x="1053827" y="9524"/>
                  </a:lnTo>
                  <a:close/>
                </a:path>
                <a:path w="4533900" h="9525">
                  <a:moveTo>
                    <a:pt x="1101452" y="9524"/>
                  </a:moveTo>
                  <a:lnTo>
                    <a:pt x="1098822" y="9524"/>
                  </a:lnTo>
                  <a:lnTo>
                    <a:pt x="1097699" y="9060"/>
                  </a:lnTo>
                  <a:lnTo>
                    <a:pt x="1095839" y="7200"/>
                  </a:lnTo>
                  <a:lnTo>
                    <a:pt x="1095374" y="6077"/>
                  </a:lnTo>
                  <a:lnTo>
                    <a:pt x="1095374" y="3447"/>
                  </a:lnTo>
                  <a:lnTo>
                    <a:pt x="1095839" y="2324"/>
                  </a:lnTo>
                  <a:lnTo>
                    <a:pt x="1097699" y="464"/>
                  </a:lnTo>
                  <a:lnTo>
                    <a:pt x="1098822" y="0"/>
                  </a:lnTo>
                  <a:lnTo>
                    <a:pt x="1101452" y="0"/>
                  </a:lnTo>
                  <a:lnTo>
                    <a:pt x="1102575" y="464"/>
                  </a:lnTo>
                  <a:lnTo>
                    <a:pt x="1104434" y="2324"/>
                  </a:lnTo>
                  <a:lnTo>
                    <a:pt x="1104899" y="3447"/>
                  </a:lnTo>
                  <a:lnTo>
                    <a:pt x="1104899" y="6077"/>
                  </a:lnTo>
                  <a:lnTo>
                    <a:pt x="1104434" y="7200"/>
                  </a:lnTo>
                  <a:lnTo>
                    <a:pt x="1102575" y="9060"/>
                  </a:lnTo>
                  <a:lnTo>
                    <a:pt x="1101452" y="9524"/>
                  </a:lnTo>
                  <a:close/>
                </a:path>
                <a:path w="4533900" h="9525">
                  <a:moveTo>
                    <a:pt x="1149077" y="9524"/>
                  </a:moveTo>
                  <a:lnTo>
                    <a:pt x="1146447" y="9524"/>
                  </a:lnTo>
                  <a:lnTo>
                    <a:pt x="1145324" y="9060"/>
                  </a:lnTo>
                  <a:lnTo>
                    <a:pt x="1143464" y="7200"/>
                  </a:lnTo>
                  <a:lnTo>
                    <a:pt x="1142999" y="6077"/>
                  </a:lnTo>
                  <a:lnTo>
                    <a:pt x="1142999" y="3447"/>
                  </a:lnTo>
                  <a:lnTo>
                    <a:pt x="1143464" y="2324"/>
                  </a:lnTo>
                  <a:lnTo>
                    <a:pt x="1145324" y="464"/>
                  </a:lnTo>
                  <a:lnTo>
                    <a:pt x="1146447" y="0"/>
                  </a:lnTo>
                  <a:lnTo>
                    <a:pt x="1149077" y="0"/>
                  </a:lnTo>
                  <a:lnTo>
                    <a:pt x="1150199" y="464"/>
                  </a:lnTo>
                  <a:lnTo>
                    <a:pt x="1152059" y="2324"/>
                  </a:lnTo>
                  <a:lnTo>
                    <a:pt x="1152524" y="3447"/>
                  </a:lnTo>
                  <a:lnTo>
                    <a:pt x="1152524" y="6077"/>
                  </a:lnTo>
                  <a:lnTo>
                    <a:pt x="1152059" y="7200"/>
                  </a:lnTo>
                  <a:lnTo>
                    <a:pt x="1150199" y="9060"/>
                  </a:lnTo>
                  <a:lnTo>
                    <a:pt x="1149077" y="9524"/>
                  </a:lnTo>
                  <a:close/>
                </a:path>
                <a:path w="4533900" h="9525">
                  <a:moveTo>
                    <a:pt x="1196702" y="9524"/>
                  </a:moveTo>
                  <a:lnTo>
                    <a:pt x="1194072" y="9524"/>
                  </a:lnTo>
                  <a:lnTo>
                    <a:pt x="1192949" y="9060"/>
                  </a:lnTo>
                  <a:lnTo>
                    <a:pt x="1191089" y="7200"/>
                  </a:lnTo>
                  <a:lnTo>
                    <a:pt x="1190624" y="6077"/>
                  </a:lnTo>
                  <a:lnTo>
                    <a:pt x="1190624" y="3447"/>
                  </a:lnTo>
                  <a:lnTo>
                    <a:pt x="1191089" y="2324"/>
                  </a:lnTo>
                  <a:lnTo>
                    <a:pt x="1192949" y="464"/>
                  </a:lnTo>
                  <a:lnTo>
                    <a:pt x="1194072" y="0"/>
                  </a:lnTo>
                  <a:lnTo>
                    <a:pt x="1196702" y="0"/>
                  </a:lnTo>
                  <a:lnTo>
                    <a:pt x="1197824" y="464"/>
                  </a:lnTo>
                  <a:lnTo>
                    <a:pt x="1199684" y="2324"/>
                  </a:lnTo>
                  <a:lnTo>
                    <a:pt x="1200149" y="3447"/>
                  </a:lnTo>
                  <a:lnTo>
                    <a:pt x="1200149" y="6077"/>
                  </a:lnTo>
                  <a:lnTo>
                    <a:pt x="1199684" y="7200"/>
                  </a:lnTo>
                  <a:lnTo>
                    <a:pt x="1197824" y="9060"/>
                  </a:lnTo>
                  <a:lnTo>
                    <a:pt x="1196702" y="9524"/>
                  </a:lnTo>
                  <a:close/>
                </a:path>
                <a:path w="4533900" h="9525">
                  <a:moveTo>
                    <a:pt x="1244327" y="9524"/>
                  </a:moveTo>
                  <a:lnTo>
                    <a:pt x="1241697" y="9524"/>
                  </a:lnTo>
                  <a:lnTo>
                    <a:pt x="1240574" y="9060"/>
                  </a:lnTo>
                  <a:lnTo>
                    <a:pt x="1238714" y="7200"/>
                  </a:lnTo>
                  <a:lnTo>
                    <a:pt x="1238249" y="6077"/>
                  </a:lnTo>
                  <a:lnTo>
                    <a:pt x="1238249" y="3447"/>
                  </a:lnTo>
                  <a:lnTo>
                    <a:pt x="1238714" y="2324"/>
                  </a:lnTo>
                  <a:lnTo>
                    <a:pt x="1240574" y="464"/>
                  </a:lnTo>
                  <a:lnTo>
                    <a:pt x="1241697" y="0"/>
                  </a:lnTo>
                  <a:lnTo>
                    <a:pt x="1244327" y="0"/>
                  </a:lnTo>
                  <a:lnTo>
                    <a:pt x="1245449" y="464"/>
                  </a:lnTo>
                  <a:lnTo>
                    <a:pt x="1247309" y="2324"/>
                  </a:lnTo>
                  <a:lnTo>
                    <a:pt x="1247774" y="3447"/>
                  </a:lnTo>
                  <a:lnTo>
                    <a:pt x="1247774" y="6077"/>
                  </a:lnTo>
                  <a:lnTo>
                    <a:pt x="1247309" y="7200"/>
                  </a:lnTo>
                  <a:lnTo>
                    <a:pt x="1245449" y="9060"/>
                  </a:lnTo>
                  <a:lnTo>
                    <a:pt x="1244327" y="9524"/>
                  </a:lnTo>
                  <a:close/>
                </a:path>
                <a:path w="4533900" h="9525">
                  <a:moveTo>
                    <a:pt x="1291952" y="9524"/>
                  </a:moveTo>
                  <a:lnTo>
                    <a:pt x="1289322" y="9524"/>
                  </a:lnTo>
                  <a:lnTo>
                    <a:pt x="1288199" y="9060"/>
                  </a:lnTo>
                  <a:lnTo>
                    <a:pt x="1286339" y="7200"/>
                  </a:lnTo>
                  <a:lnTo>
                    <a:pt x="1285874" y="6077"/>
                  </a:lnTo>
                  <a:lnTo>
                    <a:pt x="1285874" y="3447"/>
                  </a:lnTo>
                  <a:lnTo>
                    <a:pt x="1286339" y="2324"/>
                  </a:lnTo>
                  <a:lnTo>
                    <a:pt x="1288199" y="464"/>
                  </a:lnTo>
                  <a:lnTo>
                    <a:pt x="1289322" y="0"/>
                  </a:lnTo>
                  <a:lnTo>
                    <a:pt x="1291952" y="0"/>
                  </a:lnTo>
                  <a:lnTo>
                    <a:pt x="1293074" y="464"/>
                  </a:lnTo>
                  <a:lnTo>
                    <a:pt x="1294934" y="2324"/>
                  </a:lnTo>
                  <a:lnTo>
                    <a:pt x="1295399" y="3447"/>
                  </a:lnTo>
                  <a:lnTo>
                    <a:pt x="1295399" y="6077"/>
                  </a:lnTo>
                  <a:lnTo>
                    <a:pt x="1294934" y="7200"/>
                  </a:lnTo>
                  <a:lnTo>
                    <a:pt x="1293074" y="9060"/>
                  </a:lnTo>
                  <a:lnTo>
                    <a:pt x="1291952" y="9524"/>
                  </a:lnTo>
                  <a:close/>
                </a:path>
                <a:path w="4533900" h="9525">
                  <a:moveTo>
                    <a:pt x="1339577" y="9524"/>
                  </a:moveTo>
                  <a:lnTo>
                    <a:pt x="1336947" y="9524"/>
                  </a:lnTo>
                  <a:lnTo>
                    <a:pt x="1335824" y="9060"/>
                  </a:lnTo>
                  <a:lnTo>
                    <a:pt x="1333964" y="7200"/>
                  </a:lnTo>
                  <a:lnTo>
                    <a:pt x="1333499" y="6077"/>
                  </a:lnTo>
                  <a:lnTo>
                    <a:pt x="1333499" y="3447"/>
                  </a:lnTo>
                  <a:lnTo>
                    <a:pt x="1333964" y="2324"/>
                  </a:lnTo>
                  <a:lnTo>
                    <a:pt x="1335824" y="464"/>
                  </a:lnTo>
                  <a:lnTo>
                    <a:pt x="1336947" y="0"/>
                  </a:lnTo>
                  <a:lnTo>
                    <a:pt x="1339577" y="0"/>
                  </a:lnTo>
                  <a:lnTo>
                    <a:pt x="1340700" y="464"/>
                  </a:lnTo>
                  <a:lnTo>
                    <a:pt x="1342560" y="2324"/>
                  </a:lnTo>
                  <a:lnTo>
                    <a:pt x="1343024" y="3447"/>
                  </a:lnTo>
                  <a:lnTo>
                    <a:pt x="1343024" y="6077"/>
                  </a:lnTo>
                  <a:lnTo>
                    <a:pt x="1342560" y="7200"/>
                  </a:lnTo>
                  <a:lnTo>
                    <a:pt x="1340700" y="9060"/>
                  </a:lnTo>
                  <a:lnTo>
                    <a:pt x="1339577" y="9524"/>
                  </a:lnTo>
                  <a:close/>
                </a:path>
                <a:path w="4533900" h="9525">
                  <a:moveTo>
                    <a:pt x="1387202" y="9524"/>
                  </a:moveTo>
                  <a:lnTo>
                    <a:pt x="1384572" y="9524"/>
                  </a:lnTo>
                  <a:lnTo>
                    <a:pt x="1383449" y="9060"/>
                  </a:lnTo>
                  <a:lnTo>
                    <a:pt x="1381589" y="7200"/>
                  </a:lnTo>
                  <a:lnTo>
                    <a:pt x="1381124" y="6077"/>
                  </a:lnTo>
                  <a:lnTo>
                    <a:pt x="1381124" y="3447"/>
                  </a:lnTo>
                  <a:lnTo>
                    <a:pt x="1381589" y="2324"/>
                  </a:lnTo>
                  <a:lnTo>
                    <a:pt x="1383449" y="464"/>
                  </a:lnTo>
                  <a:lnTo>
                    <a:pt x="1384572" y="0"/>
                  </a:lnTo>
                  <a:lnTo>
                    <a:pt x="1387202" y="0"/>
                  </a:lnTo>
                  <a:lnTo>
                    <a:pt x="1388324" y="464"/>
                  </a:lnTo>
                  <a:lnTo>
                    <a:pt x="1390184" y="2324"/>
                  </a:lnTo>
                  <a:lnTo>
                    <a:pt x="1390649" y="3447"/>
                  </a:lnTo>
                  <a:lnTo>
                    <a:pt x="1390649" y="6077"/>
                  </a:lnTo>
                  <a:lnTo>
                    <a:pt x="1390184" y="7200"/>
                  </a:lnTo>
                  <a:lnTo>
                    <a:pt x="1388324" y="9060"/>
                  </a:lnTo>
                  <a:lnTo>
                    <a:pt x="1387202" y="9524"/>
                  </a:lnTo>
                  <a:close/>
                </a:path>
                <a:path w="4533900" h="9525">
                  <a:moveTo>
                    <a:pt x="1434827" y="9524"/>
                  </a:moveTo>
                  <a:lnTo>
                    <a:pt x="1432197" y="9524"/>
                  </a:lnTo>
                  <a:lnTo>
                    <a:pt x="1431074" y="9060"/>
                  </a:lnTo>
                  <a:lnTo>
                    <a:pt x="1429214" y="7200"/>
                  </a:lnTo>
                  <a:lnTo>
                    <a:pt x="1428749" y="6077"/>
                  </a:lnTo>
                  <a:lnTo>
                    <a:pt x="1428749" y="3447"/>
                  </a:lnTo>
                  <a:lnTo>
                    <a:pt x="1429214" y="2324"/>
                  </a:lnTo>
                  <a:lnTo>
                    <a:pt x="1431074" y="464"/>
                  </a:lnTo>
                  <a:lnTo>
                    <a:pt x="1432197" y="0"/>
                  </a:lnTo>
                  <a:lnTo>
                    <a:pt x="1434827" y="0"/>
                  </a:lnTo>
                  <a:lnTo>
                    <a:pt x="1435949" y="464"/>
                  </a:lnTo>
                  <a:lnTo>
                    <a:pt x="1437809" y="2324"/>
                  </a:lnTo>
                  <a:lnTo>
                    <a:pt x="1438274" y="3447"/>
                  </a:lnTo>
                  <a:lnTo>
                    <a:pt x="1438274" y="6077"/>
                  </a:lnTo>
                  <a:lnTo>
                    <a:pt x="1437809" y="7200"/>
                  </a:lnTo>
                  <a:lnTo>
                    <a:pt x="1435949" y="9060"/>
                  </a:lnTo>
                  <a:lnTo>
                    <a:pt x="1434827" y="9524"/>
                  </a:lnTo>
                  <a:close/>
                </a:path>
                <a:path w="4533900" h="9525">
                  <a:moveTo>
                    <a:pt x="1482452" y="9524"/>
                  </a:moveTo>
                  <a:lnTo>
                    <a:pt x="1479822" y="9524"/>
                  </a:lnTo>
                  <a:lnTo>
                    <a:pt x="1478699" y="9060"/>
                  </a:lnTo>
                  <a:lnTo>
                    <a:pt x="1476839" y="7200"/>
                  </a:lnTo>
                  <a:lnTo>
                    <a:pt x="1476374" y="6077"/>
                  </a:lnTo>
                  <a:lnTo>
                    <a:pt x="1476374" y="3447"/>
                  </a:lnTo>
                  <a:lnTo>
                    <a:pt x="1476839" y="2324"/>
                  </a:lnTo>
                  <a:lnTo>
                    <a:pt x="1478699" y="464"/>
                  </a:lnTo>
                  <a:lnTo>
                    <a:pt x="1479822" y="0"/>
                  </a:lnTo>
                  <a:lnTo>
                    <a:pt x="1482452" y="0"/>
                  </a:lnTo>
                  <a:lnTo>
                    <a:pt x="1483574" y="464"/>
                  </a:lnTo>
                  <a:lnTo>
                    <a:pt x="1485434" y="2324"/>
                  </a:lnTo>
                  <a:lnTo>
                    <a:pt x="1485899" y="3447"/>
                  </a:lnTo>
                  <a:lnTo>
                    <a:pt x="1485899" y="6077"/>
                  </a:lnTo>
                  <a:lnTo>
                    <a:pt x="1485434" y="7200"/>
                  </a:lnTo>
                  <a:lnTo>
                    <a:pt x="1483574" y="9060"/>
                  </a:lnTo>
                  <a:lnTo>
                    <a:pt x="1482452" y="9524"/>
                  </a:lnTo>
                  <a:close/>
                </a:path>
                <a:path w="4533900" h="9525">
                  <a:moveTo>
                    <a:pt x="1530077" y="9524"/>
                  </a:moveTo>
                  <a:lnTo>
                    <a:pt x="1527447" y="9524"/>
                  </a:lnTo>
                  <a:lnTo>
                    <a:pt x="1526324" y="9060"/>
                  </a:lnTo>
                  <a:lnTo>
                    <a:pt x="1524464" y="7200"/>
                  </a:lnTo>
                  <a:lnTo>
                    <a:pt x="1523999" y="6077"/>
                  </a:lnTo>
                  <a:lnTo>
                    <a:pt x="1523999" y="3447"/>
                  </a:lnTo>
                  <a:lnTo>
                    <a:pt x="1524464" y="2324"/>
                  </a:lnTo>
                  <a:lnTo>
                    <a:pt x="1526324" y="464"/>
                  </a:lnTo>
                  <a:lnTo>
                    <a:pt x="1527447" y="0"/>
                  </a:lnTo>
                  <a:lnTo>
                    <a:pt x="1530077" y="0"/>
                  </a:lnTo>
                  <a:lnTo>
                    <a:pt x="1531199" y="464"/>
                  </a:lnTo>
                  <a:lnTo>
                    <a:pt x="1533059" y="2324"/>
                  </a:lnTo>
                  <a:lnTo>
                    <a:pt x="1533524" y="3447"/>
                  </a:lnTo>
                  <a:lnTo>
                    <a:pt x="1533524" y="6077"/>
                  </a:lnTo>
                  <a:lnTo>
                    <a:pt x="1533059" y="7200"/>
                  </a:lnTo>
                  <a:lnTo>
                    <a:pt x="1531199" y="9060"/>
                  </a:lnTo>
                  <a:lnTo>
                    <a:pt x="1530077" y="9524"/>
                  </a:lnTo>
                  <a:close/>
                </a:path>
                <a:path w="4533900" h="9525">
                  <a:moveTo>
                    <a:pt x="1577702" y="9524"/>
                  </a:moveTo>
                  <a:lnTo>
                    <a:pt x="1575072" y="9524"/>
                  </a:lnTo>
                  <a:lnTo>
                    <a:pt x="1573949" y="9060"/>
                  </a:lnTo>
                  <a:lnTo>
                    <a:pt x="1572089" y="7200"/>
                  </a:lnTo>
                  <a:lnTo>
                    <a:pt x="1571624" y="6077"/>
                  </a:lnTo>
                  <a:lnTo>
                    <a:pt x="1571624" y="3447"/>
                  </a:lnTo>
                  <a:lnTo>
                    <a:pt x="1572089" y="2324"/>
                  </a:lnTo>
                  <a:lnTo>
                    <a:pt x="1573949" y="464"/>
                  </a:lnTo>
                  <a:lnTo>
                    <a:pt x="1575072" y="0"/>
                  </a:lnTo>
                  <a:lnTo>
                    <a:pt x="1577702" y="0"/>
                  </a:lnTo>
                  <a:lnTo>
                    <a:pt x="1578825" y="464"/>
                  </a:lnTo>
                  <a:lnTo>
                    <a:pt x="1580684" y="2324"/>
                  </a:lnTo>
                  <a:lnTo>
                    <a:pt x="1581149" y="3447"/>
                  </a:lnTo>
                  <a:lnTo>
                    <a:pt x="1581149" y="6077"/>
                  </a:lnTo>
                  <a:lnTo>
                    <a:pt x="1580684" y="7200"/>
                  </a:lnTo>
                  <a:lnTo>
                    <a:pt x="1578825" y="9060"/>
                  </a:lnTo>
                  <a:lnTo>
                    <a:pt x="1577702" y="9524"/>
                  </a:lnTo>
                  <a:close/>
                </a:path>
                <a:path w="4533900" h="9525">
                  <a:moveTo>
                    <a:pt x="1625327" y="9524"/>
                  </a:moveTo>
                  <a:lnTo>
                    <a:pt x="1622697" y="9524"/>
                  </a:lnTo>
                  <a:lnTo>
                    <a:pt x="1621574" y="9060"/>
                  </a:lnTo>
                  <a:lnTo>
                    <a:pt x="1619714" y="7200"/>
                  </a:lnTo>
                  <a:lnTo>
                    <a:pt x="1619249" y="6077"/>
                  </a:lnTo>
                  <a:lnTo>
                    <a:pt x="1619249" y="3447"/>
                  </a:lnTo>
                  <a:lnTo>
                    <a:pt x="1619714" y="2324"/>
                  </a:lnTo>
                  <a:lnTo>
                    <a:pt x="1621574" y="464"/>
                  </a:lnTo>
                  <a:lnTo>
                    <a:pt x="1622697" y="0"/>
                  </a:lnTo>
                  <a:lnTo>
                    <a:pt x="1625327" y="0"/>
                  </a:lnTo>
                  <a:lnTo>
                    <a:pt x="1626449" y="464"/>
                  </a:lnTo>
                  <a:lnTo>
                    <a:pt x="1628309" y="2324"/>
                  </a:lnTo>
                  <a:lnTo>
                    <a:pt x="1628774" y="3447"/>
                  </a:lnTo>
                  <a:lnTo>
                    <a:pt x="1628774" y="6077"/>
                  </a:lnTo>
                  <a:lnTo>
                    <a:pt x="1628309" y="7200"/>
                  </a:lnTo>
                  <a:lnTo>
                    <a:pt x="1626449" y="9060"/>
                  </a:lnTo>
                  <a:lnTo>
                    <a:pt x="1625327" y="9524"/>
                  </a:lnTo>
                  <a:close/>
                </a:path>
                <a:path w="4533900" h="9525">
                  <a:moveTo>
                    <a:pt x="1672952" y="9524"/>
                  </a:moveTo>
                  <a:lnTo>
                    <a:pt x="1670322" y="9524"/>
                  </a:lnTo>
                  <a:lnTo>
                    <a:pt x="1669199" y="9060"/>
                  </a:lnTo>
                  <a:lnTo>
                    <a:pt x="1667339" y="7200"/>
                  </a:lnTo>
                  <a:lnTo>
                    <a:pt x="1666874" y="6077"/>
                  </a:lnTo>
                  <a:lnTo>
                    <a:pt x="1666874" y="3447"/>
                  </a:lnTo>
                  <a:lnTo>
                    <a:pt x="1667339" y="2324"/>
                  </a:lnTo>
                  <a:lnTo>
                    <a:pt x="1669199" y="464"/>
                  </a:lnTo>
                  <a:lnTo>
                    <a:pt x="1670322" y="0"/>
                  </a:lnTo>
                  <a:lnTo>
                    <a:pt x="1672952" y="0"/>
                  </a:lnTo>
                  <a:lnTo>
                    <a:pt x="1674074" y="464"/>
                  </a:lnTo>
                  <a:lnTo>
                    <a:pt x="1675934" y="2324"/>
                  </a:lnTo>
                  <a:lnTo>
                    <a:pt x="1676399" y="3447"/>
                  </a:lnTo>
                  <a:lnTo>
                    <a:pt x="1676399" y="6077"/>
                  </a:lnTo>
                  <a:lnTo>
                    <a:pt x="1675934" y="7200"/>
                  </a:lnTo>
                  <a:lnTo>
                    <a:pt x="1674074" y="9060"/>
                  </a:lnTo>
                  <a:lnTo>
                    <a:pt x="1672952" y="9524"/>
                  </a:lnTo>
                  <a:close/>
                </a:path>
                <a:path w="4533900" h="9525">
                  <a:moveTo>
                    <a:pt x="1720577" y="9524"/>
                  </a:moveTo>
                  <a:lnTo>
                    <a:pt x="1717947" y="9524"/>
                  </a:lnTo>
                  <a:lnTo>
                    <a:pt x="1716824" y="9060"/>
                  </a:lnTo>
                  <a:lnTo>
                    <a:pt x="1714964" y="7200"/>
                  </a:lnTo>
                  <a:lnTo>
                    <a:pt x="1714499" y="6077"/>
                  </a:lnTo>
                  <a:lnTo>
                    <a:pt x="1714499" y="3447"/>
                  </a:lnTo>
                  <a:lnTo>
                    <a:pt x="1714964" y="2324"/>
                  </a:lnTo>
                  <a:lnTo>
                    <a:pt x="1716824" y="464"/>
                  </a:lnTo>
                  <a:lnTo>
                    <a:pt x="1717947" y="0"/>
                  </a:lnTo>
                  <a:lnTo>
                    <a:pt x="1720577" y="0"/>
                  </a:lnTo>
                  <a:lnTo>
                    <a:pt x="1721700" y="464"/>
                  </a:lnTo>
                  <a:lnTo>
                    <a:pt x="1723560" y="2324"/>
                  </a:lnTo>
                  <a:lnTo>
                    <a:pt x="1724024" y="3447"/>
                  </a:lnTo>
                  <a:lnTo>
                    <a:pt x="1724024" y="6077"/>
                  </a:lnTo>
                  <a:lnTo>
                    <a:pt x="1723560" y="7200"/>
                  </a:lnTo>
                  <a:lnTo>
                    <a:pt x="1721700" y="9060"/>
                  </a:lnTo>
                  <a:lnTo>
                    <a:pt x="1720577" y="9524"/>
                  </a:lnTo>
                  <a:close/>
                </a:path>
                <a:path w="4533900" h="9525">
                  <a:moveTo>
                    <a:pt x="1768202" y="9524"/>
                  </a:moveTo>
                  <a:lnTo>
                    <a:pt x="1765572" y="9524"/>
                  </a:lnTo>
                  <a:lnTo>
                    <a:pt x="1764449" y="9060"/>
                  </a:lnTo>
                  <a:lnTo>
                    <a:pt x="1762589" y="7200"/>
                  </a:lnTo>
                  <a:lnTo>
                    <a:pt x="1762124" y="6077"/>
                  </a:lnTo>
                  <a:lnTo>
                    <a:pt x="1762124" y="3447"/>
                  </a:lnTo>
                  <a:lnTo>
                    <a:pt x="1762589" y="2324"/>
                  </a:lnTo>
                  <a:lnTo>
                    <a:pt x="1764449" y="464"/>
                  </a:lnTo>
                  <a:lnTo>
                    <a:pt x="1765572" y="0"/>
                  </a:lnTo>
                  <a:lnTo>
                    <a:pt x="1768202" y="0"/>
                  </a:lnTo>
                  <a:lnTo>
                    <a:pt x="1769324" y="464"/>
                  </a:lnTo>
                  <a:lnTo>
                    <a:pt x="1771184" y="2324"/>
                  </a:lnTo>
                  <a:lnTo>
                    <a:pt x="1771649" y="3447"/>
                  </a:lnTo>
                  <a:lnTo>
                    <a:pt x="1771649" y="6077"/>
                  </a:lnTo>
                  <a:lnTo>
                    <a:pt x="1771184" y="7200"/>
                  </a:lnTo>
                  <a:lnTo>
                    <a:pt x="1769324" y="9060"/>
                  </a:lnTo>
                  <a:lnTo>
                    <a:pt x="1768202" y="9524"/>
                  </a:lnTo>
                  <a:close/>
                </a:path>
                <a:path w="4533900" h="9525">
                  <a:moveTo>
                    <a:pt x="1815827" y="9524"/>
                  </a:moveTo>
                  <a:lnTo>
                    <a:pt x="1813197" y="9524"/>
                  </a:lnTo>
                  <a:lnTo>
                    <a:pt x="1812074" y="9060"/>
                  </a:lnTo>
                  <a:lnTo>
                    <a:pt x="1810214" y="7200"/>
                  </a:lnTo>
                  <a:lnTo>
                    <a:pt x="1809749" y="6077"/>
                  </a:lnTo>
                  <a:lnTo>
                    <a:pt x="1809749" y="3447"/>
                  </a:lnTo>
                  <a:lnTo>
                    <a:pt x="1810214" y="2324"/>
                  </a:lnTo>
                  <a:lnTo>
                    <a:pt x="1812074" y="464"/>
                  </a:lnTo>
                  <a:lnTo>
                    <a:pt x="1813197" y="0"/>
                  </a:lnTo>
                  <a:lnTo>
                    <a:pt x="1815827" y="0"/>
                  </a:lnTo>
                  <a:lnTo>
                    <a:pt x="1816950" y="464"/>
                  </a:lnTo>
                  <a:lnTo>
                    <a:pt x="1818810" y="2324"/>
                  </a:lnTo>
                  <a:lnTo>
                    <a:pt x="1819274" y="3447"/>
                  </a:lnTo>
                  <a:lnTo>
                    <a:pt x="1819274" y="6077"/>
                  </a:lnTo>
                  <a:lnTo>
                    <a:pt x="1818810" y="7200"/>
                  </a:lnTo>
                  <a:lnTo>
                    <a:pt x="1816950" y="9060"/>
                  </a:lnTo>
                  <a:lnTo>
                    <a:pt x="1815827" y="9524"/>
                  </a:lnTo>
                  <a:close/>
                </a:path>
                <a:path w="4533900" h="9525">
                  <a:moveTo>
                    <a:pt x="1863452" y="9524"/>
                  </a:moveTo>
                  <a:lnTo>
                    <a:pt x="1860822" y="9524"/>
                  </a:lnTo>
                  <a:lnTo>
                    <a:pt x="1859699" y="9060"/>
                  </a:lnTo>
                  <a:lnTo>
                    <a:pt x="1857839" y="7200"/>
                  </a:lnTo>
                  <a:lnTo>
                    <a:pt x="1857374" y="6077"/>
                  </a:lnTo>
                  <a:lnTo>
                    <a:pt x="1857374" y="3447"/>
                  </a:lnTo>
                  <a:lnTo>
                    <a:pt x="1857839" y="2324"/>
                  </a:lnTo>
                  <a:lnTo>
                    <a:pt x="1859699" y="464"/>
                  </a:lnTo>
                  <a:lnTo>
                    <a:pt x="1860822" y="0"/>
                  </a:lnTo>
                  <a:lnTo>
                    <a:pt x="1863452" y="0"/>
                  </a:lnTo>
                  <a:lnTo>
                    <a:pt x="1864574" y="464"/>
                  </a:lnTo>
                  <a:lnTo>
                    <a:pt x="1866434" y="2324"/>
                  </a:lnTo>
                  <a:lnTo>
                    <a:pt x="1866899" y="3447"/>
                  </a:lnTo>
                  <a:lnTo>
                    <a:pt x="1866899" y="6077"/>
                  </a:lnTo>
                  <a:lnTo>
                    <a:pt x="1866434" y="7200"/>
                  </a:lnTo>
                  <a:lnTo>
                    <a:pt x="1864574" y="9060"/>
                  </a:lnTo>
                  <a:lnTo>
                    <a:pt x="1863452" y="9524"/>
                  </a:lnTo>
                  <a:close/>
                </a:path>
                <a:path w="4533900" h="9525">
                  <a:moveTo>
                    <a:pt x="1911077" y="9524"/>
                  </a:moveTo>
                  <a:lnTo>
                    <a:pt x="1908447" y="9524"/>
                  </a:lnTo>
                  <a:lnTo>
                    <a:pt x="1907324" y="9060"/>
                  </a:lnTo>
                  <a:lnTo>
                    <a:pt x="1905464" y="7200"/>
                  </a:lnTo>
                  <a:lnTo>
                    <a:pt x="1904999" y="6077"/>
                  </a:lnTo>
                  <a:lnTo>
                    <a:pt x="1904999" y="3447"/>
                  </a:lnTo>
                  <a:lnTo>
                    <a:pt x="1905464" y="2324"/>
                  </a:lnTo>
                  <a:lnTo>
                    <a:pt x="1907324" y="464"/>
                  </a:lnTo>
                  <a:lnTo>
                    <a:pt x="1908447" y="0"/>
                  </a:lnTo>
                  <a:lnTo>
                    <a:pt x="1911077" y="0"/>
                  </a:lnTo>
                  <a:lnTo>
                    <a:pt x="1912199" y="464"/>
                  </a:lnTo>
                  <a:lnTo>
                    <a:pt x="1914059" y="2324"/>
                  </a:lnTo>
                  <a:lnTo>
                    <a:pt x="1914524" y="3447"/>
                  </a:lnTo>
                  <a:lnTo>
                    <a:pt x="1914524" y="6077"/>
                  </a:lnTo>
                  <a:lnTo>
                    <a:pt x="1914059" y="7200"/>
                  </a:lnTo>
                  <a:lnTo>
                    <a:pt x="1912199" y="9060"/>
                  </a:lnTo>
                  <a:lnTo>
                    <a:pt x="1911077" y="9524"/>
                  </a:lnTo>
                  <a:close/>
                </a:path>
                <a:path w="4533900" h="9525">
                  <a:moveTo>
                    <a:pt x="1958702" y="9524"/>
                  </a:moveTo>
                  <a:lnTo>
                    <a:pt x="1956072" y="9524"/>
                  </a:lnTo>
                  <a:lnTo>
                    <a:pt x="1954949" y="9060"/>
                  </a:lnTo>
                  <a:lnTo>
                    <a:pt x="1953089" y="7200"/>
                  </a:lnTo>
                  <a:lnTo>
                    <a:pt x="1952624" y="6077"/>
                  </a:lnTo>
                  <a:lnTo>
                    <a:pt x="1952624" y="3447"/>
                  </a:lnTo>
                  <a:lnTo>
                    <a:pt x="1953089" y="2324"/>
                  </a:lnTo>
                  <a:lnTo>
                    <a:pt x="1954949" y="464"/>
                  </a:lnTo>
                  <a:lnTo>
                    <a:pt x="1956072" y="0"/>
                  </a:lnTo>
                  <a:lnTo>
                    <a:pt x="1958702" y="0"/>
                  </a:lnTo>
                  <a:lnTo>
                    <a:pt x="1959824" y="464"/>
                  </a:lnTo>
                  <a:lnTo>
                    <a:pt x="1961684" y="2324"/>
                  </a:lnTo>
                  <a:lnTo>
                    <a:pt x="1962149" y="3447"/>
                  </a:lnTo>
                  <a:lnTo>
                    <a:pt x="1962149" y="6077"/>
                  </a:lnTo>
                  <a:lnTo>
                    <a:pt x="1961684" y="7200"/>
                  </a:lnTo>
                  <a:lnTo>
                    <a:pt x="1959824" y="9060"/>
                  </a:lnTo>
                  <a:lnTo>
                    <a:pt x="1958702" y="9524"/>
                  </a:lnTo>
                  <a:close/>
                </a:path>
                <a:path w="4533900" h="9525">
                  <a:moveTo>
                    <a:pt x="2006327" y="9524"/>
                  </a:moveTo>
                  <a:lnTo>
                    <a:pt x="2003697" y="9524"/>
                  </a:lnTo>
                  <a:lnTo>
                    <a:pt x="2002574" y="9060"/>
                  </a:lnTo>
                  <a:lnTo>
                    <a:pt x="2000714" y="7200"/>
                  </a:lnTo>
                  <a:lnTo>
                    <a:pt x="2000249" y="6077"/>
                  </a:lnTo>
                  <a:lnTo>
                    <a:pt x="2000249" y="3447"/>
                  </a:lnTo>
                  <a:lnTo>
                    <a:pt x="2000714" y="2324"/>
                  </a:lnTo>
                  <a:lnTo>
                    <a:pt x="2002574" y="464"/>
                  </a:lnTo>
                  <a:lnTo>
                    <a:pt x="2003697" y="0"/>
                  </a:lnTo>
                  <a:lnTo>
                    <a:pt x="2006327" y="0"/>
                  </a:lnTo>
                  <a:lnTo>
                    <a:pt x="2007449" y="464"/>
                  </a:lnTo>
                  <a:lnTo>
                    <a:pt x="2009309" y="2324"/>
                  </a:lnTo>
                  <a:lnTo>
                    <a:pt x="2009774" y="3447"/>
                  </a:lnTo>
                  <a:lnTo>
                    <a:pt x="2009774" y="6077"/>
                  </a:lnTo>
                  <a:lnTo>
                    <a:pt x="2009309" y="7200"/>
                  </a:lnTo>
                  <a:lnTo>
                    <a:pt x="2007449" y="9060"/>
                  </a:lnTo>
                  <a:lnTo>
                    <a:pt x="2006327" y="9524"/>
                  </a:lnTo>
                  <a:close/>
                </a:path>
                <a:path w="4533900" h="9525">
                  <a:moveTo>
                    <a:pt x="2053952" y="9524"/>
                  </a:moveTo>
                  <a:lnTo>
                    <a:pt x="2051322" y="9524"/>
                  </a:lnTo>
                  <a:lnTo>
                    <a:pt x="2050199" y="9060"/>
                  </a:lnTo>
                  <a:lnTo>
                    <a:pt x="2048339" y="7200"/>
                  </a:lnTo>
                  <a:lnTo>
                    <a:pt x="2047874" y="6077"/>
                  </a:lnTo>
                  <a:lnTo>
                    <a:pt x="2047874" y="3447"/>
                  </a:lnTo>
                  <a:lnTo>
                    <a:pt x="2048339" y="2324"/>
                  </a:lnTo>
                  <a:lnTo>
                    <a:pt x="2050199" y="464"/>
                  </a:lnTo>
                  <a:lnTo>
                    <a:pt x="2051322" y="0"/>
                  </a:lnTo>
                  <a:lnTo>
                    <a:pt x="2053952" y="0"/>
                  </a:lnTo>
                  <a:lnTo>
                    <a:pt x="2055075" y="464"/>
                  </a:lnTo>
                  <a:lnTo>
                    <a:pt x="2056935" y="2324"/>
                  </a:lnTo>
                  <a:lnTo>
                    <a:pt x="2057399" y="3447"/>
                  </a:lnTo>
                  <a:lnTo>
                    <a:pt x="2057399" y="6077"/>
                  </a:lnTo>
                  <a:lnTo>
                    <a:pt x="2056935" y="7200"/>
                  </a:lnTo>
                  <a:lnTo>
                    <a:pt x="2055075" y="9060"/>
                  </a:lnTo>
                  <a:lnTo>
                    <a:pt x="2053952" y="9524"/>
                  </a:lnTo>
                  <a:close/>
                </a:path>
                <a:path w="4533900" h="9525">
                  <a:moveTo>
                    <a:pt x="2101577" y="9524"/>
                  </a:moveTo>
                  <a:lnTo>
                    <a:pt x="2098947" y="9524"/>
                  </a:lnTo>
                  <a:lnTo>
                    <a:pt x="2097824" y="9060"/>
                  </a:lnTo>
                  <a:lnTo>
                    <a:pt x="2095964" y="7200"/>
                  </a:lnTo>
                  <a:lnTo>
                    <a:pt x="2095499" y="6077"/>
                  </a:lnTo>
                  <a:lnTo>
                    <a:pt x="2095499" y="3447"/>
                  </a:lnTo>
                  <a:lnTo>
                    <a:pt x="2095964" y="2324"/>
                  </a:lnTo>
                  <a:lnTo>
                    <a:pt x="2097824" y="464"/>
                  </a:lnTo>
                  <a:lnTo>
                    <a:pt x="2098947" y="0"/>
                  </a:lnTo>
                  <a:lnTo>
                    <a:pt x="2101577" y="0"/>
                  </a:lnTo>
                  <a:lnTo>
                    <a:pt x="2102699" y="464"/>
                  </a:lnTo>
                  <a:lnTo>
                    <a:pt x="2104559" y="2324"/>
                  </a:lnTo>
                  <a:lnTo>
                    <a:pt x="2105024" y="3447"/>
                  </a:lnTo>
                  <a:lnTo>
                    <a:pt x="2105024" y="6077"/>
                  </a:lnTo>
                  <a:lnTo>
                    <a:pt x="2104559" y="7200"/>
                  </a:lnTo>
                  <a:lnTo>
                    <a:pt x="2102699" y="9060"/>
                  </a:lnTo>
                  <a:lnTo>
                    <a:pt x="2101577" y="9524"/>
                  </a:lnTo>
                  <a:close/>
                </a:path>
                <a:path w="4533900" h="9525">
                  <a:moveTo>
                    <a:pt x="2149202" y="9524"/>
                  </a:moveTo>
                  <a:lnTo>
                    <a:pt x="2146572" y="9524"/>
                  </a:lnTo>
                  <a:lnTo>
                    <a:pt x="2145449" y="9060"/>
                  </a:lnTo>
                  <a:lnTo>
                    <a:pt x="2143589" y="7200"/>
                  </a:lnTo>
                  <a:lnTo>
                    <a:pt x="2143124" y="6077"/>
                  </a:lnTo>
                  <a:lnTo>
                    <a:pt x="2143124" y="3447"/>
                  </a:lnTo>
                  <a:lnTo>
                    <a:pt x="2143589" y="2324"/>
                  </a:lnTo>
                  <a:lnTo>
                    <a:pt x="2145449" y="464"/>
                  </a:lnTo>
                  <a:lnTo>
                    <a:pt x="2146572" y="0"/>
                  </a:lnTo>
                  <a:lnTo>
                    <a:pt x="2149202" y="0"/>
                  </a:lnTo>
                  <a:lnTo>
                    <a:pt x="2150324" y="464"/>
                  </a:lnTo>
                  <a:lnTo>
                    <a:pt x="2152184" y="2324"/>
                  </a:lnTo>
                  <a:lnTo>
                    <a:pt x="2152649" y="3447"/>
                  </a:lnTo>
                  <a:lnTo>
                    <a:pt x="2152649" y="6077"/>
                  </a:lnTo>
                  <a:lnTo>
                    <a:pt x="2152184" y="7200"/>
                  </a:lnTo>
                  <a:lnTo>
                    <a:pt x="2150324" y="9060"/>
                  </a:lnTo>
                  <a:lnTo>
                    <a:pt x="2149202" y="9524"/>
                  </a:lnTo>
                  <a:close/>
                </a:path>
                <a:path w="4533900" h="9525">
                  <a:moveTo>
                    <a:pt x="2196827" y="9524"/>
                  </a:moveTo>
                  <a:lnTo>
                    <a:pt x="2194197" y="9524"/>
                  </a:lnTo>
                  <a:lnTo>
                    <a:pt x="2193074" y="9060"/>
                  </a:lnTo>
                  <a:lnTo>
                    <a:pt x="2191214" y="7200"/>
                  </a:lnTo>
                  <a:lnTo>
                    <a:pt x="2190749" y="6077"/>
                  </a:lnTo>
                  <a:lnTo>
                    <a:pt x="2190749" y="3447"/>
                  </a:lnTo>
                  <a:lnTo>
                    <a:pt x="2191214" y="2324"/>
                  </a:lnTo>
                  <a:lnTo>
                    <a:pt x="2193074" y="464"/>
                  </a:lnTo>
                  <a:lnTo>
                    <a:pt x="2194197" y="0"/>
                  </a:lnTo>
                  <a:lnTo>
                    <a:pt x="2196827" y="0"/>
                  </a:lnTo>
                  <a:lnTo>
                    <a:pt x="2197949" y="464"/>
                  </a:lnTo>
                  <a:lnTo>
                    <a:pt x="2199809" y="2324"/>
                  </a:lnTo>
                  <a:lnTo>
                    <a:pt x="2200274" y="3447"/>
                  </a:lnTo>
                  <a:lnTo>
                    <a:pt x="2200274" y="6077"/>
                  </a:lnTo>
                  <a:lnTo>
                    <a:pt x="2199809" y="7200"/>
                  </a:lnTo>
                  <a:lnTo>
                    <a:pt x="2197949" y="9060"/>
                  </a:lnTo>
                  <a:lnTo>
                    <a:pt x="2196827" y="9524"/>
                  </a:lnTo>
                  <a:close/>
                </a:path>
                <a:path w="4533900" h="9525">
                  <a:moveTo>
                    <a:pt x="2244452" y="9524"/>
                  </a:moveTo>
                  <a:lnTo>
                    <a:pt x="2241822" y="9524"/>
                  </a:lnTo>
                  <a:lnTo>
                    <a:pt x="2240699" y="9060"/>
                  </a:lnTo>
                  <a:lnTo>
                    <a:pt x="2238839" y="7200"/>
                  </a:lnTo>
                  <a:lnTo>
                    <a:pt x="2238374" y="6077"/>
                  </a:lnTo>
                  <a:lnTo>
                    <a:pt x="2238374" y="3447"/>
                  </a:lnTo>
                  <a:lnTo>
                    <a:pt x="2238839" y="2324"/>
                  </a:lnTo>
                  <a:lnTo>
                    <a:pt x="2240699" y="464"/>
                  </a:lnTo>
                  <a:lnTo>
                    <a:pt x="2241822" y="0"/>
                  </a:lnTo>
                  <a:lnTo>
                    <a:pt x="2244452" y="0"/>
                  </a:lnTo>
                  <a:lnTo>
                    <a:pt x="2245574" y="464"/>
                  </a:lnTo>
                  <a:lnTo>
                    <a:pt x="2247434" y="2324"/>
                  </a:lnTo>
                  <a:lnTo>
                    <a:pt x="2247899" y="3447"/>
                  </a:lnTo>
                  <a:lnTo>
                    <a:pt x="2247899" y="6077"/>
                  </a:lnTo>
                  <a:lnTo>
                    <a:pt x="2247434" y="7200"/>
                  </a:lnTo>
                  <a:lnTo>
                    <a:pt x="2245574" y="9060"/>
                  </a:lnTo>
                  <a:lnTo>
                    <a:pt x="2244452" y="9524"/>
                  </a:lnTo>
                  <a:close/>
                </a:path>
                <a:path w="4533900" h="9525">
                  <a:moveTo>
                    <a:pt x="2292077" y="9524"/>
                  </a:moveTo>
                  <a:lnTo>
                    <a:pt x="2289447" y="9524"/>
                  </a:lnTo>
                  <a:lnTo>
                    <a:pt x="2288324" y="9060"/>
                  </a:lnTo>
                  <a:lnTo>
                    <a:pt x="2286464" y="7200"/>
                  </a:lnTo>
                  <a:lnTo>
                    <a:pt x="2285999" y="6077"/>
                  </a:lnTo>
                  <a:lnTo>
                    <a:pt x="2285999" y="3447"/>
                  </a:lnTo>
                  <a:lnTo>
                    <a:pt x="2286464" y="2324"/>
                  </a:lnTo>
                  <a:lnTo>
                    <a:pt x="2288324" y="464"/>
                  </a:lnTo>
                  <a:lnTo>
                    <a:pt x="2289447" y="0"/>
                  </a:lnTo>
                  <a:lnTo>
                    <a:pt x="2292077" y="0"/>
                  </a:lnTo>
                  <a:lnTo>
                    <a:pt x="2293199" y="464"/>
                  </a:lnTo>
                  <a:lnTo>
                    <a:pt x="2295059" y="2324"/>
                  </a:lnTo>
                  <a:lnTo>
                    <a:pt x="2295524" y="3447"/>
                  </a:lnTo>
                  <a:lnTo>
                    <a:pt x="2295524" y="6077"/>
                  </a:lnTo>
                  <a:lnTo>
                    <a:pt x="2295059" y="7200"/>
                  </a:lnTo>
                  <a:lnTo>
                    <a:pt x="2293199" y="9060"/>
                  </a:lnTo>
                  <a:lnTo>
                    <a:pt x="2292077" y="9524"/>
                  </a:lnTo>
                  <a:close/>
                </a:path>
                <a:path w="4533900" h="9525">
                  <a:moveTo>
                    <a:pt x="2339702" y="9524"/>
                  </a:moveTo>
                  <a:lnTo>
                    <a:pt x="2337072" y="9524"/>
                  </a:lnTo>
                  <a:lnTo>
                    <a:pt x="2335949" y="9060"/>
                  </a:lnTo>
                  <a:lnTo>
                    <a:pt x="2334089" y="7200"/>
                  </a:lnTo>
                  <a:lnTo>
                    <a:pt x="2333624" y="6077"/>
                  </a:lnTo>
                  <a:lnTo>
                    <a:pt x="2333624" y="3447"/>
                  </a:lnTo>
                  <a:lnTo>
                    <a:pt x="2334089" y="2324"/>
                  </a:lnTo>
                  <a:lnTo>
                    <a:pt x="2335949" y="464"/>
                  </a:lnTo>
                  <a:lnTo>
                    <a:pt x="2337072" y="0"/>
                  </a:lnTo>
                  <a:lnTo>
                    <a:pt x="2339702" y="0"/>
                  </a:lnTo>
                  <a:lnTo>
                    <a:pt x="2340824" y="464"/>
                  </a:lnTo>
                  <a:lnTo>
                    <a:pt x="2342684" y="2324"/>
                  </a:lnTo>
                  <a:lnTo>
                    <a:pt x="2343149" y="3447"/>
                  </a:lnTo>
                  <a:lnTo>
                    <a:pt x="2343149" y="6077"/>
                  </a:lnTo>
                  <a:lnTo>
                    <a:pt x="2342684" y="7200"/>
                  </a:lnTo>
                  <a:lnTo>
                    <a:pt x="2340824" y="9060"/>
                  </a:lnTo>
                  <a:lnTo>
                    <a:pt x="2339702" y="9524"/>
                  </a:lnTo>
                  <a:close/>
                </a:path>
                <a:path w="4533900" h="9525">
                  <a:moveTo>
                    <a:pt x="2387327" y="9524"/>
                  </a:moveTo>
                  <a:lnTo>
                    <a:pt x="2384696" y="9524"/>
                  </a:lnTo>
                  <a:lnTo>
                    <a:pt x="2383574" y="9060"/>
                  </a:lnTo>
                  <a:lnTo>
                    <a:pt x="2381714" y="7200"/>
                  </a:lnTo>
                  <a:lnTo>
                    <a:pt x="2381249" y="6077"/>
                  </a:lnTo>
                  <a:lnTo>
                    <a:pt x="2381249" y="3447"/>
                  </a:lnTo>
                  <a:lnTo>
                    <a:pt x="2381714" y="2324"/>
                  </a:lnTo>
                  <a:lnTo>
                    <a:pt x="2383574" y="464"/>
                  </a:lnTo>
                  <a:lnTo>
                    <a:pt x="2384696" y="0"/>
                  </a:lnTo>
                  <a:lnTo>
                    <a:pt x="2387327" y="0"/>
                  </a:lnTo>
                  <a:lnTo>
                    <a:pt x="2388449" y="464"/>
                  </a:lnTo>
                  <a:lnTo>
                    <a:pt x="2390309" y="2324"/>
                  </a:lnTo>
                  <a:lnTo>
                    <a:pt x="2390774" y="3447"/>
                  </a:lnTo>
                  <a:lnTo>
                    <a:pt x="2390774" y="6077"/>
                  </a:lnTo>
                  <a:lnTo>
                    <a:pt x="2390309" y="7200"/>
                  </a:lnTo>
                  <a:lnTo>
                    <a:pt x="2388449" y="9060"/>
                  </a:lnTo>
                  <a:lnTo>
                    <a:pt x="2387327" y="9524"/>
                  </a:lnTo>
                  <a:close/>
                </a:path>
                <a:path w="4533900" h="9525">
                  <a:moveTo>
                    <a:pt x="2434952" y="9524"/>
                  </a:moveTo>
                  <a:lnTo>
                    <a:pt x="2432322" y="9524"/>
                  </a:lnTo>
                  <a:lnTo>
                    <a:pt x="2431199" y="9060"/>
                  </a:lnTo>
                  <a:lnTo>
                    <a:pt x="2429339" y="7200"/>
                  </a:lnTo>
                  <a:lnTo>
                    <a:pt x="2428874" y="6077"/>
                  </a:lnTo>
                  <a:lnTo>
                    <a:pt x="2428874" y="3447"/>
                  </a:lnTo>
                  <a:lnTo>
                    <a:pt x="2429339" y="2324"/>
                  </a:lnTo>
                  <a:lnTo>
                    <a:pt x="2431199" y="464"/>
                  </a:lnTo>
                  <a:lnTo>
                    <a:pt x="2432322" y="0"/>
                  </a:lnTo>
                  <a:lnTo>
                    <a:pt x="2434952" y="0"/>
                  </a:lnTo>
                  <a:lnTo>
                    <a:pt x="2436074" y="464"/>
                  </a:lnTo>
                  <a:lnTo>
                    <a:pt x="2437934" y="2324"/>
                  </a:lnTo>
                  <a:lnTo>
                    <a:pt x="2438399" y="3447"/>
                  </a:lnTo>
                  <a:lnTo>
                    <a:pt x="2438399" y="6077"/>
                  </a:lnTo>
                  <a:lnTo>
                    <a:pt x="2437934" y="7200"/>
                  </a:lnTo>
                  <a:lnTo>
                    <a:pt x="2436074" y="9060"/>
                  </a:lnTo>
                  <a:lnTo>
                    <a:pt x="2434952" y="9524"/>
                  </a:lnTo>
                  <a:close/>
                </a:path>
                <a:path w="4533900" h="9525">
                  <a:moveTo>
                    <a:pt x="2482577" y="9524"/>
                  </a:moveTo>
                  <a:lnTo>
                    <a:pt x="2479947" y="9524"/>
                  </a:lnTo>
                  <a:lnTo>
                    <a:pt x="2478824" y="9060"/>
                  </a:lnTo>
                  <a:lnTo>
                    <a:pt x="2476964" y="7200"/>
                  </a:lnTo>
                  <a:lnTo>
                    <a:pt x="2476499" y="6077"/>
                  </a:lnTo>
                  <a:lnTo>
                    <a:pt x="2476499" y="3447"/>
                  </a:lnTo>
                  <a:lnTo>
                    <a:pt x="2476964" y="2324"/>
                  </a:lnTo>
                  <a:lnTo>
                    <a:pt x="2478824" y="464"/>
                  </a:lnTo>
                  <a:lnTo>
                    <a:pt x="2479947" y="0"/>
                  </a:lnTo>
                  <a:lnTo>
                    <a:pt x="2482577" y="0"/>
                  </a:lnTo>
                  <a:lnTo>
                    <a:pt x="2483699" y="464"/>
                  </a:lnTo>
                  <a:lnTo>
                    <a:pt x="2485559" y="2324"/>
                  </a:lnTo>
                  <a:lnTo>
                    <a:pt x="2486024" y="3447"/>
                  </a:lnTo>
                  <a:lnTo>
                    <a:pt x="2486024" y="6077"/>
                  </a:lnTo>
                  <a:lnTo>
                    <a:pt x="2485559" y="7200"/>
                  </a:lnTo>
                  <a:lnTo>
                    <a:pt x="2483699" y="9060"/>
                  </a:lnTo>
                  <a:lnTo>
                    <a:pt x="2482577" y="9524"/>
                  </a:lnTo>
                  <a:close/>
                </a:path>
                <a:path w="4533900" h="9525">
                  <a:moveTo>
                    <a:pt x="2530202" y="9524"/>
                  </a:moveTo>
                  <a:lnTo>
                    <a:pt x="2527572" y="9524"/>
                  </a:lnTo>
                  <a:lnTo>
                    <a:pt x="2526449" y="9060"/>
                  </a:lnTo>
                  <a:lnTo>
                    <a:pt x="2524589" y="7200"/>
                  </a:lnTo>
                  <a:lnTo>
                    <a:pt x="2524124" y="6077"/>
                  </a:lnTo>
                  <a:lnTo>
                    <a:pt x="2524124" y="3447"/>
                  </a:lnTo>
                  <a:lnTo>
                    <a:pt x="2524589" y="2324"/>
                  </a:lnTo>
                  <a:lnTo>
                    <a:pt x="2526449" y="464"/>
                  </a:lnTo>
                  <a:lnTo>
                    <a:pt x="2527572" y="0"/>
                  </a:lnTo>
                  <a:lnTo>
                    <a:pt x="2530202" y="0"/>
                  </a:lnTo>
                  <a:lnTo>
                    <a:pt x="2531325" y="464"/>
                  </a:lnTo>
                  <a:lnTo>
                    <a:pt x="2533184" y="2324"/>
                  </a:lnTo>
                  <a:lnTo>
                    <a:pt x="2533649" y="3447"/>
                  </a:lnTo>
                  <a:lnTo>
                    <a:pt x="2533649" y="6077"/>
                  </a:lnTo>
                  <a:lnTo>
                    <a:pt x="2533184" y="7200"/>
                  </a:lnTo>
                  <a:lnTo>
                    <a:pt x="2531325" y="9060"/>
                  </a:lnTo>
                  <a:lnTo>
                    <a:pt x="2530202" y="9524"/>
                  </a:lnTo>
                  <a:close/>
                </a:path>
                <a:path w="4533900" h="9525">
                  <a:moveTo>
                    <a:pt x="2577827" y="9524"/>
                  </a:moveTo>
                  <a:lnTo>
                    <a:pt x="2575197" y="9524"/>
                  </a:lnTo>
                  <a:lnTo>
                    <a:pt x="2574074" y="9060"/>
                  </a:lnTo>
                  <a:lnTo>
                    <a:pt x="2572214" y="7200"/>
                  </a:lnTo>
                  <a:lnTo>
                    <a:pt x="2571749" y="6077"/>
                  </a:lnTo>
                  <a:lnTo>
                    <a:pt x="2571749" y="3447"/>
                  </a:lnTo>
                  <a:lnTo>
                    <a:pt x="2572214" y="2324"/>
                  </a:lnTo>
                  <a:lnTo>
                    <a:pt x="2574074" y="464"/>
                  </a:lnTo>
                  <a:lnTo>
                    <a:pt x="2575197" y="0"/>
                  </a:lnTo>
                  <a:lnTo>
                    <a:pt x="2577827" y="0"/>
                  </a:lnTo>
                  <a:lnTo>
                    <a:pt x="2578950" y="464"/>
                  </a:lnTo>
                  <a:lnTo>
                    <a:pt x="2580809" y="2324"/>
                  </a:lnTo>
                  <a:lnTo>
                    <a:pt x="2581274" y="3447"/>
                  </a:lnTo>
                  <a:lnTo>
                    <a:pt x="2581274" y="6077"/>
                  </a:lnTo>
                  <a:lnTo>
                    <a:pt x="2580809" y="7200"/>
                  </a:lnTo>
                  <a:lnTo>
                    <a:pt x="2578950" y="9060"/>
                  </a:lnTo>
                  <a:lnTo>
                    <a:pt x="2577827" y="9524"/>
                  </a:lnTo>
                  <a:close/>
                </a:path>
                <a:path w="4533900" h="9525">
                  <a:moveTo>
                    <a:pt x="2625452" y="9524"/>
                  </a:moveTo>
                  <a:lnTo>
                    <a:pt x="2622822" y="9524"/>
                  </a:lnTo>
                  <a:lnTo>
                    <a:pt x="2621699" y="9060"/>
                  </a:lnTo>
                  <a:lnTo>
                    <a:pt x="2619840" y="7200"/>
                  </a:lnTo>
                  <a:lnTo>
                    <a:pt x="2619374" y="6077"/>
                  </a:lnTo>
                  <a:lnTo>
                    <a:pt x="2619374" y="3447"/>
                  </a:lnTo>
                  <a:lnTo>
                    <a:pt x="2619840" y="2324"/>
                  </a:lnTo>
                  <a:lnTo>
                    <a:pt x="2621699" y="464"/>
                  </a:lnTo>
                  <a:lnTo>
                    <a:pt x="2622822" y="0"/>
                  </a:lnTo>
                  <a:lnTo>
                    <a:pt x="2625452" y="0"/>
                  </a:lnTo>
                  <a:lnTo>
                    <a:pt x="2626575" y="464"/>
                  </a:lnTo>
                  <a:lnTo>
                    <a:pt x="2628434" y="2324"/>
                  </a:lnTo>
                  <a:lnTo>
                    <a:pt x="2628899" y="3447"/>
                  </a:lnTo>
                  <a:lnTo>
                    <a:pt x="2628899" y="6077"/>
                  </a:lnTo>
                  <a:lnTo>
                    <a:pt x="2628434" y="7200"/>
                  </a:lnTo>
                  <a:lnTo>
                    <a:pt x="2626575" y="9060"/>
                  </a:lnTo>
                  <a:lnTo>
                    <a:pt x="2625452" y="9524"/>
                  </a:lnTo>
                  <a:close/>
                </a:path>
                <a:path w="4533900" h="9525">
                  <a:moveTo>
                    <a:pt x="2673077" y="9524"/>
                  </a:moveTo>
                  <a:lnTo>
                    <a:pt x="2670447" y="9524"/>
                  </a:lnTo>
                  <a:lnTo>
                    <a:pt x="2669324" y="9060"/>
                  </a:lnTo>
                  <a:lnTo>
                    <a:pt x="2667464" y="7200"/>
                  </a:lnTo>
                  <a:lnTo>
                    <a:pt x="2666999" y="6077"/>
                  </a:lnTo>
                  <a:lnTo>
                    <a:pt x="2666999" y="3447"/>
                  </a:lnTo>
                  <a:lnTo>
                    <a:pt x="2667464" y="2324"/>
                  </a:lnTo>
                  <a:lnTo>
                    <a:pt x="2669324" y="464"/>
                  </a:lnTo>
                  <a:lnTo>
                    <a:pt x="2670447" y="0"/>
                  </a:lnTo>
                  <a:lnTo>
                    <a:pt x="2673077" y="0"/>
                  </a:lnTo>
                  <a:lnTo>
                    <a:pt x="2674200" y="464"/>
                  </a:lnTo>
                  <a:lnTo>
                    <a:pt x="2676059" y="2324"/>
                  </a:lnTo>
                  <a:lnTo>
                    <a:pt x="2676524" y="3447"/>
                  </a:lnTo>
                  <a:lnTo>
                    <a:pt x="2676524" y="6077"/>
                  </a:lnTo>
                  <a:lnTo>
                    <a:pt x="2676059" y="7200"/>
                  </a:lnTo>
                  <a:lnTo>
                    <a:pt x="2674200" y="9060"/>
                  </a:lnTo>
                  <a:lnTo>
                    <a:pt x="2673077" y="9524"/>
                  </a:lnTo>
                  <a:close/>
                </a:path>
                <a:path w="4533900" h="9525">
                  <a:moveTo>
                    <a:pt x="2720702" y="9524"/>
                  </a:moveTo>
                  <a:lnTo>
                    <a:pt x="2718072" y="9524"/>
                  </a:lnTo>
                  <a:lnTo>
                    <a:pt x="2716949" y="9060"/>
                  </a:lnTo>
                  <a:lnTo>
                    <a:pt x="2715089" y="7200"/>
                  </a:lnTo>
                  <a:lnTo>
                    <a:pt x="2714624" y="6077"/>
                  </a:lnTo>
                  <a:lnTo>
                    <a:pt x="2714624" y="3447"/>
                  </a:lnTo>
                  <a:lnTo>
                    <a:pt x="2715089" y="2324"/>
                  </a:lnTo>
                  <a:lnTo>
                    <a:pt x="2716949" y="464"/>
                  </a:lnTo>
                  <a:lnTo>
                    <a:pt x="2718072" y="0"/>
                  </a:lnTo>
                  <a:lnTo>
                    <a:pt x="2720702" y="0"/>
                  </a:lnTo>
                  <a:lnTo>
                    <a:pt x="2721824" y="464"/>
                  </a:lnTo>
                  <a:lnTo>
                    <a:pt x="2723684" y="2324"/>
                  </a:lnTo>
                  <a:lnTo>
                    <a:pt x="2724149" y="3447"/>
                  </a:lnTo>
                  <a:lnTo>
                    <a:pt x="2724149" y="6077"/>
                  </a:lnTo>
                  <a:lnTo>
                    <a:pt x="2723684" y="7200"/>
                  </a:lnTo>
                  <a:lnTo>
                    <a:pt x="2721824" y="9060"/>
                  </a:lnTo>
                  <a:lnTo>
                    <a:pt x="2720702" y="9524"/>
                  </a:lnTo>
                  <a:close/>
                </a:path>
                <a:path w="4533900" h="9525">
                  <a:moveTo>
                    <a:pt x="2768327" y="9524"/>
                  </a:moveTo>
                  <a:lnTo>
                    <a:pt x="2765697" y="9524"/>
                  </a:lnTo>
                  <a:lnTo>
                    <a:pt x="2764574" y="9060"/>
                  </a:lnTo>
                  <a:lnTo>
                    <a:pt x="2762714" y="7200"/>
                  </a:lnTo>
                  <a:lnTo>
                    <a:pt x="2762249" y="6077"/>
                  </a:lnTo>
                  <a:lnTo>
                    <a:pt x="2762249" y="3447"/>
                  </a:lnTo>
                  <a:lnTo>
                    <a:pt x="2762714" y="2324"/>
                  </a:lnTo>
                  <a:lnTo>
                    <a:pt x="2764574" y="464"/>
                  </a:lnTo>
                  <a:lnTo>
                    <a:pt x="2765697" y="0"/>
                  </a:lnTo>
                  <a:lnTo>
                    <a:pt x="2768327" y="0"/>
                  </a:lnTo>
                  <a:lnTo>
                    <a:pt x="2769450" y="464"/>
                  </a:lnTo>
                  <a:lnTo>
                    <a:pt x="2771309" y="2324"/>
                  </a:lnTo>
                  <a:lnTo>
                    <a:pt x="2771774" y="3447"/>
                  </a:lnTo>
                  <a:lnTo>
                    <a:pt x="2771774" y="6077"/>
                  </a:lnTo>
                  <a:lnTo>
                    <a:pt x="2771309" y="7200"/>
                  </a:lnTo>
                  <a:lnTo>
                    <a:pt x="2769450" y="9060"/>
                  </a:lnTo>
                  <a:lnTo>
                    <a:pt x="2768327" y="9524"/>
                  </a:lnTo>
                  <a:close/>
                </a:path>
                <a:path w="4533900" h="9525">
                  <a:moveTo>
                    <a:pt x="2815952" y="9524"/>
                  </a:moveTo>
                  <a:lnTo>
                    <a:pt x="2813322" y="9524"/>
                  </a:lnTo>
                  <a:lnTo>
                    <a:pt x="2812199" y="9060"/>
                  </a:lnTo>
                  <a:lnTo>
                    <a:pt x="2810339" y="7200"/>
                  </a:lnTo>
                  <a:lnTo>
                    <a:pt x="2809874" y="6077"/>
                  </a:lnTo>
                  <a:lnTo>
                    <a:pt x="2809874" y="3447"/>
                  </a:lnTo>
                  <a:lnTo>
                    <a:pt x="2810339" y="2324"/>
                  </a:lnTo>
                  <a:lnTo>
                    <a:pt x="2812199" y="464"/>
                  </a:lnTo>
                  <a:lnTo>
                    <a:pt x="2813322" y="0"/>
                  </a:lnTo>
                  <a:lnTo>
                    <a:pt x="2815952" y="0"/>
                  </a:lnTo>
                  <a:lnTo>
                    <a:pt x="2817074" y="464"/>
                  </a:lnTo>
                  <a:lnTo>
                    <a:pt x="2818934" y="2324"/>
                  </a:lnTo>
                  <a:lnTo>
                    <a:pt x="2819399" y="3447"/>
                  </a:lnTo>
                  <a:lnTo>
                    <a:pt x="2819399" y="6077"/>
                  </a:lnTo>
                  <a:lnTo>
                    <a:pt x="2818934" y="7200"/>
                  </a:lnTo>
                  <a:lnTo>
                    <a:pt x="2817074" y="9060"/>
                  </a:lnTo>
                  <a:lnTo>
                    <a:pt x="2815952" y="9524"/>
                  </a:lnTo>
                  <a:close/>
                </a:path>
                <a:path w="4533900" h="9525">
                  <a:moveTo>
                    <a:pt x="2863577" y="9524"/>
                  </a:moveTo>
                  <a:lnTo>
                    <a:pt x="2860947" y="9524"/>
                  </a:lnTo>
                  <a:lnTo>
                    <a:pt x="2859824" y="9060"/>
                  </a:lnTo>
                  <a:lnTo>
                    <a:pt x="2857964" y="7200"/>
                  </a:lnTo>
                  <a:lnTo>
                    <a:pt x="2857499" y="6077"/>
                  </a:lnTo>
                  <a:lnTo>
                    <a:pt x="2857499" y="3447"/>
                  </a:lnTo>
                  <a:lnTo>
                    <a:pt x="2857964" y="2324"/>
                  </a:lnTo>
                  <a:lnTo>
                    <a:pt x="2859824" y="464"/>
                  </a:lnTo>
                  <a:lnTo>
                    <a:pt x="2860947" y="0"/>
                  </a:lnTo>
                  <a:lnTo>
                    <a:pt x="2863577" y="0"/>
                  </a:lnTo>
                  <a:lnTo>
                    <a:pt x="2864700" y="464"/>
                  </a:lnTo>
                  <a:lnTo>
                    <a:pt x="2866559" y="2324"/>
                  </a:lnTo>
                  <a:lnTo>
                    <a:pt x="2867024" y="3447"/>
                  </a:lnTo>
                  <a:lnTo>
                    <a:pt x="2867024" y="6077"/>
                  </a:lnTo>
                  <a:lnTo>
                    <a:pt x="2866559" y="7200"/>
                  </a:lnTo>
                  <a:lnTo>
                    <a:pt x="2864700" y="9060"/>
                  </a:lnTo>
                  <a:lnTo>
                    <a:pt x="2863577" y="9524"/>
                  </a:lnTo>
                  <a:close/>
                </a:path>
                <a:path w="4533900" h="9525">
                  <a:moveTo>
                    <a:pt x="2911202" y="9524"/>
                  </a:moveTo>
                  <a:lnTo>
                    <a:pt x="2908572" y="9524"/>
                  </a:lnTo>
                  <a:lnTo>
                    <a:pt x="2907449" y="9060"/>
                  </a:lnTo>
                  <a:lnTo>
                    <a:pt x="2905589" y="7200"/>
                  </a:lnTo>
                  <a:lnTo>
                    <a:pt x="2905124" y="6077"/>
                  </a:lnTo>
                  <a:lnTo>
                    <a:pt x="2905124" y="3447"/>
                  </a:lnTo>
                  <a:lnTo>
                    <a:pt x="2905589" y="2324"/>
                  </a:lnTo>
                  <a:lnTo>
                    <a:pt x="2907449" y="464"/>
                  </a:lnTo>
                  <a:lnTo>
                    <a:pt x="2908572" y="0"/>
                  </a:lnTo>
                  <a:lnTo>
                    <a:pt x="2911202" y="0"/>
                  </a:lnTo>
                  <a:lnTo>
                    <a:pt x="2912325" y="464"/>
                  </a:lnTo>
                  <a:lnTo>
                    <a:pt x="2914184" y="2324"/>
                  </a:lnTo>
                  <a:lnTo>
                    <a:pt x="2914649" y="3447"/>
                  </a:lnTo>
                  <a:lnTo>
                    <a:pt x="2914649" y="6077"/>
                  </a:lnTo>
                  <a:lnTo>
                    <a:pt x="2914184" y="7200"/>
                  </a:lnTo>
                  <a:lnTo>
                    <a:pt x="2912325" y="9060"/>
                  </a:lnTo>
                  <a:lnTo>
                    <a:pt x="2911202" y="9524"/>
                  </a:lnTo>
                  <a:close/>
                </a:path>
                <a:path w="4533900" h="9525">
                  <a:moveTo>
                    <a:pt x="2958827" y="9524"/>
                  </a:moveTo>
                  <a:lnTo>
                    <a:pt x="2956197" y="9524"/>
                  </a:lnTo>
                  <a:lnTo>
                    <a:pt x="2955074" y="9060"/>
                  </a:lnTo>
                  <a:lnTo>
                    <a:pt x="2953214" y="7200"/>
                  </a:lnTo>
                  <a:lnTo>
                    <a:pt x="2952749" y="6077"/>
                  </a:lnTo>
                  <a:lnTo>
                    <a:pt x="2952749" y="3447"/>
                  </a:lnTo>
                  <a:lnTo>
                    <a:pt x="2953214" y="2324"/>
                  </a:lnTo>
                  <a:lnTo>
                    <a:pt x="2955074" y="464"/>
                  </a:lnTo>
                  <a:lnTo>
                    <a:pt x="2956197" y="0"/>
                  </a:lnTo>
                  <a:lnTo>
                    <a:pt x="2958827" y="0"/>
                  </a:lnTo>
                  <a:lnTo>
                    <a:pt x="2959949" y="464"/>
                  </a:lnTo>
                  <a:lnTo>
                    <a:pt x="2961809" y="2324"/>
                  </a:lnTo>
                  <a:lnTo>
                    <a:pt x="2962274" y="3447"/>
                  </a:lnTo>
                  <a:lnTo>
                    <a:pt x="2962274" y="6077"/>
                  </a:lnTo>
                  <a:lnTo>
                    <a:pt x="2961809" y="7200"/>
                  </a:lnTo>
                  <a:lnTo>
                    <a:pt x="2959949" y="9060"/>
                  </a:lnTo>
                  <a:lnTo>
                    <a:pt x="2958827" y="9524"/>
                  </a:lnTo>
                  <a:close/>
                </a:path>
                <a:path w="4533900" h="9525">
                  <a:moveTo>
                    <a:pt x="3006452" y="9524"/>
                  </a:moveTo>
                  <a:lnTo>
                    <a:pt x="3003822" y="9524"/>
                  </a:lnTo>
                  <a:lnTo>
                    <a:pt x="3002699" y="9060"/>
                  </a:lnTo>
                  <a:lnTo>
                    <a:pt x="3000839" y="7200"/>
                  </a:lnTo>
                  <a:lnTo>
                    <a:pt x="3000374" y="6077"/>
                  </a:lnTo>
                  <a:lnTo>
                    <a:pt x="3000374" y="3447"/>
                  </a:lnTo>
                  <a:lnTo>
                    <a:pt x="3000839" y="2324"/>
                  </a:lnTo>
                  <a:lnTo>
                    <a:pt x="3002699" y="464"/>
                  </a:lnTo>
                  <a:lnTo>
                    <a:pt x="3003822" y="0"/>
                  </a:lnTo>
                  <a:lnTo>
                    <a:pt x="3006452" y="0"/>
                  </a:lnTo>
                  <a:lnTo>
                    <a:pt x="3007574" y="464"/>
                  </a:lnTo>
                  <a:lnTo>
                    <a:pt x="3009434" y="2324"/>
                  </a:lnTo>
                  <a:lnTo>
                    <a:pt x="3009899" y="3447"/>
                  </a:lnTo>
                  <a:lnTo>
                    <a:pt x="3009899" y="6077"/>
                  </a:lnTo>
                  <a:lnTo>
                    <a:pt x="3009434" y="7200"/>
                  </a:lnTo>
                  <a:lnTo>
                    <a:pt x="3007574" y="9060"/>
                  </a:lnTo>
                  <a:lnTo>
                    <a:pt x="3006452" y="9524"/>
                  </a:lnTo>
                  <a:close/>
                </a:path>
                <a:path w="4533900" h="9525">
                  <a:moveTo>
                    <a:pt x="3054077" y="9524"/>
                  </a:moveTo>
                  <a:lnTo>
                    <a:pt x="3051447" y="9524"/>
                  </a:lnTo>
                  <a:lnTo>
                    <a:pt x="3050324" y="9060"/>
                  </a:lnTo>
                  <a:lnTo>
                    <a:pt x="3048464" y="7200"/>
                  </a:lnTo>
                  <a:lnTo>
                    <a:pt x="3047999" y="6077"/>
                  </a:lnTo>
                  <a:lnTo>
                    <a:pt x="3047999" y="3447"/>
                  </a:lnTo>
                  <a:lnTo>
                    <a:pt x="3048464" y="2324"/>
                  </a:lnTo>
                  <a:lnTo>
                    <a:pt x="3050324" y="464"/>
                  </a:lnTo>
                  <a:lnTo>
                    <a:pt x="3051447" y="0"/>
                  </a:lnTo>
                  <a:lnTo>
                    <a:pt x="3054077" y="0"/>
                  </a:lnTo>
                  <a:lnTo>
                    <a:pt x="3055199" y="464"/>
                  </a:lnTo>
                  <a:lnTo>
                    <a:pt x="3057059" y="2324"/>
                  </a:lnTo>
                  <a:lnTo>
                    <a:pt x="3057524" y="3447"/>
                  </a:lnTo>
                  <a:lnTo>
                    <a:pt x="3057524" y="6077"/>
                  </a:lnTo>
                  <a:lnTo>
                    <a:pt x="3057059" y="7200"/>
                  </a:lnTo>
                  <a:lnTo>
                    <a:pt x="3055199" y="9060"/>
                  </a:lnTo>
                  <a:lnTo>
                    <a:pt x="3054077" y="9524"/>
                  </a:lnTo>
                  <a:close/>
                </a:path>
                <a:path w="4533900" h="9525">
                  <a:moveTo>
                    <a:pt x="3101702" y="9524"/>
                  </a:moveTo>
                  <a:lnTo>
                    <a:pt x="3099072" y="9524"/>
                  </a:lnTo>
                  <a:lnTo>
                    <a:pt x="3097949" y="9060"/>
                  </a:lnTo>
                  <a:lnTo>
                    <a:pt x="3096089" y="7200"/>
                  </a:lnTo>
                  <a:lnTo>
                    <a:pt x="3095624" y="6077"/>
                  </a:lnTo>
                  <a:lnTo>
                    <a:pt x="3095624" y="3447"/>
                  </a:lnTo>
                  <a:lnTo>
                    <a:pt x="3096089" y="2324"/>
                  </a:lnTo>
                  <a:lnTo>
                    <a:pt x="3097949" y="464"/>
                  </a:lnTo>
                  <a:lnTo>
                    <a:pt x="3099072" y="0"/>
                  </a:lnTo>
                  <a:lnTo>
                    <a:pt x="3101702" y="0"/>
                  </a:lnTo>
                  <a:lnTo>
                    <a:pt x="3102825" y="464"/>
                  </a:lnTo>
                  <a:lnTo>
                    <a:pt x="3104684" y="2324"/>
                  </a:lnTo>
                  <a:lnTo>
                    <a:pt x="3105149" y="3447"/>
                  </a:lnTo>
                  <a:lnTo>
                    <a:pt x="3105149" y="6077"/>
                  </a:lnTo>
                  <a:lnTo>
                    <a:pt x="3104684" y="7200"/>
                  </a:lnTo>
                  <a:lnTo>
                    <a:pt x="3102825" y="9060"/>
                  </a:lnTo>
                  <a:lnTo>
                    <a:pt x="3101702" y="9524"/>
                  </a:lnTo>
                  <a:close/>
                </a:path>
                <a:path w="4533900" h="9525">
                  <a:moveTo>
                    <a:pt x="3149327" y="9524"/>
                  </a:moveTo>
                  <a:lnTo>
                    <a:pt x="3146697" y="9524"/>
                  </a:lnTo>
                  <a:lnTo>
                    <a:pt x="3145574" y="9060"/>
                  </a:lnTo>
                  <a:lnTo>
                    <a:pt x="3143714" y="7200"/>
                  </a:lnTo>
                  <a:lnTo>
                    <a:pt x="3143249" y="6077"/>
                  </a:lnTo>
                  <a:lnTo>
                    <a:pt x="3143249" y="3447"/>
                  </a:lnTo>
                  <a:lnTo>
                    <a:pt x="3143714" y="2324"/>
                  </a:lnTo>
                  <a:lnTo>
                    <a:pt x="3145574" y="464"/>
                  </a:lnTo>
                  <a:lnTo>
                    <a:pt x="3146697" y="0"/>
                  </a:lnTo>
                  <a:lnTo>
                    <a:pt x="3149327" y="0"/>
                  </a:lnTo>
                  <a:lnTo>
                    <a:pt x="3150450" y="464"/>
                  </a:lnTo>
                  <a:lnTo>
                    <a:pt x="3152309" y="2324"/>
                  </a:lnTo>
                  <a:lnTo>
                    <a:pt x="3152774" y="3447"/>
                  </a:lnTo>
                  <a:lnTo>
                    <a:pt x="3152774" y="6077"/>
                  </a:lnTo>
                  <a:lnTo>
                    <a:pt x="3152309" y="7200"/>
                  </a:lnTo>
                  <a:lnTo>
                    <a:pt x="3150450" y="9060"/>
                  </a:lnTo>
                  <a:lnTo>
                    <a:pt x="3149327" y="9524"/>
                  </a:lnTo>
                  <a:close/>
                </a:path>
                <a:path w="4533900" h="9525">
                  <a:moveTo>
                    <a:pt x="3196952" y="9524"/>
                  </a:moveTo>
                  <a:lnTo>
                    <a:pt x="3194322" y="9524"/>
                  </a:lnTo>
                  <a:lnTo>
                    <a:pt x="3193199" y="9060"/>
                  </a:lnTo>
                  <a:lnTo>
                    <a:pt x="3191339" y="7200"/>
                  </a:lnTo>
                  <a:lnTo>
                    <a:pt x="3190874" y="6077"/>
                  </a:lnTo>
                  <a:lnTo>
                    <a:pt x="3190874" y="3447"/>
                  </a:lnTo>
                  <a:lnTo>
                    <a:pt x="3191339" y="2324"/>
                  </a:lnTo>
                  <a:lnTo>
                    <a:pt x="3193199" y="464"/>
                  </a:lnTo>
                  <a:lnTo>
                    <a:pt x="3194322" y="0"/>
                  </a:lnTo>
                  <a:lnTo>
                    <a:pt x="3196952" y="0"/>
                  </a:lnTo>
                  <a:lnTo>
                    <a:pt x="3198074" y="464"/>
                  </a:lnTo>
                  <a:lnTo>
                    <a:pt x="3199934" y="2324"/>
                  </a:lnTo>
                  <a:lnTo>
                    <a:pt x="3200399" y="3447"/>
                  </a:lnTo>
                  <a:lnTo>
                    <a:pt x="3200399" y="6077"/>
                  </a:lnTo>
                  <a:lnTo>
                    <a:pt x="3199934" y="7200"/>
                  </a:lnTo>
                  <a:lnTo>
                    <a:pt x="3198074" y="9060"/>
                  </a:lnTo>
                  <a:lnTo>
                    <a:pt x="3196952" y="9524"/>
                  </a:lnTo>
                  <a:close/>
                </a:path>
                <a:path w="4533900" h="9525">
                  <a:moveTo>
                    <a:pt x="3244577" y="9524"/>
                  </a:moveTo>
                  <a:lnTo>
                    <a:pt x="3241947" y="9524"/>
                  </a:lnTo>
                  <a:lnTo>
                    <a:pt x="3240824" y="9060"/>
                  </a:lnTo>
                  <a:lnTo>
                    <a:pt x="3238964" y="7200"/>
                  </a:lnTo>
                  <a:lnTo>
                    <a:pt x="3238499" y="6077"/>
                  </a:lnTo>
                  <a:lnTo>
                    <a:pt x="3238499" y="3447"/>
                  </a:lnTo>
                  <a:lnTo>
                    <a:pt x="3238964" y="2324"/>
                  </a:lnTo>
                  <a:lnTo>
                    <a:pt x="3240824" y="464"/>
                  </a:lnTo>
                  <a:lnTo>
                    <a:pt x="3241947" y="0"/>
                  </a:lnTo>
                  <a:lnTo>
                    <a:pt x="3244577" y="0"/>
                  </a:lnTo>
                  <a:lnTo>
                    <a:pt x="3245699" y="464"/>
                  </a:lnTo>
                  <a:lnTo>
                    <a:pt x="3247559" y="2324"/>
                  </a:lnTo>
                  <a:lnTo>
                    <a:pt x="3248024" y="3447"/>
                  </a:lnTo>
                  <a:lnTo>
                    <a:pt x="3248024" y="6077"/>
                  </a:lnTo>
                  <a:lnTo>
                    <a:pt x="3247559" y="7200"/>
                  </a:lnTo>
                  <a:lnTo>
                    <a:pt x="3245699" y="9060"/>
                  </a:lnTo>
                  <a:lnTo>
                    <a:pt x="3244577" y="9524"/>
                  </a:lnTo>
                  <a:close/>
                </a:path>
                <a:path w="4533900" h="9525">
                  <a:moveTo>
                    <a:pt x="3292202" y="9524"/>
                  </a:moveTo>
                  <a:lnTo>
                    <a:pt x="3289572" y="9524"/>
                  </a:lnTo>
                  <a:lnTo>
                    <a:pt x="3288449" y="9060"/>
                  </a:lnTo>
                  <a:lnTo>
                    <a:pt x="3286589" y="7200"/>
                  </a:lnTo>
                  <a:lnTo>
                    <a:pt x="3286124" y="6077"/>
                  </a:lnTo>
                  <a:lnTo>
                    <a:pt x="3286124" y="3447"/>
                  </a:lnTo>
                  <a:lnTo>
                    <a:pt x="3286589" y="2324"/>
                  </a:lnTo>
                  <a:lnTo>
                    <a:pt x="3288449" y="464"/>
                  </a:lnTo>
                  <a:lnTo>
                    <a:pt x="3289572" y="0"/>
                  </a:lnTo>
                  <a:lnTo>
                    <a:pt x="3292202" y="0"/>
                  </a:lnTo>
                  <a:lnTo>
                    <a:pt x="3293325" y="464"/>
                  </a:lnTo>
                  <a:lnTo>
                    <a:pt x="3295184" y="2324"/>
                  </a:lnTo>
                  <a:lnTo>
                    <a:pt x="3295649" y="3447"/>
                  </a:lnTo>
                  <a:lnTo>
                    <a:pt x="3295649" y="6077"/>
                  </a:lnTo>
                  <a:lnTo>
                    <a:pt x="3295184" y="7200"/>
                  </a:lnTo>
                  <a:lnTo>
                    <a:pt x="3293325" y="9060"/>
                  </a:lnTo>
                  <a:lnTo>
                    <a:pt x="3292202" y="9524"/>
                  </a:lnTo>
                  <a:close/>
                </a:path>
                <a:path w="4533900" h="9525">
                  <a:moveTo>
                    <a:pt x="3339827" y="9524"/>
                  </a:moveTo>
                  <a:lnTo>
                    <a:pt x="3337197" y="9524"/>
                  </a:lnTo>
                  <a:lnTo>
                    <a:pt x="3336074" y="9060"/>
                  </a:lnTo>
                  <a:lnTo>
                    <a:pt x="3334214" y="7200"/>
                  </a:lnTo>
                  <a:lnTo>
                    <a:pt x="3333749" y="6077"/>
                  </a:lnTo>
                  <a:lnTo>
                    <a:pt x="3333749" y="3447"/>
                  </a:lnTo>
                  <a:lnTo>
                    <a:pt x="3334214" y="2324"/>
                  </a:lnTo>
                  <a:lnTo>
                    <a:pt x="3336074" y="464"/>
                  </a:lnTo>
                  <a:lnTo>
                    <a:pt x="3337197" y="0"/>
                  </a:lnTo>
                  <a:lnTo>
                    <a:pt x="3339827" y="0"/>
                  </a:lnTo>
                  <a:lnTo>
                    <a:pt x="3340950" y="464"/>
                  </a:lnTo>
                  <a:lnTo>
                    <a:pt x="3342809" y="2324"/>
                  </a:lnTo>
                  <a:lnTo>
                    <a:pt x="3343274" y="3447"/>
                  </a:lnTo>
                  <a:lnTo>
                    <a:pt x="3343274" y="6077"/>
                  </a:lnTo>
                  <a:lnTo>
                    <a:pt x="3342809" y="7200"/>
                  </a:lnTo>
                  <a:lnTo>
                    <a:pt x="3340950" y="9060"/>
                  </a:lnTo>
                  <a:lnTo>
                    <a:pt x="3339827" y="9524"/>
                  </a:lnTo>
                  <a:close/>
                </a:path>
                <a:path w="4533900" h="9525">
                  <a:moveTo>
                    <a:pt x="3387452" y="9524"/>
                  </a:moveTo>
                  <a:lnTo>
                    <a:pt x="3384822" y="9524"/>
                  </a:lnTo>
                  <a:lnTo>
                    <a:pt x="3383699" y="9060"/>
                  </a:lnTo>
                  <a:lnTo>
                    <a:pt x="3381839" y="7200"/>
                  </a:lnTo>
                  <a:lnTo>
                    <a:pt x="3381374" y="6077"/>
                  </a:lnTo>
                  <a:lnTo>
                    <a:pt x="3381374" y="3447"/>
                  </a:lnTo>
                  <a:lnTo>
                    <a:pt x="3381839" y="2324"/>
                  </a:lnTo>
                  <a:lnTo>
                    <a:pt x="3383699" y="464"/>
                  </a:lnTo>
                  <a:lnTo>
                    <a:pt x="3384822" y="0"/>
                  </a:lnTo>
                  <a:lnTo>
                    <a:pt x="3387452" y="0"/>
                  </a:lnTo>
                  <a:lnTo>
                    <a:pt x="3388575" y="464"/>
                  </a:lnTo>
                  <a:lnTo>
                    <a:pt x="3390434" y="2324"/>
                  </a:lnTo>
                  <a:lnTo>
                    <a:pt x="3390899" y="3447"/>
                  </a:lnTo>
                  <a:lnTo>
                    <a:pt x="3390899" y="6077"/>
                  </a:lnTo>
                  <a:lnTo>
                    <a:pt x="3390434" y="7200"/>
                  </a:lnTo>
                  <a:lnTo>
                    <a:pt x="3388575" y="9060"/>
                  </a:lnTo>
                  <a:lnTo>
                    <a:pt x="3387452" y="9524"/>
                  </a:lnTo>
                  <a:close/>
                </a:path>
                <a:path w="4533900" h="9525">
                  <a:moveTo>
                    <a:pt x="3435077" y="9524"/>
                  </a:moveTo>
                  <a:lnTo>
                    <a:pt x="3432447" y="9524"/>
                  </a:lnTo>
                  <a:lnTo>
                    <a:pt x="3431324" y="9060"/>
                  </a:lnTo>
                  <a:lnTo>
                    <a:pt x="3429464" y="7200"/>
                  </a:lnTo>
                  <a:lnTo>
                    <a:pt x="3428999" y="6077"/>
                  </a:lnTo>
                  <a:lnTo>
                    <a:pt x="3428999" y="3447"/>
                  </a:lnTo>
                  <a:lnTo>
                    <a:pt x="3429464" y="2324"/>
                  </a:lnTo>
                  <a:lnTo>
                    <a:pt x="3431324" y="464"/>
                  </a:lnTo>
                  <a:lnTo>
                    <a:pt x="3432447" y="0"/>
                  </a:lnTo>
                  <a:lnTo>
                    <a:pt x="3435077" y="0"/>
                  </a:lnTo>
                  <a:lnTo>
                    <a:pt x="3436199" y="464"/>
                  </a:lnTo>
                  <a:lnTo>
                    <a:pt x="3438059" y="2324"/>
                  </a:lnTo>
                  <a:lnTo>
                    <a:pt x="3438524" y="3447"/>
                  </a:lnTo>
                  <a:lnTo>
                    <a:pt x="3438524" y="6077"/>
                  </a:lnTo>
                  <a:lnTo>
                    <a:pt x="3438059" y="7200"/>
                  </a:lnTo>
                  <a:lnTo>
                    <a:pt x="3436199" y="9060"/>
                  </a:lnTo>
                  <a:lnTo>
                    <a:pt x="3435077" y="9524"/>
                  </a:lnTo>
                  <a:close/>
                </a:path>
                <a:path w="4533900" h="9525">
                  <a:moveTo>
                    <a:pt x="3482702" y="9524"/>
                  </a:moveTo>
                  <a:lnTo>
                    <a:pt x="3480072" y="9524"/>
                  </a:lnTo>
                  <a:lnTo>
                    <a:pt x="3478949" y="9060"/>
                  </a:lnTo>
                  <a:lnTo>
                    <a:pt x="3477089" y="7200"/>
                  </a:lnTo>
                  <a:lnTo>
                    <a:pt x="3476624" y="6077"/>
                  </a:lnTo>
                  <a:lnTo>
                    <a:pt x="3476624" y="3447"/>
                  </a:lnTo>
                  <a:lnTo>
                    <a:pt x="3477089" y="2324"/>
                  </a:lnTo>
                  <a:lnTo>
                    <a:pt x="3478949" y="464"/>
                  </a:lnTo>
                  <a:lnTo>
                    <a:pt x="3480072" y="0"/>
                  </a:lnTo>
                  <a:lnTo>
                    <a:pt x="3482702" y="0"/>
                  </a:lnTo>
                  <a:lnTo>
                    <a:pt x="3483824" y="464"/>
                  </a:lnTo>
                  <a:lnTo>
                    <a:pt x="3485684" y="2324"/>
                  </a:lnTo>
                  <a:lnTo>
                    <a:pt x="3486149" y="3447"/>
                  </a:lnTo>
                  <a:lnTo>
                    <a:pt x="3486149" y="6077"/>
                  </a:lnTo>
                  <a:lnTo>
                    <a:pt x="3485684" y="7200"/>
                  </a:lnTo>
                  <a:lnTo>
                    <a:pt x="3483824" y="9060"/>
                  </a:lnTo>
                  <a:lnTo>
                    <a:pt x="3482702" y="9524"/>
                  </a:lnTo>
                  <a:close/>
                </a:path>
                <a:path w="4533900" h="9525">
                  <a:moveTo>
                    <a:pt x="3530327" y="9524"/>
                  </a:moveTo>
                  <a:lnTo>
                    <a:pt x="3527697" y="9524"/>
                  </a:lnTo>
                  <a:lnTo>
                    <a:pt x="3526574" y="9060"/>
                  </a:lnTo>
                  <a:lnTo>
                    <a:pt x="3524714" y="7200"/>
                  </a:lnTo>
                  <a:lnTo>
                    <a:pt x="3524249" y="6077"/>
                  </a:lnTo>
                  <a:lnTo>
                    <a:pt x="3524249" y="3447"/>
                  </a:lnTo>
                  <a:lnTo>
                    <a:pt x="3524714" y="2324"/>
                  </a:lnTo>
                  <a:lnTo>
                    <a:pt x="3526574" y="464"/>
                  </a:lnTo>
                  <a:lnTo>
                    <a:pt x="3527697" y="0"/>
                  </a:lnTo>
                  <a:lnTo>
                    <a:pt x="3530327" y="0"/>
                  </a:lnTo>
                  <a:lnTo>
                    <a:pt x="3531449" y="464"/>
                  </a:lnTo>
                  <a:lnTo>
                    <a:pt x="3533309" y="2324"/>
                  </a:lnTo>
                  <a:lnTo>
                    <a:pt x="3533774" y="3447"/>
                  </a:lnTo>
                  <a:lnTo>
                    <a:pt x="3533774" y="6077"/>
                  </a:lnTo>
                  <a:lnTo>
                    <a:pt x="3533309" y="7200"/>
                  </a:lnTo>
                  <a:lnTo>
                    <a:pt x="3531449" y="9060"/>
                  </a:lnTo>
                  <a:lnTo>
                    <a:pt x="3530327" y="9524"/>
                  </a:lnTo>
                  <a:close/>
                </a:path>
                <a:path w="4533900" h="9525">
                  <a:moveTo>
                    <a:pt x="3577952" y="9524"/>
                  </a:moveTo>
                  <a:lnTo>
                    <a:pt x="3575322" y="9524"/>
                  </a:lnTo>
                  <a:lnTo>
                    <a:pt x="3574199" y="9060"/>
                  </a:lnTo>
                  <a:lnTo>
                    <a:pt x="3572339" y="7200"/>
                  </a:lnTo>
                  <a:lnTo>
                    <a:pt x="3571874" y="6077"/>
                  </a:lnTo>
                  <a:lnTo>
                    <a:pt x="3571874" y="3447"/>
                  </a:lnTo>
                  <a:lnTo>
                    <a:pt x="3572339" y="2324"/>
                  </a:lnTo>
                  <a:lnTo>
                    <a:pt x="3574199" y="464"/>
                  </a:lnTo>
                  <a:lnTo>
                    <a:pt x="3575322" y="0"/>
                  </a:lnTo>
                  <a:lnTo>
                    <a:pt x="3577952" y="0"/>
                  </a:lnTo>
                  <a:lnTo>
                    <a:pt x="3579074" y="464"/>
                  </a:lnTo>
                  <a:lnTo>
                    <a:pt x="3580934" y="2324"/>
                  </a:lnTo>
                  <a:lnTo>
                    <a:pt x="3581399" y="3447"/>
                  </a:lnTo>
                  <a:lnTo>
                    <a:pt x="3581399" y="6077"/>
                  </a:lnTo>
                  <a:lnTo>
                    <a:pt x="3580934" y="7200"/>
                  </a:lnTo>
                  <a:lnTo>
                    <a:pt x="3579074" y="9060"/>
                  </a:lnTo>
                  <a:lnTo>
                    <a:pt x="3577952" y="9524"/>
                  </a:lnTo>
                  <a:close/>
                </a:path>
                <a:path w="4533900" h="9525">
                  <a:moveTo>
                    <a:pt x="3625577" y="9524"/>
                  </a:moveTo>
                  <a:lnTo>
                    <a:pt x="3622947" y="9524"/>
                  </a:lnTo>
                  <a:lnTo>
                    <a:pt x="3621824" y="9060"/>
                  </a:lnTo>
                  <a:lnTo>
                    <a:pt x="3619964" y="7200"/>
                  </a:lnTo>
                  <a:lnTo>
                    <a:pt x="3619499" y="6077"/>
                  </a:lnTo>
                  <a:lnTo>
                    <a:pt x="3619499" y="3447"/>
                  </a:lnTo>
                  <a:lnTo>
                    <a:pt x="3619964" y="2324"/>
                  </a:lnTo>
                  <a:lnTo>
                    <a:pt x="3621824" y="464"/>
                  </a:lnTo>
                  <a:lnTo>
                    <a:pt x="3622947" y="0"/>
                  </a:lnTo>
                  <a:lnTo>
                    <a:pt x="3625577" y="0"/>
                  </a:lnTo>
                  <a:lnTo>
                    <a:pt x="3626699" y="464"/>
                  </a:lnTo>
                  <a:lnTo>
                    <a:pt x="3628559" y="2324"/>
                  </a:lnTo>
                  <a:lnTo>
                    <a:pt x="3629024" y="3447"/>
                  </a:lnTo>
                  <a:lnTo>
                    <a:pt x="3629024" y="6077"/>
                  </a:lnTo>
                  <a:lnTo>
                    <a:pt x="3628559" y="7200"/>
                  </a:lnTo>
                  <a:lnTo>
                    <a:pt x="3626699" y="9060"/>
                  </a:lnTo>
                  <a:lnTo>
                    <a:pt x="3625577" y="9524"/>
                  </a:lnTo>
                  <a:close/>
                </a:path>
                <a:path w="4533900" h="9525">
                  <a:moveTo>
                    <a:pt x="3673202" y="9524"/>
                  </a:moveTo>
                  <a:lnTo>
                    <a:pt x="3670572" y="9524"/>
                  </a:lnTo>
                  <a:lnTo>
                    <a:pt x="3669449" y="9060"/>
                  </a:lnTo>
                  <a:lnTo>
                    <a:pt x="3667589" y="7200"/>
                  </a:lnTo>
                  <a:lnTo>
                    <a:pt x="3667124" y="6077"/>
                  </a:lnTo>
                  <a:lnTo>
                    <a:pt x="3667124" y="3447"/>
                  </a:lnTo>
                  <a:lnTo>
                    <a:pt x="3667589" y="2324"/>
                  </a:lnTo>
                  <a:lnTo>
                    <a:pt x="3669449" y="464"/>
                  </a:lnTo>
                  <a:lnTo>
                    <a:pt x="3670572" y="0"/>
                  </a:lnTo>
                  <a:lnTo>
                    <a:pt x="3673202" y="0"/>
                  </a:lnTo>
                  <a:lnTo>
                    <a:pt x="3674324" y="464"/>
                  </a:lnTo>
                  <a:lnTo>
                    <a:pt x="3676184" y="2324"/>
                  </a:lnTo>
                  <a:lnTo>
                    <a:pt x="3676649" y="3447"/>
                  </a:lnTo>
                  <a:lnTo>
                    <a:pt x="3676649" y="6077"/>
                  </a:lnTo>
                  <a:lnTo>
                    <a:pt x="3676184" y="7200"/>
                  </a:lnTo>
                  <a:lnTo>
                    <a:pt x="3674324" y="9060"/>
                  </a:lnTo>
                  <a:lnTo>
                    <a:pt x="3673202" y="9524"/>
                  </a:lnTo>
                  <a:close/>
                </a:path>
                <a:path w="4533900" h="9525">
                  <a:moveTo>
                    <a:pt x="3720827" y="9524"/>
                  </a:moveTo>
                  <a:lnTo>
                    <a:pt x="3718197" y="9524"/>
                  </a:lnTo>
                  <a:lnTo>
                    <a:pt x="3717074" y="9060"/>
                  </a:lnTo>
                  <a:lnTo>
                    <a:pt x="3715214" y="7200"/>
                  </a:lnTo>
                  <a:lnTo>
                    <a:pt x="3714749" y="6077"/>
                  </a:lnTo>
                  <a:lnTo>
                    <a:pt x="3714749" y="3447"/>
                  </a:lnTo>
                  <a:lnTo>
                    <a:pt x="3715214" y="2324"/>
                  </a:lnTo>
                  <a:lnTo>
                    <a:pt x="3717074" y="464"/>
                  </a:lnTo>
                  <a:lnTo>
                    <a:pt x="3718197" y="0"/>
                  </a:lnTo>
                  <a:lnTo>
                    <a:pt x="3720827" y="0"/>
                  </a:lnTo>
                  <a:lnTo>
                    <a:pt x="3721949" y="464"/>
                  </a:lnTo>
                  <a:lnTo>
                    <a:pt x="3723809" y="2324"/>
                  </a:lnTo>
                  <a:lnTo>
                    <a:pt x="3724274" y="3447"/>
                  </a:lnTo>
                  <a:lnTo>
                    <a:pt x="3724274" y="6077"/>
                  </a:lnTo>
                  <a:lnTo>
                    <a:pt x="3723809" y="7200"/>
                  </a:lnTo>
                  <a:lnTo>
                    <a:pt x="3721949" y="9060"/>
                  </a:lnTo>
                  <a:lnTo>
                    <a:pt x="3720827" y="9524"/>
                  </a:lnTo>
                  <a:close/>
                </a:path>
                <a:path w="4533900" h="9525">
                  <a:moveTo>
                    <a:pt x="3768452" y="9524"/>
                  </a:moveTo>
                  <a:lnTo>
                    <a:pt x="3765822" y="9524"/>
                  </a:lnTo>
                  <a:lnTo>
                    <a:pt x="3764699" y="9060"/>
                  </a:lnTo>
                  <a:lnTo>
                    <a:pt x="3762839" y="7200"/>
                  </a:lnTo>
                  <a:lnTo>
                    <a:pt x="3762374" y="6077"/>
                  </a:lnTo>
                  <a:lnTo>
                    <a:pt x="3762374" y="3447"/>
                  </a:lnTo>
                  <a:lnTo>
                    <a:pt x="3762839" y="2324"/>
                  </a:lnTo>
                  <a:lnTo>
                    <a:pt x="3764699" y="464"/>
                  </a:lnTo>
                  <a:lnTo>
                    <a:pt x="3765822" y="0"/>
                  </a:lnTo>
                  <a:lnTo>
                    <a:pt x="3768452" y="0"/>
                  </a:lnTo>
                  <a:lnTo>
                    <a:pt x="3769574" y="464"/>
                  </a:lnTo>
                  <a:lnTo>
                    <a:pt x="3771434" y="2324"/>
                  </a:lnTo>
                  <a:lnTo>
                    <a:pt x="3771899" y="3447"/>
                  </a:lnTo>
                  <a:lnTo>
                    <a:pt x="3771899" y="6077"/>
                  </a:lnTo>
                  <a:lnTo>
                    <a:pt x="3771434" y="7200"/>
                  </a:lnTo>
                  <a:lnTo>
                    <a:pt x="3769574" y="9060"/>
                  </a:lnTo>
                  <a:lnTo>
                    <a:pt x="3768452" y="9524"/>
                  </a:lnTo>
                  <a:close/>
                </a:path>
                <a:path w="4533900" h="9525">
                  <a:moveTo>
                    <a:pt x="3816077" y="9524"/>
                  </a:moveTo>
                  <a:lnTo>
                    <a:pt x="3813447" y="9524"/>
                  </a:lnTo>
                  <a:lnTo>
                    <a:pt x="3812324" y="9060"/>
                  </a:lnTo>
                  <a:lnTo>
                    <a:pt x="3810464" y="7200"/>
                  </a:lnTo>
                  <a:lnTo>
                    <a:pt x="3809999" y="6077"/>
                  </a:lnTo>
                  <a:lnTo>
                    <a:pt x="3809999" y="3447"/>
                  </a:lnTo>
                  <a:lnTo>
                    <a:pt x="3810464" y="2324"/>
                  </a:lnTo>
                  <a:lnTo>
                    <a:pt x="3812324" y="464"/>
                  </a:lnTo>
                  <a:lnTo>
                    <a:pt x="3813447" y="0"/>
                  </a:lnTo>
                  <a:lnTo>
                    <a:pt x="3816077" y="0"/>
                  </a:lnTo>
                  <a:lnTo>
                    <a:pt x="3817199" y="464"/>
                  </a:lnTo>
                  <a:lnTo>
                    <a:pt x="3819059" y="2324"/>
                  </a:lnTo>
                  <a:lnTo>
                    <a:pt x="3819524" y="3447"/>
                  </a:lnTo>
                  <a:lnTo>
                    <a:pt x="3819524" y="6077"/>
                  </a:lnTo>
                  <a:lnTo>
                    <a:pt x="3819059" y="7200"/>
                  </a:lnTo>
                  <a:lnTo>
                    <a:pt x="3817199" y="9060"/>
                  </a:lnTo>
                  <a:lnTo>
                    <a:pt x="3816077" y="9524"/>
                  </a:lnTo>
                  <a:close/>
                </a:path>
                <a:path w="4533900" h="9525">
                  <a:moveTo>
                    <a:pt x="3863702" y="9524"/>
                  </a:moveTo>
                  <a:lnTo>
                    <a:pt x="3861072" y="9524"/>
                  </a:lnTo>
                  <a:lnTo>
                    <a:pt x="3859949" y="9060"/>
                  </a:lnTo>
                  <a:lnTo>
                    <a:pt x="3858089" y="7200"/>
                  </a:lnTo>
                  <a:lnTo>
                    <a:pt x="3857624" y="6077"/>
                  </a:lnTo>
                  <a:lnTo>
                    <a:pt x="3857624" y="3447"/>
                  </a:lnTo>
                  <a:lnTo>
                    <a:pt x="3858089" y="2324"/>
                  </a:lnTo>
                  <a:lnTo>
                    <a:pt x="3859949" y="464"/>
                  </a:lnTo>
                  <a:lnTo>
                    <a:pt x="3861072" y="0"/>
                  </a:lnTo>
                  <a:lnTo>
                    <a:pt x="3863702" y="0"/>
                  </a:lnTo>
                  <a:lnTo>
                    <a:pt x="3864824" y="464"/>
                  </a:lnTo>
                  <a:lnTo>
                    <a:pt x="3866684" y="2324"/>
                  </a:lnTo>
                  <a:lnTo>
                    <a:pt x="3867149" y="3447"/>
                  </a:lnTo>
                  <a:lnTo>
                    <a:pt x="3867149" y="6077"/>
                  </a:lnTo>
                  <a:lnTo>
                    <a:pt x="3866684" y="7200"/>
                  </a:lnTo>
                  <a:lnTo>
                    <a:pt x="3864824" y="9060"/>
                  </a:lnTo>
                  <a:lnTo>
                    <a:pt x="3863702" y="9524"/>
                  </a:lnTo>
                  <a:close/>
                </a:path>
                <a:path w="4533900" h="9525">
                  <a:moveTo>
                    <a:pt x="3911327" y="9524"/>
                  </a:moveTo>
                  <a:lnTo>
                    <a:pt x="3908697" y="9524"/>
                  </a:lnTo>
                  <a:lnTo>
                    <a:pt x="3907574" y="9060"/>
                  </a:lnTo>
                  <a:lnTo>
                    <a:pt x="3905714" y="7200"/>
                  </a:lnTo>
                  <a:lnTo>
                    <a:pt x="3905249" y="6077"/>
                  </a:lnTo>
                  <a:lnTo>
                    <a:pt x="3905249" y="3447"/>
                  </a:lnTo>
                  <a:lnTo>
                    <a:pt x="3905714" y="2324"/>
                  </a:lnTo>
                  <a:lnTo>
                    <a:pt x="3907574" y="464"/>
                  </a:lnTo>
                  <a:lnTo>
                    <a:pt x="3908697" y="0"/>
                  </a:lnTo>
                  <a:lnTo>
                    <a:pt x="3911327" y="0"/>
                  </a:lnTo>
                  <a:lnTo>
                    <a:pt x="3912449" y="464"/>
                  </a:lnTo>
                  <a:lnTo>
                    <a:pt x="3914309" y="2324"/>
                  </a:lnTo>
                  <a:lnTo>
                    <a:pt x="3914774" y="3447"/>
                  </a:lnTo>
                  <a:lnTo>
                    <a:pt x="3914774" y="6077"/>
                  </a:lnTo>
                  <a:lnTo>
                    <a:pt x="3914309" y="7200"/>
                  </a:lnTo>
                  <a:lnTo>
                    <a:pt x="3912449" y="9060"/>
                  </a:lnTo>
                  <a:lnTo>
                    <a:pt x="3911327" y="9524"/>
                  </a:lnTo>
                  <a:close/>
                </a:path>
                <a:path w="4533900" h="9525">
                  <a:moveTo>
                    <a:pt x="3958952" y="9524"/>
                  </a:moveTo>
                  <a:lnTo>
                    <a:pt x="3956322" y="9524"/>
                  </a:lnTo>
                  <a:lnTo>
                    <a:pt x="3955199" y="9060"/>
                  </a:lnTo>
                  <a:lnTo>
                    <a:pt x="3953339" y="7200"/>
                  </a:lnTo>
                  <a:lnTo>
                    <a:pt x="3952874" y="6077"/>
                  </a:lnTo>
                  <a:lnTo>
                    <a:pt x="3952874" y="3447"/>
                  </a:lnTo>
                  <a:lnTo>
                    <a:pt x="3953339" y="2324"/>
                  </a:lnTo>
                  <a:lnTo>
                    <a:pt x="3955199" y="464"/>
                  </a:lnTo>
                  <a:lnTo>
                    <a:pt x="3956322" y="0"/>
                  </a:lnTo>
                  <a:lnTo>
                    <a:pt x="3958952" y="0"/>
                  </a:lnTo>
                  <a:lnTo>
                    <a:pt x="3960074" y="464"/>
                  </a:lnTo>
                  <a:lnTo>
                    <a:pt x="3961934" y="2324"/>
                  </a:lnTo>
                  <a:lnTo>
                    <a:pt x="3962399" y="3447"/>
                  </a:lnTo>
                  <a:lnTo>
                    <a:pt x="3962399" y="6077"/>
                  </a:lnTo>
                  <a:lnTo>
                    <a:pt x="3961934" y="7200"/>
                  </a:lnTo>
                  <a:lnTo>
                    <a:pt x="3960074" y="9060"/>
                  </a:lnTo>
                  <a:lnTo>
                    <a:pt x="3958952" y="9524"/>
                  </a:lnTo>
                  <a:close/>
                </a:path>
                <a:path w="4533900" h="9525">
                  <a:moveTo>
                    <a:pt x="4006577" y="9524"/>
                  </a:moveTo>
                  <a:lnTo>
                    <a:pt x="4003947" y="9524"/>
                  </a:lnTo>
                  <a:lnTo>
                    <a:pt x="4002824" y="9060"/>
                  </a:lnTo>
                  <a:lnTo>
                    <a:pt x="4000964" y="7200"/>
                  </a:lnTo>
                  <a:lnTo>
                    <a:pt x="4000499" y="6077"/>
                  </a:lnTo>
                  <a:lnTo>
                    <a:pt x="4000499" y="3447"/>
                  </a:lnTo>
                  <a:lnTo>
                    <a:pt x="4000964" y="2324"/>
                  </a:lnTo>
                  <a:lnTo>
                    <a:pt x="4002824" y="464"/>
                  </a:lnTo>
                  <a:lnTo>
                    <a:pt x="4003947" y="0"/>
                  </a:lnTo>
                  <a:lnTo>
                    <a:pt x="4006577" y="0"/>
                  </a:lnTo>
                  <a:lnTo>
                    <a:pt x="4007699" y="464"/>
                  </a:lnTo>
                  <a:lnTo>
                    <a:pt x="4009559" y="2324"/>
                  </a:lnTo>
                  <a:lnTo>
                    <a:pt x="4010024" y="3447"/>
                  </a:lnTo>
                  <a:lnTo>
                    <a:pt x="4010024" y="6077"/>
                  </a:lnTo>
                  <a:lnTo>
                    <a:pt x="4009559" y="7200"/>
                  </a:lnTo>
                  <a:lnTo>
                    <a:pt x="4007699" y="9060"/>
                  </a:lnTo>
                  <a:lnTo>
                    <a:pt x="4006577" y="9524"/>
                  </a:lnTo>
                  <a:close/>
                </a:path>
                <a:path w="4533900" h="9525">
                  <a:moveTo>
                    <a:pt x="4054202" y="9524"/>
                  </a:moveTo>
                  <a:lnTo>
                    <a:pt x="4051572" y="9524"/>
                  </a:lnTo>
                  <a:lnTo>
                    <a:pt x="4050449" y="9060"/>
                  </a:lnTo>
                  <a:lnTo>
                    <a:pt x="4048589" y="7200"/>
                  </a:lnTo>
                  <a:lnTo>
                    <a:pt x="4048124" y="6077"/>
                  </a:lnTo>
                  <a:lnTo>
                    <a:pt x="4048124" y="3447"/>
                  </a:lnTo>
                  <a:lnTo>
                    <a:pt x="4048589" y="2324"/>
                  </a:lnTo>
                  <a:lnTo>
                    <a:pt x="4050449" y="464"/>
                  </a:lnTo>
                  <a:lnTo>
                    <a:pt x="4051572" y="0"/>
                  </a:lnTo>
                  <a:lnTo>
                    <a:pt x="4054202" y="0"/>
                  </a:lnTo>
                  <a:lnTo>
                    <a:pt x="4055324" y="464"/>
                  </a:lnTo>
                  <a:lnTo>
                    <a:pt x="4057184" y="2324"/>
                  </a:lnTo>
                  <a:lnTo>
                    <a:pt x="4057649" y="3447"/>
                  </a:lnTo>
                  <a:lnTo>
                    <a:pt x="4057649" y="6077"/>
                  </a:lnTo>
                  <a:lnTo>
                    <a:pt x="4057184" y="7200"/>
                  </a:lnTo>
                  <a:lnTo>
                    <a:pt x="4055324" y="9060"/>
                  </a:lnTo>
                  <a:lnTo>
                    <a:pt x="4054202" y="9524"/>
                  </a:lnTo>
                  <a:close/>
                </a:path>
                <a:path w="4533900" h="9525">
                  <a:moveTo>
                    <a:pt x="4101827" y="9524"/>
                  </a:moveTo>
                  <a:lnTo>
                    <a:pt x="4099197" y="9524"/>
                  </a:lnTo>
                  <a:lnTo>
                    <a:pt x="4098074" y="9060"/>
                  </a:lnTo>
                  <a:lnTo>
                    <a:pt x="4096214" y="7200"/>
                  </a:lnTo>
                  <a:lnTo>
                    <a:pt x="4095749" y="6077"/>
                  </a:lnTo>
                  <a:lnTo>
                    <a:pt x="4095749" y="3447"/>
                  </a:lnTo>
                  <a:lnTo>
                    <a:pt x="4096214" y="2324"/>
                  </a:lnTo>
                  <a:lnTo>
                    <a:pt x="4098074" y="464"/>
                  </a:lnTo>
                  <a:lnTo>
                    <a:pt x="4099197" y="0"/>
                  </a:lnTo>
                  <a:lnTo>
                    <a:pt x="4101827" y="0"/>
                  </a:lnTo>
                  <a:lnTo>
                    <a:pt x="4102949" y="464"/>
                  </a:lnTo>
                  <a:lnTo>
                    <a:pt x="4104809" y="2324"/>
                  </a:lnTo>
                  <a:lnTo>
                    <a:pt x="4105274" y="3447"/>
                  </a:lnTo>
                  <a:lnTo>
                    <a:pt x="4105274" y="6077"/>
                  </a:lnTo>
                  <a:lnTo>
                    <a:pt x="4104809" y="7200"/>
                  </a:lnTo>
                  <a:lnTo>
                    <a:pt x="4102949" y="9060"/>
                  </a:lnTo>
                  <a:lnTo>
                    <a:pt x="4101827" y="9524"/>
                  </a:lnTo>
                  <a:close/>
                </a:path>
                <a:path w="4533900" h="9525">
                  <a:moveTo>
                    <a:pt x="4149452" y="9524"/>
                  </a:moveTo>
                  <a:lnTo>
                    <a:pt x="4146822" y="9524"/>
                  </a:lnTo>
                  <a:lnTo>
                    <a:pt x="4145699" y="9060"/>
                  </a:lnTo>
                  <a:lnTo>
                    <a:pt x="4143839" y="7200"/>
                  </a:lnTo>
                  <a:lnTo>
                    <a:pt x="4143374" y="6077"/>
                  </a:lnTo>
                  <a:lnTo>
                    <a:pt x="4143374" y="3447"/>
                  </a:lnTo>
                  <a:lnTo>
                    <a:pt x="4143839" y="2324"/>
                  </a:lnTo>
                  <a:lnTo>
                    <a:pt x="4145699" y="464"/>
                  </a:lnTo>
                  <a:lnTo>
                    <a:pt x="4146822" y="0"/>
                  </a:lnTo>
                  <a:lnTo>
                    <a:pt x="4149452" y="0"/>
                  </a:lnTo>
                  <a:lnTo>
                    <a:pt x="4150574" y="464"/>
                  </a:lnTo>
                  <a:lnTo>
                    <a:pt x="4152434" y="2324"/>
                  </a:lnTo>
                  <a:lnTo>
                    <a:pt x="4152899" y="3447"/>
                  </a:lnTo>
                  <a:lnTo>
                    <a:pt x="4152899" y="6077"/>
                  </a:lnTo>
                  <a:lnTo>
                    <a:pt x="4152434" y="7200"/>
                  </a:lnTo>
                  <a:lnTo>
                    <a:pt x="4150574" y="9060"/>
                  </a:lnTo>
                  <a:lnTo>
                    <a:pt x="4149452" y="9524"/>
                  </a:lnTo>
                  <a:close/>
                </a:path>
                <a:path w="4533900" h="9525">
                  <a:moveTo>
                    <a:pt x="4197077" y="9524"/>
                  </a:moveTo>
                  <a:lnTo>
                    <a:pt x="4194447" y="9524"/>
                  </a:lnTo>
                  <a:lnTo>
                    <a:pt x="4193324" y="9060"/>
                  </a:lnTo>
                  <a:lnTo>
                    <a:pt x="4191464" y="7200"/>
                  </a:lnTo>
                  <a:lnTo>
                    <a:pt x="4190999" y="6077"/>
                  </a:lnTo>
                  <a:lnTo>
                    <a:pt x="4190999" y="3447"/>
                  </a:lnTo>
                  <a:lnTo>
                    <a:pt x="4191464" y="2324"/>
                  </a:lnTo>
                  <a:lnTo>
                    <a:pt x="4193324" y="464"/>
                  </a:lnTo>
                  <a:lnTo>
                    <a:pt x="4194447" y="0"/>
                  </a:lnTo>
                  <a:lnTo>
                    <a:pt x="4197077" y="0"/>
                  </a:lnTo>
                  <a:lnTo>
                    <a:pt x="4198199" y="464"/>
                  </a:lnTo>
                  <a:lnTo>
                    <a:pt x="4200059" y="2324"/>
                  </a:lnTo>
                  <a:lnTo>
                    <a:pt x="4200524" y="3447"/>
                  </a:lnTo>
                  <a:lnTo>
                    <a:pt x="4200524" y="6077"/>
                  </a:lnTo>
                  <a:lnTo>
                    <a:pt x="4200059" y="7200"/>
                  </a:lnTo>
                  <a:lnTo>
                    <a:pt x="4198199" y="9060"/>
                  </a:lnTo>
                  <a:lnTo>
                    <a:pt x="4197077" y="9524"/>
                  </a:lnTo>
                  <a:close/>
                </a:path>
                <a:path w="4533900" h="9525">
                  <a:moveTo>
                    <a:pt x="4244702" y="9524"/>
                  </a:moveTo>
                  <a:lnTo>
                    <a:pt x="4242072" y="9524"/>
                  </a:lnTo>
                  <a:lnTo>
                    <a:pt x="4240949" y="9060"/>
                  </a:lnTo>
                  <a:lnTo>
                    <a:pt x="4239089" y="7200"/>
                  </a:lnTo>
                  <a:lnTo>
                    <a:pt x="4238624" y="6077"/>
                  </a:lnTo>
                  <a:lnTo>
                    <a:pt x="4238624" y="3447"/>
                  </a:lnTo>
                  <a:lnTo>
                    <a:pt x="4239089" y="2324"/>
                  </a:lnTo>
                  <a:lnTo>
                    <a:pt x="4240949" y="464"/>
                  </a:lnTo>
                  <a:lnTo>
                    <a:pt x="4242072" y="0"/>
                  </a:lnTo>
                  <a:lnTo>
                    <a:pt x="4244702" y="0"/>
                  </a:lnTo>
                  <a:lnTo>
                    <a:pt x="4245824" y="464"/>
                  </a:lnTo>
                  <a:lnTo>
                    <a:pt x="4247684" y="2324"/>
                  </a:lnTo>
                  <a:lnTo>
                    <a:pt x="4248149" y="3447"/>
                  </a:lnTo>
                  <a:lnTo>
                    <a:pt x="4248149" y="6077"/>
                  </a:lnTo>
                  <a:lnTo>
                    <a:pt x="4247684" y="7200"/>
                  </a:lnTo>
                  <a:lnTo>
                    <a:pt x="4245824" y="9060"/>
                  </a:lnTo>
                  <a:lnTo>
                    <a:pt x="4244702" y="9524"/>
                  </a:lnTo>
                  <a:close/>
                </a:path>
                <a:path w="4533900" h="9525">
                  <a:moveTo>
                    <a:pt x="4292327" y="9524"/>
                  </a:moveTo>
                  <a:lnTo>
                    <a:pt x="4289697" y="9524"/>
                  </a:lnTo>
                  <a:lnTo>
                    <a:pt x="4288574" y="9060"/>
                  </a:lnTo>
                  <a:lnTo>
                    <a:pt x="4286714" y="7200"/>
                  </a:lnTo>
                  <a:lnTo>
                    <a:pt x="4286249" y="6077"/>
                  </a:lnTo>
                  <a:lnTo>
                    <a:pt x="4286249" y="3447"/>
                  </a:lnTo>
                  <a:lnTo>
                    <a:pt x="4286714" y="2324"/>
                  </a:lnTo>
                  <a:lnTo>
                    <a:pt x="4288574" y="464"/>
                  </a:lnTo>
                  <a:lnTo>
                    <a:pt x="4289697" y="0"/>
                  </a:lnTo>
                  <a:lnTo>
                    <a:pt x="4292327" y="0"/>
                  </a:lnTo>
                  <a:lnTo>
                    <a:pt x="4293449" y="464"/>
                  </a:lnTo>
                  <a:lnTo>
                    <a:pt x="4295309" y="2324"/>
                  </a:lnTo>
                  <a:lnTo>
                    <a:pt x="4295774" y="3447"/>
                  </a:lnTo>
                  <a:lnTo>
                    <a:pt x="4295774" y="6077"/>
                  </a:lnTo>
                  <a:lnTo>
                    <a:pt x="4295309" y="7200"/>
                  </a:lnTo>
                  <a:lnTo>
                    <a:pt x="4293449" y="9060"/>
                  </a:lnTo>
                  <a:lnTo>
                    <a:pt x="4292327" y="9524"/>
                  </a:lnTo>
                  <a:close/>
                </a:path>
                <a:path w="4533900" h="9525">
                  <a:moveTo>
                    <a:pt x="4339952" y="9524"/>
                  </a:moveTo>
                  <a:lnTo>
                    <a:pt x="4337322" y="9524"/>
                  </a:lnTo>
                  <a:lnTo>
                    <a:pt x="4336199" y="9060"/>
                  </a:lnTo>
                  <a:lnTo>
                    <a:pt x="4334339" y="7200"/>
                  </a:lnTo>
                  <a:lnTo>
                    <a:pt x="4333874" y="6077"/>
                  </a:lnTo>
                  <a:lnTo>
                    <a:pt x="4333874" y="3447"/>
                  </a:lnTo>
                  <a:lnTo>
                    <a:pt x="4334339" y="2324"/>
                  </a:lnTo>
                  <a:lnTo>
                    <a:pt x="4336199" y="464"/>
                  </a:lnTo>
                  <a:lnTo>
                    <a:pt x="4337322" y="0"/>
                  </a:lnTo>
                  <a:lnTo>
                    <a:pt x="4339952" y="0"/>
                  </a:lnTo>
                  <a:lnTo>
                    <a:pt x="4341074" y="464"/>
                  </a:lnTo>
                  <a:lnTo>
                    <a:pt x="4342934" y="2324"/>
                  </a:lnTo>
                  <a:lnTo>
                    <a:pt x="4343399" y="3447"/>
                  </a:lnTo>
                  <a:lnTo>
                    <a:pt x="4343399" y="6077"/>
                  </a:lnTo>
                  <a:lnTo>
                    <a:pt x="4342934" y="7200"/>
                  </a:lnTo>
                  <a:lnTo>
                    <a:pt x="4341074" y="9060"/>
                  </a:lnTo>
                  <a:lnTo>
                    <a:pt x="4339952" y="9524"/>
                  </a:lnTo>
                  <a:close/>
                </a:path>
                <a:path w="4533900" h="9525">
                  <a:moveTo>
                    <a:pt x="4387577" y="9524"/>
                  </a:moveTo>
                  <a:lnTo>
                    <a:pt x="4384947" y="9524"/>
                  </a:lnTo>
                  <a:lnTo>
                    <a:pt x="4383824" y="9060"/>
                  </a:lnTo>
                  <a:lnTo>
                    <a:pt x="4381964" y="7200"/>
                  </a:lnTo>
                  <a:lnTo>
                    <a:pt x="4381499" y="6077"/>
                  </a:lnTo>
                  <a:lnTo>
                    <a:pt x="4381499" y="3447"/>
                  </a:lnTo>
                  <a:lnTo>
                    <a:pt x="4381964" y="2324"/>
                  </a:lnTo>
                  <a:lnTo>
                    <a:pt x="4383824" y="464"/>
                  </a:lnTo>
                  <a:lnTo>
                    <a:pt x="4384947" y="0"/>
                  </a:lnTo>
                  <a:lnTo>
                    <a:pt x="4387577" y="0"/>
                  </a:lnTo>
                  <a:lnTo>
                    <a:pt x="4388699" y="464"/>
                  </a:lnTo>
                  <a:lnTo>
                    <a:pt x="4390559" y="2324"/>
                  </a:lnTo>
                  <a:lnTo>
                    <a:pt x="4391024" y="3447"/>
                  </a:lnTo>
                  <a:lnTo>
                    <a:pt x="4391024" y="6077"/>
                  </a:lnTo>
                  <a:lnTo>
                    <a:pt x="4390559" y="7200"/>
                  </a:lnTo>
                  <a:lnTo>
                    <a:pt x="4388699" y="9060"/>
                  </a:lnTo>
                  <a:lnTo>
                    <a:pt x="4387577" y="9524"/>
                  </a:lnTo>
                  <a:close/>
                </a:path>
                <a:path w="4533900" h="9525">
                  <a:moveTo>
                    <a:pt x="4435202" y="9524"/>
                  </a:moveTo>
                  <a:lnTo>
                    <a:pt x="4432572" y="9524"/>
                  </a:lnTo>
                  <a:lnTo>
                    <a:pt x="4431449" y="9060"/>
                  </a:lnTo>
                  <a:lnTo>
                    <a:pt x="4429589" y="7200"/>
                  </a:lnTo>
                  <a:lnTo>
                    <a:pt x="4429124" y="6077"/>
                  </a:lnTo>
                  <a:lnTo>
                    <a:pt x="4429124" y="3447"/>
                  </a:lnTo>
                  <a:lnTo>
                    <a:pt x="4429589" y="2324"/>
                  </a:lnTo>
                  <a:lnTo>
                    <a:pt x="4431449" y="464"/>
                  </a:lnTo>
                  <a:lnTo>
                    <a:pt x="4432572" y="0"/>
                  </a:lnTo>
                  <a:lnTo>
                    <a:pt x="4435202" y="0"/>
                  </a:lnTo>
                  <a:lnTo>
                    <a:pt x="4436324" y="464"/>
                  </a:lnTo>
                  <a:lnTo>
                    <a:pt x="4438184" y="2324"/>
                  </a:lnTo>
                  <a:lnTo>
                    <a:pt x="4438649" y="3447"/>
                  </a:lnTo>
                  <a:lnTo>
                    <a:pt x="4438649" y="6077"/>
                  </a:lnTo>
                  <a:lnTo>
                    <a:pt x="4438184" y="7200"/>
                  </a:lnTo>
                  <a:lnTo>
                    <a:pt x="4436324" y="9060"/>
                  </a:lnTo>
                  <a:lnTo>
                    <a:pt x="4435202" y="9524"/>
                  </a:lnTo>
                  <a:close/>
                </a:path>
                <a:path w="4533900" h="9525">
                  <a:moveTo>
                    <a:pt x="4482827" y="9524"/>
                  </a:moveTo>
                  <a:lnTo>
                    <a:pt x="4480197" y="9524"/>
                  </a:lnTo>
                  <a:lnTo>
                    <a:pt x="4479074" y="9060"/>
                  </a:lnTo>
                  <a:lnTo>
                    <a:pt x="4477214" y="7200"/>
                  </a:lnTo>
                  <a:lnTo>
                    <a:pt x="4476749" y="6077"/>
                  </a:lnTo>
                  <a:lnTo>
                    <a:pt x="4476749" y="3447"/>
                  </a:lnTo>
                  <a:lnTo>
                    <a:pt x="4477214" y="2324"/>
                  </a:lnTo>
                  <a:lnTo>
                    <a:pt x="4479074" y="464"/>
                  </a:lnTo>
                  <a:lnTo>
                    <a:pt x="4480197" y="0"/>
                  </a:lnTo>
                  <a:lnTo>
                    <a:pt x="4482827" y="0"/>
                  </a:lnTo>
                  <a:lnTo>
                    <a:pt x="4483949" y="464"/>
                  </a:lnTo>
                  <a:lnTo>
                    <a:pt x="4485809" y="2324"/>
                  </a:lnTo>
                  <a:lnTo>
                    <a:pt x="4486274" y="3447"/>
                  </a:lnTo>
                  <a:lnTo>
                    <a:pt x="4486274" y="6077"/>
                  </a:lnTo>
                  <a:lnTo>
                    <a:pt x="4485809" y="7200"/>
                  </a:lnTo>
                  <a:lnTo>
                    <a:pt x="4483949" y="9060"/>
                  </a:lnTo>
                  <a:lnTo>
                    <a:pt x="4482827" y="9524"/>
                  </a:lnTo>
                  <a:close/>
                </a:path>
                <a:path w="4533900" h="9525">
                  <a:moveTo>
                    <a:pt x="4530452" y="9524"/>
                  </a:moveTo>
                  <a:lnTo>
                    <a:pt x="4527822" y="9524"/>
                  </a:lnTo>
                  <a:lnTo>
                    <a:pt x="4526699" y="9060"/>
                  </a:lnTo>
                  <a:lnTo>
                    <a:pt x="4524839" y="7200"/>
                  </a:lnTo>
                  <a:lnTo>
                    <a:pt x="4524374" y="6077"/>
                  </a:lnTo>
                  <a:lnTo>
                    <a:pt x="4524374" y="3447"/>
                  </a:lnTo>
                  <a:lnTo>
                    <a:pt x="4524839" y="2324"/>
                  </a:lnTo>
                  <a:lnTo>
                    <a:pt x="4526699" y="464"/>
                  </a:lnTo>
                  <a:lnTo>
                    <a:pt x="4527822" y="0"/>
                  </a:lnTo>
                  <a:lnTo>
                    <a:pt x="4530452" y="0"/>
                  </a:lnTo>
                  <a:lnTo>
                    <a:pt x="4531574" y="464"/>
                  </a:lnTo>
                  <a:lnTo>
                    <a:pt x="4533434" y="2324"/>
                  </a:lnTo>
                  <a:lnTo>
                    <a:pt x="4533899" y="3447"/>
                  </a:lnTo>
                  <a:lnTo>
                    <a:pt x="4533899" y="6077"/>
                  </a:lnTo>
                  <a:lnTo>
                    <a:pt x="4533434" y="7200"/>
                  </a:lnTo>
                  <a:lnTo>
                    <a:pt x="4531574" y="9060"/>
                  </a:lnTo>
                  <a:lnTo>
                    <a:pt x="4530452" y="9524"/>
                  </a:lnTo>
                  <a:close/>
                </a:path>
              </a:pathLst>
            </a:custGeom>
            <a:solidFill>
              <a:srgbClr val="C7C6C3"/>
            </a:solidFill>
          </p:spPr>
          <p:txBody>
            <a:bodyPr wrap="square" lIns="0" tIns="0" rIns="0" bIns="0" rtlCol="0"/>
            <a:lstStyle/>
            <a:p>
              <a:endParaRPr sz="1266"/>
            </a:p>
          </p:txBody>
        </p:sp>
        <p:sp>
          <p:nvSpPr>
            <p:cNvPr id="116" name="object 13"/>
            <p:cNvSpPr txBox="1"/>
            <p:nvPr/>
          </p:nvSpPr>
          <p:spPr>
            <a:xfrm>
              <a:off x="525582" y="369392"/>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GH₵6K</a:t>
              </a:r>
              <a:endParaRPr sz="633">
                <a:latin typeface="Segoe UI"/>
                <a:cs typeface="Segoe UI"/>
              </a:endParaRPr>
            </a:p>
          </p:txBody>
        </p:sp>
        <p:sp>
          <p:nvSpPr>
            <p:cNvPr id="117" name="object 14"/>
            <p:cNvSpPr txBox="1"/>
            <p:nvPr/>
          </p:nvSpPr>
          <p:spPr>
            <a:xfrm>
              <a:off x="2061662" y="2874871"/>
              <a:ext cx="773311" cy="138925"/>
            </a:xfrm>
            <a:prstGeom prst="rect">
              <a:avLst/>
            </a:prstGeom>
          </p:spPr>
          <p:txBody>
            <a:bodyPr vert="horz" wrap="square" lIns="0" tIns="8930" rIns="0" bIns="0" rtlCol="0">
              <a:spAutoFit/>
            </a:bodyPr>
            <a:lstStyle/>
            <a:p>
              <a:pPr marL="8929">
                <a:spcBef>
                  <a:spcPts val="70"/>
                </a:spcBef>
              </a:pPr>
              <a:r>
                <a:rPr sz="844" spc="-49" dirty="0">
                  <a:solidFill>
                    <a:srgbClr val="252423"/>
                  </a:solidFill>
                  <a:latin typeface="Trebuchet MS"/>
                  <a:cs typeface="Trebuchet MS"/>
                </a:rPr>
                <a:t>Promotion_Active</a:t>
              </a:r>
              <a:endParaRPr sz="844">
                <a:latin typeface="Trebuchet MS"/>
                <a:cs typeface="Trebuchet MS"/>
              </a:endParaRPr>
            </a:p>
          </p:txBody>
        </p:sp>
        <p:sp>
          <p:nvSpPr>
            <p:cNvPr id="118" name="object 15"/>
            <p:cNvSpPr txBox="1"/>
            <p:nvPr/>
          </p:nvSpPr>
          <p:spPr>
            <a:xfrm>
              <a:off x="380865" y="959506"/>
              <a:ext cx="115416" cy="1215330"/>
            </a:xfrm>
            <a:prstGeom prst="rect">
              <a:avLst/>
            </a:prstGeom>
          </p:spPr>
          <p:txBody>
            <a:bodyPr vert="vert270" wrap="square" lIns="0" tIns="0" rIns="0" bIns="0" rtlCol="0">
              <a:spAutoFit/>
            </a:bodyPr>
            <a:lstStyle/>
            <a:p>
              <a:pPr marL="8929">
                <a:lnSpc>
                  <a:spcPts val="896"/>
                </a:lnSpc>
              </a:pPr>
              <a:r>
                <a:rPr sz="844" spc="-42" dirty="0">
                  <a:solidFill>
                    <a:srgbClr val="252423"/>
                  </a:solidFill>
                  <a:latin typeface="Trebuchet MS"/>
                  <a:cs typeface="Trebuchet MS"/>
                </a:rPr>
                <a:t>Average</a:t>
              </a:r>
              <a:r>
                <a:rPr sz="844" spc="-46" dirty="0">
                  <a:solidFill>
                    <a:srgbClr val="252423"/>
                  </a:solidFill>
                  <a:latin typeface="Trebuchet MS"/>
                  <a:cs typeface="Trebuchet MS"/>
                </a:rPr>
                <a:t> </a:t>
              </a:r>
              <a:r>
                <a:rPr sz="844" spc="-67" dirty="0">
                  <a:solidFill>
                    <a:srgbClr val="252423"/>
                  </a:solidFill>
                  <a:latin typeface="Trebuchet MS"/>
                  <a:cs typeface="Trebuchet MS"/>
                </a:rPr>
                <a:t>of</a:t>
              </a:r>
              <a:r>
                <a:rPr sz="844" spc="-46" dirty="0">
                  <a:solidFill>
                    <a:srgbClr val="252423"/>
                  </a:solidFill>
                  <a:latin typeface="Trebuchet MS"/>
                  <a:cs typeface="Trebuchet MS"/>
                </a:rPr>
                <a:t> </a:t>
              </a:r>
              <a:r>
                <a:rPr sz="844" spc="-42" dirty="0">
                  <a:solidFill>
                    <a:srgbClr val="252423"/>
                  </a:solidFill>
                  <a:latin typeface="Trebuchet MS"/>
                  <a:cs typeface="Trebuchet MS"/>
                </a:rPr>
                <a:t>Total_Sales_GHS</a:t>
              </a:r>
              <a:endParaRPr sz="844">
                <a:latin typeface="Trebuchet MS"/>
                <a:cs typeface="Trebuchet MS"/>
              </a:endParaRPr>
            </a:p>
          </p:txBody>
        </p:sp>
        <p:sp>
          <p:nvSpPr>
            <p:cNvPr id="119" name="object 16"/>
            <p:cNvSpPr txBox="1"/>
            <p:nvPr/>
          </p:nvSpPr>
          <p:spPr>
            <a:xfrm>
              <a:off x="1919318" y="2770436"/>
              <a:ext cx="168770" cy="106416"/>
            </a:xfrm>
            <a:prstGeom prst="rect">
              <a:avLst/>
            </a:prstGeom>
          </p:spPr>
          <p:txBody>
            <a:bodyPr vert="horz" wrap="square" lIns="0" tIns="8930" rIns="0" bIns="0" rtlCol="0">
              <a:spAutoFit/>
            </a:bodyPr>
            <a:lstStyle/>
            <a:p>
              <a:pPr marL="8929">
                <a:spcBef>
                  <a:spcPts val="70"/>
                </a:spcBef>
              </a:pPr>
              <a:r>
                <a:rPr sz="633" spc="-14" dirty="0">
                  <a:solidFill>
                    <a:srgbClr val="605D5C"/>
                  </a:solidFill>
                  <a:latin typeface="Segoe UI"/>
                  <a:cs typeface="Segoe UI"/>
                </a:rPr>
                <a:t>True</a:t>
              </a:r>
              <a:endParaRPr sz="633">
                <a:latin typeface="Segoe UI"/>
                <a:cs typeface="Segoe UI"/>
              </a:endParaRPr>
            </a:p>
          </p:txBody>
        </p:sp>
        <p:sp>
          <p:nvSpPr>
            <p:cNvPr id="120" name="object 17"/>
            <p:cNvSpPr txBox="1"/>
            <p:nvPr/>
          </p:nvSpPr>
          <p:spPr>
            <a:xfrm>
              <a:off x="2797740" y="2770436"/>
              <a:ext cx="191095"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False</a:t>
              </a:r>
              <a:endParaRPr sz="633">
                <a:latin typeface="Segoe UI"/>
                <a:cs typeface="Segoe UI"/>
              </a:endParaRPr>
            </a:p>
          </p:txBody>
        </p:sp>
        <p:sp>
          <p:nvSpPr>
            <p:cNvPr id="121" name="object 18"/>
            <p:cNvSpPr/>
            <p:nvPr/>
          </p:nvSpPr>
          <p:spPr>
            <a:xfrm>
              <a:off x="1647634" y="539236"/>
              <a:ext cx="1564035" cy="2213670"/>
            </a:xfrm>
            <a:custGeom>
              <a:avLst/>
              <a:gdLst/>
              <a:ahLst/>
              <a:cxnLst/>
              <a:rect l="l" t="t" r="r" b="b"/>
              <a:pathLst>
                <a:path w="2224404" h="3148329">
                  <a:moveTo>
                    <a:pt x="958913" y="0"/>
                  </a:moveTo>
                  <a:lnTo>
                    <a:pt x="0" y="0"/>
                  </a:lnTo>
                  <a:lnTo>
                    <a:pt x="0" y="3147860"/>
                  </a:lnTo>
                  <a:lnTo>
                    <a:pt x="958913" y="3147860"/>
                  </a:lnTo>
                  <a:lnTo>
                    <a:pt x="958913" y="0"/>
                  </a:lnTo>
                  <a:close/>
                </a:path>
                <a:path w="2224404" h="3148329">
                  <a:moveTo>
                    <a:pt x="2224151" y="292277"/>
                  </a:moveTo>
                  <a:lnTo>
                    <a:pt x="1265237" y="292277"/>
                  </a:lnTo>
                  <a:lnTo>
                    <a:pt x="1265237" y="3147860"/>
                  </a:lnTo>
                  <a:lnTo>
                    <a:pt x="2224151" y="3147860"/>
                  </a:lnTo>
                  <a:lnTo>
                    <a:pt x="2224151" y="292277"/>
                  </a:lnTo>
                  <a:close/>
                </a:path>
              </a:pathLst>
            </a:custGeom>
            <a:solidFill>
              <a:srgbClr val="118CFF"/>
            </a:solidFill>
          </p:spPr>
          <p:txBody>
            <a:bodyPr wrap="square" lIns="0" tIns="0" rIns="0" bIns="0" rtlCol="0"/>
            <a:lstStyle/>
            <a:p>
              <a:endParaRPr sz="1266"/>
            </a:p>
          </p:txBody>
        </p:sp>
        <p:sp>
          <p:nvSpPr>
            <p:cNvPr id="122" name="object 19"/>
            <p:cNvSpPr txBox="1"/>
            <p:nvPr/>
          </p:nvSpPr>
          <p:spPr>
            <a:xfrm>
              <a:off x="1822733" y="387004"/>
              <a:ext cx="32414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GH₵5.7K</a:t>
              </a:r>
              <a:endParaRPr sz="633">
                <a:latin typeface="Segoe UI"/>
                <a:cs typeface="Segoe UI"/>
              </a:endParaRPr>
            </a:p>
          </p:txBody>
        </p:sp>
        <p:sp>
          <p:nvSpPr>
            <p:cNvPr id="123" name="object 20"/>
            <p:cNvSpPr txBox="1"/>
            <p:nvPr/>
          </p:nvSpPr>
          <p:spPr>
            <a:xfrm>
              <a:off x="2712354" y="592513"/>
              <a:ext cx="32414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GH₵5.2K</a:t>
              </a:r>
              <a:endParaRPr sz="633">
                <a:latin typeface="Segoe UI"/>
                <a:cs typeface="Segoe UI"/>
              </a:endParaRPr>
            </a:p>
          </p:txBody>
        </p:sp>
      </p:grpSp>
      <p:graphicFrame>
        <p:nvGraphicFramePr>
          <p:cNvPr id="128" name="Table 127">
            <a:extLst>
              <a:ext uri="{FF2B5EF4-FFF2-40B4-BE49-F238E27FC236}">
                <a16:creationId xmlns:a16="http://schemas.microsoft.com/office/drawing/2014/main" id="{AE39D165-748F-F60D-78AE-21C2DE38EE41}"/>
              </a:ext>
            </a:extLst>
          </p:cNvPr>
          <p:cNvGraphicFramePr>
            <a:graphicFrameLocks noGrp="1"/>
          </p:cNvGraphicFramePr>
          <p:nvPr>
            <p:extLst>
              <p:ext uri="{D42A27DB-BD31-4B8C-83A1-F6EECF244321}">
                <p14:modId xmlns:p14="http://schemas.microsoft.com/office/powerpoint/2010/main" val="234517957"/>
              </p:ext>
            </p:extLst>
          </p:nvPr>
        </p:nvGraphicFramePr>
        <p:xfrm>
          <a:off x="487062" y="4157089"/>
          <a:ext cx="7886700" cy="792480"/>
        </p:xfrm>
        <a:graphic>
          <a:graphicData uri="http://schemas.openxmlformats.org/drawingml/2006/table">
            <a:tbl>
              <a:tblPr/>
              <a:tblGrid>
                <a:gridCol w="2628900">
                  <a:extLst>
                    <a:ext uri="{9D8B030D-6E8A-4147-A177-3AD203B41FA5}">
                      <a16:colId xmlns:a16="http://schemas.microsoft.com/office/drawing/2014/main" val="629529114"/>
                    </a:ext>
                  </a:extLst>
                </a:gridCol>
                <a:gridCol w="2628900">
                  <a:extLst>
                    <a:ext uri="{9D8B030D-6E8A-4147-A177-3AD203B41FA5}">
                      <a16:colId xmlns:a16="http://schemas.microsoft.com/office/drawing/2014/main" val="144542023"/>
                    </a:ext>
                  </a:extLst>
                </a:gridCol>
                <a:gridCol w="2628900">
                  <a:extLst>
                    <a:ext uri="{9D8B030D-6E8A-4147-A177-3AD203B41FA5}">
                      <a16:colId xmlns:a16="http://schemas.microsoft.com/office/drawing/2014/main" val="2781533262"/>
                    </a:ext>
                  </a:extLst>
                </a:gridCol>
              </a:tblGrid>
              <a:tr h="0">
                <a:tc>
                  <a:txBody>
                    <a:bodyPr/>
                    <a:lstStyle/>
                    <a:p>
                      <a:pPr>
                        <a:buNone/>
                      </a:pPr>
                      <a:r>
                        <a:rPr lang="en-US" sz="1000" dirty="0"/>
                        <a:t>📅 </a:t>
                      </a:r>
                      <a:r>
                        <a:rPr lang="en-US" sz="1000" b="1" dirty="0"/>
                        <a:t>Peak Traffic</a:t>
                      </a:r>
                    </a:p>
                  </a:txBody>
                  <a:tcPr anchor="ctr">
                    <a:lnL>
                      <a:noFill/>
                    </a:lnL>
                    <a:lnR>
                      <a:noFill/>
                    </a:lnR>
                    <a:lnT>
                      <a:noFill/>
                    </a:lnT>
                    <a:lnB>
                      <a:noFill/>
                    </a:lnB>
                    <a:noFill/>
                  </a:tcPr>
                </a:tc>
                <a:tc>
                  <a:txBody>
                    <a:bodyPr/>
                    <a:lstStyle/>
                    <a:p>
                      <a:pPr>
                        <a:buNone/>
                      </a:pPr>
                      <a:r>
                        <a:rPr lang="en-US" sz="1000" dirty="0"/>
                        <a:t>🏷️ </a:t>
                      </a:r>
                      <a:r>
                        <a:rPr lang="en-US" sz="1000" b="1" dirty="0"/>
                        <a:t>Promotion Impact</a:t>
                      </a:r>
                    </a:p>
                  </a:txBody>
                  <a:tcPr anchor="ctr">
                    <a:lnL>
                      <a:noFill/>
                    </a:lnL>
                    <a:lnR>
                      <a:noFill/>
                    </a:lnR>
                    <a:lnT>
                      <a:noFill/>
                    </a:lnT>
                    <a:lnB>
                      <a:noFill/>
                    </a:lnB>
                    <a:noFill/>
                  </a:tcPr>
                </a:tc>
                <a:tc>
                  <a:txBody>
                    <a:bodyPr/>
                    <a:lstStyle/>
                    <a:p>
                      <a:pPr>
                        <a:buNone/>
                      </a:pPr>
                      <a:r>
                        <a:rPr lang="en-US" sz="1000" dirty="0"/>
                        <a:t>📈 </a:t>
                      </a:r>
                      <a:r>
                        <a:rPr lang="en-US" sz="1000" b="1" dirty="0"/>
                        <a:t>Business Insight</a:t>
                      </a:r>
                    </a:p>
                  </a:txBody>
                  <a:tcPr anchor="ctr">
                    <a:lnL>
                      <a:noFill/>
                    </a:lnL>
                    <a:lnR>
                      <a:noFill/>
                    </a:lnR>
                    <a:lnT>
                      <a:noFill/>
                    </a:lnT>
                    <a:lnB>
                      <a:noFill/>
                    </a:lnB>
                    <a:noFill/>
                  </a:tcPr>
                </a:tc>
                <a:extLst>
                  <a:ext uri="{0D108BD9-81ED-4DB2-BD59-A6C34878D82A}">
                    <a16:rowId xmlns:a16="http://schemas.microsoft.com/office/drawing/2014/main" val="2156754398"/>
                  </a:ext>
                </a:extLst>
              </a:tr>
              <a:tr h="0">
                <a:tc>
                  <a:txBody>
                    <a:bodyPr/>
                    <a:lstStyle/>
                    <a:p>
                      <a:pPr>
                        <a:buNone/>
                      </a:pPr>
                      <a:r>
                        <a:rPr lang="en-US" sz="1000" b="1" dirty="0"/>
                        <a:t>Sunday</a:t>
                      </a:r>
                      <a:r>
                        <a:rPr lang="en-US" sz="1000" dirty="0"/>
                        <a:t> recorded the highest customer traffic (</a:t>
                      </a:r>
                      <a:r>
                        <a:rPr lang="en-US" sz="1000" b="1" dirty="0"/>
                        <a:t>6.4K customers</a:t>
                      </a:r>
                      <a:r>
                        <a:rPr lang="en-US" sz="1000" dirty="0"/>
                        <a:t>), making weekends the busiest trading period.</a:t>
                      </a:r>
                    </a:p>
                  </a:txBody>
                  <a:tcPr anchor="ctr">
                    <a:lnL>
                      <a:noFill/>
                    </a:lnL>
                    <a:lnR>
                      <a:noFill/>
                    </a:lnR>
                    <a:lnT>
                      <a:noFill/>
                    </a:lnT>
                    <a:lnB>
                      <a:noFill/>
                    </a:lnB>
                    <a:noFill/>
                  </a:tcPr>
                </a:tc>
                <a:tc>
                  <a:txBody>
                    <a:bodyPr/>
                    <a:lstStyle/>
                    <a:p>
                      <a:pPr>
                        <a:buNone/>
                      </a:pPr>
                      <a:r>
                        <a:rPr lang="en-US" sz="1000" dirty="0"/>
                        <a:t>Promotional campaigns increased average daily sales from </a:t>
                      </a:r>
                      <a:r>
                        <a:rPr lang="en-US" sz="1000" b="1" dirty="0"/>
                        <a:t>GH¢5.2K</a:t>
                      </a:r>
                      <a:r>
                        <a:rPr lang="en-US" sz="1000" dirty="0"/>
                        <a:t> to </a:t>
                      </a:r>
                      <a:r>
                        <a:rPr lang="en-US" sz="1000" b="1" dirty="0"/>
                        <a:t>GH¢5.7K</a:t>
                      </a:r>
                      <a:r>
                        <a:rPr lang="en-US" sz="1000" dirty="0"/>
                        <a:t>, showing a positive impact on revenue.</a:t>
                      </a:r>
                    </a:p>
                  </a:txBody>
                  <a:tcPr anchor="ctr">
                    <a:lnL>
                      <a:noFill/>
                    </a:lnL>
                    <a:lnR>
                      <a:noFill/>
                    </a:lnR>
                    <a:lnT>
                      <a:noFill/>
                    </a:lnT>
                    <a:lnB>
                      <a:noFill/>
                    </a:lnB>
                    <a:noFill/>
                  </a:tcPr>
                </a:tc>
                <a:tc>
                  <a:txBody>
                    <a:bodyPr/>
                    <a:lstStyle/>
                    <a:p>
                      <a:pPr>
                        <a:buNone/>
                      </a:pPr>
                      <a:r>
                        <a:rPr lang="en-US" sz="1000" dirty="0"/>
                        <a:t>Customer traffic and promotions are key drivers of restaurant performance and should be prioritized in operational planning.</a:t>
                      </a:r>
                    </a:p>
                  </a:txBody>
                  <a:tcPr anchor="ctr">
                    <a:lnL>
                      <a:noFill/>
                    </a:lnL>
                    <a:lnR>
                      <a:noFill/>
                    </a:lnR>
                    <a:lnT>
                      <a:noFill/>
                    </a:lnT>
                    <a:lnB>
                      <a:noFill/>
                    </a:lnB>
                    <a:noFill/>
                  </a:tcPr>
                </a:tc>
                <a:extLst>
                  <a:ext uri="{0D108BD9-81ED-4DB2-BD59-A6C34878D82A}">
                    <a16:rowId xmlns:a16="http://schemas.microsoft.com/office/drawing/2014/main" val="118240419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hape 11">
            <a:extLst>
              <a:ext uri="{FF2B5EF4-FFF2-40B4-BE49-F238E27FC236}">
                <a16:creationId xmlns:a16="http://schemas.microsoft.com/office/drawing/2014/main" id="{11E4EDEB-1B12-6665-6B19-2021A7C55098}"/>
              </a:ext>
            </a:extLst>
          </p:cNvPr>
          <p:cNvSpPr/>
          <p:nvPr/>
        </p:nvSpPr>
        <p:spPr>
          <a:xfrm>
            <a:off x="6000452" y="495794"/>
            <a:ext cx="2725948" cy="3787888"/>
          </a:xfrm>
          <a:prstGeom prst="rect">
            <a:avLst/>
          </a:prstGeom>
          <a:solidFill>
            <a:srgbClr val="F3F4F6"/>
          </a:solidFill>
          <a:ln w="9144">
            <a:solidFill>
              <a:srgbClr val="E5E7EB"/>
            </a:solidFill>
            <a:prstDash val="solid"/>
          </a:ln>
        </p:spPr>
        <p:txBody>
          <a:bodyPr/>
          <a:lstStyle/>
          <a:p>
            <a:endParaRPr lang="en-US" dirty="0"/>
          </a:p>
        </p:txBody>
      </p:sp>
      <p:sp>
        <p:nvSpPr>
          <p:cNvPr id="41" name="Text 0">
            <a:extLst>
              <a:ext uri="{FF2B5EF4-FFF2-40B4-BE49-F238E27FC236}">
                <a16:creationId xmlns:a16="http://schemas.microsoft.com/office/drawing/2014/main" id="{EEB27038-B451-A321-3C5C-B2954FBD1139}"/>
              </a:ext>
            </a:extLst>
          </p:cNvPr>
          <p:cNvSpPr/>
          <p:nvPr/>
        </p:nvSpPr>
        <p:spPr>
          <a:xfrm>
            <a:off x="228640" y="137103"/>
            <a:ext cx="68580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Operational Performance Drivers</a:t>
            </a:r>
            <a:endParaRPr lang="en-US" sz="2250" dirty="0"/>
          </a:p>
        </p:txBody>
      </p:sp>
      <p:sp>
        <p:nvSpPr>
          <p:cNvPr id="43" name="Text 1">
            <a:extLst>
              <a:ext uri="{FF2B5EF4-FFF2-40B4-BE49-F238E27FC236}">
                <a16:creationId xmlns:a16="http://schemas.microsoft.com/office/drawing/2014/main" id="{E95F6B2C-E440-AB82-958B-82BCB6D3A335}"/>
              </a:ext>
            </a:extLst>
          </p:cNvPr>
          <p:cNvSpPr/>
          <p:nvPr/>
        </p:nvSpPr>
        <p:spPr>
          <a:xfrm>
            <a:off x="228640" y="534867"/>
            <a:ext cx="68580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Three external and operational factors that shift daily performance</a:t>
            </a:r>
            <a:endParaRPr lang="en-US" sz="938" dirty="0"/>
          </a:p>
        </p:txBody>
      </p:sp>
      <p:pic>
        <p:nvPicPr>
          <p:cNvPr id="45" name="Image 2" descr="icons/weather_1E3A8A.png">
            <a:extLst>
              <a:ext uri="{FF2B5EF4-FFF2-40B4-BE49-F238E27FC236}">
                <a16:creationId xmlns:a16="http://schemas.microsoft.com/office/drawing/2014/main" id="{4EE82CE5-9FED-F2F5-8BF4-24312F046337}"/>
              </a:ext>
            </a:extLst>
          </p:cNvPr>
          <p:cNvPicPr>
            <a:picLocks noChangeAspect="1"/>
          </p:cNvPicPr>
          <p:nvPr/>
        </p:nvPicPr>
        <p:blipFill>
          <a:blip r:embed="rId2"/>
          <a:stretch>
            <a:fillRect/>
          </a:stretch>
        </p:blipFill>
        <p:spPr>
          <a:xfrm>
            <a:off x="376102" y="903460"/>
            <a:ext cx="246888" cy="246888"/>
          </a:xfrm>
          <a:prstGeom prst="rect">
            <a:avLst/>
          </a:prstGeom>
        </p:spPr>
      </p:pic>
      <p:sp>
        <p:nvSpPr>
          <p:cNvPr id="47" name="Text 4">
            <a:extLst>
              <a:ext uri="{FF2B5EF4-FFF2-40B4-BE49-F238E27FC236}">
                <a16:creationId xmlns:a16="http://schemas.microsoft.com/office/drawing/2014/main" id="{86F11EE8-B9F1-3837-D5F0-3B40DCCF8508}"/>
              </a:ext>
            </a:extLst>
          </p:cNvPr>
          <p:cNvSpPr/>
          <p:nvPr/>
        </p:nvSpPr>
        <p:spPr>
          <a:xfrm>
            <a:off x="762534" y="859540"/>
            <a:ext cx="2297430" cy="274320"/>
          </a:xfrm>
          <a:prstGeom prst="rect">
            <a:avLst/>
          </a:prstGeom>
          <a:noFill/>
          <a:ln/>
        </p:spPr>
        <p:txBody>
          <a:bodyPr wrap="square" rtlCol="0" anchor="ctr"/>
          <a:lstStyle/>
          <a:p>
            <a:r>
              <a:rPr lang="en-US" sz="1125" b="1" dirty="0">
                <a:solidFill>
                  <a:srgbClr val="1F2937"/>
                </a:solidFill>
                <a:latin typeface="Calibri" pitchFamily="34" charset="0"/>
                <a:ea typeface="Calibri" pitchFamily="34" charset="-122"/>
                <a:cs typeface="Calibri" pitchFamily="34" charset="-120"/>
              </a:rPr>
              <a:t>Weather Impact</a:t>
            </a:r>
            <a:endParaRPr lang="en-US" sz="1125" dirty="0"/>
          </a:p>
        </p:txBody>
      </p:sp>
      <p:grpSp>
        <p:nvGrpSpPr>
          <p:cNvPr id="48" name="Group 47">
            <a:extLst>
              <a:ext uri="{FF2B5EF4-FFF2-40B4-BE49-F238E27FC236}">
                <a16:creationId xmlns:a16="http://schemas.microsoft.com/office/drawing/2014/main" id="{5FBF3C63-4CB5-2B56-0B91-B508EBE03910}"/>
              </a:ext>
            </a:extLst>
          </p:cNvPr>
          <p:cNvGrpSpPr/>
          <p:nvPr/>
        </p:nvGrpSpPr>
        <p:grpSpPr>
          <a:xfrm>
            <a:off x="405047" y="1330899"/>
            <a:ext cx="4573117" cy="2865366"/>
            <a:chOff x="310306" y="133989"/>
            <a:chExt cx="4573117" cy="2865366"/>
          </a:xfrm>
        </p:grpSpPr>
        <p:sp>
          <p:nvSpPr>
            <p:cNvPr id="49" name="object 2"/>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50" name="object 4"/>
            <p:cNvSpPr txBox="1"/>
            <p:nvPr/>
          </p:nvSpPr>
          <p:spPr>
            <a:xfrm>
              <a:off x="310306" y="133989"/>
              <a:ext cx="2011859" cy="160469"/>
            </a:xfrm>
            <a:prstGeom prst="rect">
              <a:avLst/>
            </a:prstGeom>
          </p:spPr>
          <p:txBody>
            <a:bodyPr vert="horz" wrap="square" lIns="0" tIns="8930" rIns="0" bIns="0" rtlCol="0">
              <a:spAutoFit/>
            </a:bodyPr>
            <a:lstStyle/>
            <a:p>
              <a:pPr marL="8929">
                <a:spcBef>
                  <a:spcPts val="70"/>
                </a:spcBef>
              </a:pPr>
              <a:r>
                <a:rPr sz="984" spc="-53" dirty="0">
                  <a:solidFill>
                    <a:srgbClr val="252423"/>
                  </a:solidFill>
                  <a:latin typeface="Trebuchet MS"/>
                  <a:cs typeface="Trebuchet MS"/>
                </a:rPr>
                <a:t>Average</a:t>
              </a:r>
              <a:r>
                <a:rPr sz="984" spc="-35" dirty="0">
                  <a:solidFill>
                    <a:srgbClr val="252423"/>
                  </a:solidFill>
                  <a:latin typeface="Trebuchet MS"/>
                  <a:cs typeface="Trebuchet MS"/>
                </a:rPr>
                <a:t> </a:t>
              </a:r>
              <a:r>
                <a:rPr sz="984" spc="-74" dirty="0">
                  <a:solidFill>
                    <a:srgbClr val="252423"/>
                  </a:solidFill>
                  <a:latin typeface="Trebuchet MS"/>
                  <a:cs typeface="Trebuchet MS"/>
                </a:rPr>
                <a:t>of</a:t>
              </a:r>
              <a:r>
                <a:rPr sz="984" spc="-35" dirty="0">
                  <a:solidFill>
                    <a:srgbClr val="252423"/>
                  </a:solidFill>
                  <a:latin typeface="Trebuchet MS"/>
                  <a:cs typeface="Trebuchet MS"/>
                </a:rPr>
                <a:t> </a:t>
              </a:r>
              <a:r>
                <a:rPr sz="984" spc="-60" dirty="0">
                  <a:solidFill>
                    <a:srgbClr val="252423"/>
                  </a:solidFill>
                  <a:latin typeface="Trebuchet MS"/>
                  <a:cs typeface="Trebuchet MS"/>
                </a:rPr>
                <a:t>Total_Sales_GHS</a:t>
              </a:r>
              <a:r>
                <a:rPr sz="984" spc="-32" dirty="0">
                  <a:solidFill>
                    <a:srgbClr val="252423"/>
                  </a:solidFill>
                  <a:latin typeface="Trebuchet MS"/>
                  <a:cs typeface="Trebuchet MS"/>
                </a:rPr>
                <a:t> </a:t>
              </a:r>
              <a:r>
                <a:rPr sz="984" spc="-53" dirty="0">
                  <a:solidFill>
                    <a:srgbClr val="252423"/>
                  </a:solidFill>
                  <a:latin typeface="Trebuchet MS"/>
                  <a:cs typeface="Trebuchet MS"/>
                </a:rPr>
                <a:t>by</a:t>
              </a:r>
              <a:r>
                <a:rPr sz="984" spc="-35" dirty="0">
                  <a:solidFill>
                    <a:srgbClr val="252423"/>
                  </a:solidFill>
                  <a:latin typeface="Trebuchet MS"/>
                  <a:cs typeface="Trebuchet MS"/>
                </a:rPr>
                <a:t> </a:t>
              </a:r>
              <a:r>
                <a:rPr sz="984" spc="-49" dirty="0">
                  <a:solidFill>
                    <a:srgbClr val="252423"/>
                  </a:solidFill>
                  <a:latin typeface="Trebuchet MS"/>
                  <a:cs typeface="Trebuchet MS"/>
                </a:rPr>
                <a:t>Weather</a:t>
              </a:r>
              <a:endParaRPr sz="984">
                <a:latin typeface="Trebuchet MS"/>
                <a:cs typeface="Trebuchet MS"/>
              </a:endParaRPr>
            </a:p>
          </p:txBody>
        </p:sp>
        <p:sp>
          <p:nvSpPr>
            <p:cNvPr id="51" name="object 5"/>
            <p:cNvSpPr/>
            <p:nvPr/>
          </p:nvSpPr>
          <p:spPr>
            <a:xfrm>
              <a:off x="776650" y="855178"/>
              <a:ext cx="3388816" cy="1884164"/>
            </a:xfrm>
            <a:custGeom>
              <a:avLst/>
              <a:gdLst/>
              <a:ahLst/>
              <a:cxnLst/>
              <a:rect l="l" t="t" r="r" b="b"/>
              <a:pathLst>
                <a:path w="4819650" h="2679700">
                  <a:moveTo>
                    <a:pt x="9525" y="2673400"/>
                  </a:moveTo>
                  <a:lnTo>
                    <a:pt x="9067" y="2672283"/>
                  </a:lnTo>
                  <a:lnTo>
                    <a:pt x="7200" y="2670416"/>
                  </a:lnTo>
                  <a:lnTo>
                    <a:pt x="6083" y="2669946"/>
                  </a:lnTo>
                  <a:lnTo>
                    <a:pt x="3454" y="2669946"/>
                  </a:lnTo>
                  <a:lnTo>
                    <a:pt x="2336" y="2670416"/>
                  </a:lnTo>
                  <a:lnTo>
                    <a:pt x="469" y="2672283"/>
                  </a:lnTo>
                  <a:lnTo>
                    <a:pt x="0" y="2673400"/>
                  </a:lnTo>
                  <a:lnTo>
                    <a:pt x="0" y="2676029"/>
                  </a:lnTo>
                  <a:lnTo>
                    <a:pt x="469" y="2677147"/>
                  </a:lnTo>
                  <a:lnTo>
                    <a:pt x="2336" y="2679014"/>
                  </a:lnTo>
                  <a:lnTo>
                    <a:pt x="3454" y="2679471"/>
                  </a:lnTo>
                  <a:lnTo>
                    <a:pt x="6083" y="2679471"/>
                  </a:lnTo>
                  <a:lnTo>
                    <a:pt x="7200" y="2679014"/>
                  </a:lnTo>
                  <a:lnTo>
                    <a:pt x="9067" y="2677147"/>
                  </a:lnTo>
                  <a:lnTo>
                    <a:pt x="9525" y="2676029"/>
                  </a:lnTo>
                  <a:lnTo>
                    <a:pt x="9525" y="2673400"/>
                  </a:lnTo>
                  <a:close/>
                </a:path>
                <a:path w="4819650" h="2679700">
                  <a:moveTo>
                    <a:pt x="9525" y="2139404"/>
                  </a:moveTo>
                  <a:lnTo>
                    <a:pt x="9067" y="2138286"/>
                  </a:lnTo>
                  <a:lnTo>
                    <a:pt x="7200" y="2136432"/>
                  </a:lnTo>
                  <a:lnTo>
                    <a:pt x="6083" y="2135962"/>
                  </a:lnTo>
                  <a:lnTo>
                    <a:pt x="3454" y="2135962"/>
                  </a:lnTo>
                  <a:lnTo>
                    <a:pt x="2336" y="2136432"/>
                  </a:lnTo>
                  <a:lnTo>
                    <a:pt x="469" y="2138286"/>
                  </a:lnTo>
                  <a:lnTo>
                    <a:pt x="0" y="2139404"/>
                  </a:lnTo>
                  <a:lnTo>
                    <a:pt x="0" y="2142045"/>
                  </a:lnTo>
                  <a:lnTo>
                    <a:pt x="469" y="2143163"/>
                  </a:lnTo>
                  <a:lnTo>
                    <a:pt x="2336" y="2145017"/>
                  </a:lnTo>
                  <a:lnTo>
                    <a:pt x="3454" y="2145487"/>
                  </a:lnTo>
                  <a:lnTo>
                    <a:pt x="6083" y="2145487"/>
                  </a:lnTo>
                  <a:lnTo>
                    <a:pt x="7200" y="2145017"/>
                  </a:lnTo>
                  <a:lnTo>
                    <a:pt x="9067" y="2143163"/>
                  </a:lnTo>
                  <a:lnTo>
                    <a:pt x="9525" y="2142045"/>
                  </a:lnTo>
                  <a:lnTo>
                    <a:pt x="9525" y="2139404"/>
                  </a:lnTo>
                  <a:close/>
                </a:path>
                <a:path w="4819650" h="2679700">
                  <a:moveTo>
                    <a:pt x="9525" y="1605419"/>
                  </a:moveTo>
                  <a:lnTo>
                    <a:pt x="9067" y="1604302"/>
                  </a:lnTo>
                  <a:lnTo>
                    <a:pt x="7200" y="1602435"/>
                  </a:lnTo>
                  <a:lnTo>
                    <a:pt x="6083" y="1601965"/>
                  </a:lnTo>
                  <a:lnTo>
                    <a:pt x="3454" y="1601965"/>
                  </a:lnTo>
                  <a:lnTo>
                    <a:pt x="2336" y="1602435"/>
                  </a:lnTo>
                  <a:lnTo>
                    <a:pt x="469" y="1604302"/>
                  </a:lnTo>
                  <a:lnTo>
                    <a:pt x="0" y="1605419"/>
                  </a:lnTo>
                  <a:lnTo>
                    <a:pt x="0" y="1608048"/>
                  </a:lnTo>
                  <a:lnTo>
                    <a:pt x="469" y="1609166"/>
                  </a:lnTo>
                  <a:lnTo>
                    <a:pt x="2336" y="1611033"/>
                  </a:lnTo>
                  <a:lnTo>
                    <a:pt x="3454" y="1611490"/>
                  </a:lnTo>
                  <a:lnTo>
                    <a:pt x="6083" y="1611490"/>
                  </a:lnTo>
                  <a:lnTo>
                    <a:pt x="7200" y="1611033"/>
                  </a:lnTo>
                  <a:lnTo>
                    <a:pt x="9067" y="1609166"/>
                  </a:lnTo>
                  <a:lnTo>
                    <a:pt x="9525" y="1608048"/>
                  </a:lnTo>
                  <a:lnTo>
                    <a:pt x="9525" y="1605419"/>
                  </a:lnTo>
                  <a:close/>
                </a:path>
                <a:path w="4819650" h="2679700">
                  <a:moveTo>
                    <a:pt x="9525" y="1071422"/>
                  </a:moveTo>
                  <a:lnTo>
                    <a:pt x="9067" y="1070305"/>
                  </a:lnTo>
                  <a:lnTo>
                    <a:pt x="7200" y="1068451"/>
                  </a:lnTo>
                  <a:lnTo>
                    <a:pt x="6083" y="1067981"/>
                  </a:lnTo>
                  <a:lnTo>
                    <a:pt x="3454" y="1067981"/>
                  </a:lnTo>
                  <a:lnTo>
                    <a:pt x="2336" y="1068451"/>
                  </a:lnTo>
                  <a:lnTo>
                    <a:pt x="469" y="1070305"/>
                  </a:lnTo>
                  <a:lnTo>
                    <a:pt x="0" y="1071422"/>
                  </a:lnTo>
                  <a:lnTo>
                    <a:pt x="0" y="1074051"/>
                  </a:lnTo>
                  <a:lnTo>
                    <a:pt x="469" y="1075182"/>
                  </a:lnTo>
                  <a:lnTo>
                    <a:pt x="2336" y="1077036"/>
                  </a:lnTo>
                  <a:lnTo>
                    <a:pt x="3454" y="1077506"/>
                  </a:lnTo>
                  <a:lnTo>
                    <a:pt x="6083" y="1077506"/>
                  </a:lnTo>
                  <a:lnTo>
                    <a:pt x="7200" y="1077036"/>
                  </a:lnTo>
                  <a:lnTo>
                    <a:pt x="9067" y="1075182"/>
                  </a:lnTo>
                  <a:lnTo>
                    <a:pt x="9525" y="1074051"/>
                  </a:lnTo>
                  <a:lnTo>
                    <a:pt x="9525" y="1071422"/>
                  </a:lnTo>
                  <a:close/>
                </a:path>
                <a:path w="4819650" h="2679700">
                  <a:moveTo>
                    <a:pt x="9525" y="537438"/>
                  </a:moveTo>
                  <a:lnTo>
                    <a:pt x="9067" y="536308"/>
                  </a:lnTo>
                  <a:lnTo>
                    <a:pt x="7200" y="534454"/>
                  </a:lnTo>
                  <a:lnTo>
                    <a:pt x="6083" y="533984"/>
                  </a:lnTo>
                  <a:lnTo>
                    <a:pt x="3454" y="533984"/>
                  </a:lnTo>
                  <a:lnTo>
                    <a:pt x="2336" y="534454"/>
                  </a:lnTo>
                  <a:lnTo>
                    <a:pt x="469" y="536308"/>
                  </a:lnTo>
                  <a:lnTo>
                    <a:pt x="0" y="537438"/>
                  </a:lnTo>
                  <a:lnTo>
                    <a:pt x="0" y="540067"/>
                  </a:lnTo>
                  <a:lnTo>
                    <a:pt x="469" y="541185"/>
                  </a:lnTo>
                  <a:lnTo>
                    <a:pt x="2336" y="543052"/>
                  </a:lnTo>
                  <a:lnTo>
                    <a:pt x="3454" y="543509"/>
                  </a:lnTo>
                  <a:lnTo>
                    <a:pt x="6083" y="543509"/>
                  </a:lnTo>
                  <a:lnTo>
                    <a:pt x="7200" y="543052"/>
                  </a:lnTo>
                  <a:lnTo>
                    <a:pt x="9067" y="541185"/>
                  </a:lnTo>
                  <a:lnTo>
                    <a:pt x="9525" y="540067"/>
                  </a:lnTo>
                  <a:lnTo>
                    <a:pt x="9525" y="537438"/>
                  </a:lnTo>
                  <a:close/>
                </a:path>
                <a:path w="4819650" h="2679700">
                  <a:moveTo>
                    <a:pt x="9525" y="3441"/>
                  </a:moveTo>
                  <a:lnTo>
                    <a:pt x="9067" y="2324"/>
                  </a:lnTo>
                  <a:lnTo>
                    <a:pt x="7200" y="469"/>
                  </a:lnTo>
                  <a:lnTo>
                    <a:pt x="6083" y="0"/>
                  </a:lnTo>
                  <a:lnTo>
                    <a:pt x="3454" y="0"/>
                  </a:lnTo>
                  <a:lnTo>
                    <a:pt x="2336" y="469"/>
                  </a:lnTo>
                  <a:lnTo>
                    <a:pt x="469" y="2324"/>
                  </a:lnTo>
                  <a:lnTo>
                    <a:pt x="0" y="3441"/>
                  </a:lnTo>
                  <a:lnTo>
                    <a:pt x="0" y="6070"/>
                  </a:lnTo>
                  <a:lnTo>
                    <a:pt x="469" y="7200"/>
                  </a:lnTo>
                  <a:lnTo>
                    <a:pt x="2336" y="9055"/>
                  </a:lnTo>
                  <a:lnTo>
                    <a:pt x="3454" y="9525"/>
                  </a:lnTo>
                  <a:lnTo>
                    <a:pt x="6083" y="9525"/>
                  </a:lnTo>
                  <a:lnTo>
                    <a:pt x="7200" y="9055"/>
                  </a:lnTo>
                  <a:lnTo>
                    <a:pt x="9067" y="7200"/>
                  </a:lnTo>
                  <a:lnTo>
                    <a:pt x="9525" y="6070"/>
                  </a:lnTo>
                  <a:lnTo>
                    <a:pt x="9525" y="3441"/>
                  </a:lnTo>
                  <a:close/>
                </a:path>
                <a:path w="4819650" h="2679700">
                  <a:moveTo>
                    <a:pt x="57150" y="2673400"/>
                  </a:moveTo>
                  <a:lnTo>
                    <a:pt x="56692" y="2672283"/>
                  </a:lnTo>
                  <a:lnTo>
                    <a:pt x="54825" y="2670416"/>
                  </a:lnTo>
                  <a:lnTo>
                    <a:pt x="53708" y="2669946"/>
                  </a:lnTo>
                  <a:lnTo>
                    <a:pt x="51079" y="2669946"/>
                  </a:lnTo>
                  <a:lnTo>
                    <a:pt x="49961" y="2670416"/>
                  </a:lnTo>
                  <a:lnTo>
                    <a:pt x="48094" y="2672283"/>
                  </a:lnTo>
                  <a:lnTo>
                    <a:pt x="47625" y="2673400"/>
                  </a:lnTo>
                  <a:lnTo>
                    <a:pt x="47625" y="2676029"/>
                  </a:lnTo>
                  <a:lnTo>
                    <a:pt x="48094" y="2677147"/>
                  </a:lnTo>
                  <a:lnTo>
                    <a:pt x="49961" y="2679014"/>
                  </a:lnTo>
                  <a:lnTo>
                    <a:pt x="51079" y="2679471"/>
                  </a:lnTo>
                  <a:lnTo>
                    <a:pt x="53708" y="2679471"/>
                  </a:lnTo>
                  <a:lnTo>
                    <a:pt x="54825" y="2679014"/>
                  </a:lnTo>
                  <a:lnTo>
                    <a:pt x="56692" y="2677147"/>
                  </a:lnTo>
                  <a:lnTo>
                    <a:pt x="57150" y="2676029"/>
                  </a:lnTo>
                  <a:lnTo>
                    <a:pt x="57150" y="2673400"/>
                  </a:lnTo>
                  <a:close/>
                </a:path>
                <a:path w="4819650" h="2679700">
                  <a:moveTo>
                    <a:pt x="57150" y="2139404"/>
                  </a:moveTo>
                  <a:lnTo>
                    <a:pt x="56692" y="2138286"/>
                  </a:lnTo>
                  <a:lnTo>
                    <a:pt x="54825" y="2136432"/>
                  </a:lnTo>
                  <a:lnTo>
                    <a:pt x="53708" y="2135962"/>
                  </a:lnTo>
                  <a:lnTo>
                    <a:pt x="51079" y="2135962"/>
                  </a:lnTo>
                  <a:lnTo>
                    <a:pt x="49961" y="2136432"/>
                  </a:lnTo>
                  <a:lnTo>
                    <a:pt x="48094" y="2138286"/>
                  </a:lnTo>
                  <a:lnTo>
                    <a:pt x="47625" y="2139404"/>
                  </a:lnTo>
                  <a:lnTo>
                    <a:pt x="47625" y="2142045"/>
                  </a:lnTo>
                  <a:lnTo>
                    <a:pt x="48094" y="2143163"/>
                  </a:lnTo>
                  <a:lnTo>
                    <a:pt x="49961" y="2145017"/>
                  </a:lnTo>
                  <a:lnTo>
                    <a:pt x="51079" y="2145487"/>
                  </a:lnTo>
                  <a:lnTo>
                    <a:pt x="53708" y="2145487"/>
                  </a:lnTo>
                  <a:lnTo>
                    <a:pt x="54825" y="2145017"/>
                  </a:lnTo>
                  <a:lnTo>
                    <a:pt x="56692" y="2143163"/>
                  </a:lnTo>
                  <a:lnTo>
                    <a:pt x="57150" y="2142045"/>
                  </a:lnTo>
                  <a:lnTo>
                    <a:pt x="57150" y="2139404"/>
                  </a:lnTo>
                  <a:close/>
                </a:path>
                <a:path w="4819650" h="2679700">
                  <a:moveTo>
                    <a:pt x="57150" y="1605419"/>
                  </a:moveTo>
                  <a:lnTo>
                    <a:pt x="56692" y="1604302"/>
                  </a:lnTo>
                  <a:lnTo>
                    <a:pt x="54825" y="1602435"/>
                  </a:lnTo>
                  <a:lnTo>
                    <a:pt x="53708" y="1601965"/>
                  </a:lnTo>
                  <a:lnTo>
                    <a:pt x="51079" y="1601965"/>
                  </a:lnTo>
                  <a:lnTo>
                    <a:pt x="49961" y="1602435"/>
                  </a:lnTo>
                  <a:lnTo>
                    <a:pt x="48094" y="1604302"/>
                  </a:lnTo>
                  <a:lnTo>
                    <a:pt x="47625" y="1605419"/>
                  </a:lnTo>
                  <a:lnTo>
                    <a:pt x="47625" y="1608048"/>
                  </a:lnTo>
                  <a:lnTo>
                    <a:pt x="48094" y="1609166"/>
                  </a:lnTo>
                  <a:lnTo>
                    <a:pt x="49961" y="1611033"/>
                  </a:lnTo>
                  <a:lnTo>
                    <a:pt x="51079" y="1611490"/>
                  </a:lnTo>
                  <a:lnTo>
                    <a:pt x="53708" y="1611490"/>
                  </a:lnTo>
                  <a:lnTo>
                    <a:pt x="54825" y="1611033"/>
                  </a:lnTo>
                  <a:lnTo>
                    <a:pt x="56692" y="1609166"/>
                  </a:lnTo>
                  <a:lnTo>
                    <a:pt x="57150" y="1608048"/>
                  </a:lnTo>
                  <a:lnTo>
                    <a:pt x="57150" y="1605419"/>
                  </a:lnTo>
                  <a:close/>
                </a:path>
                <a:path w="4819650" h="2679700">
                  <a:moveTo>
                    <a:pt x="57150" y="1071422"/>
                  </a:moveTo>
                  <a:lnTo>
                    <a:pt x="56692" y="1070305"/>
                  </a:lnTo>
                  <a:lnTo>
                    <a:pt x="54825" y="1068451"/>
                  </a:lnTo>
                  <a:lnTo>
                    <a:pt x="53708" y="1067981"/>
                  </a:lnTo>
                  <a:lnTo>
                    <a:pt x="51079" y="1067981"/>
                  </a:lnTo>
                  <a:lnTo>
                    <a:pt x="49961" y="1068451"/>
                  </a:lnTo>
                  <a:lnTo>
                    <a:pt x="48094" y="1070305"/>
                  </a:lnTo>
                  <a:lnTo>
                    <a:pt x="47625" y="1071422"/>
                  </a:lnTo>
                  <a:lnTo>
                    <a:pt x="47625" y="1074051"/>
                  </a:lnTo>
                  <a:lnTo>
                    <a:pt x="48094" y="1075182"/>
                  </a:lnTo>
                  <a:lnTo>
                    <a:pt x="49961" y="1077036"/>
                  </a:lnTo>
                  <a:lnTo>
                    <a:pt x="51079" y="1077506"/>
                  </a:lnTo>
                  <a:lnTo>
                    <a:pt x="53708" y="1077506"/>
                  </a:lnTo>
                  <a:lnTo>
                    <a:pt x="54825" y="1077036"/>
                  </a:lnTo>
                  <a:lnTo>
                    <a:pt x="56692" y="1075182"/>
                  </a:lnTo>
                  <a:lnTo>
                    <a:pt x="57150" y="1074051"/>
                  </a:lnTo>
                  <a:lnTo>
                    <a:pt x="57150" y="1071422"/>
                  </a:lnTo>
                  <a:close/>
                </a:path>
                <a:path w="4819650" h="2679700">
                  <a:moveTo>
                    <a:pt x="57150" y="537438"/>
                  </a:moveTo>
                  <a:lnTo>
                    <a:pt x="56692" y="536308"/>
                  </a:lnTo>
                  <a:lnTo>
                    <a:pt x="54825" y="534454"/>
                  </a:lnTo>
                  <a:lnTo>
                    <a:pt x="53708" y="533984"/>
                  </a:lnTo>
                  <a:lnTo>
                    <a:pt x="51079" y="533984"/>
                  </a:lnTo>
                  <a:lnTo>
                    <a:pt x="49961" y="534454"/>
                  </a:lnTo>
                  <a:lnTo>
                    <a:pt x="48094" y="536308"/>
                  </a:lnTo>
                  <a:lnTo>
                    <a:pt x="47625" y="537438"/>
                  </a:lnTo>
                  <a:lnTo>
                    <a:pt x="47625" y="540067"/>
                  </a:lnTo>
                  <a:lnTo>
                    <a:pt x="48094" y="541185"/>
                  </a:lnTo>
                  <a:lnTo>
                    <a:pt x="49961" y="543052"/>
                  </a:lnTo>
                  <a:lnTo>
                    <a:pt x="51079" y="543509"/>
                  </a:lnTo>
                  <a:lnTo>
                    <a:pt x="53708" y="543509"/>
                  </a:lnTo>
                  <a:lnTo>
                    <a:pt x="54825" y="543052"/>
                  </a:lnTo>
                  <a:lnTo>
                    <a:pt x="56692" y="541185"/>
                  </a:lnTo>
                  <a:lnTo>
                    <a:pt x="57150" y="540067"/>
                  </a:lnTo>
                  <a:lnTo>
                    <a:pt x="57150" y="537438"/>
                  </a:lnTo>
                  <a:close/>
                </a:path>
                <a:path w="4819650" h="2679700">
                  <a:moveTo>
                    <a:pt x="57150" y="3441"/>
                  </a:moveTo>
                  <a:lnTo>
                    <a:pt x="56692" y="2324"/>
                  </a:lnTo>
                  <a:lnTo>
                    <a:pt x="54825" y="469"/>
                  </a:lnTo>
                  <a:lnTo>
                    <a:pt x="53708" y="0"/>
                  </a:lnTo>
                  <a:lnTo>
                    <a:pt x="51079" y="0"/>
                  </a:lnTo>
                  <a:lnTo>
                    <a:pt x="49961" y="469"/>
                  </a:lnTo>
                  <a:lnTo>
                    <a:pt x="48094" y="2324"/>
                  </a:lnTo>
                  <a:lnTo>
                    <a:pt x="47625" y="3441"/>
                  </a:lnTo>
                  <a:lnTo>
                    <a:pt x="47625" y="6070"/>
                  </a:lnTo>
                  <a:lnTo>
                    <a:pt x="48094" y="7200"/>
                  </a:lnTo>
                  <a:lnTo>
                    <a:pt x="49961" y="9055"/>
                  </a:lnTo>
                  <a:lnTo>
                    <a:pt x="51079" y="9525"/>
                  </a:lnTo>
                  <a:lnTo>
                    <a:pt x="53708" y="9525"/>
                  </a:lnTo>
                  <a:lnTo>
                    <a:pt x="54825" y="9055"/>
                  </a:lnTo>
                  <a:lnTo>
                    <a:pt x="56692" y="7200"/>
                  </a:lnTo>
                  <a:lnTo>
                    <a:pt x="57150" y="6070"/>
                  </a:lnTo>
                  <a:lnTo>
                    <a:pt x="57150" y="3441"/>
                  </a:lnTo>
                  <a:close/>
                </a:path>
                <a:path w="4819650" h="2679700">
                  <a:moveTo>
                    <a:pt x="104775" y="2673400"/>
                  </a:moveTo>
                  <a:lnTo>
                    <a:pt x="104317" y="2672283"/>
                  </a:lnTo>
                  <a:lnTo>
                    <a:pt x="102450" y="2670416"/>
                  </a:lnTo>
                  <a:lnTo>
                    <a:pt x="101333" y="2669946"/>
                  </a:lnTo>
                  <a:lnTo>
                    <a:pt x="98704" y="2669946"/>
                  </a:lnTo>
                  <a:lnTo>
                    <a:pt x="97586" y="2670416"/>
                  </a:lnTo>
                  <a:lnTo>
                    <a:pt x="95719" y="2672283"/>
                  </a:lnTo>
                  <a:lnTo>
                    <a:pt x="95250" y="2673400"/>
                  </a:lnTo>
                  <a:lnTo>
                    <a:pt x="95250" y="2676029"/>
                  </a:lnTo>
                  <a:lnTo>
                    <a:pt x="95719" y="2677147"/>
                  </a:lnTo>
                  <a:lnTo>
                    <a:pt x="97586" y="2679014"/>
                  </a:lnTo>
                  <a:lnTo>
                    <a:pt x="98704" y="2679471"/>
                  </a:lnTo>
                  <a:lnTo>
                    <a:pt x="101333" y="2679471"/>
                  </a:lnTo>
                  <a:lnTo>
                    <a:pt x="102450" y="2679014"/>
                  </a:lnTo>
                  <a:lnTo>
                    <a:pt x="104317" y="2677147"/>
                  </a:lnTo>
                  <a:lnTo>
                    <a:pt x="104775" y="2676029"/>
                  </a:lnTo>
                  <a:lnTo>
                    <a:pt x="104775" y="2673400"/>
                  </a:lnTo>
                  <a:close/>
                </a:path>
                <a:path w="4819650" h="2679700">
                  <a:moveTo>
                    <a:pt x="104775" y="2139404"/>
                  </a:moveTo>
                  <a:lnTo>
                    <a:pt x="104317" y="2138286"/>
                  </a:lnTo>
                  <a:lnTo>
                    <a:pt x="102450" y="2136432"/>
                  </a:lnTo>
                  <a:lnTo>
                    <a:pt x="101333" y="2135962"/>
                  </a:lnTo>
                  <a:lnTo>
                    <a:pt x="98704" y="2135962"/>
                  </a:lnTo>
                  <a:lnTo>
                    <a:pt x="97586" y="2136432"/>
                  </a:lnTo>
                  <a:lnTo>
                    <a:pt x="95719" y="2138286"/>
                  </a:lnTo>
                  <a:lnTo>
                    <a:pt x="95250" y="2139404"/>
                  </a:lnTo>
                  <a:lnTo>
                    <a:pt x="95250" y="2142045"/>
                  </a:lnTo>
                  <a:lnTo>
                    <a:pt x="95719" y="2143163"/>
                  </a:lnTo>
                  <a:lnTo>
                    <a:pt x="97586" y="2145017"/>
                  </a:lnTo>
                  <a:lnTo>
                    <a:pt x="98704" y="2145487"/>
                  </a:lnTo>
                  <a:lnTo>
                    <a:pt x="101333" y="2145487"/>
                  </a:lnTo>
                  <a:lnTo>
                    <a:pt x="102450" y="2145017"/>
                  </a:lnTo>
                  <a:lnTo>
                    <a:pt x="104317" y="2143163"/>
                  </a:lnTo>
                  <a:lnTo>
                    <a:pt x="104775" y="2142045"/>
                  </a:lnTo>
                  <a:lnTo>
                    <a:pt x="104775" y="2139404"/>
                  </a:lnTo>
                  <a:close/>
                </a:path>
                <a:path w="4819650" h="2679700">
                  <a:moveTo>
                    <a:pt x="104775" y="1605419"/>
                  </a:moveTo>
                  <a:lnTo>
                    <a:pt x="104317" y="1604302"/>
                  </a:lnTo>
                  <a:lnTo>
                    <a:pt x="102450" y="1602435"/>
                  </a:lnTo>
                  <a:lnTo>
                    <a:pt x="101333" y="1601965"/>
                  </a:lnTo>
                  <a:lnTo>
                    <a:pt x="98704" y="1601965"/>
                  </a:lnTo>
                  <a:lnTo>
                    <a:pt x="97586" y="1602435"/>
                  </a:lnTo>
                  <a:lnTo>
                    <a:pt x="95719" y="1604302"/>
                  </a:lnTo>
                  <a:lnTo>
                    <a:pt x="95250" y="1605419"/>
                  </a:lnTo>
                  <a:lnTo>
                    <a:pt x="95250" y="1608048"/>
                  </a:lnTo>
                  <a:lnTo>
                    <a:pt x="95719" y="1609166"/>
                  </a:lnTo>
                  <a:lnTo>
                    <a:pt x="97586" y="1611033"/>
                  </a:lnTo>
                  <a:lnTo>
                    <a:pt x="98704" y="1611490"/>
                  </a:lnTo>
                  <a:lnTo>
                    <a:pt x="101333" y="1611490"/>
                  </a:lnTo>
                  <a:lnTo>
                    <a:pt x="102450" y="1611033"/>
                  </a:lnTo>
                  <a:lnTo>
                    <a:pt x="104317" y="1609166"/>
                  </a:lnTo>
                  <a:lnTo>
                    <a:pt x="104775" y="1608048"/>
                  </a:lnTo>
                  <a:lnTo>
                    <a:pt x="104775" y="1605419"/>
                  </a:lnTo>
                  <a:close/>
                </a:path>
                <a:path w="4819650" h="2679700">
                  <a:moveTo>
                    <a:pt x="104775" y="1071422"/>
                  </a:moveTo>
                  <a:lnTo>
                    <a:pt x="104317" y="1070305"/>
                  </a:lnTo>
                  <a:lnTo>
                    <a:pt x="102450" y="1068451"/>
                  </a:lnTo>
                  <a:lnTo>
                    <a:pt x="101333" y="1067981"/>
                  </a:lnTo>
                  <a:lnTo>
                    <a:pt x="98704" y="1067981"/>
                  </a:lnTo>
                  <a:lnTo>
                    <a:pt x="97586" y="1068451"/>
                  </a:lnTo>
                  <a:lnTo>
                    <a:pt x="95719" y="1070305"/>
                  </a:lnTo>
                  <a:lnTo>
                    <a:pt x="95250" y="1071422"/>
                  </a:lnTo>
                  <a:lnTo>
                    <a:pt x="95250" y="1074051"/>
                  </a:lnTo>
                  <a:lnTo>
                    <a:pt x="95719" y="1075182"/>
                  </a:lnTo>
                  <a:lnTo>
                    <a:pt x="97586" y="1077036"/>
                  </a:lnTo>
                  <a:lnTo>
                    <a:pt x="98704" y="1077506"/>
                  </a:lnTo>
                  <a:lnTo>
                    <a:pt x="101333" y="1077506"/>
                  </a:lnTo>
                  <a:lnTo>
                    <a:pt x="102450" y="1077036"/>
                  </a:lnTo>
                  <a:lnTo>
                    <a:pt x="104317" y="1075182"/>
                  </a:lnTo>
                  <a:lnTo>
                    <a:pt x="104775" y="1074051"/>
                  </a:lnTo>
                  <a:lnTo>
                    <a:pt x="104775" y="1071422"/>
                  </a:lnTo>
                  <a:close/>
                </a:path>
                <a:path w="4819650" h="2679700">
                  <a:moveTo>
                    <a:pt x="104775" y="537438"/>
                  </a:moveTo>
                  <a:lnTo>
                    <a:pt x="104317" y="536308"/>
                  </a:lnTo>
                  <a:lnTo>
                    <a:pt x="102450" y="534454"/>
                  </a:lnTo>
                  <a:lnTo>
                    <a:pt x="101333" y="533984"/>
                  </a:lnTo>
                  <a:lnTo>
                    <a:pt x="98704" y="533984"/>
                  </a:lnTo>
                  <a:lnTo>
                    <a:pt x="97586" y="534454"/>
                  </a:lnTo>
                  <a:lnTo>
                    <a:pt x="95719" y="536308"/>
                  </a:lnTo>
                  <a:lnTo>
                    <a:pt x="95250" y="537438"/>
                  </a:lnTo>
                  <a:lnTo>
                    <a:pt x="95250" y="540067"/>
                  </a:lnTo>
                  <a:lnTo>
                    <a:pt x="95719" y="541185"/>
                  </a:lnTo>
                  <a:lnTo>
                    <a:pt x="97586" y="543052"/>
                  </a:lnTo>
                  <a:lnTo>
                    <a:pt x="98704" y="543509"/>
                  </a:lnTo>
                  <a:lnTo>
                    <a:pt x="101333" y="543509"/>
                  </a:lnTo>
                  <a:lnTo>
                    <a:pt x="102450" y="543052"/>
                  </a:lnTo>
                  <a:lnTo>
                    <a:pt x="104317" y="541185"/>
                  </a:lnTo>
                  <a:lnTo>
                    <a:pt x="104775" y="540067"/>
                  </a:lnTo>
                  <a:lnTo>
                    <a:pt x="104775" y="537438"/>
                  </a:lnTo>
                  <a:close/>
                </a:path>
                <a:path w="4819650" h="2679700">
                  <a:moveTo>
                    <a:pt x="104775" y="3441"/>
                  </a:moveTo>
                  <a:lnTo>
                    <a:pt x="104317" y="2324"/>
                  </a:lnTo>
                  <a:lnTo>
                    <a:pt x="102450" y="469"/>
                  </a:lnTo>
                  <a:lnTo>
                    <a:pt x="101333" y="0"/>
                  </a:lnTo>
                  <a:lnTo>
                    <a:pt x="98704" y="0"/>
                  </a:lnTo>
                  <a:lnTo>
                    <a:pt x="97586" y="469"/>
                  </a:lnTo>
                  <a:lnTo>
                    <a:pt x="95719" y="2324"/>
                  </a:lnTo>
                  <a:lnTo>
                    <a:pt x="95250" y="3441"/>
                  </a:lnTo>
                  <a:lnTo>
                    <a:pt x="95250" y="6070"/>
                  </a:lnTo>
                  <a:lnTo>
                    <a:pt x="95719" y="7200"/>
                  </a:lnTo>
                  <a:lnTo>
                    <a:pt x="97586" y="9055"/>
                  </a:lnTo>
                  <a:lnTo>
                    <a:pt x="98704" y="9525"/>
                  </a:lnTo>
                  <a:lnTo>
                    <a:pt x="101333" y="9525"/>
                  </a:lnTo>
                  <a:lnTo>
                    <a:pt x="102450" y="9055"/>
                  </a:lnTo>
                  <a:lnTo>
                    <a:pt x="104317" y="7200"/>
                  </a:lnTo>
                  <a:lnTo>
                    <a:pt x="104775" y="6070"/>
                  </a:lnTo>
                  <a:lnTo>
                    <a:pt x="104775" y="3441"/>
                  </a:lnTo>
                  <a:close/>
                </a:path>
                <a:path w="4819650" h="2679700">
                  <a:moveTo>
                    <a:pt x="152400" y="2673400"/>
                  </a:moveTo>
                  <a:lnTo>
                    <a:pt x="151942" y="2672283"/>
                  </a:lnTo>
                  <a:lnTo>
                    <a:pt x="150075" y="2670416"/>
                  </a:lnTo>
                  <a:lnTo>
                    <a:pt x="148958" y="2669946"/>
                  </a:lnTo>
                  <a:lnTo>
                    <a:pt x="146329" y="2669946"/>
                  </a:lnTo>
                  <a:lnTo>
                    <a:pt x="145211" y="2670416"/>
                  </a:lnTo>
                  <a:lnTo>
                    <a:pt x="143344" y="2672283"/>
                  </a:lnTo>
                  <a:lnTo>
                    <a:pt x="142875" y="2673400"/>
                  </a:lnTo>
                  <a:lnTo>
                    <a:pt x="142875" y="2676029"/>
                  </a:lnTo>
                  <a:lnTo>
                    <a:pt x="143344" y="2677147"/>
                  </a:lnTo>
                  <a:lnTo>
                    <a:pt x="145211" y="2679014"/>
                  </a:lnTo>
                  <a:lnTo>
                    <a:pt x="146329" y="2679471"/>
                  </a:lnTo>
                  <a:lnTo>
                    <a:pt x="148958" y="2679471"/>
                  </a:lnTo>
                  <a:lnTo>
                    <a:pt x="150075" y="2679014"/>
                  </a:lnTo>
                  <a:lnTo>
                    <a:pt x="151942" y="2677147"/>
                  </a:lnTo>
                  <a:lnTo>
                    <a:pt x="152400" y="2676029"/>
                  </a:lnTo>
                  <a:lnTo>
                    <a:pt x="152400" y="2673400"/>
                  </a:lnTo>
                  <a:close/>
                </a:path>
                <a:path w="4819650" h="2679700">
                  <a:moveTo>
                    <a:pt x="152400" y="2139404"/>
                  </a:moveTo>
                  <a:lnTo>
                    <a:pt x="151942" y="2138286"/>
                  </a:lnTo>
                  <a:lnTo>
                    <a:pt x="150075" y="2136432"/>
                  </a:lnTo>
                  <a:lnTo>
                    <a:pt x="148958" y="2135962"/>
                  </a:lnTo>
                  <a:lnTo>
                    <a:pt x="146329" y="2135962"/>
                  </a:lnTo>
                  <a:lnTo>
                    <a:pt x="145211" y="2136432"/>
                  </a:lnTo>
                  <a:lnTo>
                    <a:pt x="143344" y="2138286"/>
                  </a:lnTo>
                  <a:lnTo>
                    <a:pt x="142875" y="2139404"/>
                  </a:lnTo>
                  <a:lnTo>
                    <a:pt x="142875" y="2142045"/>
                  </a:lnTo>
                  <a:lnTo>
                    <a:pt x="143344" y="2143163"/>
                  </a:lnTo>
                  <a:lnTo>
                    <a:pt x="145211" y="2145017"/>
                  </a:lnTo>
                  <a:lnTo>
                    <a:pt x="146329" y="2145487"/>
                  </a:lnTo>
                  <a:lnTo>
                    <a:pt x="148958" y="2145487"/>
                  </a:lnTo>
                  <a:lnTo>
                    <a:pt x="150075" y="2145017"/>
                  </a:lnTo>
                  <a:lnTo>
                    <a:pt x="151942" y="2143163"/>
                  </a:lnTo>
                  <a:lnTo>
                    <a:pt x="152400" y="2142045"/>
                  </a:lnTo>
                  <a:lnTo>
                    <a:pt x="152400" y="2139404"/>
                  </a:lnTo>
                  <a:close/>
                </a:path>
                <a:path w="4819650" h="2679700">
                  <a:moveTo>
                    <a:pt x="152400" y="1605419"/>
                  </a:moveTo>
                  <a:lnTo>
                    <a:pt x="151942" y="1604302"/>
                  </a:lnTo>
                  <a:lnTo>
                    <a:pt x="150075" y="1602435"/>
                  </a:lnTo>
                  <a:lnTo>
                    <a:pt x="148958" y="1601965"/>
                  </a:lnTo>
                  <a:lnTo>
                    <a:pt x="146329" y="1601965"/>
                  </a:lnTo>
                  <a:lnTo>
                    <a:pt x="145211" y="1602435"/>
                  </a:lnTo>
                  <a:lnTo>
                    <a:pt x="143344" y="1604302"/>
                  </a:lnTo>
                  <a:lnTo>
                    <a:pt x="142875" y="1605419"/>
                  </a:lnTo>
                  <a:lnTo>
                    <a:pt x="142875" y="1608048"/>
                  </a:lnTo>
                  <a:lnTo>
                    <a:pt x="143344" y="1609166"/>
                  </a:lnTo>
                  <a:lnTo>
                    <a:pt x="145211" y="1611033"/>
                  </a:lnTo>
                  <a:lnTo>
                    <a:pt x="146329" y="1611490"/>
                  </a:lnTo>
                  <a:lnTo>
                    <a:pt x="148958" y="1611490"/>
                  </a:lnTo>
                  <a:lnTo>
                    <a:pt x="150075" y="1611033"/>
                  </a:lnTo>
                  <a:lnTo>
                    <a:pt x="151942" y="1609166"/>
                  </a:lnTo>
                  <a:lnTo>
                    <a:pt x="152400" y="1608048"/>
                  </a:lnTo>
                  <a:lnTo>
                    <a:pt x="152400" y="1605419"/>
                  </a:lnTo>
                  <a:close/>
                </a:path>
                <a:path w="4819650" h="2679700">
                  <a:moveTo>
                    <a:pt x="152400" y="1071422"/>
                  </a:moveTo>
                  <a:lnTo>
                    <a:pt x="151942" y="1070305"/>
                  </a:lnTo>
                  <a:lnTo>
                    <a:pt x="150075" y="1068451"/>
                  </a:lnTo>
                  <a:lnTo>
                    <a:pt x="148958" y="1067981"/>
                  </a:lnTo>
                  <a:lnTo>
                    <a:pt x="146329" y="1067981"/>
                  </a:lnTo>
                  <a:lnTo>
                    <a:pt x="145211" y="1068451"/>
                  </a:lnTo>
                  <a:lnTo>
                    <a:pt x="143344" y="1070305"/>
                  </a:lnTo>
                  <a:lnTo>
                    <a:pt x="142875" y="1071422"/>
                  </a:lnTo>
                  <a:lnTo>
                    <a:pt x="142875" y="1074051"/>
                  </a:lnTo>
                  <a:lnTo>
                    <a:pt x="143344" y="1075182"/>
                  </a:lnTo>
                  <a:lnTo>
                    <a:pt x="145211" y="1077036"/>
                  </a:lnTo>
                  <a:lnTo>
                    <a:pt x="146329" y="1077506"/>
                  </a:lnTo>
                  <a:lnTo>
                    <a:pt x="148958" y="1077506"/>
                  </a:lnTo>
                  <a:lnTo>
                    <a:pt x="150075" y="1077036"/>
                  </a:lnTo>
                  <a:lnTo>
                    <a:pt x="151942" y="1075182"/>
                  </a:lnTo>
                  <a:lnTo>
                    <a:pt x="152400" y="1074051"/>
                  </a:lnTo>
                  <a:lnTo>
                    <a:pt x="152400" y="1071422"/>
                  </a:lnTo>
                  <a:close/>
                </a:path>
                <a:path w="4819650" h="2679700">
                  <a:moveTo>
                    <a:pt x="152400" y="537438"/>
                  </a:moveTo>
                  <a:lnTo>
                    <a:pt x="151942" y="536308"/>
                  </a:lnTo>
                  <a:lnTo>
                    <a:pt x="150075" y="534454"/>
                  </a:lnTo>
                  <a:lnTo>
                    <a:pt x="148958" y="533984"/>
                  </a:lnTo>
                  <a:lnTo>
                    <a:pt x="146329" y="533984"/>
                  </a:lnTo>
                  <a:lnTo>
                    <a:pt x="145211" y="534454"/>
                  </a:lnTo>
                  <a:lnTo>
                    <a:pt x="143344" y="536308"/>
                  </a:lnTo>
                  <a:lnTo>
                    <a:pt x="142875" y="537438"/>
                  </a:lnTo>
                  <a:lnTo>
                    <a:pt x="142875" y="540067"/>
                  </a:lnTo>
                  <a:lnTo>
                    <a:pt x="143344" y="541185"/>
                  </a:lnTo>
                  <a:lnTo>
                    <a:pt x="145211" y="543052"/>
                  </a:lnTo>
                  <a:lnTo>
                    <a:pt x="146329" y="543509"/>
                  </a:lnTo>
                  <a:lnTo>
                    <a:pt x="148958" y="543509"/>
                  </a:lnTo>
                  <a:lnTo>
                    <a:pt x="150075" y="543052"/>
                  </a:lnTo>
                  <a:lnTo>
                    <a:pt x="151942" y="541185"/>
                  </a:lnTo>
                  <a:lnTo>
                    <a:pt x="152400" y="540067"/>
                  </a:lnTo>
                  <a:lnTo>
                    <a:pt x="152400" y="537438"/>
                  </a:lnTo>
                  <a:close/>
                </a:path>
                <a:path w="4819650" h="2679700">
                  <a:moveTo>
                    <a:pt x="152400" y="3441"/>
                  </a:moveTo>
                  <a:lnTo>
                    <a:pt x="151942" y="2324"/>
                  </a:lnTo>
                  <a:lnTo>
                    <a:pt x="150075" y="469"/>
                  </a:lnTo>
                  <a:lnTo>
                    <a:pt x="148958" y="0"/>
                  </a:lnTo>
                  <a:lnTo>
                    <a:pt x="146329" y="0"/>
                  </a:lnTo>
                  <a:lnTo>
                    <a:pt x="145211" y="469"/>
                  </a:lnTo>
                  <a:lnTo>
                    <a:pt x="143344" y="2324"/>
                  </a:lnTo>
                  <a:lnTo>
                    <a:pt x="142875" y="3441"/>
                  </a:lnTo>
                  <a:lnTo>
                    <a:pt x="142875" y="6070"/>
                  </a:lnTo>
                  <a:lnTo>
                    <a:pt x="143344" y="7200"/>
                  </a:lnTo>
                  <a:lnTo>
                    <a:pt x="145211" y="9055"/>
                  </a:lnTo>
                  <a:lnTo>
                    <a:pt x="146329" y="9525"/>
                  </a:lnTo>
                  <a:lnTo>
                    <a:pt x="148958" y="9525"/>
                  </a:lnTo>
                  <a:lnTo>
                    <a:pt x="150075" y="9055"/>
                  </a:lnTo>
                  <a:lnTo>
                    <a:pt x="151942" y="7200"/>
                  </a:lnTo>
                  <a:lnTo>
                    <a:pt x="152400" y="6070"/>
                  </a:lnTo>
                  <a:lnTo>
                    <a:pt x="152400" y="3441"/>
                  </a:lnTo>
                  <a:close/>
                </a:path>
                <a:path w="4819650" h="2679700">
                  <a:moveTo>
                    <a:pt x="200025" y="2673400"/>
                  </a:moveTo>
                  <a:lnTo>
                    <a:pt x="199567" y="2672283"/>
                  </a:lnTo>
                  <a:lnTo>
                    <a:pt x="197700" y="2670416"/>
                  </a:lnTo>
                  <a:lnTo>
                    <a:pt x="196583" y="2669946"/>
                  </a:lnTo>
                  <a:lnTo>
                    <a:pt x="193954" y="2669946"/>
                  </a:lnTo>
                  <a:lnTo>
                    <a:pt x="192836" y="2670416"/>
                  </a:lnTo>
                  <a:lnTo>
                    <a:pt x="190969" y="2672283"/>
                  </a:lnTo>
                  <a:lnTo>
                    <a:pt x="190500" y="2673400"/>
                  </a:lnTo>
                  <a:lnTo>
                    <a:pt x="190500" y="2676029"/>
                  </a:lnTo>
                  <a:lnTo>
                    <a:pt x="190969" y="2677147"/>
                  </a:lnTo>
                  <a:lnTo>
                    <a:pt x="192836" y="2679014"/>
                  </a:lnTo>
                  <a:lnTo>
                    <a:pt x="193954" y="2679471"/>
                  </a:lnTo>
                  <a:lnTo>
                    <a:pt x="196583" y="2679471"/>
                  </a:lnTo>
                  <a:lnTo>
                    <a:pt x="197700" y="2679014"/>
                  </a:lnTo>
                  <a:lnTo>
                    <a:pt x="199567" y="2677147"/>
                  </a:lnTo>
                  <a:lnTo>
                    <a:pt x="200025" y="2676029"/>
                  </a:lnTo>
                  <a:lnTo>
                    <a:pt x="200025" y="2673400"/>
                  </a:lnTo>
                  <a:close/>
                </a:path>
                <a:path w="4819650" h="2679700">
                  <a:moveTo>
                    <a:pt x="200025" y="2139404"/>
                  </a:moveTo>
                  <a:lnTo>
                    <a:pt x="199567" y="2138286"/>
                  </a:lnTo>
                  <a:lnTo>
                    <a:pt x="197700" y="2136432"/>
                  </a:lnTo>
                  <a:lnTo>
                    <a:pt x="196583" y="2135962"/>
                  </a:lnTo>
                  <a:lnTo>
                    <a:pt x="193954" y="2135962"/>
                  </a:lnTo>
                  <a:lnTo>
                    <a:pt x="192836" y="2136432"/>
                  </a:lnTo>
                  <a:lnTo>
                    <a:pt x="190969" y="2138286"/>
                  </a:lnTo>
                  <a:lnTo>
                    <a:pt x="190500" y="2139404"/>
                  </a:lnTo>
                  <a:lnTo>
                    <a:pt x="190500" y="2142045"/>
                  </a:lnTo>
                  <a:lnTo>
                    <a:pt x="190969" y="2143163"/>
                  </a:lnTo>
                  <a:lnTo>
                    <a:pt x="192836" y="2145017"/>
                  </a:lnTo>
                  <a:lnTo>
                    <a:pt x="193954" y="2145487"/>
                  </a:lnTo>
                  <a:lnTo>
                    <a:pt x="196583" y="2145487"/>
                  </a:lnTo>
                  <a:lnTo>
                    <a:pt x="197700" y="2145017"/>
                  </a:lnTo>
                  <a:lnTo>
                    <a:pt x="199567" y="2143163"/>
                  </a:lnTo>
                  <a:lnTo>
                    <a:pt x="200025" y="2142045"/>
                  </a:lnTo>
                  <a:lnTo>
                    <a:pt x="200025" y="2139404"/>
                  </a:lnTo>
                  <a:close/>
                </a:path>
                <a:path w="4819650" h="2679700">
                  <a:moveTo>
                    <a:pt x="200025" y="1605419"/>
                  </a:moveTo>
                  <a:lnTo>
                    <a:pt x="199567" y="1604302"/>
                  </a:lnTo>
                  <a:lnTo>
                    <a:pt x="197700" y="1602435"/>
                  </a:lnTo>
                  <a:lnTo>
                    <a:pt x="196583" y="1601965"/>
                  </a:lnTo>
                  <a:lnTo>
                    <a:pt x="193954" y="1601965"/>
                  </a:lnTo>
                  <a:lnTo>
                    <a:pt x="192836" y="1602435"/>
                  </a:lnTo>
                  <a:lnTo>
                    <a:pt x="190969" y="1604302"/>
                  </a:lnTo>
                  <a:lnTo>
                    <a:pt x="190500" y="1605419"/>
                  </a:lnTo>
                  <a:lnTo>
                    <a:pt x="190500" y="1608048"/>
                  </a:lnTo>
                  <a:lnTo>
                    <a:pt x="190969" y="1609166"/>
                  </a:lnTo>
                  <a:lnTo>
                    <a:pt x="192836" y="1611033"/>
                  </a:lnTo>
                  <a:lnTo>
                    <a:pt x="193954" y="1611490"/>
                  </a:lnTo>
                  <a:lnTo>
                    <a:pt x="196583" y="1611490"/>
                  </a:lnTo>
                  <a:lnTo>
                    <a:pt x="197700" y="1611033"/>
                  </a:lnTo>
                  <a:lnTo>
                    <a:pt x="199567" y="1609166"/>
                  </a:lnTo>
                  <a:lnTo>
                    <a:pt x="200025" y="1608048"/>
                  </a:lnTo>
                  <a:lnTo>
                    <a:pt x="200025" y="1605419"/>
                  </a:lnTo>
                  <a:close/>
                </a:path>
                <a:path w="4819650" h="2679700">
                  <a:moveTo>
                    <a:pt x="200025" y="1071422"/>
                  </a:moveTo>
                  <a:lnTo>
                    <a:pt x="199567" y="1070305"/>
                  </a:lnTo>
                  <a:lnTo>
                    <a:pt x="197700" y="1068451"/>
                  </a:lnTo>
                  <a:lnTo>
                    <a:pt x="196583" y="1067981"/>
                  </a:lnTo>
                  <a:lnTo>
                    <a:pt x="193954" y="1067981"/>
                  </a:lnTo>
                  <a:lnTo>
                    <a:pt x="192836" y="1068451"/>
                  </a:lnTo>
                  <a:lnTo>
                    <a:pt x="190969" y="1070305"/>
                  </a:lnTo>
                  <a:lnTo>
                    <a:pt x="190500" y="1071422"/>
                  </a:lnTo>
                  <a:lnTo>
                    <a:pt x="190500" y="1074051"/>
                  </a:lnTo>
                  <a:lnTo>
                    <a:pt x="190969" y="1075182"/>
                  </a:lnTo>
                  <a:lnTo>
                    <a:pt x="192836" y="1077036"/>
                  </a:lnTo>
                  <a:lnTo>
                    <a:pt x="193954" y="1077506"/>
                  </a:lnTo>
                  <a:lnTo>
                    <a:pt x="196583" y="1077506"/>
                  </a:lnTo>
                  <a:lnTo>
                    <a:pt x="197700" y="1077036"/>
                  </a:lnTo>
                  <a:lnTo>
                    <a:pt x="199567" y="1075182"/>
                  </a:lnTo>
                  <a:lnTo>
                    <a:pt x="200025" y="1074051"/>
                  </a:lnTo>
                  <a:lnTo>
                    <a:pt x="200025" y="1071422"/>
                  </a:lnTo>
                  <a:close/>
                </a:path>
                <a:path w="4819650" h="2679700">
                  <a:moveTo>
                    <a:pt x="200025" y="537438"/>
                  </a:moveTo>
                  <a:lnTo>
                    <a:pt x="199567" y="536308"/>
                  </a:lnTo>
                  <a:lnTo>
                    <a:pt x="197700" y="534454"/>
                  </a:lnTo>
                  <a:lnTo>
                    <a:pt x="196583" y="533984"/>
                  </a:lnTo>
                  <a:lnTo>
                    <a:pt x="193954" y="533984"/>
                  </a:lnTo>
                  <a:lnTo>
                    <a:pt x="192836" y="534454"/>
                  </a:lnTo>
                  <a:lnTo>
                    <a:pt x="190969" y="536308"/>
                  </a:lnTo>
                  <a:lnTo>
                    <a:pt x="190500" y="537438"/>
                  </a:lnTo>
                  <a:lnTo>
                    <a:pt x="190500" y="540067"/>
                  </a:lnTo>
                  <a:lnTo>
                    <a:pt x="190969" y="541185"/>
                  </a:lnTo>
                  <a:lnTo>
                    <a:pt x="192836" y="543052"/>
                  </a:lnTo>
                  <a:lnTo>
                    <a:pt x="193954" y="543509"/>
                  </a:lnTo>
                  <a:lnTo>
                    <a:pt x="196583" y="543509"/>
                  </a:lnTo>
                  <a:lnTo>
                    <a:pt x="197700" y="543052"/>
                  </a:lnTo>
                  <a:lnTo>
                    <a:pt x="199567" y="541185"/>
                  </a:lnTo>
                  <a:lnTo>
                    <a:pt x="200025" y="540067"/>
                  </a:lnTo>
                  <a:lnTo>
                    <a:pt x="200025" y="537438"/>
                  </a:lnTo>
                  <a:close/>
                </a:path>
                <a:path w="4819650" h="2679700">
                  <a:moveTo>
                    <a:pt x="200025" y="3441"/>
                  </a:moveTo>
                  <a:lnTo>
                    <a:pt x="199567" y="2324"/>
                  </a:lnTo>
                  <a:lnTo>
                    <a:pt x="197700" y="469"/>
                  </a:lnTo>
                  <a:lnTo>
                    <a:pt x="196583" y="0"/>
                  </a:lnTo>
                  <a:lnTo>
                    <a:pt x="193954" y="0"/>
                  </a:lnTo>
                  <a:lnTo>
                    <a:pt x="192836" y="469"/>
                  </a:lnTo>
                  <a:lnTo>
                    <a:pt x="190969" y="2324"/>
                  </a:lnTo>
                  <a:lnTo>
                    <a:pt x="190500" y="3441"/>
                  </a:lnTo>
                  <a:lnTo>
                    <a:pt x="190500" y="6070"/>
                  </a:lnTo>
                  <a:lnTo>
                    <a:pt x="190969" y="7200"/>
                  </a:lnTo>
                  <a:lnTo>
                    <a:pt x="192836" y="9055"/>
                  </a:lnTo>
                  <a:lnTo>
                    <a:pt x="193954" y="9525"/>
                  </a:lnTo>
                  <a:lnTo>
                    <a:pt x="196583" y="9525"/>
                  </a:lnTo>
                  <a:lnTo>
                    <a:pt x="197700" y="9055"/>
                  </a:lnTo>
                  <a:lnTo>
                    <a:pt x="199567" y="7200"/>
                  </a:lnTo>
                  <a:lnTo>
                    <a:pt x="200025" y="6070"/>
                  </a:lnTo>
                  <a:lnTo>
                    <a:pt x="200025" y="3441"/>
                  </a:lnTo>
                  <a:close/>
                </a:path>
                <a:path w="4819650" h="2679700">
                  <a:moveTo>
                    <a:pt x="247650" y="2673400"/>
                  </a:moveTo>
                  <a:lnTo>
                    <a:pt x="247192" y="2672283"/>
                  </a:lnTo>
                  <a:lnTo>
                    <a:pt x="245325" y="2670416"/>
                  </a:lnTo>
                  <a:lnTo>
                    <a:pt x="244208" y="2669946"/>
                  </a:lnTo>
                  <a:lnTo>
                    <a:pt x="241579" y="2669946"/>
                  </a:lnTo>
                  <a:lnTo>
                    <a:pt x="240461" y="2670416"/>
                  </a:lnTo>
                  <a:lnTo>
                    <a:pt x="238594" y="2672283"/>
                  </a:lnTo>
                  <a:lnTo>
                    <a:pt x="238125" y="2673400"/>
                  </a:lnTo>
                  <a:lnTo>
                    <a:pt x="238125" y="2676029"/>
                  </a:lnTo>
                  <a:lnTo>
                    <a:pt x="238594" y="2677147"/>
                  </a:lnTo>
                  <a:lnTo>
                    <a:pt x="240461" y="2679014"/>
                  </a:lnTo>
                  <a:lnTo>
                    <a:pt x="241579" y="2679471"/>
                  </a:lnTo>
                  <a:lnTo>
                    <a:pt x="244208" y="2679471"/>
                  </a:lnTo>
                  <a:lnTo>
                    <a:pt x="245325" y="2679014"/>
                  </a:lnTo>
                  <a:lnTo>
                    <a:pt x="247192" y="2677147"/>
                  </a:lnTo>
                  <a:lnTo>
                    <a:pt x="247650" y="2676029"/>
                  </a:lnTo>
                  <a:lnTo>
                    <a:pt x="247650" y="2673400"/>
                  </a:lnTo>
                  <a:close/>
                </a:path>
                <a:path w="4819650" h="2679700">
                  <a:moveTo>
                    <a:pt x="247650" y="2139404"/>
                  </a:moveTo>
                  <a:lnTo>
                    <a:pt x="247192" y="2138286"/>
                  </a:lnTo>
                  <a:lnTo>
                    <a:pt x="245325" y="2136432"/>
                  </a:lnTo>
                  <a:lnTo>
                    <a:pt x="244208" y="2135962"/>
                  </a:lnTo>
                  <a:lnTo>
                    <a:pt x="241579" y="2135962"/>
                  </a:lnTo>
                  <a:lnTo>
                    <a:pt x="240461" y="2136432"/>
                  </a:lnTo>
                  <a:lnTo>
                    <a:pt x="238594" y="2138286"/>
                  </a:lnTo>
                  <a:lnTo>
                    <a:pt x="238125" y="2139404"/>
                  </a:lnTo>
                  <a:lnTo>
                    <a:pt x="238125" y="2142045"/>
                  </a:lnTo>
                  <a:lnTo>
                    <a:pt x="238594" y="2143163"/>
                  </a:lnTo>
                  <a:lnTo>
                    <a:pt x="240461" y="2145017"/>
                  </a:lnTo>
                  <a:lnTo>
                    <a:pt x="241579" y="2145487"/>
                  </a:lnTo>
                  <a:lnTo>
                    <a:pt x="244208" y="2145487"/>
                  </a:lnTo>
                  <a:lnTo>
                    <a:pt x="245325" y="2145017"/>
                  </a:lnTo>
                  <a:lnTo>
                    <a:pt x="247192" y="2143163"/>
                  </a:lnTo>
                  <a:lnTo>
                    <a:pt x="247650" y="2142045"/>
                  </a:lnTo>
                  <a:lnTo>
                    <a:pt x="247650" y="2139404"/>
                  </a:lnTo>
                  <a:close/>
                </a:path>
                <a:path w="4819650" h="2679700">
                  <a:moveTo>
                    <a:pt x="247650" y="1605419"/>
                  </a:moveTo>
                  <a:lnTo>
                    <a:pt x="247192" y="1604302"/>
                  </a:lnTo>
                  <a:lnTo>
                    <a:pt x="245325" y="1602435"/>
                  </a:lnTo>
                  <a:lnTo>
                    <a:pt x="244208" y="1601965"/>
                  </a:lnTo>
                  <a:lnTo>
                    <a:pt x="241579" y="1601965"/>
                  </a:lnTo>
                  <a:lnTo>
                    <a:pt x="240461" y="1602435"/>
                  </a:lnTo>
                  <a:lnTo>
                    <a:pt x="238594" y="1604302"/>
                  </a:lnTo>
                  <a:lnTo>
                    <a:pt x="238125" y="1605419"/>
                  </a:lnTo>
                  <a:lnTo>
                    <a:pt x="238125" y="1608048"/>
                  </a:lnTo>
                  <a:lnTo>
                    <a:pt x="238594" y="1609166"/>
                  </a:lnTo>
                  <a:lnTo>
                    <a:pt x="240461" y="1611033"/>
                  </a:lnTo>
                  <a:lnTo>
                    <a:pt x="241579" y="1611490"/>
                  </a:lnTo>
                  <a:lnTo>
                    <a:pt x="244208" y="1611490"/>
                  </a:lnTo>
                  <a:lnTo>
                    <a:pt x="245325" y="1611033"/>
                  </a:lnTo>
                  <a:lnTo>
                    <a:pt x="247192" y="1609166"/>
                  </a:lnTo>
                  <a:lnTo>
                    <a:pt x="247650" y="1608048"/>
                  </a:lnTo>
                  <a:lnTo>
                    <a:pt x="247650" y="1605419"/>
                  </a:lnTo>
                  <a:close/>
                </a:path>
                <a:path w="4819650" h="2679700">
                  <a:moveTo>
                    <a:pt x="247650" y="1071422"/>
                  </a:moveTo>
                  <a:lnTo>
                    <a:pt x="247192" y="1070305"/>
                  </a:lnTo>
                  <a:lnTo>
                    <a:pt x="245325" y="1068451"/>
                  </a:lnTo>
                  <a:lnTo>
                    <a:pt x="244208" y="1067981"/>
                  </a:lnTo>
                  <a:lnTo>
                    <a:pt x="241579" y="1067981"/>
                  </a:lnTo>
                  <a:lnTo>
                    <a:pt x="240461" y="1068451"/>
                  </a:lnTo>
                  <a:lnTo>
                    <a:pt x="238594" y="1070305"/>
                  </a:lnTo>
                  <a:lnTo>
                    <a:pt x="238125" y="1071422"/>
                  </a:lnTo>
                  <a:lnTo>
                    <a:pt x="238125" y="1074051"/>
                  </a:lnTo>
                  <a:lnTo>
                    <a:pt x="238594" y="1075182"/>
                  </a:lnTo>
                  <a:lnTo>
                    <a:pt x="240461" y="1077036"/>
                  </a:lnTo>
                  <a:lnTo>
                    <a:pt x="241579" y="1077506"/>
                  </a:lnTo>
                  <a:lnTo>
                    <a:pt x="244208" y="1077506"/>
                  </a:lnTo>
                  <a:lnTo>
                    <a:pt x="245325" y="1077036"/>
                  </a:lnTo>
                  <a:lnTo>
                    <a:pt x="247192" y="1075182"/>
                  </a:lnTo>
                  <a:lnTo>
                    <a:pt x="247650" y="1074051"/>
                  </a:lnTo>
                  <a:lnTo>
                    <a:pt x="247650" y="1071422"/>
                  </a:lnTo>
                  <a:close/>
                </a:path>
                <a:path w="4819650" h="2679700">
                  <a:moveTo>
                    <a:pt x="247650" y="537438"/>
                  </a:moveTo>
                  <a:lnTo>
                    <a:pt x="247192" y="536308"/>
                  </a:lnTo>
                  <a:lnTo>
                    <a:pt x="245325" y="534454"/>
                  </a:lnTo>
                  <a:lnTo>
                    <a:pt x="244208" y="533984"/>
                  </a:lnTo>
                  <a:lnTo>
                    <a:pt x="241579" y="533984"/>
                  </a:lnTo>
                  <a:lnTo>
                    <a:pt x="240461" y="534454"/>
                  </a:lnTo>
                  <a:lnTo>
                    <a:pt x="238594" y="536308"/>
                  </a:lnTo>
                  <a:lnTo>
                    <a:pt x="238125" y="537438"/>
                  </a:lnTo>
                  <a:lnTo>
                    <a:pt x="238125" y="540067"/>
                  </a:lnTo>
                  <a:lnTo>
                    <a:pt x="238594" y="541185"/>
                  </a:lnTo>
                  <a:lnTo>
                    <a:pt x="240461" y="543052"/>
                  </a:lnTo>
                  <a:lnTo>
                    <a:pt x="241579" y="543509"/>
                  </a:lnTo>
                  <a:lnTo>
                    <a:pt x="244208" y="543509"/>
                  </a:lnTo>
                  <a:lnTo>
                    <a:pt x="245325" y="543052"/>
                  </a:lnTo>
                  <a:lnTo>
                    <a:pt x="247192" y="541185"/>
                  </a:lnTo>
                  <a:lnTo>
                    <a:pt x="247650" y="540067"/>
                  </a:lnTo>
                  <a:lnTo>
                    <a:pt x="247650" y="537438"/>
                  </a:lnTo>
                  <a:close/>
                </a:path>
                <a:path w="4819650" h="2679700">
                  <a:moveTo>
                    <a:pt x="247650" y="3441"/>
                  </a:moveTo>
                  <a:lnTo>
                    <a:pt x="247192" y="2324"/>
                  </a:lnTo>
                  <a:lnTo>
                    <a:pt x="245325" y="469"/>
                  </a:lnTo>
                  <a:lnTo>
                    <a:pt x="244208" y="0"/>
                  </a:lnTo>
                  <a:lnTo>
                    <a:pt x="241579" y="0"/>
                  </a:lnTo>
                  <a:lnTo>
                    <a:pt x="240461" y="469"/>
                  </a:lnTo>
                  <a:lnTo>
                    <a:pt x="238594" y="2324"/>
                  </a:lnTo>
                  <a:lnTo>
                    <a:pt x="238125" y="3441"/>
                  </a:lnTo>
                  <a:lnTo>
                    <a:pt x="238125" y="6070"/>
                  </a:lnTo>
                  <a:lnTo>
                    <a:pt x="238594" y="7200"/>
                  </a:lnTo>
                  <a:lnTo>
                    <a:pt x="240461" y="9055"/>
                  </a:lnTo>
                  <a:lnTo>
                    <a:pt x="241579" y="9525"/>
                  </a:lnTo>
                  <a:lnTo>
                    <a:pt x="244208" y="9525"/>
                  </a:lnTo>
                  <a:lnTo>
                    <a:pt x="245325" y="9055"/>
                  </a:lnTo>
                  <a:lnTo>
                    <a:pt x="247192" y="7200"/>
                  </a:lnTo>
                  <a:lnTo>
                    <a:pt x="247650" y="6070"/>
                  </a:lnTo>
                  <a:lnTo>
                    <a:pt x="247650" y="3441"/>
                  </a:lnTo>
                  <a:close/>
                </a:path>
                <a:path w="4819650" h="2679700">
                  <a:moveTo>
                    <a:pt x="295275" y="2673400"/>
                  </a:moveTo>
                  <a:lnTo>
                    <a:pt x="294817" y="2672283"/>
                  </a:lnTo>
                  <a:lnTo>
                    <a:pt x="292950" y="2670416"/>
                  </a:lnTo>
                  <a:lnTo>
                    <a:pt x="291833" y="2669946"/>
                  </a:lnTo>
                  <a:lnTo>
                    <a:pt x="289204" y="2669946"/>
                  </a:lnTo>
                  <a:lnTo>
                    <a:pt x="288086" y="2670416"/>
                  </a:lnTo>
                  <a:lnTo>
                    <a:pt x="286219" y="2672283"/>
                  </a:lnTo>
                  <a:lnTo>
                    <a:pt x="285750" y="2673400"/>
                  </a:lnTo>
                  <a:lnTo>
                    <a:pt x="285750" y="2676029"/>
                  </a:lnTo>
                  <a:lnTo>
                    <a:pt x="286219" y="2677147"/>
                  </a:lnTo>
                  <a:lnTo>
                    <a:pt x="288086" y="2679014"/>
                  </a:lnTo>
                  <a:lnTo>
                    <a:pt x="289204" y="2679471"/>
                  </a:lnTo>
                  <a:lnTo>
                    <a:pt x="291833" y="2679471"/>
                  </a:lnTo>
                  <a:lnTo>
                    <a:pt x="292950" y="2679014"/>
                  </a:lnTo>
                  <a:lnTo>
                    <a:pt x="294817" y="2677147"/>
                  </a:lnTo>
                  <a:lnTo>
                    <a:pt x="295275" y="2676029"/>
                  </a:lnTo>
                  <a:lnTo>
                    <a:pt x="295275" y="2673400"/>
                  </a:lnTo>
                  <a:close/>
                </a:path>
                <a:path w="4819650" h="2679700">
                  <a:moveTo>
                    <a:pt x="295275" y="2139404"/>
                  </a:moveTo>
                  <a:lnTo>
                    <a:pt x="294817" y="2138286"/>
                  </a:lnTo>
                  <a:lnTo>
                    <a:pt x="292950" y="2136432"/>
                  </a:lnTo>
                  <a:lnTo>
                    <a:pt x="291833" y="2135962"/>
                  </a:lnTo>
                  <a:lnTo>
                    <a:pt x="289204" y="2135962"/>
                  </a:lnTo>
                  <a:lnTo>
                    <a:pt x="288086" y="2136432"/>
                  </a:lnTo>
                  <a:lnTo>
                    <a:pt x="286219" y="2138286"/>
                  </a:lnTo>
                  <a:lnTo>
                    <a:pt x="285750" y="2139404"/>
                  </a:lnTo>
                  <a:lnTo>
                    <a:pt x="285750" y="2142045"/>
                  </a:lnTo>
                  <a:lnTo>
                    <a:pt x="286219" y="2143163"/>
                  </a:lnTo>
                  <a:lnTo>
                    <a:pt x="288086" y="2145017"/>
                  </a:lnTo>
                  <a:lnTo>
                    <a:pt x="289204" y="2145487"/>
                  </a:lnTo>
                  <a:lnTo>
                    <a:pt x="291833" y="2145487"/>
                  </a:lnTo>
                  <a:lnTo>
                    <a:pt x="292950" y="2145017"/>
                  </a:lnTo>
                  <a:lnTo>
                    <a:pt x="294817" y="2143163"/>
                  </a:lnTo>
                  <a:lnTo>
                    <a:pt x="295275" y="2142045"/>
                  </a:lnTo>
                  <a:lnTo>
                    <a:pt x="295275" y="2139404"/>
                  </a:lnTo>
                  <a:close/>
                </a:path>
                <a:path w="4819650" h="2679700">
                  <a:moveTo>
                    <a:pt x="295275" y="1605419"/>
                  </a:moveTo>
                  <a:lnTo>
                    <a:pt x="294817" y="1604302"/>
                  </a:lnTo>
                  <a:lnTo>
                    <a:pt x="292950" y="1602435"/>
                  </a:lnTo>
                  <a:lnTo>
                    <a:pt x="291833" y="1601965"/>
                  </a:lnTo>
                  <a:lnTo>
                    <a:pt x="289204" y="1601965"/>
                  </a:lnTo>
                  <a:lnTo>
                    <a:pt x="288086" y="1602435"/>
                  </a:lnTo>
                  <a:lnTo>
                    <a:pt x="286219" y="1604302"/>
                  </a:lnTo>
                  <a:lnTo>
                    <a:pt x="285750" y="1605419"/>
                  </a:lnTo>
                  <a:lnTo>
                    <a:pt x="285750" y="1608048"/>
                  </a:lnTo>
                  <a:lnTo>
                    <a:pt x="286219" y="1609166"/>
                  </a:lnTo>
                  <a:lnTo>
                    <a:pt x="288086" y="1611033"/>
                  </a:lnTo>
                  <a:lnTo>
                    <a:pt x="289204" y="1611490"/>
                  </a:lnTo>
                  <a:lnTo>
                    <a:pt x="291833" y="1611490"/>
                  </a:lnTo>
                  <a:lnTo>
                    <a:pt x="292950" y="1611033"/>
                  </a:lnTo>
                  <a:lnTo>
                    <a:pt x="294817" y="1609166"/>
                  </a:lnTo>
                  <a:lnTo>
                    <a:pt x="295275" y="1608048"/>
                  </a:lnTo>
                  <a:lnTo>
                    <a:pt x="295275" y="1605419"/>
                  </a:lnTo>
                  <a:close/>
                </a:path>
                <a:path w="4819650" h="2679700">
                  <a:moveTo>
                    <a:pt x="295275" y="1071422"/>
                  </a:moveTo>
                  <a:lnTo>
                    <a:pt x="294817" y="1070305"/>
                  </a:lnTo>
                  <a:lnTo>
                    <a:pt x="292950" y="1068451"/>
                  </a:lnTo>
                  <a:lnTo>
                    <a:pt x="291833" y="1067981"/>
                  </a:lnTo>
                  <a:lnTo>
                    <a:pt x="289204" y="1067981"/>
                  </a:lnTo>
                  <a:lnTo>
                    <a:pt x="288086" y="1068451"/>
                  </a:lnTo>
                  <a:lnTo>
                    <a:pt x="286219" y="1070305"/>
                  </a:lnTo>
                  <a:lnTo>
                    <a:pt x="285750" y="1071422"/>
                  </a:lnTo>
                  <a:lnTo>
                    <a:pt x="285750" y="1074051"/>
                  </a:lnTo>
                  <a:lnTo>
                    <a:pt x="286219" y="1075182"/>
                  </a:lnTo>
                  <a:lnTo>
                    <a:pt x="288086" y="1077036"/>
                  </a:lnTo>
                  <a:lnTo>
                    <a:pt x="289204" y="1077506"/>
                  </a:lnTo>
                  <a:lnTo>
                    <a:pt x="291833" y="1077506"/>
                  </a:lnTo>
                  <a:lnTo>
                    <a:pt x="292950" y="1077036"/>
                  </a:lnTo>
                  <a:lnTo>
                    <a:pt x="294817" y="1075182"/>
                  </a:lnTo>
                  <a:lnTo>
                    <a:pt x="295275" y="1074051"/>
                  </a:lnTo>
                  <a:lnTo>
                    <a:pt x="295275" y="1071422"/>
                  </a:lnTo>
                  <a:close/>
                </a:path>
                <a:path w="4819650" h="2679700">
                  <a:moveTo>
                    <a:pt x="295275" y="537438"/>
                  </a:moveTo>
                  <a:lnTo>
                    <a:pt x="294817" y="536308"/>
                  </a:lnTo>
                  <a:lnTo>
                    <a:pt x="292950" y="534454"/>
                  </a:lnTo>
                  <a:lnTo>
                    <a:pt x="291833" y="533984"/>
                  </a:lnTo>
                  <a:lnTo>
                    <a:pt x="289204" y="533984"/>
                  </a:lnTo>
                  <a:lnTo>
                    <a:pt x="288086" y="534454"/>
                  </a:lnTo>
                  <a:lnTo>
                    <a:pt x="286219" y="536308"/>
                  </a:lnTo>
                  <a:lnTo>
                    <a:pt x="285750" y="537438"/>
                  </a:lnTo>
                  <a:lnTo>
                    <a:pt x="285750" y="540067"/>
                  </a:lnTo>
                  <a:lnTo>
                    <a:pt x="286219" y="541185"/>
                  </a:lnTo>
                  <a:lnTo>
                    <a:pt x="288086" y="543052"/>
                  </a:lnTo>
                  <a:lnTo>
                    <a:pt x="289204" y="543509"/>
                  </a:lnTo>
                  <a:lnTo>
                    <a:pt x="291833" y="543509"/>
                  </a:lnTo>
                  <a:lnTo>
                    <a:pt x="292950" y="543052"/>
                  </a:lnTo>
                  <a:lnTo>
                    <a:pt x="294817" y="541185"/>
                  </a:lnTo>
                  <a:lnTo>
                    <a:pt x="295275" y="540067"/>
                  </a:lnTo>
                  <a:lnTo>
                    <a:pt x="295275" y="537438"/>
                  </a:lnTo>
                  <a:close/>
                </a:path>
                <a:path w="4819650" h="2679700">
                  <a:moveTo>
                    <a:pt x="295275" y="3441"/>
                  </a:moveTo>
                  <a:lnTo>
                    <a:pt x="294817" y="2324"/>
                  </a:lnTo>
                  <a:lnTo>
                    <a:pt x="292950" y="469"/>
                  </a:lnTo>
                  <a:lnTo>
                    <a:pt x="291833" y="0"/>
                  </a:lnTo>
                  <a:lnTo>
                    <a:pt x="289204" y="0"/>
                  </a:lnTo>
                  <a:lnTo>
                    <a:pt x="288086" y="469"/>
                  </a:lnTo>
                  <a:lnTo>
                    <a:pt x="286219" y="2324"/>
                  </a:lnTo>
                  <a:lnTo>
                    <a:pt x="285750" y="3441"/>
                  </a:lnTo>
                  <a:lnTo>
                    <a:pt x="285750" y="6070"/>
                  </a:lnTo>
                  <a:lnTo>
                    <a:pt x="286219" y="7200"/>
                  </a:lnTo>
                  <a:lnTo>
                    <a:pt x="288086" y="9055"/>
                  </a:lnTo>
                  <a:lnTo>
                    <a:pt x="289204" y="9525"/>
                  </a:lnTo>
                  <a:lnTo>
                    <a:pt x="291833" y="9525"/>
                  </a:lnTo>
                  <a:lnTo>
                    <a:pt x="292950" y="9055"/>
                  </a:lnTo>
                  <a:lnTo>
                    <a:pt x="294817" y="7200"/>
                  </a:lnTo>
                  <a:lnTo>
                    <a:pt x="295275" y="6070"/>
                  </a:lnTo>
                  <a:lnTo>
                    <a:pt x="295275" y="3441"/>
                  </a:lnTo>
                  <a:close/>
                </a:path>
                <a:path w="4819650" h="2679700">
                  <a:moveTo>
                    <a:pt x="342900" y="2673400"/>
                  </a:moveTo>
                  <a:lnTo>
                    <a:pt x="342442" y="2672283"/>
                  </a:lnTo>
                  <a:lnTo>
                    <a:pt x="340575" y="2670416"/>
                  </a:lnTo>
                  <a:lnTo>
                    <a:pt x="339458" y="2669946"/>
                  </a:lnTo>
                  <a:lnTo>
                    <a:pt x="336829" y="2669946"/>
                  </a:lnTo>
                  <a:lnTo>
                    <a:pt x="335711" y="2670416"/>
                  </a:lnTo>
                  <a:lnTo>
                    <a:pt x="333844" y="2672283"/>
                  </a:lnTo>
                  <a:lnTo>
                    <a:pt x="333375" y="2673400"/>
                  </a:lnTo>
                  <a:lnTo>
                    <a:pt x="333375" y="2676029"/>
                  </a:lnTo>
                  <a:lnTo>
                    <a:pt x="333844" y="2677147"/>
                  </a:lnTo>
                  <a:lnTo>
                    <a:pt x="335711" y="2679014"/>
                  </a:lnTo>
                  <a:lnTo>
                    <a:pt x="336829" y="2679471"/>
                  </a:lnTo>
                  <a:lnTo>
                    <a:pt x="339458" y="2679471"/>
                  </a:lnTo>
                  <a:lnTo>
                    <a:pt x="340575" y="2679014"/>
                  </a:lnTo>
                  <a:lnTo>
                    <a:pt x="342442" y="2677147"/>
                  </a:lnTo>
                  <a:lnTo>
                    <a:pt x="342900" y="2676029"/>
                  </a:lnTo>
                  <a:lnTo>
                    <a:pt x="342900" y="2673400"/>
                  </a:lnTo>
                  <a:close/>
                </a:path>
                <a:path w="4819650" h="2679700">
                  <a:moveTo>
                    <a:pt x="342900" y="2139404"/>
                  </a:moveTo>
                  <a:lnTo>
                    <a:pt x="342442" y="2138286"/>
                  </a:lnTo>
                  <a:lnTo>
                    <a:pt x="340575" y="2136432"/>
                  </a:lnTo>
                  <a:lnTo>
                    <a:pt x="339458" y="2135962"/>
                  </a:lnTo>
                  <a:lnTo>
                    <a:pt x="336829" y="2135962"/>
                  </a:lnTo>
                  <a:lnTo>
                    <a:pt x="335711" y="2136432"/>
                  </a:lnTo>
                  <a:lnTo>
                    <a:pt x="333844" y="2138286"/>
                  </a:lnTo>
                  <a:lnTo>
                    <a:pt x="333375" y="2139404"/>
                  </a:lnTo>
                  <a:lnTo>
                    <a:pt x="333375" y="2142045"/>
                  </a:lnTo>
                  <a:lnTo>
                    <a:pt x="333844" y="2143163"/>
                  </a:lnTo>
                  <a:lnTo>
                    <a:pt x="335711" y="2145017"/>
                  </a:lnTo>
                  <a:lnTo>
                    <a:pt x="336829" y="2145487"/>
                  </a:lnTo>
                  <a:lnTo>
                    <a:pt x="339458" y="2145487"/>
                  </a:lnTo>
                  <a:lnTo>
                    <a:pt x="340575" y="2145017"/>
                  </a:lnTo>
                  <a:lnTo>
                    <a:pt x="342442" y="2143163"/>
                  </a:lnTo>
                  <a:lnTo>
                    <a:pt x="342900" y="2142045"/>
                  </a:lnTo>
                  <a:lnTo>
                    <a:pt x="342900" y="2139404"/>
                  </a:lnTo>
                  <a:close/>
                </a:path>
                <a:path w="4819650" h="2679700">
                  <a:moveTo>
                    <a:pt x="342900" y="1605419"/>
                  </a:moveTo>
                  <a:lnTo>
                    <a:pt x="342442" y="1604302"/>
                  </a:lnTo>
                  <a:lnTo>
                    <a:pt x="340575" y="1602435"/>
                  </a:lnTo>
                  <a:lnTo>
                    <a:pt x="339458" y="1601965"/>
                  </a:lnTo>
                  <a:lnTo>
                    <a:pt x="336829" y="1601965"/>
                  </a:lnTo>
                  <a:lnTo>
                    <a:pt x="335711" y="1602435"/>
                  </a:lnTo>
                  <a:lnTo>
                    <a:pt x="333844" y="1604302"/>
                  </a:lnTo>
                  <a:lnTo>
                    <a:pt x="333375" y="1605419"/>
                  </a:lnTo>
                  <a:lnTo>
                    <a:pt x="333375" y="1608048"/>
                  </a:lnTo>
                  <a:lnTo>
                    <a:pt x="333844" y="1609166"/>
                  </a:lnTo>
                  <a:lnTo>
                    <a:pt x="335711" y="1611033"/>
                  </a:lnTo>
                  <a:lnTo>
                    <a:pt x="336829" y="1611490"/>
                  </a:lnTo>
                  <a:lnTo>
                    <a:pt x="339458" y="1611490"/>
                  </a:lnTo>
                  <a:lnTo>
                    <a:pt x="340575" y="1611033"/>
                  </a:lnTo>
                  <a:lnTo>
                    <a:pt x="342442" y="1609166"/>
                  </a:lnTo>
                  <a:lnTo>
                    <a:pt x="342900" y="1608048"/>
                  </a:lnTo>
                  <a:lnTo>
                    <a:pt x="342900" y="1605419"/>
                  </a:lnTo>
                  <a:close/>
                </a:path>
                <a:path w="4819650" h="2679700">
                  <a:moveTo>
                    <a:pt x="342900" y="1071422"/>
                  </a:moveTo>
                  <a:lnTo>
                    <a:pt x="342442" y="1070305"/>
                  </a:lnTo>
                  <a:lnTo>
                    <a:pt x="340575" y="1068451"/>
                  </a:lnTo>
                  <a:lnTo>
                    <a:pt x="339458" y="1067981"/>
                  </a:lnTo>
                  <a:lnTo>
                    <a:pt x="336829" y="1067981"/>
                  </a:lnTo>
                  <a:lnTo>
                    <a:pt x="335711" y="1068451"/>
                  </a:lnTo>
                  <a:lnTo>
                    <a:pt x="333844" y="1070305"/>
                  </a:lnTo>
                  <a:lnTo>
                    <a:pt x="333375" y="1071422"/>
                  </a:lnTo>
                  <a:lnTo>
                    <a:pt x="333375" y="1074051"/>
                  </a:lnTo>
                  <a:lnTo>
                    <a:pt x="333844" y="1075182"/>
                  </a:lnTo>
                  <a:lnTo>
                    <a:pt x="335711" y="1077036"/>
                  </a:lnTo>
                  <a:lnTo>
                    <a:pt x="336829" y="1077506"/>
                  </a:lnTo>
                  <a:lnTo>
                    <a:pt x="339458" y="1077506"/>
                  </a:lnTo>
                  <a:lnTo>
                    <a:pt x="340575" y="1077036"/>
                  </a:lnTo>
                  <a:lnTo>
                    <a:pt x="342442" y="1075182"/>
                  </a:lnTo>
                  <a:lnTo>
                    <a:pt x="342900" y="1074051"/>
                  </a:lnTo>
                  <a:lnTo>
                    <a:pt x="342900" y="1071422"/>
                  </a:lnTo>
                  <a:close/>
                </a:path>
                <a:path w="4819650" h="2679700">
                  <a:moveTo>
                    <a:pt x="342900" y="537438"/>
                  </a:moveTo>
                  <a:lnTo>
                    <a:pt x="342442" y="536308"/>
                  </a:lnTo>
                  <a:lnTo>
                    <a:pt x="340575" y="534454"/>
                  </a:lnTo>
                  <a:lnTo>
                    <a:pt x="339458" y="533984"/>
                  </a:lnTo>
                  <a:lnTo>
                    <a:pt x="336829" y="533984"/>
                  </a:lnTo>
                  <a:lnTo>
                    <a:pt x="335711" y="534454"/>
                  </a:lnTo>
                  <a:lnTo>
                    <a:pt x="333844" y="536308"/>
                  </a:lnTo>
                  <a:lnTo>
                    <a:pt x="333375" y="537438"/>
                  </a:lnTo>
                  <a:lnTo>
                    <a:pt x="333375" y="540067"/>
                  </a:lnTo>
                  <a:lnTo>
                    <a:pt x="333844" y="541185"/>
                  </a:lnTo>
                  <a:lnTo>
                    <a:pt x="335711" y="543052"/>
                  </a:lnTo>
                  <a:lnTo>
                    <a:pt x="336829" y="543509"/>
                  </a:lnTo>
                  <a:lnTo>
                    <a:pt x="339458" y="543509"/>
                  </a:lnTo>
                  <a:lnTo>
                    <a:pt x="340575" y="543052"/>
                  </a:lnTo>
                  <a:lnTo>
                    <a:pt x="342442" y="541185"/>
                  </a:lnTo>
                  <a:lnTo>
                    <a:pt x="342900" y="540067"/>
                  </a:lnTo>
                  <a:lnTo>
                    <a:pt x="342900" y="537438"/>
                  </a:lnTo>
                  <a:close/>
                </a:path>
                <a:path w="4819650" h="2679700">
                  <a:moveTo>
                    <a:pt x="342900" y="3441"/>
                  </a:moveTo>
                  <a:lnTo>
                    <a:pt x="342442" y="2324"/>
                  </a:lnTo>
                  <a:lnTo>
                    <a:pt x="340575" y="469"/>
                  </a:lnTo>
                  <a:lnTo>
                    <a:pt x="339458" y="0"/>
                  </a:lnTo>
                  <a:lnTo>
                    <a:pt x="336829" y="0"/>
                  </a:lnTo>
                  <a:lnTo>
                    <a:pt x="335711" y="469"/>
                  </a:lnTo>
                  <a:lnTo>
                    <a:pt x="333844" y="2324"/>
                  </a:lnTo>
                  <a:lnTo>
                    <a:pt x="333375" y="3441"/>
                  </a:lnTo>
                  <a:lnTo>
                    <a:pt x="333375" y="6070"/>
                  </a:lnTo>
                  <a:lnTo>
                    <a:pt x="333844" y="7200"/>
                  </a:lnTo>
                  <a:lnTo>
                    <a:pt x="335711" y="9055"/>
                  </a:lnTo>
                  <a:lnTo>
                    <a:pt x="336829" y="9525"/>
                  </a:lnTo>
                  <a:lnTo>
                    <a:pt x="339458" y="9525"/>
                  </a:lnTo>
                  <a:lnTo>
                    <a:pt x="340575" y="9055"/>
                  </a:lnTo>
                  <a:lnTo>
                    <a:pt x="342442" y="7200"/>
                  </a:lnTo>
                  <a:lnTo>
                    <a:pt x="342900" y="6070"/>
                  </a:lnTo>
                  <a:lnTo>
                    <a:pt x="342900" y="3441"/>
                  </a:lnTo>
                  <a:close/>
                </a:path>
                <a:path w="4819650" h="2679700">
                  <a:moveTo>
                    <a:pt x="390525" y="2673400"/>
                  </a:moveTo>
                  <a:lnTo>
                    <a:pt x="390067" y="2672283"/>
                  </a:lnTo>
                  <a:lnTo>
                    <a:pt x="388200" y="2670416"/>
                  </a:lnTo>
                  <a:lnTo>
                    <a:pt x="387083" y="2669946"/>
                  </a:lnTo>
                  <a:lnTo>
                    <a:pt x="384454" y="2669946"/>
                  </a:lnTo>
                  <a:lnTo>
                    <a:pt x="383336" y="2670416"/>
                  </a:lnTo>
                  <a:lnTo>
                    <a:pt x="381469" y="2672283"/>
                  </a:lnTo>
                  <a:lnTo>
                    <a:pt x="381000" y="2673400"/>
                  </a:lnTo>
                  <a:lnTo>
                    <a:pt x="381000" y="2676029"/>
                  </a:lnTo>
                  <a:lnTo>
                    <a:pt x="381469" y="2677147"/>
                  </a:lnTo>
                  <a:lnTo>
                    <a:pt x="383336" y="2679014"/>
                  </a:lnTo>
                  <a:lnTo>
                    <a:pt x="384454" y="2679471"/>
                  </a:lnTo>
                  <a:lnTo>
                    <a:pt x="387083" y="2679471"/>
                  </a:lnTo>
                  <a:lnTo>
                    <a:pt x="388200" y="2679014"/>
                  </a:lnTo>
                  <a:lnTo>
                    <a:pt x="390067" y="2677147"/>
                  </a:lnTo>
                  <a:lnTo>
                    <a:pt x="390525" y="2676029"/>
                  </a:lnTo>
                  <a:lnTo>
                    <a:pt x="390525" y="2673400"/>
                  </a:lnTo>
                  <a:close/>
                </a:path>
                <a:path w="4819650" h="2679700">
                  <a:moveTo>
                    <a:pt x="390525" y="2139404"/>
                  </a:moveTo>
                  <a:lnTo>
                    <a:pt x="390067" y="2138286"/>
                  </a:lnTo>
                  <a:lnTo>
                    <a:pt x="388200" y="2136432"/>
                  </a:lnTo>
                  <a:lnTo>
                    <a:pt x="387083" y="2135962"/>
                  </a:lnTo>
                  <a:lnTo>
                    <a:pt x="384454" y="2135962"/>
                  </a:lnTo>
                  <a:lnTo>
                    <a:pt x="383336" y="2136432"/>
                  </a:lnTo>
                  <a:lnTo>
                    <a:pt x="381469" y="2138286"/>
                  </a:lnTo>
                  <a:lnTo>
                    <a:pt x="381000" y="2139404"/>
                  </a:lnTo>
                  <a:lnTo>
                    <a:pt x="381000" y="2142045"/>
                  </a:lnTo>
                  <a:lnTo>
                    <a:pt x="381469" y="2143163"/>
                  </a:lnTo>
                  <a:lnTo>
                    <a:pt x="383336" y="2145017"/>
                  </a:lnTo>
                  <a:lnTo>
                    <a:pt x="384454" y="2145487"/>
                  </a:lnTo>
                  <a:lnTo>
                    <a:pt x="387083" y="2145487"/>
                  </a:lnTo>
                  <a:lnTo>
                    <a:pt x="388200" y="2145017"/>
                  </a:lnTo>
                  <a:lnTo>
                    <a:pt x="390067" y="2143163"/>
                  </a:lnTo>
                  <a:lnTo>
                    <a:pt x="390525" y="2142045"/>
                  </a:lnTo>
                  <a:lnTo>
                    <a:pt x="390525" y="2139404"/>
                  </a:lnTo>
                  <a:close/>
                </a:path>
                <a:path w="4819650" h="2679700">
                  <a:moveTo>
                    <a:pt x="390525" y="1605419"/>
                  </a:moveTo>
                  <a:lnTo>
                    <a:pt x="390067" y="1604302"/>
                  </a:lnTo>
                  <a:lnTo>
                    <a:pt x="388200" y="1602435"/>
                  </a:lnTo>
                  <a:lnTo>
                    <a:pt x="387083" y="1601965"/>
                  </a:lnTo>
                  <a:lnTo>
                    <a:pt x="384454" y="1601965"/>
                  </a:lnTo>
                  <a:lnTo>
                    <a:pt x="383336" y="1602435"/>
                  </a:lnTo>
                  <a:lnTo>
                    <a:pt x="381469" y="1604302"/>
                  </a:lnTo>
                  <a:lnTo>
                    <a:pt x="381000" y="1605419"/>
                  </a:lnTo>
                  <a:lnTo>
                    <a:pt x="381000" y="1608048"/>
                  </a:lnTo>
                  <a:lnTo>
                    <a:pt x="381469" y="1609166"/>
                  </a:lnTo>
                  <a:lnTo>
                    <a:pt x="383336" y="1611033"/>
                  </a:lnTo>
                  <a:lnTo>
                    <a:pt x="384454" y="1611490"/>
                  </a:lnTo>
                  <a:lnTo>
                    <a:pt x="387083" y="1611490"/>
                  </a:lnTo>
                  <a:lnTo>
                    <a:pt x="388200" y="1611033"/>
                  </a:lnTo>
                  <a:lnTo>
                    <a:pt x="390067" y="1609166"/>
                  </a:lnTo>
                  <a:lnTo>
                    <a:pt x="390525" y="1608048"/>
                  </a:lnTo>
                  <a:lnTo>
                    <a:pt x="390525" y="1605419"/>
                  </a:lnTo>
                  <a:close/>
                </a:path>
                <a:path w="4819650" h="2679700">
                  <a:moveTo>
                    <a:pt x="390525" y="1071422"/>
                  </a:moveTo>
                  <a:lnTo>
                    <a:pt x="390067" y="1070305"/>
                  </a:lnTo>
                  <a:lnTo>
                    <a:pt x="388200" y="1068451"/>
                  </a:lnTo>
                  <a:lnTo>
                    <a:pt x="387083" y="1067981"/>
                  </a:lnTo>
                  <a:lnTo>
                    <a:pt x="384454" y="1067981"/>
                  </a:lnTo>
                  <a:lnTo>
                    <a:pt x="383336" y="1068451"/>
                  </a:lnTo>
                  <a:lnTo>
                    <a:pt x="381469" y="1070305"/>
                  </a:lnTo>
                  <a:lnTo>
                    <a:pt x="381000" y="1071422"/>
                  </a:lnTo>
                  <a:lnTo>
                    <a:pt x="381000" y="1074051"/>
                  </a:lnTo>
                  <a:lnTo>
                    <a:pt x="381469" y="1075182"/>
                  </a:lnTo>
                  <a:lnTo>
                    <a:pt x="383336" y="1077036"/>
                  </a:lnTo>
                  <a:lnTo>
                    <a:pt x="384454" y="1077506"/>
                  </a:lnTo>
                  <a:lnTo>
                    <a:pt x="387083" y="1077506"/>
                  </a:lnTo>
                  <a:lnTo>
                    <a:pt x="388200" y="1077036"/>
                  </a:lnTo>
                  <a:lnTo>
                    <a:pt x="390067" y="1075182"/>
                  </a:lnTo>
                  <a:lnTo>
                    <a:pt x="390525" y="1074051"/>
                  </a:lnTo>
                  <a:lnTo>
                    <a:pt x="390525" y="1071422"/>
                  </a:lnTo>
                  <a:close/>
                </a:path>
                <a:path w="4819650" h="2679700">
                  <a:moveTo>
                    <a:pt x="390525" y="537438"/>
                  </a:moveTo>
                  <a:lnTo>
                    <a:pt x="390067" y="536308"/>
                  </a:lnTo>
                  <a:lnTo>
                    <a:pt x="388200" y="534454"/>
                  </a:lnTo>
                  <a:lnTo>
                    <a:pt x="387083" y="533984"/>
                  </a:lnTo>
                  <a:lnTo>
                    <a:pt x="384454" y="533984"/>
                  </a:lnTo>
                  <a:lnTo>
                    <a:pt x="383336" y="534454"/>
                  </a:lnTo>
                  <a:lnTo>
                    <a:pt x="381469" y="536308"/>
                  </a:lnTo>
                  <a:lnTo>
                    <a:pt x="381000" y="537438"/>
                  </a:lnTo>
                  <a:lnTo>
                    <a:pt x="381000" y="540067"/>
                  </a:lnTo>
                  <a:lnTo>
                    <a:pt x="381469" y="541185"/>
                  </a:lnTo>
                  <a:lnTo>
                    <a:pt x="383336" y="543052"/>
                  </a:lnTo>
                  <a:lnTo>
                    <a:pt x="384454" y="543509"/>
                  </a:lnTo>
                  <a:lnTo>
                    <a:pt x="387083" y="543509"/>
                  </a:lnTo>
                  <a:lnTo>
                    <a:pt x="388200" y="543052"/>
                  </a:lnTo>
                  <a:lnTo>
                    <a:pt x="390067" y="541185"/>
                  </a:lnTo>
                  <a:lnTo>
                    <a:pt x="390525" y="540067"/>
                  </a:lnTo>
                  <a:lnTo>
                    <a:pt x="390525" y="537438"/>
                  </a:lnTo>
                  <a:close/>
                </a:path>
                <a:path w="4819650" h="2679700">
                  <a:moveTo>
                    <a:pt x="390525" y="3441"/>
                  </a:moveTo>
                  <a:lnTo>
                    <a:pt x="390067" y="2324"/>
                  </a:lnTo>
                  <a:lnTo>
                    <a:pt x="388200" y="469"/>
                  </a:lnTo>
                  <a:lnTo>
                    <a:pt x="387083" y="0"/>
                  </a:lnTo>
                  <a:lnTo>
                    <a:pt x="384454" y="0"/>
                  </a:lnTo>
                  <a:lnTo>
                    <a:pt x="383336" y="469"/>
                  </a:lnTo>
                  <a:lnTo>
                    <a:pt x="381469" y="2324"/>
                  </a:lnTo>
                  <a:lnTo>
                    <a:pt x="381000" y="3441"/>
                  </a:lnTo>
                  <a:lnTo>
                    <a:pt x="381000" y="6070"/>
                  </a:lnTo>
                  <a:lnTo>
                    <a:pt x="381469" y="7200"/>
                  </a:lnTo>
                  <a:lnTo>
                    <a:pt x="383336" y="9055"/>
                  </a:lnTo>
                  <a:lnTo>
                    <a:pt x="384454" y="9525"/>
                  </a:lnTo>
                  <a:lnTo>
                    <a:pt x="387083" y="9525"/>
                  </a:lnTo>
                  <a:lnTo>
                    <a:pt x="388200" y="9055"/>
                  </a:lnTo>
                  <a:lnTo>
                    <a:pt x="390067" y="7200"/>
                  </a:lnTo>
                  <a:lnTo>
                    <a:pt x="390525" y="6070"/>
                  </a:lnTo>
                  <a:lnTo>
                    <a:pt x="390525" y="3441"/>
                  </a:lnTo>
                  <a:close/>
                </a:path>
                <a:path w="4819650" h="2679700">
                  <a:moveTo>
                    <a:pt x="438150" y="2673400"/>
                  </a:moveTo>
                  <a:lnTo>
                    <a:pt x="437692" y="2672283"/>
                  </a:lnTo>
                  <a:lnTo>
                    <a:pt x="435825" y="2670416"/>
                  </a:lnTo>
                  <a:lnTo>
                    <a:pt x="434708" y="2669946"/>
                  </a:lnTo>
                  <a:lnTo>
                    <a:pt x="432079" y="2669946"/>
                  </a:lnTo>
                  <a:lnTo>
                    <a:pt x="430961" y="2670416"/>
                  </a:lnTo>
                  <a:lnTo>
                    <a:pt x="429094" y="2672283"/>
                  </a:lnTo>
                  <a:lnTo>
                    <a:pt x="428625" y="2673400"/>
                  </a:lnTo>
                  <a:lnTo>
                    <a:pt x="428625" y="2676029"/>
                  </a:lnTo>
                  <a:lnTo>
                    <a:pt x="429094" y="2677147"/>
                  </a:lnTo>
                  <a:lnTo>
                    <a:pt x="430961" y="2679014"/>
                  </a:lnTo>
                  <a:lnTo>
                    <a:pt x="432079" y="2679471"/>
                  </a:lnTo>
                  <a:lnTo>
                    <a:pt x="434708" y="2679471"/>
                  </a:lnTo>
                  <a:lnTo>
                    <a:pt x="435825" y="2679014"/>
                  </a:lnTo>
                  <a:lnTo>
                    <a:pt x="437692" y="2677147"/>
                  </a:lnTo>
                  <a:lnTo>
                    <a:pt x="438150" y="2676029"/>
                  </a:lnTo>
                  <a:lnTo>
                    <a:pt x="438150" y="2673400"/>
                  </a:lnTo>
                  <a:close/>
                </a:path>
                <a:path w="4819650" h="2679700">
                  <a:moveTo>
                    <a:pt x="438150" y="2139404"/>
                  </a:moveTo>
                  <a:lnTo>
                    <a:pt x="437692" y="2138286"/>
                  </a:lnTo>
                  <a:lnTo>
                    <a:pt x="435825" y="2136432"/>
                  </a:lnTo>
                  <a:lnTo>
                    <a:pt x="434708" y="2135962"/>
                  </a:lnTo>
                  <a:lnTo>
                    <a:pt x="432079" y="2135962"/>
                  </a:lnTo>
                  <a:lnTo>
                    <a:pt x="430961" y="2136432"/>
                  </a:lnTo>
                  <a:lnTo>
                    <a:pt x="429094" y="2138286"/>
                  </a:lnTo>
                  <a:lnTo>
                    <a:pt x="428625" y="2139404"/>
                  </a:lnTo>
                  <a:lnTo>
                    <a:pt x="428625" y="2142045"/>
                  </a:lnTo>
                  <a:lnTo>
                    <a:pt x="429094" y="2143163"/>
                  </a:lnTo>
                  <a:lnTo>
                    <a:pt x="430961" y="2145017"/>
                  </a:lnTo>
                  <a:lnTo>
                    <a:pt x="432079" y="2145487"/>
                  </a:lnTo>
                  <a:lnTo>
                    <a:pt x="434708" y="2145487"/>
                  </a:lnTo>
                  <a:lnTo>
                    <a:pt x="435825" y="2145017"/>
                  </a:lnTo>
                  <a:lnTo>
                    <a:pt x="437692" y="2143163"/>
                  </a:lnTo>
                  <a:lnTo>
                    <a:pt x="438150" y="2142045"/>
                  </a:lnTo>
                  <a:lnTo>
                    <a:pt x="438150" y="2139404"/>
                  </a:lnTo>
                  <a:close/>
                </a:path>
                <a:path w="4819650" h="2679700">
                  <a:moveTo>
                    <a:pt x="438150" y="1605419"/>
                  </a:moveTo>
                  <a:lnTo>
                    <a:pt x="437692" y="1604302"/>
                  </a:lnTo>
                  <a:lnTo>
                    <a:pt x="435825" y="1602435"/>
                  </a:lnTo>
                  <a:lnTo>
                    <a:pt x="434708" y="1601965"/>
                  </a:lnTo>
                  <a:lnTo>
                    <a:pt x="432079" y="1601965"/>
                  </a:lnTo>
                  <a:lnTo>
                    <a:pt x="430961" y="1602435"/>
                  </a:lnTo>
                  <a:lnTo>
                    <a:pt x="429094" y="1604302"/>
                  </a:lnTo>
                  <a:lnTo>
                    <a:pt x="428625" y="1605419"/>
                  </a:lnTo>
                  <a:lnTo>
                    <a:pt x="428625" y="1608048"/>
                  </a:lnTo>
                  <a:lnTo>
                    <a:pt x="429094" y="1609166"/>
                  </a:lnTo>
                  <a:lnTo>
                    <a:pt x="430961" y="1611033"/>
                  </a:lnTo>
                  <a:lnTo>
                    <a:pt x="432079" y="1611490"/>
                  </a:lnTo>
                  <a:lnTo>
                    <a:pt x="434708" y="1611490"/>
                  </a:lnTo>
                  <a:lnTo>
                    <a:pt x="435825" y="1611033"/>
                  </a:lnTo>
                  <a:lnTo>
                    <a:pt x="437692" y="1609166"/>
                  </a:lnTo>
                  <a:lnTo>
                    <a:pt x="438150" y="1608048"/>
                  </a:lnTo>
                  <a:lnTo>
                    <a:pt x="438150" y="1605419"/>
                  </a:lnTo>
                  <a:close/>
                </a:path>
                <a:path w="4819650" h="2679700">
                  <a:moveTo>
                    <a:pt x="438150" y="1071422"/>
                  </a:moveTo>
                  <a:lnTo>
                    <a:pt x="437692" y="1070305"/>
                  </a:lnTo>
                  <a:lnTo>
                    <a:pt x="435825" y="1068451"/>
                  </a:lnTo>
                  <a:lnTo>
                    <a:pt x="434708" y="1067981"/>
                  </a:lnTo>
                  <a:lnTo>
                    <a:pt x="432079" y="1067981"/>
                  </a:lnTo>
                  <a:lnTo>
                    <a:pt x="430961" y="1068451"/>
                  </a:lnTo>
                  <a:lnTo>
                    <a:pt x="429094" y="1070305"/>
                  </a:lnTo>
                  <a:lnTo>
                    <a:pt x="428625" y="1071422"/>
                  </a:lnTo>
                  <a:lnTo>
                    <a:pt x="428625" y="1074051"/>
                  </a:lnTo>
                  <a:lnTo>
                    <a:pt x="429094" y="1075182"/>
                  </a:lnTo>
                  <a:lnTo>
                    <a:pt x="430961" y="1077036"/>
                  </a:lnTo>
                  <a:lnTo>
                    <a:pt x="432079" y="1077506"/>
                  </a:lnTo>
                  <a:lnTo>
                    <a:pt x="434708" y="1077506"/>
                  </a:lnTo>
                  <a:lnTo>
                    <a:pt x="435825" y="1077036"/>
                  </a:lnTo>
                  <a:lnTo>
                    <a:pt x="437692" y="1075182"/>
                  </a:lnTo>
                  <a:lnTo>
                    <a:pt x="438150" y="1074051"/>
                  </a:lnTo>
                  <a:lnTo>
                    <a:pt x="438150" y="1071422"/>
                  </a:lnTo>
                  <a:close/>
                </a:path>
                <a:path w="4819650" h="2679700">
                  <a:moveTo>
                    <a:pt x="438150" y="537438"/>
                  </a:moveTo>
                  <a:lnTo>
                    <a:pt x="437692" y="536308"/>
                  </a:lnTo>
                  <a:lnTo>
                    <a:pt x="435825" y="534454"/>
                  </a:lnTo>
                  <a:lnTo>
                    <a:pt x="434708" y="533984"/>
                  </a:lnTo>
                  <a:lnTo>
                    <a:pt x="432079" y="533984"/>
                  </a:lnTo>
                  <a:lnTo>
                    <a:pt x="430961" y="534454"/>
                  </a:lnTo>
                  <a:lnTo>
                    <a:pt x="429094" y="536308"/>
                  </a:lnTo>
                  <a:lnTo>
                    <a:pt x="428625" y="537438"/>
                  </a:lnTo>
                  <a:lnTo>
                    <a:pt x="428625" y="540067"/>
                  </a:lnTo>
                  <a:lnTo>
                    <a:pt x="429094" y="541185"/>
                  </a:lnTo>
                  <a:lnTo>
                    <a:pt x="430961" y="543052"/>
                  </a:lnTo>
                  <a:lnTo>
                    <a:pt x="432079" y="543509"/>
                  </a:lnTo>
                  <a:lnTo>
                    <a:pt x="434708" y="543509"/>
                  </a:lnTo>
                  <a:lnTo>
                    <a:pt x="435825" y="543052"/>
                  </a:lnTo>
                  <a:lnTo>
                    <a:pt x="437692" y="541185"/>
                  </a:lnTo>
                  <a:lnTo>
                    <a:pt x="438150" y="540067"/>
                  </a:lnTo>
                  <a:lnTo>
                    <a:pt x="438150" y="537438"/>
                  </a:lnTo>
                  <a:close/>
                </a:path>
                <a:path w="4819650" h="2679700">
                  <a:moveTo>
                    <a:pt x="438150" y="3441"/>
                  </a:moveTo>
                  <a:lnTo>
                    <a:pt x="437692" y="2324"/>
                  </a:lnTo>
                  <a:lnTo>
                    <a:pt x="435825" y="469"/>
                  </a:lnTo>
                  <a:lnTo>
                    <a:pt x="434708" y="0"/>
                  </a:lnTo>
                  <a:lnTo>
                    <a:pt x="432079" y="0"/>
                  </a:lnTo>
                  <a:lnTo>
                    <a:pt x="430961" y="469"/>
                  </a:lnTo>
                  <a:lnTo>
                    <a:pt x="429094" y="2324"/>
                  </a:lnTo>
                  <a:lnTo>
                    <a:pt x="428625" y="3441"/>
                  </a:lnTo>
                  <a:lnTo>
                    <a:pt x="428625" y="6070"/>
                  </a:lnTo>
                  <a:lnTo>
                    <a:pt x="429094" y="7200"/>
                  </a:lnTo>
                  <a:lnTo>
                    <a:pt x="430961" y="9055"/>
                  </a:lnTo>
                  <a:lnTo>
                    <a:pt x="432079" y="9525"/>
                  </a:lnTo>
                  <a:lnTo>
                    <a:pt x="434708" y="9525"/>
                  </a:lnTo>
                  <a:lnTo>
                    <a:pt x="435825" y="9055"/>
                  </a:lnTo>
                  <a:lnTo>
                    <a:pt x="437692" y="7200"/>
                  </a:lnTo>
                  <a:lnTo>
                    <a:pt x="438150" y="6070"/>
                  </a:lnTo>
                  <a:lnTo>
                    <a:pt x="438150" y="3441"/>
                  </a:lnTo>
                  <a:close/>
                </a:path>
                <a:path w="4819650" h="2679700">
                  <a:moveTo>
                    <a:pt x="485775" y="2673400"/>
                  </a:moveTo>
                  <a:lnTo>
                    <a:pt x="485317" y="2672283"/>
                  </a:lnTo>
                  <a:lnTo>
                    <a:pt x="483450" y="2670416"/>
                  </a:lnTo>
                  <a:lnTo>
                    <a:pt x="482333" y="2669946"/>
                  </a:lnTo>
                  <a:lnTo>
                    <a:pt x="479704" y="2669946"/>
                  </a:lnTo>
                  <a:lnTo>
                    <a:pt x="478586" y="2670416"/>
                  </a:lnTo>
                  <a:lnTo>
                    <a:pt x="476719" y="2672283"/>
                  </a:lnTo>
                  <a:lnTo>
                    <a:pt x="476250" y="2673400"/>
                  </a:lnTo>
                  <a:lnTo>
                    <a:pt x="476250" y="2676029"/>
                  </a:lnTo>
                  <a:lnTo>
                    <a:pt x="476719" y="2677147"/>
                  </a:lnTo>
                  <a:lnTo>
                    <a:pt x="478586" y="2679014"/>
                  </a:lnTo>
                  <a:lnTo>
                    <a:pt x="479704" y="2679471"/>
                  </a:lnTo>
                  <a:lnTo>
                    <a:pt x="482333" y="2679471"/>
                  </a:lnTo>
                  <a:lnTo>
                    <a:pt x="483450" y="2679014"/>
                  </a:lnTo>
                  <a:lnTo>
                    <a:pt x="485317" y="2677147"/>
                  </a:lnTo>
                  <a:lnTo>
                    <a:pt x="485775" y="2676029"/>
                  </a:lnTo>
                  <a:lnTo>
                    <a:pt x="485775" y="2673400"/>
                  </a:lnTo>
                  <a:close/>
                </a:path>
                <a:path w="4819650" h="2679700">
                  <a:moveTo>
                    <a:pt x="485775" y="2139404"/>
                  </a:moveTo>
                  <a:lnTo>
                    <a:pt x="485317" y="2138286"/>
                  </a:lnTo>
                  <a:lnTo>
                    <a:pt x="483450" y="2136432"/>
                  </a:lnTo>
                  <a:lnTo>
                    <a:pt x="482333" y="2135962"/>
                  </a:lnTo>
                  <a:lnTo>
                    <a:pt x="479704" y="2135962"/>
                  </a:lnTo>
                  <a:lnTo>
                    <a:pt x="478586" y="2136432"/>
                  </a:lnTo>
                  <a:lnTo>
                    <a:pt x="476719" y="2138286"/>
                  </a:lnTo>
                  <a:lnTo>
                    <a:pt x="476250" y="2139404"/>
                  </a:lnTo>
                  <a:lnTo>
                    <a:pt x="476250" y="2142045"/>
                  </a:lnTo>
                  <a:lnTo>
                    <a:pt x="476719" y="2143163"/>
                  </a:lnTo>
                  <a:lnTo>
                    <a:pt x="478586" y="2145017"/>
                  </a:lnTo>
                  <a:lnTo>
                    <a:pt x="479704" y="2145487"/>
                  </a:lnTo>
                  <a:lnTo>
                    <a:pt x="482333" y="2145487"/>
                  </a:lnTo>
                  <a:lnTo>
                    <a:pt x="483450" y="2145017"/>
                  </a:lnTo>
                  <a:lnTo>
                    <a:pt x="485317" y="2143163"/>
                  </a:lnTo>
                  <a:lnTo>
                    <a:pt x="485775" y="2142045"/>
                  </a:lnTo>
                  <a:lnTo>
                    <a:pt x="485775" y="2139404"/>
                  </a:lnTo>
                  <a:close/>
                </a:path>
                <a:path w="4819650" h="2679700">
                  <a:moveTo>
                    <a:pt x="485775" y="1605419"/>
                  </a:moveTo>
                  <a:lnTo>
                    <a:pt x="485317" y="1604302"/>
                  </a:lnTo>
                  <a:lnTo>
                    <a:pt x="483450" y="1602435"/>
                  </a:lnTo>
                  <a:lnTo>
                    <a:pt x="482333" y="1601965"/>
                  </a:lnTo>
                  <a:lnTo>
                    <a:pt x="479704" y="1601965"/>
                  </a:lnTo>
                  <a:lnTo>
                    <a:pt x="478586" y="1602435"/>
                  </a:lnTo>
                  <a:lnTo>
                    <a:pt x="476719" y="1604302"/>
                  </a:lnTo>
                  <a:lnTo>
                    <a:pt x="476250" y="1605419"/>
                  </a:lnTo>
                  <a:lnTo>
                    <a:pt x="476250" y="1608048"/>
                  </a:lnTo>
                  <a:lnTo>
                    <a:pt x="476719" y="1609166"/>
                  </a:lnTo>
                  <a:lnTo>
                    <a:pt x="478586" y="1611033"/>
                  </a:lnTo>
                  <a:lnTo>
                    <a:pt x="479704" y="1611490"/>
                  </a:lnTo>
                  <a:lnTo>
                    <a:pt x="482333" y="1611490"/>
                  </a:lnTo>
                  <a:lnTo>
                    <a:pt x="483450" y="1611033"/>
                  </a:lnTo>
                  <a:lnTo>
                    <a:pt x="485317" y="1609166"/>
                  </a:lnTo>
                  <a:lnTo>
                    <a:pt x="485775" y="1608048"/>
                  </a:lnTo>
                  <a:lnTo>
                    <a:pt x="485775" y="1605419"/>
                  </a:lnTo>
                  <a:close/>
                </a:path>
                <a:path w="4819650" h="2679700">
                  <a:moveTo>
                    <a:pt x="485775" y="1071422"/>
                  </a:moveTo>
                  <a:lnTo>
                    <a:pt x="485317" y="1070305"/>
                  </a:lnTo>
                  <a:lnTo>
                    <a:pt x="483450" y="1068451"/>
                  </a:lnTo>
                  <a:lnTo>
                    <a:pt x="482333" y="1067981"/>
                  </a:lnTo>
                  <a:lnTo>
                    <a:pt x="479704" y="1067981"/>
                  </a:lnTo>
                  <a:lnTo>
                    <a:pt x="478586" y="1068451"/>
                  </a:lnTo>
                  <a:lnTo>
                    <a:pt x="476719" y="1070305"/>
                  </a:lnTo>
                  <a:lnTo>
                    <a:pt x="476250" y="1071422"/>
                  </a:lnTo>
                  <a:lnTo>
                    <a:pt x="476250" y="1074051"/>
                  </a:lnTo>
                  <a:lnTo>
                    <a:pt x="476719" y="1075182"/>
                  </a:lnTo>
                  <a:lnTo>
                    <a:pt x="478586" y="1077036"/>
                  </a:lnTo>
                  <a:lnTo>
                    <a:pt x="479704" y="1077506"/>
                  </a:lnTo>
                  <a:lnTo>
                    <a:pt x="482333" y="1077506"/>
                  </a:lnTo>
                  <a:lnTo>
                    <a:pt x="483450" y="1077036"/>
                  </a:lnTo>
                  <a:lnTo>
                    <a:pt x="485317" y="1075182"/>
                  </a:lnTo>
                  <a:lnTo>
                    <a:pt x="485775" y="1074051"/>
                  </a:lnTo>
                  <a:lnTo>
                    <a:pt x="485775" y="1071422"/>
                  </a:lnTo>
                  <a:close/>
                </a:path>
                <a:path w="4819650" h="2679700">
                  <a:moveTo>
                    <a:pt x="485775" y="537438"/>
                  </a:moveTo>
                  <a:lnTo>
                    <a:pt x="485317" y="536308"/>
                  </a:lnTo>
                  <a:lnTo>
                    <a:pt x="483450" y="534454"/>
                  </a:lnTo>
                  <a:lnTo>
                    <a:pt x="482333" y="533984"/>
                  </a:lnTo>
                  <a:lnTo>
                    <a:pt x="479704" y="533984"/>
                  </a:lnTo>
                  <a:lnTo>
                    <a:pt x="478586" y="534454"/>
                  </a:lnTo>
                  <a:lnTo>
                    <a:pt x="476719" y="536308"/>
                  </a:lnTo>
                  <a:lnTo>
                    <a:pt x="476250" y="537438"/>
                  </a:lnTo>
                  <a:lnTo>
                    <a:pt x="476250" y="540067"/>
                  </a:lnTo>
                  <a:lnTo>
                    <a:pt x="476719" y="541185"/>
                  </a:lnTo>
                  <a:lnTo>
                    <a:pt x="478586" y="543052"/>
                  </a:lnTo>
                  <a:lnTo>
                    <a:pt x="479704" y="543509"/>
                  </a:lnTo>
                  <a:lnTo>
                    <a:pt x="482333" y="543509"/>
                  </a:lnTo>
                  <a:lnTo>
                    <a:pt x="483450" y="543052"/>
                  </a:lnTo>
                  <a:lnTo>
                    <a:pt x="485317" y="541185"/>
                  </a:lnTo>
                  <a:lnTo>
                    <a:pt x="485775" y="540067"/>
                  </a:lnTo>
                  <a:lnTo>
                    <a:pt x="485775" y="537438"/>
                  </a:lnTo>
                  <a:close/>
                </a:path>
                <a:path w="4819650" h="2679700">
                  <a:moveTo>
                    <a:pt x="485775" y="3441"/>
                  </a:moveTo>
                  <a:lnTo>
                    <a:pt x="485317" y="2324"/>
                  </a:lnTo>
                  <a:lnTo>
                    <a:pt x="483450" y="469"/>
                  </a:lnTo>
                  <a:lnTo>
                    <a:pt x="482333" y="0"/>
                  </a:lnTo>
                  <a:lnTo>
                    <a:pt x="479704" y="0"/>
                  </a:lnTo>
                  <a:lnTo>
                    <a:pt x="478586" y="469"/>
                  </a:lnTo>
                  <a:lnTo>
                    <a:pt x="476719" y="2324"/>
                  </a:lnTo>
                  <a:lnTo>
                    <a:pt x="476250" y="3441"/>
                  </a:lnTo>
                  <a:lnTo>
                    <a:pt x="476250" y="6070"/>
                  </a:lnTo>
                  <a:lnTo>
                    <a:pt x="476719" y="7200"/>
                  </a:lnTo>
                  <a:lnTo>
                    <a:pt x="478586" y="9055"/>
                  </a:lnTo>
                  <a:lnTo>
                    <a:pt x="479704" y="9525"/>
                  </a:lnTo>
                  <a:lnTo>
                    <a:pt x="482333" y="9525"/>
                  </a:lnTo>
                  <a:lnTo>
                    <a:pt x="483450" y="9055"/>
                  </a:lnTo>
                  <a:lnTo>
                    <a:pt x="485317" y="7200"/>
                  </a:lnTo>
                  <a:lnTo>
                    <a:pt x="485775" y="6070"/>
                  </a:lnTo>
                  <a:lnTo>
                    <a:pt x="485775" y="3441"/>
                  </a:lnTo>
                  <a:close/>
                </a:path>
                <a:path w="4819650" h="2679700">
                  <a:moveTo>
                    <a:pt x="533400" y="2673400"/>
                  </a:moveTo>
                  <a:lnTo>
                    <a:pt x="532942" y="2672283"/>
                  </a:lnTo>
                  <a:lnTo>
                    <a:pt x="531075" y="2670416"/>
                  </a:lnTo>
                  <a:lnTo>
                    <a:pt x="529958" y="2669946"/>
                  </a:lnTo>
                  <a:lnTo>
                    <a:pt x="527329" y="2669946"/>
                  </a:lnTo>
                  <a:lnTo>
                    <a:pt x="526211" y="2670416"/>
                  </a:lnTo>
                  <a:lnTo>
                    <a:pt x="524344" y="2672283"/>
                  </a:lnTo>
                  <a:lnTo>
                    <a:pt x="523875" y="2673400"/>
                  </a:lnTo>
                  <a:lnTo>
                    <a:pt x="523875" y="2676029"/>
                  </a:lnTo>
                  <a:lnTo>
                    <a:pt x="524344" y="2677147"/>
                  </a:lnTo>
                  <a:lnTo>
                    <a:pt x="526211" y="2679014"/>
                  </a:lnTo>
                  <a:lnTo>
                    <a:pt x="527329" y="2679471"/>
                  </a:lnTo>
                  <a:lnTo>
                    <a:pt x="529958" y="2679471"/>
                  </a:lnTo>
                  <a:lnTo>
                    <a:pt x="531075" y="2679014"/>
                  </a:lnTo>
                  <a:lnTo>
                    <a:pt x="532942" y="2677147"/>
                  </a:lnTo>
                  <a:lnTo>
                    <a:pt x="533400" y="2676029"/>
                  </a:lnTo>
                  <a:lnTo>
                    <a:pt x="533400" y="2673400"/>
                  </a:lnTo>
                  <a:close/>
                </a:path>
                <a:path w="4819650" h="2679700">
                  <a:moveTo>
                    <a:pt x="533400" y="2139404"/>
                  </a:moveTo>
                  <a:lnTo>
                    <a:pt x="532942" y="2138286"/>
                  </a:lnTo>
                  <a:lnTo>
                    <a:pt x="531075" y="2136432"/>
                  </a:lnTo>
                  <a:lnTo>
                    <a:pt x="529958" y="2135962"/>
                  </a:lnTo>
                  <a:lnTo>
                    <a:pt x="527329" y="2135962"/>
                  </a:lnTo>
                  <a:lnTo>
                    <a:pt x="526211" y="2136432"/>
                  </a:lnTo>
                  <a:lnTo>
                    <a:pt x="524344" y="2138286"/>
                  </a:lnTo>
                  <a:lnTo>
                    <a:pt x="523875" y="2139404"/>
                  </a:lnTo>
                  <a:lnTo>
                    <a:pt x="523875" y="2142045"/>
                  </a:lnTo>
                  <a:lnTo>
                    <a:pt x="524344" y="2143163"/>
                  </a:lnTo>
                  <a:lnTo>
                    <a:pt x="526211" y="2145017"/>
                  </a:lnTo>
                  <a:lnTo>
                    <a:pt x="527329" y="2145487"/>
                  </a:lnTo>
                  <a:lnTo>
                    <a:pt x="529958" y="2145487"/>
                  </a:lnTo>
                  <a:lnTo>
                    <a:pt x="531075" y="2145017"/>
                  </a:lnTo>
                  <a:lnTo>
                    <a:pt x="532942" y="2143163"/>
                  </a:lnTo>
                  <a:lnTo>
                    <a:pt x="533400" y="2142045"/>
                  </a:lnTo>
                  <a:lnTo>
                    <a:pt x="533400" y="2139404"/>
                  </a:lnTo>
                  <a:close/>
                </a:path>
                <a:path w="4819650" h="2679700">
                  <a:moveTo>
                    <a:pt x="533400" y="1605419"/>
                  </a:moveTo>
                  <a:lnTo>
                    <a:pt x="532942" y="1604302"/>
                  </a:lnTo>
                  <a:lnTo>
                    <a:pt x="531075" y="1602435"/>
                  </a:lnTo>
                  <a:lnTo>
                    <a:pt x="529958" y="1601965"/>
                  </a:lnTo>
                  <a:lnTo>
                    <a:pt x="527329" y="1601965"/>
                  </a:lnTo>
                  <a:lnTo>
                    <a:pt x="526211" y="1602435"/>
                  </a:lnTo>
                  <a:lnTo>
                    <a:pt x="524344" y="1604302"/>
                  </a:lnTo>
                  <a:lnTo>
                    <a:pt x="523875" y="1605419"/>
                  </a:lnTo>
                  <a:lnTo>
                    <a:pt x="523875" y="1608048"/>
                  </a:lnTo>
                  <a:lnTo>
                    <a:pt x="524344" y="1609166"/>
                  </a:lnTo>
                  <a:lnTo>
                    <a:pt x="526211" y="1611033"/>
                  </a:lnTo>
                  <a:lnTo>
                    <a:pt x="527329" y="1611490"/>
                  </a:lnTo>
                  <a:lnTo>
                    <a:pt x="529958" y="1611490"/>
                  </a:lnTo>
                  <a:lnTo>
                    <a:pt x="531075" y="1611033"/>
                  </a:lnTo>
                  <a:lnTo>
                    <a:pt x="532942" y="1609166"/>
                  </a:lnTo>
                  <a:lnTo>
                    <a:pt x="533400" y="1608048"/>
                  </a:lnTo>
                  <a:lnTo>
                    <a:pt x="533400" y="1605419"/>
                  </a:lnTo>
                  <a:close/>
                </a:path>
                <a:path w="4819650" h="2679700">
                  <a:moveTo>
                    <a:pt x="533400" y="1071422"/>
                  </a:moveTo>
                  <a:lnTo>
                    <a:pt x="532942" y="1070305"/>
                  </a:lnTo>
                  <a:lnTo>
                    <a:pt x="531075" y="1068451"/>
                  </a:lnTo>
                  <a:lnTo>
                    <a:pt x="529958" y="1067981"/>
                  </a:lnTo>
                  <a:lnTo>
                    <a:pt x="527329" y="1067981"/>
                  </a:lnTo>
                  <a:lnTo>
                    <a:pt x="526211" y="1068451"/>
                  </a:lnTo>
                  <a:lnTo>
                    <a:pt x="524344" y="1070305"/>
                  </a:lnTo>
                  <a:lnTo>
                    <a:pt x="523875" y="1071422"/>
                  </a:lnTo>
                  <a:lnTo>
                    <a:pt x="523875" y="1074051"/>
                  </a:lnTo>
                  <a:lnTo>
                    <a:pt x="524344" y="1075182"/>
                  </a:lnTo>
                  <a:lnTo>
                    <a:pt x="526211" y="1077036"/>
                  </a:lnTo>
                  <a:lnTo>
                    <a:pt x="527329" y="1077506"/>
                  </a:lnTo>
                  <a:lnTo>
                    <a:pt x="529958" y="1077506"/>
                  </a:lnTo>
                  <a:lnTo>
                    <a:pt x="531075" y="1077036"/>
                  </a:lnTo>
                  <a:lnTo>
                    <a:pt x="532942" y="1075182"/>
                  </a:lnTo>
                  <a:lnTo>
                    <a:pt x="533400" y="1074051"/>
                  </a:lnTo>
                  <a:lnTo>
                    <a:pt x="533400" y="1071422"/>
                  </a:lnTo>
                  <a:close/>
                </a:path>
                <a:path w="4819650" h="2679700">
                  <a:moveTo>
                    <a:pt x="533400" y="537438"/>
                  </a:moveTo>
                  <a:lnTo>
                    <a:pt x="532942" y="536308"/>
                  </a:lnTo>
                  <a:lnTo>
                    <a:pt x="531075" y="534454"/>
                  </a:lnTo>
                  <a:lnTo>
                    <a:pt x="529958" y="533984"/>
                  </a:lnTo>
                  <a:lnTo>
                    <a:pt x="527329" y="533984"/>
                  </a:lnTo>
                  <a:lnTo>
                    <a:pt x="526211" y="534454"/>
                  </a:lnTo>
                  <a:lnTo>
                    <a:pt x="524344" y="536308"/>
                  </a:lnTo>
                  <a:lnTo>
                    <a:pt x="523875" y="537438"/>
                  </a:lnTo>
                  <a:lnTo>
                    <a:pt x="523875" y="540067"/>
                  </a:lnTo>
                  <a:lnTo>
                    <a:pt x="524344" y="541185"/>
                  </a:lnTo>
                  <a:lnTo>
                    <a:pt x="526211" y="543052"/>
                  </a:lnTo>
                  <a:lnTo>
                    <a:pt x="527329" y="543509"/>
                  </a:lnTo>
                  <a:lnTo>
                    <a:pt x="529958" y="543509"/>
                  </a:lnTo>
                  <a:lnTo>
                    <a:pt x="531075" y="543052"/>
                  </a:lnTo>
                  <a:lnTo>
                    <a:pt x="532942" y="541185"/>
                  </a:lnTo>
                  <a:lnTo>
                    <a:pt x="533400" y="540067"/>
                  </a:lnTo>
                  <a:lnTo>
                    <a:pt x="533400" y="537438"/>
                  </a:lnTo>
                  <a:close/>
                </a:path>
                <a:path w="4819650" h="2679700">
                  <a:moveTo>
                    <a:pt x="533400" y="3441"/>
                  </a:moveTo>
                  <a:lnTo>
                    <a:pt x="532942" y="2324"/>
                  </a:lnTo>
                  <a:lnTo>
                    <a:pt x="531075" y="469"/>
                  </a:lnTo>
                  <a:lnTo>
                    <a:pt x="529958" y="0"/>
                  </a:lnTo>
                  <a:lnTo>
                    <a:pt x="527329" y="0"/>
                  </a:lnTo>
                  <a:lnTo>
                    <a:pt x="526211" y="469"/>
                  </a:lnTo>
                  <a:lnTo>
                    <a:pt x="524344" y="2324"/>
                  </a:lnTo>
                  <a:lnTo>
                    <a:pt x="523875" y="3441"/>
                  </a:lnTo>
                  <a:lnTo>
                    <a:pt x="523875" y="6070"/>
                  </a:lnTo>
                  <a:lnTo>
                    <a:pt x="524344" y="7200"/>
                  </a:lnTo>
                  <a:lnTo>
                    <a:pt x="526211" y="9055"/>
                  </a:lnTo>
                  <a:lnTo>
                    <a:pt x="527329" y="9525"/>
                  </a:lnTo>
                  <a:lnTo>
                    <a:pt x="529958" y="9525"/>
                  </a:lnTo>
                  <a:lnTo>
                    <a:pt x="531075" y="9055"/>
                  </a:lnTo>
                  <a:lnTo>
                    <a:pt x="532942" y="7200"/>
                  </a:lnTo>
                  <a:lnTo>
                    <a:pt x="533400" y="6070"/>
                  </a:lnTo>
                  <a:lnTo>
                    <a:pt x="533400" y="3441"/>
                  </a:lnTo>
                  <a:close/>
                </a:path>
                <a:path w="4819650" h="2679700">
                  <a:moveTo>
                    <a:pt x="581025" y="2673400"/>
                  </a:moveTo>
                  <a:lnTo>
                    <a:pt x="580567" y="2672283"/>
                  </a:lnTo>
                  <a:lnTo>
                    <a:pt x="578700" y="2670416"/>
                  </a:lnTo>
                  <a:lnTo>
                    <a:pt x="577583" y="2669946"/>
                  </a:lnTo>
                  <a:lnTo>
                    <a:pt x="574954" y="2669946"/>
                  </a:lnTo>
                  <a:lnTo>
                    <a:pt x="573836" y="2670416"/>
                  </a:lnTo>
                  <a:lnTo>
                    <a:pt x="571969" y="2672283"/>
                  </a:lnTo>
                  <a:lnTo>
                    <a:pt x="571500" y="2673400"/>
                  </a:lnTo>
                  <a:lnTo>
                    <a:pt x="571500" y="2676029"/>
                  </a:lnTo>
                  <a:lnTo>
                    <a:pt x="571969" y="2677147"/>
                  </a:lnTo>
                  <a:lnTo>
                    <a:pt x="573836" y="2679014"/>
                  </a:lnTo>
                  <a:lnTo>
                    <a:pt x="574954" y="2679471"/>
                  </a:lnTo>
                  <a:lnTo>
                    <a:pt x="577583" y="2679471"/>
                  </a:lnTo>
                  <a:lnTo>
                    <a:pt x="578700" y="2679014"/>
                  </a:lnTo>
                  <a:lnTo>
                    <a:pt x="580567" y="2677147"/>
                  </a:lnTo>
                  <a:lnTo>
                    <a:pt x="581025" y="2676029"/>
                  </a:lnTo>
                  <a:lnTo>
                    <a:pt x="581025" y="2673400"/>
                  </a:lnTo>
                  <a:close/>
                </a:path>
                <a:path w="4819650" h="2679700">
                  <a:moveTo>
                    <a:pt x="581025" y="2139404"/>
                  </a:moveTo>
                  <a:lnTo>
                    <a:pt x="580567" y="2138286"/>
                  </a:lnTo>
                  <a:lnTo>
                    <a:pt x="578700" y="2136432"/>
                  </a:lnTo>
                  <a:lnTo>
                    <a:pt x="577583" y="2135962"/>
                  </a:lnTo>
                  <a:lnTo>
                    <a:pt x="574954" y="2135962"/>
                  </a:lnTo>
                  <a:lnTo>
                    <a:pt x="573836" y="2136432"/>
                  </a:lnTo>
                  <a:lnTo>
                    <a:pt x="571969" y="2138286"/>
                  </a:lnTo>
                  <a:lnTo>
                    <a:pt x="571500" y="2139404"/>
                  </a:lnTo>
                  <a:lnTo>
                    <a:pt x="571500" y="2142045"/>
                  </a:lnTo>
                  <a:lnTo>
                    <a:pt x="571969" y="2143163"/>
                  </a:lnTo>
                  <a:lnTo>
                    <a:pt x="573836" y="2145017"/>
                  </a:lnTo>
                  <a:lnTo>
                    <a:pt x="574954" y="2145487"/>
                  </a:lnTo>
                  <a:lnTo>
                    <a:pt x="577583" y="2145487"/>
                  </a:lnTo>
                  <a:lnTo>
                    <a:pt x="578700" y="2145017"/>
                  </a:lnTo>
                  <a:lnTo>
                    <a:pt x="580567" y="2143163"/>
                  </a:lnTo>
                  <a:lnTo>
                    <a:pt x="581025" y="2142045"/>
                  </a:lnTo>
                  <a:lnTo>
                    <a:pt x="581025" y="2139404"/>
                  </a:lnTo>
                  <a:close/>
                </a:path>
                <a:path w="4819650" h="2679700">
                  <a:moveTo>
                    <a:pt x="581025" y="1605419"/>
                  </a:moveTo>
                  <a:lnTo>
                    <a:pt x="580567" y="1604302"/>
                  </a:lnTo>
                  <a:lnTo>
                    <a:pt x="578700" y="1602435"/>
                  </a:lnTo>
                  <a:lnTo>
                    <a:pt x="577583" y="1601965"/>
                  </a:lnTo>
                  <a:lnTo>
                    <a:pt x="574954" y="1601965"/>
                  </a:lnTo>
                  <a:lnTo>
                    <a:pt x="573836" y="1602435"/>
                  </a:lnTo>
                  <a:lnTo>
                    <a:pt x="571969" y="1604302"/>
                  </a:lnTo>
                  <a:lnTo>
                    <a:pt x="571500" y="1605419"/>
                  </a:lnTo>
                  <a:lnTo>
                    <a:pt x="571500" y="1608048"/>
                  </a:lnTo>
                  <a:lnTo>
                    <a:pt x="571969" y="1609166"/>
                  </a:lnTo>
                  <a:lnTo>
                    <a:pt x="573836" y="1611033"/>
                  </a:lnTo>
                  <a:lnTo>
                    <a:pt x="574954" y="1611490"/>
                  </a:lnTo>
                  <a:lnTo>
                    <a:pt x="577583" y="1611490"/>
                  </a:lnTo>
                  <a:lnTo>
                    <a:pt x="578700" y="1611033"/>
                  </a:lnTo>
                  <a:lnTo>
                    <a:pt x="580567" y="1609166"/>
                  </a:lnTo>
                  <a:lnTo>
                    <a:pt x="581025" y="1608048"/>
                  </a:lnTo>
                  <a:lnTo>
                    <a:pt x="581025" y="1605419"/>
                  </a:lnTo>
                  <a:close/>
                </a:path>
                <a:path w="4819650" h="2679700">
                  <a:moveTo>
                    <a:pt x="581025" y="1071422"/>
                  </a:moveTo>
                  <a:lnTo>
                    <a:pt x="580567" y="1070305"/>
                  </a:lnTo>
                  <a:lnTo>
                    <a:pt x="578700" y="1068451"/>
                  </a:lnTo>
                  <a:lnTo>
                    <a:pt x="577583" y="1067981"/>
                  </a:lnTo>
                  <a:lnTo>
                    <a:pt x="574954" y="1067981"/>
                  </a:lnTo>
                  <a:lnTo>
                    <a:pt x="573836" y="1068451"/>
                  </a:lnTo>
                  <a:lnTo>
                    <a:pt x="571969" y="1070305"/>
                  </a:lnTo>
                  <a:lnTo>
                    <a:pt x="571500" y="1071422"/>
                  </a:lnTo>
                  <a:lnTo>
                    <a:pt x="571500" y="1074051"/>
                  </a:lnTo>
                  <a:lnTo>
                    <a:pt x="571969" y="1075182"/>
                  </a:lnTo>
                  <a:lnTo>
                    <a:pt x="573836" y="1077036"/>
                  </a:lnTo>
                  <a:lnTo>
                    <a:pt x="574954" y="1077506"/>
                  </a:lnTo>
                  <a:lnTo>
                    <a:pt x="577583" y="1077506"/>
                  </a:lnTo>
                  <a:lnTo>
                    <a:pt x="578700" y="1077036"/>
                  </a:lnTo>
                  <a:lnTo>
                    <a:pt x="580567" y="1075182"/>
                  </a:lnTo>
                  <a:lnTo>
                    <a:pt x="581025" y="1074051"/>
                  </a:lnTo>
                  <a:lnTo>
                    <a:pt x="581025" y="1071422"/>
                  </a:lnTo>
                  <a:close/>
                </a:path>
                <a:path w="4819650" h="2679700">
                  <a:moveTo>
                    <a:pt x="581025" y="537438"/>
                  </a:moveTo>
                  <a:lnTo>
                    <a:pt x="580567" y="536308"/>
                  </a:lnTo>
                  <a:lnTo>
                    <a:pt x="578700" y="534454"/>
                  </a:lnTo>
                  <a:lnTo>
                    <a:pt x="577583" y="533984"/>
                  </a:lnTo>
                  <a:lnTo>
                    <a:pt x="574954" y="533984"/>
                  </a:lnTo>
                  <a:lnTo>
                    <a:pt x="573836" y="534454"/>
                  </a:lnTo>
                  <a:lnTo>
                    <a:pt x="571969" y="536308"/>
                  </a:lnTo>
                  <a:lnTo>
                    <a:pt x="571500" y="537438"/>
                  </a:lnTo>
                  <a:lnTo>
                    <a:pt x="571500" y="540067"/>
                  </a:lnTo>
                  <a:lnTo>
                    <a:pt x="571969" y="541185"/>
                  </a:lnTo>
                  <a:lnTo>
                    <a:pt x="573836" y="543052"/>
                  </a:lnTo>
                  <a:lnTo>
                    <a:pt x="574954" y="543509"/>
                  </a:lnTo>
                  <a:lnTo>
                    <a:pt x="577583" y="543509"/>
                  </a:lnTo>
                  <a:lnTo>
                    <a:pt x="578700" y="543052"/>
                  </a:lnTo>
                  <a:lnTo>
                    <a:pt x="580567" y="541185"/>
                  </a:lnTo>
                  <a:lnTo>
                    <a:pt x="581025" y="540067"/>
                  </a:lnTo>
                  <a:lnTo>
                    <a:pt x="581025" y="537438"/>
                  </a:lnTo>
                  <a:close/>
                </a:path>
                <a:path w="4819650" h="2679700">
                  <a:moveTo>
                    <a:pt x="581025" y="3441"/>
                  </a:moveTo>
                  <a:lnTo>
                    <a:pt x="580567" y="2324"/>
                  </a:lnTo>
                  <a:lnTo>
                    <a:pt x="578700" y="469"/>
                  </a:lnTo>
                  <a:lnTo>
                    <a:pt x="577583" y="0"/>
                  </a:lnTo>
                  <a:lnTo>
                    <a:pt x="574954" y="0"/>
                  </a:lnTo>
                  <a:lnTo>
                    <a:pt x="573836" y="469"/>
                  </a:lnTo>
                  <a:lnTo>
                    <a:pt x="571969" y="2324"/>
                  </a:lnTo>
                  <a:lnTo>
                    <a:pt x="571500" y="3441"/>
                  </a:lnTo>
                  <a:lnTo>
                    <a:pt x="571500" y="6070"/>
                  </a:lnTo>
                  <a:lnTo>
                    <a:pt x="571969" y="7200"/>
                  </a:lnTo>
                  <a:lnTo>
                    <a:pt x="573836" y="9055"/>
                  </a:lnTo>
                  <a:lnTo>
                    <a:pt x="574954" y="9525"/>
                  </a:lnTo>
                  <a:lnTo>
                    <a:pt x="577583" y="9525"/>
                  </a:lnTo>
                  <a:lnTo>
                    <a:pt x="578700" y="9055"/>
                  </a:lnTo>
                  <a:lnTo>
                    <a:pt x="580567" y="7200"/>
                  </a:lnTo>
                  <a:lnTo>
                    <a:pt x="581025" y="6070"/>
                  </a:lnTo>
                  <a:lnTo>
                    <a:pt x="581025" y="3441"/>
                  </a:lnTo>
                  <a:close/>
                </a:path>
                <a:path w="4819650" h="2679700">
                  <a:moveTo>
                    <a:pt x="628650" y="2673400"/>
                  </a:moveTo>
                  <a:lnTo>
                    <a:pt x="628192" y="2672283"/>
                  </a:lnTo>
                  <a:lnTo>
                    <a:pt x="626325" y="2670416"/>
                  </a:lnTo>
                  <a:lnTo>
                    <a:pt x="625208" y="2669946"/>
                  </a:lnTo>
                  <a:lnTo>
                    <a:pt x="622579" y="2669946"/>
                  </a:lnTo>
                  <a:lnTo>
                    <a:pt x="621461" y="2670416"/>
                  </a:lnTo>
                  <a:lnTo>
                    <a:pt x="619594" y="2672283"/>
                  </a:lnTo>
                  <a:lnTo>
                    <a:pt x="619125" y="2673400"/>
                  </a:lnTo>
                  <a:lnTo>
                    <a:pt x="619125" y="2676029"/>
                  </a:lnTo>
                  <a:lnTo>
                    <a:pt x="619594" y="2677147"/>
                  </a:lnTo>
                  <a:lnTo>
                    <a:pt x="621461" y="2679014"/>
                  </a:lnTo>
                  <a:lnTo>
                    <a:pt x="622579" y="2679471"/>
                  </a:lnTo>
                  <a:lnTo>
                    <a:pt x="625208" y="2679471"/>
                  </a:lnTo>
                  <a:lnTo>
                    <a:pt x="626325" y="2679014"/>
                  </a:lnTo>
                  <a:lnTo>
                    <a:pt x="628192" y="2677147"/>
                  </a:lnTo>
                  <a:lnTo>
                    <a:pt x="628650" y="2676029"/>
                  </a:lnTo>
                  <a:lnTo>
                    <a:pt x="628650" y="2673400"/>
                  </a:lnTo>
                  <a:close/>
                </a:path>
                <a:path w="4819650" h="2679700">
                  <a:moveTo>
                    <a:pt x="628650" y="2139404"/>
                  </a:moveTo>
                  <a:lnTo>
                    <a:pt x="628192" y="2138286"/>
                  </a:lnTo>
                  <a:lnTo>
                    <a:pt x="626325" y="2136432"/>
                  </a:lnTo>
                  <a:lnTo>
                    <a:pt x="625208" y="2135962"/>
                  </a:lnTo>
                  <a:lnTo>
                    <a:pt x="622579" y="2135962"/>
                  </a:lnTo>
                  <a:lnTo>
                    <a:pt x="621461" y="2136432"/>
                  </a:lnTo>
                  <a:lnTo>
                    <a:pt x="619594" y="2138286"/>
                  </a:lnTo>
                  <a:lnTo>
                    <a:pt x="619125" y="2139404"/>
                  </a:lnTo>
                  <a:lnTo>
                    <a:pt x="619125" y="2142045"/>
                  </a:lnTo>
                  <a:lnTo>
                    <a:pt x="619594" y="2143163"/>
                  </a:lnTo>
                  <a:lnTo>
                    <a:pt x="621461" y="2145017"/>
                  </a:lnTo>
                  <a:lnTo>
                    <a:pt x="622579" y="2145487"/>
                  </a:lnTo>
                  <a:lnTo>
                    <a:pt x="625208" y="2145487"/>
                  </a:lnTo>
                  <a:lnTo>
                    <a:pt x="626325" y="2145017"/>
                  </a:lnTo>
                  <a:lnTo>
                    <a:pt x="628192" y="2143163"/>
                  </a:lnTo>
                  <a:lnTo>
                    <a:pt x="628650" y="2142045"/>
                  </a:lnTo>
                  <a:lnTo>
                    <a:pt x="628650" y="2139404"/>
                  </a:lnTo>
                  <a:close/>
                </a:path>
                <a:path w="4819650" h="2679700">
                  <a:moveTo>
                    <a:pt x="628650" y="1605419"/>
                  </a:moveTo>
                  <a:lnTo>
                    <a:pt x="628192" y="1604302"/>
                  </a:lnTo>
                  <a:lnTo>
                    <a:pt x="626325" y="1602435"/>
                  </a:lnTo>
                  <a:lnTo>
                    <a:pt x="625208" y="1601965"/>
                  </a:lnTo>
                  <a:lnTo>
                    <a:pt x="622579" y="1601965"/>
                  </a:lnTo>
                  <a:lnTo>
                    <a:pt x="621461" y="1602435"/>
                  </a:lnTo>
                  <a:lnTo>
                    <a:pt x="619594" y="1604302"/>
                  </a:lnTo>
                  <a:lnTo>
                    <a:pt x="619125" y="1605419"/>
                  </a:lnTo>
                  <a:lnTo>
                    <a:pt x="619125" y="1608048"/>
                  </a:lnTo>
                  <a:lnTo>
                    <a:pt x="619594" y="1609166"/>
                  </a:lnTo>
                  <a:lnTo>
                    <a:pt x="621461" y="1611033"/>
                  </a:lnTo>
                  <a:lnTo>
                    <a:pt x="622579" y="1611490"/>
                  </a:lnTo>
                  <a:lnTo>
                    <a:pt x="625208" y="1611490"/>
                  </a:lnTo>
                  <a:lnTo>
                    <a:pt x="626325" y="1611033"/>
                  </a:lnTo>
                  <a:lnTo>
                    <a:pt x="628192" y="1609166"/>
                  </a:lnTo>
                  <a:lnTo>
                    <a:pt x="628650" y="1608048"/>
                  </a:lnTo>
                  <a:lnTo>
                    <a:pt x="628650" y="1605419"/>
                  </a:lnTo>
                  <a:close/>
                </a:path>
                <a:path w="4819650" h="2679700">
                  <a:moveTo>
                    <a:pt x="628650" y="1071422"/>
                  </a:moveTo>
                  <a:lnTo>
                    <a:pt x="628192" y="1070305"/>
                  </a:lnTo>
                  <a:lnTo>
                    <a:pt x="626325" y="1068451"/>
                  </a:lnTo>
                  <a:lnTo>
                    <a:pt x="625208" y="1067981"/>
                  </a:lnTo>
                  <a:lnTo>
                    <a:pt x="622579" y="1067981"/>
                  </a:lnTo>
                  <a:lnTo>
                    <a:pt x="621461" y="1068451"/>
                  </a:lnTo>
                  <a:lnTo>
                    <a:pt x="619594" y="1070305"/>
                  </a:lnTo>
                  <a:lnTo>
                    <a:pt x="619125" y="1071422"/>
                  </a:lnTo>
                  <a:lnTo>
                    <a:pt x="619125" y="1074051"/>
                  </a:lnTo>
                  <a:lnTo>
                    <a:pt x="619594" y="1075182"/>
                  </a:lnTo>
                  <a:lnTo>
                    <a:pt x="621461" y="1077036"/>
                  </a:lnTo>
                  <a:lnTo>
                    <a:pt x="622579" y="1077506"/>
                  </a:lnTo>
                  <a:lnTo>
                    <a:pt x="625208" y="1077506"/>
                  </a:lnTo>
                  <a:lnTo>
                    <a:pt x="626325" y="1077036"/>
                  </a:lnTo>
                  <a:lnTo>
                    <a:pt x="628192" y="1075182"/>
                  </a:lnTo>
                  <a:lnTo>
                    <a:pt x="628650" y="1074051"/>
                  </a:lnTo>
                  <a:lnTo>
                    <a:pt x="628650" y="1071422"/>
                  </a:lnTo>
                  <a:close/>
                </a:path>
                <a:path w="4819650" h="2679700">
                  <a:moveTo>
                    <a:pt x="628650" y="537438"/>
                  </a:moveTo>
                  <a:lnTo>
                    <a:pt x="628192" y="536308"/>
                  </a:lnTo>
                  <a:lnTo>
                    <a:pt x="626325" y="534454"/>
                  </a:lnTo>
                  <a:lnTo>
                    <a:pt x="625208" y="533984"/>
                  </a:lnTo>
                  <a:lnTo>
                    <a:pt x="622579" y="533984"/>
                  </a:lnTo>
                  <a:lnTo>
                    <a:pt x="621461" y="534454"/>
                  </a:lnTo>
                  <a:lnTo>
                    <a:pt x="619594" y="536308"/>
                  </a:lnTo>
                  <a:lnTo>
                    <a:pt x="619125" y="537438"/>
                  </a:lnTo>
                  <a:lnTo>
                    <a:pt x="619125" y="540067"/>
                  </a:lnTo>
                  <a:lnTo>
                    <a:pt x="619594" y="541185"/>
                  </a:lnTo>
                  <a:lnTo>
                    <a:pt x="621461" y="543052"/>
                  </a:lnTo>
                  <a:lnTo>
                    <a:pt x="622579" y="543509"/>
                  </a:lnTo>
                  <a:lnTo>
                    <a:pt x="625208" y="543509"/>
                  </a:lnTo>
                  <a:lnTo>
                    <a:pt x="626325" y="543052"/>
                  </a:lnTo>
                  <a:lnTo>
                    <a:pt x="628192" y="541185"/>
                  </a:lnTo>
                  <a:lnTo>
                    <a:pt x="628650" y="540067"/>
                  </a:lnTo>
                  <a:lnTo>
                    <a:pt x="628650" y="537438"/>
                  </a:lnTo>
                  <a:close/>
                </a:path>
                <a:path w="4819650" h="2679700">
                  <a:moveTo>
                    <a:pt x="628650" y="3441"/>
                  </a:moveTo>
                  <a:lnTo>
                    <a:pt x="628192" y="2324"/>
                  </a:lnTo>
                  <a:lnTo>
                    <a:pt x="626325" y="469"/>
                  </a:lnTo>
                  <a:lnTo>
                    <a:pt x="625208" y="0"/>
                  </a:lnTo>
                  <a:lnTo>
                    <a:pt x="622579" y="0"/>
                  </a:lnTo>
                  <a:lnTo>
                    <a:pt x="621461" y="469"/>
                  </a:lnTo>
                  <a:lnTo>
                    <a:pt x="619594" y="2324"/>
                  </a:lnTo>
                  <a:lnTo>
                    <a:pt x="619125" y="3441"/>
                  </a:lnTo>
                  <a:lnTo>
                    <a:pt x="619125" y="6070"/>
                  </a:lnTo>
                  <a:lnTo>
                    <a:pt x="619594" y="7200"/>
                  </a:lnTo>
                  <a:lnTo>
                    <a:pt x="621461" y="9055"/>
                  </a:lnTo>
                  <a:lnTo>
                    <a:pt x="622579" y="9525"/>
                  </a:lnTo>
                  <a:lnTo>
                    <a:pt x="625208" y="9525"/>
                  </a:lnTo>
                  <a:lnTo>
                    <a:pt x="626325" y="9055"/>
                  </a:lnTo>
                  <a:lnTo>
                    <a:pt x="628192" y="7200"/>
                  </a:lnTo>
                  <a:lnTo>
                    <a:pt x="628650" y="6070"/>
                  </a:lnTo>
                  <a:lnTo>
                    <a:pt x="628650" y="3441"/>
                  </a:lnTo>
                  <a:close/>
                </a:path>
                <a:path w="4819650" h="2679700">
                  <a:moveTo>
                    <a:pt x="676275" y="2673400"/>
                  </a:moveTo>
                  <a:lnTo>
                    <a:pt x="675817" y="2672283"/>
                  </a:lnTo>
                  <a:lnTo>
                    <a:pt x="673950" y="2670416"/>
                  </a:lnTo>
                  <a:lnTo>
                    <a:pt x="672833" y="2669946"/>
                  </a:lnTo>
                  <a:lnTo>
                    <a:pt x="670204" y="2669946"/>
                  </a:lnTo>
                  <a:lnTo>
                    <a:pt x="669086" y="2670416"/>
                  </a:lnTo>
                  <a:lnTo>
                    <a:pt x="667219" y="2672283"/>
                  </a:lnTo>
                  <a:lnTo>
                    <a:pt x="666750" y="2673400"/>
                  </a:lnTo>
                  <a:lnTo>
                    <a:pt x="666750" y="2676029"/>
                  </a:lnTo>
                  <a:lnTo>
                    <a:pt x="667219" y="2677147"/>
                  </a:lnTo>
                  <a:lnTo>
                    <a:pt x="669086" y="2679014"/>
                  </a:lnTo>
                  <a:lnTo>
                    <a:pt x="670204" y="2679471"/>
                  </a:lnTo>
                  <a:lnTo>
                    <a:pt x="672833" y="2679471"/>
                  </a:lnTo>
                  <a:lnTo>
                    <a:pt x="673950" y="2679014"/>
                  </a:lnTo>
                  <a:lnTo>
                    <a:pt x="675817" y="2677147"/>
                  </a:lnTo>
                  <a:lnTo>
                    <a:pt x="676275" y="2676029"/>
                  </a:lnTo>
                  <a:lnTo>
                    <a:pt x="676275" y="2673400"/>
                  </a:lnTo>
                  <a:close/>
                </a:path>
                <a:path w="4819650" h="2679700">
                  <a:moveTo>
                    <a:pt x="676275" y="2139404"/>
                  </a:moveTo>
                  <a:lnTo>
                    <a:pt x="675817" y="2138286"/>
                  </a:lnTo>
                  <a:lnTo>
                    <a:pt x="673950" y="2136432"/>
                  </a:lnTo>
                  <a:lnTo>
                    <a:pt x="672833" y="2135962"/>
                  </a:lnTo>
                  <a:lnTo>
                    <a:pt x="670204" y="2135962"/>
                  </a:lnTo>
                  <a:lnTo>
                    <a:pt x="669086" y="2136432"/>
                  </a:lnTo>
                  <a:lnTo>
                    <a:pt x="667219" y="2138286"/>
                  </a:lnTo>
                  <a:lnTo>
                    <a:pt x="666750" y="2139404"/>
                  </a:lnTo>
                  <a:lnTo>
                    <a:pt x="666750" y="2142045"/>
                  </a:lnTo>
                  <a:lnTo>
                    <a:pt x="667219" y="2143163"/>
                  </a:lnTo>
                  <a:lnTo>
                    <a:pt x="669086" y="2145017"/>
                  </a:lnTo>
                  <a:lnTo>
                    <a:pt x="670204" y="2145487"/>
                  </a:lnTo>
                  <a:lnTo>
                    <a:pt x="672833" y="2145487"/>
                  </a:lnTo>
                  <a:lnTo>
                    <a:pt x="673950" y="2145017"/>
                  </a:lnTo>
                  <a:lnTo>
                    <a:pt x="675817" y="2143163"/>
                  </a:lnTo>
                  <a:lnTo>
                    <a:pt x="676275" y="2142045"/>
                  </a:lnTo>
                  <a:lnTo>
                    <a:pt x="676275" y="2139404"/>
                  </a:lnTo>
                  <a:close/>
                </a:path>
                <a:path w="4819650" h="2679700">
                  <a:moveTo>
                    <a:pt x="676275" y="1605419"/>
                  </a:moveTo>
                  <a:lnTo>
                    <a:pt x="675817" y="1604302"/>
                  </a:lnTo>
                  <a:lnTo>
                    <a:pt x="673950" y="1602435"/>
                  </a:lnTo>
                  <a:lnTo>
                    <a:pt x="672833" y="1601965"/>
                  </a:lnTo>
                  <a:lnTo>
                    <a:pt x="670204" y="1601965"/>
                  </a:lnTo>
                  <a:lnTo>
                    <a:pt x="669086" y="1602435"/>
                  </a:lnTo>
                  <a:lnTo>
                    <a:pt x="667219" y="1604302"/>
                  </a:lnTo>
                  <a:lnTo>
                    <a:pt x="666750" y="1605419"/>
                  </a:lnTo>
                  <a:lnTo>
                    <a:pt x="666750" y="1608048"/>
                  </a:lnTo>
                  <a:lnTo>
                    <a:pt x="667219" y="1609166"/>
                  </a:lnTo>
                  <a:lnTo>
                    <a:pt x="669086" y="1611033"/>
                  </a:lnTo>
                  <a:lnTo>
                    <a:pt x="670204" y="1611490"/>
                  </a:lnTo>
                  <a:lnTo>
                    <a:pt x="672833" y="1611490"/>
                  </a:lnTo>
                  <a:lnTo>
                    <a:pt x="673950" y="1611033"/>
                  </a:lnTo>
                  <a:lnTo>
                    <a:pt x="675817" y="1609166"/>
                  </a:lnTo>
                  <a:lnTo>
                    <a:pt x="676275" y="1608048"/>
                  </a:lnTo>
                  <a:lnTo>
                    <a:pt x="676275" y="1605419"/>
                  </a:lnTo>
                  <a:close/>
                </a:path>
                <a:path w="4819650" h="2679700">
                  <a:moveTo>
                    <a:pt x="676275" y="1071422"/>
                  </a:moveTo>
                  <a:lnTo>
                    <a:pt x="675817" y="1070305"/>
                  </a:lnTo>
                  <a:lnTo>
                    <a:pt x="673950" y="1068451"/>
                  </a:lnTo>
                  <a:lnTo>
                    <a:pt x="672833" y="1067981"/>
                  </a:lnTo>
                  <a:lnTo>
                    <a:pt x="670204" y="1067981"/>
                  </a:lnTo>
                  <a:lnTo>
                    <a:pt x="669086" y="1068451"/>
                  </a:lnTo>
                  <a:lnTo>
                    <a:pt x="667219" y="1070305"/>
                  </a:lnTo>
                  <a:lnTo>
                    <a:pt x="666750" y="1071422"/>
                  </a:lnTo>
                  <a:lnTo>
                    <a:pt x="666750" y="1074051"/>
                  </a:lnTo>
                  <a:lnTo>
                    <a:pt x="667219" y="1075182"/>
                  </a:lnTo>
                  <a:lnTo>
                    <a:pt x="669086" y="1077036"/>
                  </a:lnTo>
                  <a:lnTo>
                    <a:pt x="670204" y="1077506"/>
                  </a:lnTo>
                  <a:lnTo>
                    <a:pt x="672833" y="1077506"/>
                  </a:lnTo>
                  <a:lnTo>
                    <a:pt x="673950" y="1077036"/>
                  </a:lnTo>
                  <a:lnTo>
                    <a:pt x="675817" y="1075182"/>
                  </a:lnTo>
                  <a:lnTo>
                    <a:pt x="676275" y="1074051"/>
                  </a:lnTo>
                  <a:lnTo>
                    <a:pt x="676275" y="1071422"/>
                  </a:lnTo>
                  <a:close/>
                </a:path>
                <a:path w="4819650" h="2679700">
                  <a:moveTo>
                    <a:pt x="676275" y="537438"/>
                  </a:moveTo>
                  <a:lnTo>
                    <a:pt x="675817" y="536308"/>
                  </a:lnTo>
                  <a:lnTo>
                    <a:pt x="673950" y="534454"/>
                  </a:lnTo>
                  <a:lnTo>
                    <a:pt x="672833" y="533984"/>
                  </a:lnTo>
                  <a:lnTo>
                    <a:pt x="670204" y="533984"/>
                  </a:lnTo>
                  <a:lnTo>
                    <a:pt x="669086" y="534454"/>
                  </a:lnTo>
                  <a:lnTo>
                    <a:pt x="667219" y="536308"/>
                  </a:lnTo>
                  <a:lnTo>
                    <a:pt x="666750" y="537438"/>
                  </a:lnTo>
                  <a:lnTo>
                    <a:pt x="666750" y="540067"/>
                  </a:lnTo>
                  <a:lnTo>
                    <a:pt x="667219" y="541185"/>
                  </a:lnTo>
                  <a:lnTo>
                    <a:pt x="669086" y="543052"/>
                  </a:lnTo>
                  <a:lnTo>
                    <a:pt x="670204" y="543509"/>
                  </a:lnTo>
                  <a:lnTo>
                    <a:pt x="672833" y="543509"/>
                  </a:lnTo>
                  <a:lnTo>
                    <a:pt x="673950" y="543052"/>
                  </a:lnTo>
                  <a:lnTo>
                    <a:pt x="675817" y="541185"/>
                  </a:lnTo>
                  <a:lnTo>
                    <a:pt x="676275" y="540067"/>
                  </a:lnTo>
                  <a:lnTo>
                    <a:pt x="676275" y="537438"/>
                  </a:lnTo>
                  <a:close/>
                </a:path>
                <a:path w="4819650" h="2679700">
                  <a:moveTo>
                    <a:pt x="676275" y="3441"/>
                  </a:moveTo>
                  <a:lnTo>
                    <a:pt x="675817" y="2324"/>
                  </a:lnTo>
                  <a:lnTo>
                    <a:pt x="673950" y="469"/>
                  </a:lnTo>
                  <a:lnTo>
                    <a:pt x="672833" y="0"/>
                  </a:lnTo>
                  <a:lnTo>
                    <a:pt x="670204" y="0"/>
                  </a:lnTo>
                  <a:lnTo>
                    <a:pt x="669086" y="469"/>
                  </a:lnTo>
                  <a:lnTo>
                    <a:pt x="667219" y="2324"/>
                  </a:lnTo>
                  <a:lnTo>
                    <a:pt x="666750" y="3441"/>
                  </a:lnTo>
                  <a:lnTo>
                    <a:pt x="666750" y="6070"/>
                  </a:lnTo>
                  <a:lnTo>
                    <a:pt x="667219" y="7200"/>
                  </a:lnTo>
                  <a:lnTo>
                    <a:pt x="669086" y="9055"/>
                  </a:lnTo>
                  <a:lnTo>
                    <a:pt x="670204" y="9525"/>
                  </a:lnTo>
                  <a:lnTo>
                    <a:pt x="672833" y="9525"/>
                  </a:lnTo>
                  <a:lnTo>
                    <a:pt x="673950" y="9055"/>
                  </a:lnTo>
                  <a:lnTo>
                    <a:pt x="675817" y="7200"/>
                  </a:lnTo>
                  <a:lnTo>
                    <a:pt x="676275" y="6070"/>
                  </a:lnTo>
                  <a:lnTo>
                    <a:pt x="676275" y="3441"/>
                  </a:lnTo>
                  <a:close/>
                </a:path>
                <a:path w="4819650" h="2679700">
                  <a:moveTo>
                    <a:pt x="723900" y="2673400"/>
                  </a:moveTo>
                  <a:lnTo>
                    <a:pt x="723442" y="2672283"/>
                  </a:lnTo>
                  <a:lnTo>
                    <a:pt x="721575" y="2670416"/>
                  </a:lnTo>
                  <a:lnTo>
                    <a:pt x="720458" y="2669946"/>
                  </a:lnTo>
                  <a:lnTo>
                    <a:pt x="717829" y="2669946"/>
                  </a:lnTo>
                  <a:lnTo>
                    <a:pt x="716711" y="2670416"/>
                  </a:lnTo>
                  <a:lnTo>
                    <a:pt x="714844" y="2672283"/>
                  </a:lnTo>
                  <a:lnTo>
                    <a:pt x="714375" y="2673400"/>
                  </a:lnTo>
                  <a:lnTo>
                    <a:pt x="714375" y="2676029"/>
                  </a:lnTo>
                  <a:lnTo>
                    <a:pt x="714844" y="2677147"/>
                  </a:lnTo>
                  <a:lnTo>
                    <a:pt x="716711" y="2679014"/>
                  </a:lnTo>
                  <a:lnTo>
                    <a:pt x="717829" y="2679471"/>
                  </a:lnTo>
                  <a:lnTo>
                    <a:pt x="720458" y="2679471"/>
                  </a:lnTo>
                  <a:lnTo>
                    <a:pt x="721575" y="2679014"/>
                  </a:lnTo>
                  <a:lnTo>
                    <a:pt x="723442" y="2677147"/>
                  </a:lnTo>
                  <a:lnTo>
                    <a:pt x="723900" y="2676029"/>
                  </a:lnTo>
                  <a:lnTo>
                    <a:pt x="723900" y="2673400"/>
                  </a:lnTo>
                  <a:close/>
                </a:path>
                <a:path w="4819650" h="2679700">
                  <a:moveTo>
                    <a:pt x="723900" y="2139404"/>
                  </a:moveTo>
                  <a:lnTo>
                    <a:pt x="723442" y="2138286"/>
                  </a:lnTo>
                  <a:lnTo>
                    <a:pt x="721575" y="2136432"/>
                  </a:lnTo>
                  <a:lnTo>
                    <a:pt x="720458" y="2135962"/>
                  </a:lnTo>
                  <a:lnTo>
                    <a:pt x="717829" y="2135962"/>
                  </a:lnTo>
                  <a:lnTo>
                    <a:pt x="716711" y="2136432"/>
                  </a:lnTo>
                  <a:lnTo>
                    <a:pt x="714844" y="2138286"/>
                  </a:lnTo>
                  <a:lnTo>
                    <a:pt x="714375" y="2139404"/>
                  </a:lnTo>
                  <a:lnTo>
                    <a:pt x="714375" y="2142045"/>
                  </a:lnTo>
                  <a:lnTo>
                    <a:pt x="714844" y="2143163"/>
                  </a:lnTo>
                  <a:lnTo>
                    <a:pt x="716711" y="2145017"/>
                  </a:lnTo>
                  <a:lnTo>
                    <a:pt x="717829" y="2145487"/>
                  </a:lnTo>
                  <a:lnTo>
                    <a:pt x="720458" y="2145487"/>
                  </a:lnTo>
                  <a:lnTo>
                    <a:pt x="721575" y="2145017"/>
                  </a:lnTo>
                  <a:lnTo>
                    <a:pt x="723442" y="2143163"/>
                  </a:lnTo>
                  <a:lnTo>
                    <a:pt x="723900" y="2142045"/>
                  </a:lnTo>
                  <a:lnTo>
                    <a:pt x="723900" y="2139404"/>
                  </a:lnTo>
                  <a:close/>
                </a:path>
                <a:path w="4819650" h="2679700">
                  <a:moveTo>
                    <a:pt x="723900" y="1605419"/>
                  </a:moveTo>
                  <a:lnTo>
                    <a:pt x="723442" y="1604302"/>
                  </a:lnTo>
                  <a:lnTo>
                    <a:pt x="721575" y="1602435"/>
                  </a:lnTo>
                  <a:lnTo>
                    <a:pt x="720458" y="1601965"/>
                  </a:lnTo>
                  <a:lnTo>
                    <a:pt x="717829" y="1601965"/>
                  </a:lnTo>
                  <a:lnTo>
                    <a:pt x="716711" y="1602435"/>
                  </a:lnTo>
                  <a:lnTo>
                    <a:pt x="714844" y="1604302"/>
                  </a:lnTo>
                  <a:lnTo>
                    <a:pt x="714375" y="1605419"/>
                  </a:lnTo>
                  <a:lnTo>
                    <a:pt x="714375" y="1608048"/>
                  </a:lnTo>
                  <a:lnTo>
                    <a:pt x="714844" y="1609166"/>
                  </a:lnTo>
                  <a:lnTo>
                    <a:pt x="716711" y="1611033"/>
                  </a:lnTo>
                  <a:lnTo>
                    <a:pt x="717829" y="1611490"/>
                  </a:lnTo>
                  <a:lnTo>
                    <a:pt x="720458" y="1611490"/>
                  </a:lnTo>
                  <a:lnTo>
                    <a:pt x="721575" y="1611033"/>
                  </a:lnTo>
                  <a:lnTo>
                    <a:pt x="723442" y="1609166"/>
                  </a:lnTo>
                  <a:lnTo>
                    <a:pt x="723900" y="1608048"/>
                  </a:lnTo>
                  <a:lnTo>
                    <a:pt x="723900" y="1605419"/>
                  </a:lnTo>
                  <a:close/>
                </a:path>
                <a:path w="4819650" h="2679700">
                  <a:moveTo>
                    <a:pt x="723900" y="1071422"/>
                  </a:moveTo>
                  <a:lnTo>
                    <a:pt x="723442" y="1070305"/>
                  </a:lnTo>
                  <a:lnTo>
                    <a:pt x="721575" y="1068451"/>
                  </a:lnTo>
                  <a:lnTo>
                    <a:pt x="720458" y="1067981"/>
                  </a:lnTo>
                  <a:lnTo>
                    <a:pt x="717829" y="1067981"/>
                  </a:lnTo>
                  <a:lnTo>
                    <a:pt x="716711" y="1068451"/>
                  </a:lnTo>
                  <a:lnTo>
                    <a:pt x="714844" y="1070305"/>
                  </a:lnTo>
                  <a:lnTo>
                    <a:pt x="714375" y="1071422"/>
                  </a:lnTo>
                  <a:lnTo>
                    <a:pt x="714375" y="1074051"/>
                  </a:lnTo>
                  <a:lnTo>
                    <a:pt x="714844" y="1075182"/>
                  </a:lnTo>
                  <a:lnTo>
                    <a:pt x="716711" y="1077036"/>
                  </a:lnTo>
                  <a:lnTo>
                    <a:pt x="717829" y="1077506"/>
                  </a:lnTo>
                  <a:lnTo>
                    <a:pt x="720458" y="1077506"/>
                  </a:lnTo>
                  <a:lnTo>
                    <a:pt x="721575" y="1077036"/>
                  </a:lnTo>
                  <a:lnTo>
                    <a:pt x="723442" y="1075182"/>
                  </a:lnTo>
                  <a:lnTo>
                    <a:pt x="723900" y="1074051"/>
                  </a:lnTo>
                  <a:lnTo>
                    <a:pt x="723900" y="1071422"/>
                  </a:lnTo>
                  <a:close/>
                </a:path>
                <a:path w="4819650" h="2679700">
                  <a:moveTo>
                    <a:pt x="723900" y="537438"/>
                  </a:moveTo>
                  <a:lnTo>
                    <a:pt x="723442" y="536308"/>
                  </a:lnTo>
                  <a:lnTo>
                    <a:pt x="721575" y="534454"/>
                  </a:lnTo>
                  <a:lnTo>
                    <a:pt x="720458" y="533984"/>
                  </a:lnTo>
                  <a:lnTo>
                    <a:pt x="717829" y="533984"/>
                  </a:lnTo>
                  <a:lnTo>
                    <a:pt x="716711" y="534454"/>
                  </a:lnTo>
                  <a:lnTo>
                    <a:pt x="714844" y="536308"/>
                  </a:lnTo>
                  <a:lnTo>
                    <a:pt x="714375" y="537438"/>
                  </a:lnTo>
                  <a:lnTo>
                    <a:pt x="714375" y="540067"/>
                  </a:lnTo>
                  <a:lnTo>
                    <a:pt x="714844" y="541185"/>
                  </a:lnTo>
                  <a:lnTo>
                    <a:pt x="716711" y="543052"/>
                  </a:lnTo>
                  <a:lnTo>
                    <a:pt x="717829" y="543509"/>
                  </a:lnTo>
                  <a:lnTo>
                    <a:pt x="720458" y="543509"/>
                  </a:lnTo>
                  <a:lnTo>
                    <a:pt x="721575" y="543052"/>
                  </a:lnTo>
                  <a:lnTo>
                    <a:pt x="723442" y="541185"/>
                  </a:lnTo>
                  <a:lnTo>
                    <a:pt x="723900" y="540067"/>
                  </a:lnTo>
                  <a:lnTo>
                    <a:pt x="723900" y="537438"/>
                  </a:lnTo>
                  <a:close/>
                </a:path>
                <a:path w="4819650" h="2679700">
                  <a:moveTo>
                    <a:pt x="723900" y="3441"/>
                  </a:moveTo>
                  <a:lnTo>
                    <a:pt x="723442" y="2324"/>
                  </a:lnTo>
                  <a:lnTo>
                    <a:pt x="721575" y="469"/>
                  </a:lnTo>
                  <a:lnTo>
                    <a:pt x="720458" y="0"/>
                  </a:lnTo>
                  <a:lnTo>
                    <a:pt x="717829" y="0"/>
                  </a:lnTo>
                  <a:lnTo>
                    <a:pt x="716711" y="469"/>
                  </a:lnTo>
                  <a:lnTo>
                    <a:pt x="714844" y="2324"/>
                  </a:lnTo>
                  <a:lnTo>
                    <a:pt x="714375" y="3441"/>
                  </a:lnTo>
                  <a:lnTo>
                    <a:pt x="714375" y="6070"/>
                  </a:lnTo>
                  <a:lnTo>
                    <a:pt x="714844" y="7200"/>
                  </a:lnTo>
                  <a:lnTo>
                    <a:pt x="716711" y="9055"/>
                  </a:lnTo>
                  <a:lnTo>
                    <a:pt x="717829" y="9525"/>
                  </a:lnTo>
                  <a:lnTo>
                    <a:pt x="720458" y="9525"/>
                  </a:lnTo>
                  <a:lnTo>
                    <a:pt x="721575" y="9055"/>
                  </a:lnTo>
                  <a:lnTo>
                    <a:pt x="723442" y="7200"/>
                  </a:lnTo>
                  <a:lnTo>
                    <a:pt x="723900" y="6070"/>
                  </a:lnTo>
                  <a:lnTo>
                    <a:pt x="723900" y="3441"/>
                  </a:lnTo>
                  <a:close/>
                </a:path>
                <a:path w="4819650" h="2679700">
                  <a:moveTo>
                    <a:pt x="771525" y="2673400"/>
                  </a:moveTo>
                  <a:lnTo>
                    <a:pt x="771067" y="2672283"/>
                  </a:lnTo>
                  <a:lnTo>
                    <a:pt x="769200" y="2670416"/>
                  </a:lnTo>
                  <a:lnTo>
                    <a:pt x="768083" y="2669946"/>
                  </a:lnTo>
                  <a:lnTo>
                    <a:pt x="765454" y="2669946"/>
                  </a:lnTo>
                  <a:lnTo>
                    <a:pt x="764336" y="2670416"/>
                  </a:lnTo>
                  <a:lnTo>
                    <a:pt x="762469" y="2672283"/>
                  </a:lnTo>
                  <a:lnTo>
                    <a:pt x="762000" y="2673400"/>
                  </a:lnTo>
                  <a:lnTo>
                    <a:pt x="762000" y="2676029"/>
                  </a:lnTo>
                  <a:lnTo>
                    <a:pt x="762469" y="2677147"/>
                  </a:lnTo>
                  <a:lnTo>
                    <a:pt x="764336" y="2679014"/>
                  </a:lnTo>
                  <a:lnTo>
                    <a:pt x="765454" y="2679471"/>
                  </a:lnTo>
                  <a:lnTo>
                    <a:pt x="768083" y="2679471"/>
                  </a:lnTo>
                  <a:lnTo>
                    <a:pt x="769200" y="2679014"/>
                  </a:lnTo>
                  <a:lnTo>
                    <a:pt x="771067" y="2677147"/>
                  </a:lnTo>
                  <a:lnTo>
                    <a:pt x="771525" y="2676029"/>
                  </a:lnTo>
                  <a:lnTo>
                    <a:pt x="771525" y="2673400"/>
                  </a:lnTo>
                  <a:close/>
                </a:path>
                <a:path w="4819650" h="2679700">
                  <a:moveTo>
                    <a:pt x="771525" y="2139404"/>
                  </a:moveTo>
                  <a:lnTo>
                    <a:pt x="771067" y="2138286"/>
                  </a:lnTo>
                  <a:lnTo>
                    <a:pt x="769200" y="2136432"/>
                  </a:lnTo>
                  <a:lnTo>
                    <a:pt x="768083" y="2135962"/>
                  </a:lnTo>
                  <a:lnTo>
                    <a:pt x="765454" y="2135962"/>
                  </a:lnTo>
                  <a:lnTo>
                    <a:pt x="764336" y="2136432"/>
                  </a:lnTo>
                  <a:lnTo>
                    <a:pt x="762469" y="2138286"/>
                  </a:lnTo>
                  <a:lnTo>
                    <a:pt x="762000" y="2139404"/>
                  </a:lnTo>
                  <a:lnTo>
                    <a:pt x="762000" y="2142045"/>
                  </a:lnTo>
                  <a:lnTo>
                    <a:pt x="762469" y="2143163"/>
                  </a:lnTo>
                  <a:lnTo>
                    <a:pt x="764336" y="2145017"/>
                  </a:lnTo>
                  <a:lnTo>
                    <a:pt x="765454" y="2145487"/>
                  </a:lnTo>
                  <a:lnTo>
                    <a:pt x="768083" y="2145487"/>
                  </a:lnTo>
                  <a:lnTo>
                    <a:pt x="769200" y="2145017"/>
                  </a:lnTo>
                  <a:lnTo>
                    <a:pt x="771067" y="2143163"/>
                  </a:lnTo>
                  <a:lnTo>
                    <a:pt x="771525" y="2142045"/>
                  </a:lnTo>
                  <a:lnTo>
                    <a:pt x="771525" y="2139404"/>
                  </a:lnTo>
                  <a:close/>
                </a:path>
                <a:path w="4819650" h="2679700">
                  <a:moveTo>
                    <a:pt x="771525" y="1605419"/>
                  </a:moveTo>
                  <a:lnTo>
                    <a:pt x="771067" y="1604302"/>
                  </a:lnTo>
                  <a:lnTo>
                    <a:pt x="769200" y="1602435"/>
                  </a:lnTo>
                  <a:lnTo>
                    <a:pt x="768083" y="1601965"/>
                  </a:lnTo>
                  <a:lnTo>
                    <a:pt x="765454" y="1601965"/>
                  </a:lnTo>
                  <a:lnTo>
                    <a:pt x="764336" y="1602435"/>
                  </a:lnTo>
                  <a:lnTo>
                    <a:pt x="762469" y="1604302"/>
                  </a:lnTo>
                  <a:lnTo>
                    <a:pt x="762000" y="1605419"/>
                  </a:lnTo>
                  <a:lnTo>
                    <a:pt x="762000" y="1608048"/>
                  </a:lnTo>
                  <a:lnTo>
                    <a:pt x="762469" y="1609166"/>
                  </a:lnTo>
                  <a:lnTo>
                    <a:pt x="764336" y="1611033"/>
                  </a:lnTo>
                  <a:lnTo>
                    <a:pt x="765454" y="1611490"/>
                  </a:lnTo>
                  <a:lnTo>
                    <a:pt x="768083" y="1611490"/>
                  </a:lnTo>
                  <a:lnTo>
                    <a:pt x="769200" y="1611033"/>
                  </a:lnTo>
                  <a:lnTo>
                    <a:pt x="771067" y="1609166"/>
                  </a:lnTo>
                  <a:lnTo>
                    <a:pt x="771525" y="1608048"/>
                  </a:lnTo>
                  <a:lnTo>
                    <a:pt x="771525" y="1605419"/>
                  </a:lnTo>
                  <a:close/>
                </a:path>
                <a:path w="4819650" h="2679700">
                  <a:moveTo>
                    <a:pt x="771525" y="1071422"/>
                  </a:moveTo>
                  <a:lnTo>
                    <a:pt x="771067" y="1070305"/>
                  </a:lnTo>
                  <a:lnTo>
                    <a:pt x="769200" y="1068451"/>
                  </a:lnTo>
                  <a:lnTo>
                    <a:pt x="768083" y="1067981"/>
                  </a:lnTo>
                  <a:lnTo>
                    <a:pt x="765454" y="1067981"/>
                  </a:lnTo>
                  <a:lnTo>
                    <a:pt x="764336" y="1068451"/>
                  </a:lnTo>
                  <a:lnTo>
                    <a:pt x="762469" y="1070305"/>
                  </a:lnTo>
                  <a:lnTo>
                    <a:pt x="762000" y="1071422"/>
                  </a:lnTo>
                  <a:lnTo>
                    <a:pt x="762000" y="1074051"/>
                  </a:lnTo>
                  <a:lnTo>
                    <a:pt x="762469" y="1075182"/>
                  </a:lnTo>
                  <a:lnTo>
                    <a:pt x="764336" y="1077036"/>
                  </a:lnTo>
                  <a:lnTo>
                    <a:pt x="765454" y="1077506"/>
                  </a:lnTo>
                  <a:lnTo>
                    <a:pt x="768083" y="1077506"/>
                  </a:lnTo>
                  <a:lnTo>
                    <a:pt x="769200" y="1077036"/>
                  </a:lnTo>
                  <a:lnTo>
                    <a:pt x="771067" y="1075182"/>
                  </a:lnTo>
                  <a:lnTo>
                    <a:pt x="771525" y="1074051"/>
                  </a:lnTo>
                  <a:lnTo>
                    <a:pt x="771525" y="1071422"/>
                  </a:lnTo>
                  <a:close/>
                </a:path>
                <a:path w="4819650" h="2679700">
                  <a:moveTo>
                    <a:pt x="771525" y="537438"/>
                  </a:moveTo>
                  <a:lnTo>
                    <a:pt x="771067" y="536308"/>
                  </a:lnTo>
                  <a:lnTo>
                    <a:pt x="769200" y="534454"/>
                  </a:lnTo>
                  <a:lnTo>
                    <a:pt x="768083" y="533984"/>
                  </a:lnTo>
                  <a:lnTo>
                    <a:pt x="765454" y="533984"/>
                  </a:lnTo>
                  <a:lnTo>
                    <a:pt x="764336" y="534454"/>
                  </a:lnTo>
                  <a:lnTo>
                    <a:pt x="762469" y="536308"/>
                  </a:lnTo>
                  <a:lnTo>
                    <a:pt x="762000" y="537438"/>
                  </a:lnTo>
                  <a:lnTo>
                    <a:pt x="762000" y="540067"/>
                  </a:lnTo>
                  <a:lnTo>
                    <a:pt x="762469" y="541185"/>
                  </a:lnTo>
                  <a:lnTo>
                    <a:pt x="764336" y="543052"/>
                  </a:lnTo>
                  <a:lnTo>
                    <a:pt x="765454" y="543509"/>
                  </a:lnTo>
                  <a:lnTo>
                    <a:pt x="768083" y="543509"/>
                  </a:lnTo>
                  <a:lnTo>
                    <a:pt x="769200" y="543052"/>
                  </a:lnTo>
                  <a:lnTo>
                    <a:pt x="771067" y="541185"/>
                  </a:lnTo>
                  <a:lnTo>
                    <a:pt x="771525" y="540067"/>
                  </a:lnTo>
                  <a:lnTo>
                    <a:pt x="771525" y="537438"/>
                  </a:lnTo>
                  <a:close/>
                </a:path>
                <a:path w="4819650" h="2679700">
                  <a:moveTo>
                    <a:pt x="771525" y="3441"/>
                  </a:moveTo>
                  <a:lnTo>
                    <a:pt x="771067" y="2324"/>
                  </a:lnTo>
                  <a:lnTo>
                    <a:pt x="769200" y="469"/>
                  </a:lnTo>
                  <a:lnTo>
                    <a:pt x="768083" y="0"/>
                  </a:lnTo>
                  <a:lnTo>
                    <a:pt x="765454" y="0"/>
                  </a:lnTo>
                  <a:lnTo>
                    <a:pt x="764336" y="469"/>
                  </a:lnTo>
                  <a:lnTo>
                    <a:pt x="762469" y="2324"/>
                  </a:lnTo>
                  <a:lnTo>
                    <a:pt x="762000" y="3441"/>
                  </a:lnTo>
                  <a:lnTo>
                    <a:pt x="762000" y="6070"/>
                  </a:lnTo>
                  <a:lnTo>
                    <a:pt x="762469" y="7200"/>
                  </a:lnTo>
                  <a:lnTo>
                    <a:pt x="764336" y="9055"/>
                  </a:lnTo>
                  <a:lnTo>
                    <a:pt x="765454" y="9525"/>
                  </a:lnTo>
                  <a:lnTo>
                    <a:pt x="768083" y="9525"/>
                  </a:lnTo>
                  <a:lnTo>
                    <a:pt x="769200" y="9055"/>
                  </a:lnTo>
                  <a:lnTo>
                    <a:pt x="771067" y="7200"/>
                  </a:lnTo>
                  <a:lnTo>
                    <a:pt x="771525" y="6070"/>
                  </a:lnTo>
                  <a:lnTo>
                    <a:pt x="771525" y="3441"/>
                  </a:lnTo>
                  <a:close/>
                </a:path>
                <a:path w="4819650" h="2679700">
                  <a:moveTo>
                    <a:pt x="819150" y="2673400"/>
                  </a:moveTo>
                  <a:lnTo>
                    <a:pt x="818692" y="2672283"/>
                  </a:lnTo>
                  <a:lnTo>
                    <a:pt x="816825" y="2670416"/>
                  </a:lnTo>
                  <a:lnTo>
                    <a:pt x="815708" y="2669946"/>
                  </a:lnTo>
                  <a:lnTo>
                    <a:pt x="813079" y="2669946"/>
                  </a:lnTo>
                  <a:lnTo>
                    <a:pt x="811961" y="2670416"/>
                  </a:lnTo>
                  <a:lnTo>
                    <a:pt x="810094" y="2672283"/>
                  </a:lnTo>
                  <a:lnTo>
                    <a:pt x="809625" y="2673400"/>
                  </a:lnTo>
                  <a:lnTo>
                    <a:pt x="809625" y="2676029"/>
                  </a:lnTo>
                  <a:lnTo>
                    <a:pt x="810094" y="2677147"/>
                  </a:lnTo>
                  <a:lnTo>
                    <a:pt x="811961" y="2679014"/>
                  </a:lnTo>
                  <a:lnTo>
                    <a:pt x="813079" y="2679471"/>
                  </a:lnTo>
                  <a:lnTo>
                    <a:pt x="815708" y="2679471"/>
                  </a:lnTo>
                  <a:lnTo>
                    <a:pt x="816825" y="2679014"/>
                  </a:lnTo>
                  <a:lnTo>
                    <a:pt x="818692" y="2677147"/>
                  </a:lnTo>
                  <a:lnTo>
                    <a:pt x="819150" y="2676029"/>
                  </a:lnTo>
                  <a:lnTo>
                    <a:pt x="819150" y="2673400"/>
                  </a:lnTo>
                  <a:close/>
                </a:path>
                <a:path w="4819650" h="2679700">
                  <a:moveTo>
                    <a:pt x="819150" y="2139404"/>
                  </a:moveTo>
                  <a:lnTo>
                    <a:pt x="818692" y="2138286"/>
                  </a:lnTo>
                  <a:lnTo>
                    <a:pt x="816825" y="2136432"/>
                  </a:lnTo>
                  <a:lnTo>
                    <a:pt x="815708" y="2135962"/>
                  </a:lnTo>
                  <a:lnTo>
                    <a:pt x="813079" y="2135962"/>
                  </a:lnTo>
                  <a:lnTo>
                    <a:pt x="811961" y="2136432"/>
                  </a:lnTo>
                  <a:lnTo>
                    <a:pt x="810094" y="2138286"/>
                  </a:lnTo>
                  <a:lnTo>
                    <a:pt x="809625" y="2139404"/>
                  </a:lnTo>
                  <a:lnTo>
                    <a:pt x="809625" y="2142045"/>
                  </a:lnTo>
                  <a:lnTo>
                    <a:pt x="810094" y="2143163"/>
                  </a:lnTo>
                  <a:lnTo>
                    <a:pt x="811961" y="2145017"/>
                  </a:lnTo>
                  <a:lnTo>
                    <a:pt x="813079" y="2145487"/>
                  </a:lnTo>
                  <a:lnTo>
                    <a:pt x="815708" y="2145487"/>
                  </a:lnTo>
                  <a:lnTo>
                    <a:pt x="816825" y="2145017"/>
                  </a:lnTo>
                  <a:lnTo>
                    <a:pt x="818692" y="2143163"/>
                  </a:lnTo>
                  <a:lnTo>
                    <a:pt x="819150" y="2142045"/>
                  </a:lnTo>
                  <a:lnTo>
                    <a:pt x="819150" y="2139404"/>
                  </a:lnTo>
                  <a:close/>
                </a:path>
                <a:path w="4819650" h="2679700">
                  <a:moveTo>
                    <a:pt x="819150" y="1605419"/>
                  </a:moveTo>
                  <a:lnTo>
                    <a:pt x="818692" y="1604302"/>
                  </a:lnTo>
                  <a:lnTo>
                    <a:pt x="816825" y="1602435"/>
                  </a:lnTo>
                  <a:lnTo>
                    <a:pt x="815708" y="1601965"/>
                  </a:lnTo>
                  <a:lnTo>
                    <a:pt x="813079" y="1601965"/>
                  </a:lnTo>
                  <a:lnTo>
                    <a:pt x="811961" y="1602435"/>
                  </a:lnTo>
                  <a:lnTo>
                    <a:pt x="810094" y="1604302"/>
                  </a:lnTo>
                  <a:lnTo>
                    <a:pt x="809625" y="1605419"/>
                  </a:lnTo>
                  <a:lnTo>
                    <a:pt x="809625" y="1608048"/>
                  </a:lnTo>
                  <a:lnTo>
                    <a:pt x="810094" y="1609166"/>
                  </a:lnTo>
                  <a:lnTo>
                    <a:pt x="811961" y="1611033"/>
                  </a:lnTo>
                  <a:lnTo>
                    <a:pt x="813079" y="1611490"/>
                  </a:lnTo>
                  <a:lnTo>
                    <a:pt x="815708" y="1611490"/>
                  </a:lnTo>
                  <a:lnTo>
                    <a:pt x="816825" y="1611033"/>
                  </a:lnTo>
                  <a:lnTo>
                    <a:pt x="818692" y="1609166"/>
                  </a:lnTo>
                  <a:lnTo>
                    <a:pt x="819150" y="1608048"/>
                  </a:lnTo>
                  <a:lnTo>
                    <a:pt x="819150" y="1605419"/>
                  </a:lnTo>
                  <a:close/>
                </a:path>
                <a:path w="4819650" h="2679700">
                  <a:moveTo>
                    <a:pt x="819150" y="1071422"/>
                  </a:moveTo>
                  <a:lnTo>
                    <a:pt x="818692" y="1070305"/>
                  </a:lnTo>
                  <a:lnTo>
                    <a:pt x="816825" y="1068451"/>
                  </a:lnTo>
                  <a:lnTo>
                    <a:pt x="815708" y="1067981"/>
                  </a:lnTo>
                  <a:lnTo>
                    <a:pt x="813079" y="1067981"/>
                  </a:lnTo>
                  <a:lnTo>
                    <a:pt x="811961" y="1068451"/>
                  </a:lnTo>
                  <a:lnTo>
                    <a:pt x="810094" y="1070305"/>
                  </a:lnTo>
                  <a:lnTo>
                    <a:pt x="809625" y="1071422"/>
                  </a:lnTo>
                  <a:lnTo>
                    <a:pt x="809625" y="1074051"/>
                  </a:lnTo>
                  <a:lnTo>
                    <a:pt x="810094" y="1075182"/>
                  </a:lnTo>
                  <a:lnTo>
                    <a:pt x="811961" y="1077036"/>
                  </a:lnTo>
                  <a:lnTo>
                    <a:pt x="813079" y="1077506"/>
                  </a:lnTo>
                  <a:lnTo>
                    <a:pt x="815708" y="1077506"/>
                  </a:lnTo>
                  <a:lnTo>
                    <a:pt x="816825" y="1077036"/>
                  </a:lnTo>
                  <a:lnTo>
                    <a:pt x="818692" y="1075182"/>
                  </a:lnTo>
                  <a:lnTo>
                    <a:pt x="819150" y="1074051"/>
                  </a:lnTo>
                  <a:lnTo>
                    <a:pt x="819150" y="1071422"/>
                  </a:lnTo>
                  <a:close/>
                </a:path>
                <a:path w="4819650" h="2679700">
                  <a:moveTo>
                    <a:pt x="819150" y="537438"/>
                  </a:moveTo>
                  <a:lnTo>
                    <a:pt x="818692" y="536308"/>
                  </a:lnTo>
                  <a:lnTo>
                    <a:pt x="816825" y="534454"/>
                  </a:lnTo>
                  <a:lnTo>
                    <a:pt x="815708" y="533984"/>
                  </a:lnTo>
                  <a:lnTo>
                    <a:pt x="813079" y="533984"/>
                  </a:lnTo>
                  <a:lnTo>
                    <a:pt x="811961" y="534454"/>
                  </a:lnTo>
                  <a:lnTo>
                    <a:pt x="810094" y="536308"/>
                  </a:lnTo>
                  <a:lnTo>
                    <a:pt x="809625" y="537438"/>
                  </a:lnTo>
                  <a:lnTo>
                    <a:pt x="809625" y="540067"/>
                  </a:lnTo>
                  <a:lnTo>
                    <a:pt x="810094" y="541185"/>
                  </a:lnTo>
                  <a:lnTo>
                    <a:pt x="811961" y="543052"/>
                  </a:lnTo>
                  <a:lnTo>
                    <a:pt x="813079" y="543509"/>
                  </a:lnTo>
                  <a:lnTo>
                    <a:pt x="815708" y="543509"/>
                  </a:lnTo>
                  <a:lnTo>
                    <a:pt x="816825" y="543052"/>
                  </a:lnTo>
                  <a:lnTo>
                    <a:pt x="818692" y="541185"/>
                  </a:lnTo>
                  <a:lnTo>
                    <a:pt x="819150" y="540067"/>
                  </a:lnTo>
                  <a:lnTo>
                    <a:pt x="819150" y="537438"/>
                  </a:lnTo>
                  <a:close/>
                </a:path>
                <a:path w="4819650" h="2679700">
                  <a:moveTo>
                    <a:pt x="819150" y="3441"/>
                  </a:moveTo>
                  <a:lnTo>
                    <a:pt x="818692" y="2324"/>
                  </a:lnTo>
                  <a:lnTo>
                    <a:pt x="816825" y="469"/>
                  </a:lnTo>
                  <a:lnTo>
                    <a:pt x="815708" y="0"/>
                  </a:lnTo>
                  <a:lnTo>
                    <a:pt x="813079" y="0"/>
                  </a:lnTo>
                  <a:lnTo>
                    <a:pt x="811961" y="469"/>
                  </a:lnTo>
                  <a:lnTo>
                    <a:pt x="810094" y="2324"/>
                  </a:lnTo>
                  <a:lnTo>
                    <a:pt x="809625" y="3441"/>
                  </a:lnTo>
                  <a:lnTo>
                    <a:pt x="809625" y="6070"/>
                  </a:lnTo>
                  <a:lnTo>
                    <a:pt x="810094" y="7200"/>
                  </a:lnTo>
                  <a:lnTo>
                    <a:pt x="811961" y="9055"/>
                  </a:lnTo>
                  <a:lnTo>
                    <a:pt x="813079" y="9525"/>
                  </a:lnTo>
                  <a:lnTo>
                    <a:pt x="815708" y="9525"/>
                  </a:lnTo>
                  <a:lnTo>
                    <a:pt x="816825" y="9055"/>
                  </a:lnTo>
                  <a:lnTo>
                    <a:pt x="818692" y="7200"/>
                  </a:lnTo>
                  <a:lnTo>
                    <a:pt x="819150" y="6070"/>
                  </a:lnTo>
                  <a:lnTo>
                    <a:pt x="819150" y="3441"/>
                  </a:lnTo>
                  <a:close/>
                </a:path>
                <a:path w="4819650" h="2679700">
                  <a:moveTo>
                    <a:pt x="866775" y="2673400"/>
                  </a:moveTo>
                  <a:lnTo>
                    <a:pt x="866317" y="2672283"/>
                  </a:lnTo>
                  <a:lnTo>
                    <a:pt x="864450" y="2670416"/>
                  </a:lnTo>
                  <a:lnTo>
                    <a:pt x="863333" y="2669946"/>
                  </a:lnTo>
                  <a:lnTo>
                    <a:pt x="860704" y="2669946"/>
                  </a:lnTo>
                  <a:lnTo>
                    <a:pt x="859586" y="2670416"/>
                  </a:lnTo>
                  <a:lnTo>
                    <a:pt x="857719" y="2672283"/>
                  </a:lnTo>
                  <a:lnTo>
                    <a:pt x="857250" y="2673400"/>
                  </a:lnTo>
                  <a:lnTo>
                    <a:pt x="857250" y="2676029"/>
                  </a:lnTo>
                  <a:lnTo>
                    <a:pt x="857719" y="2677147"/>
                  </a:lnTo>
                  <a:lnTo>
                    <a:pt x="859586" y="2679014"/>
                  </a:lnTo>
                  <a:lnTo>
                    <a:pt x="860704" y="2679471"/>
                  </a:lnTo>
                  <a:lnTo>
                    <a:pt x="863333" y="2679471"/>
                  </a:lnTo>
                  <a:lnTo>
                    <a:pt x="864450" y="2679014"/>
                  </a:lnTo>
                  <a:lnTo>
                    <a:pt x="866317" y="2677147"/>
                  </a:lnTo>
                  <a:lnTo>
                    <a:pt x="866775" y="2676029"/>
                  </a:lnTo>
                  <a:lnTo>
                    <a:pt x="866775" y="2673400"/>
                  </a:lnTo>
                  <a:close/>
                </a:path>
                <a:path w="4819650" h="2679700">
                  <a:moveTo>
                    <a:pt x="866775" y="2139404"/>
                  </a:moveTo>
                  <a:lnTo>
                    <a:pt x="866317" y="2138286"/>
                  </a:lnTo>
                  <a:lnTo>
                    <a:pt x="864450" y="2136432"/>
                  </a:lnTo>
                  <a:lnTo>
                    <a:pt x="863333" y="2135962"/>
                  </a:lnTo>
                  <a:lnTo>
                    <a:pt x="860704" y="2135962"/>
                  </a:lnTo>
                  <a:lnTo>
                    <a:pt x="859586" y="2136432"/>
                  </a:lnTo>
                  <a:lnTo>
                    <a:pt x="857719" y="2138286"/>
                  </a:lnTo>
                  <a:lnTo>
                    <a:pt x="857250" y="2139404"/>
                  </a:lnTo>
                  <a:lnTo>
                    <a:pt x="857250" y="2142045"/>
                  </a:lnTo>
                  <a:lnTo>
                    <a:pt x="857719" y="2143163"/>
                  </a:lnTo>
                  <a:lnTo>
                    <a:pt x="859586" y="2145017"/>
                  </a:lnTo>
                  <a:lnTo>
                    <a:pt x="860704" y="2145487"/>
                  </a:lnTo>
                  <a:lnTo>
                    <a:pt x="863333" y="2145487"/>
                  </a:lnTo>
                  <a:lnTo>
                    <a:pt x="864450" y="2145017"/>
                  </a:lnTo>
                  <a:lnTo>
                    <a:pt x="866317" y="2143163"/>
                  </a:lnTo>
                  <a:lnTo>
                    <a:pt x="866775" y="2142045"/>
                  </a:lnTo>
                  <a:lnTo>
                    <a:pt x="866775" y="2139404"/>
                  </a:lnTo>
                  <a:close/>
                </a:path>
                <a:path w="4819650" h="2679700">
                  <a:moveTo>
                    <a:pt x="866775" y="1605419"/>
                  </a:moveTo>
                  <a:lnTo>
                    <a:pt x="866317" y="1604302"/>
                  </a:lnTo>
                  <a:lnTo>
                    <a:pt x="864450" y="1602435"/>
                  </a:lnTo>
                  <a:lnTo>
                    <a:pt x="863333" y="1601965"/>
                  </a:lnTo>
                  <a:lnTo>
                    <a:pt x="860704" y="1601965"/>
                  </a:lnTo>
                  <a:lnTo>
                    <a:pt x="859586" y="1602435"/>
                  </a:lnTo>
                  <a:lnTo>
                    <a:pt x="857719" y="1604302"/>
                  </a:lnTo>
                  <a:lnTo>
                    <a:pt x="857250" y="1605419"/>
                  </a:lnTo>
                  <a:lnTo>
                    <a:pt x="857250" y="1608048"/>
                  </a:lnTo>
                  <a:lnTo>
                    <a:pt x="857719" y="1609166"/>
                  </a:lnTo>
                  <a:lnTo>
                    <a:pt x="859586" y="1611033"/>
                  </a:lnTo>
                  <a:lnTo>
                    <a:pt x="860704" y="1611490"/>
                  </a:lnTo>
                  <a:lnTo>
                    <a:pt x="863333" y="1611490"/>
                  </a:lnTo>
                  <a:lnTo>
                    <a:pt x="864450" y="1611033"/>
                  </a:lnTo>
                  <a:lnTo>
                    <a:pt x="866317" y="1609166"/>
                  </a:lnTo>
                  <a:lnTo>
                    <a:pt x="866775" y="1608048"/>
                  </a:lnTo>
                  <a:lnTo>
                    <a:pt x="866775" y="1605419"/>
                  </a:lnTo>
                  <a:close/>
                </a:path>
                <a:path w="4819650" h="2679700">
                  <a:moveTo>
                    <a:pt x="866775" y="1071422"/>
                  </a:moveTo>
                  <a:lnTo>
                    <a:pt x="866317" y="1070305"/>
                  </a:lnTo>
                  <a:lnTo>
                    <a:pt x="864450" y="1068451"/>
                  </a:lnTo>
                  <a:lnTo>
                    <a:pt x="863333" y="1067981"/>
                  </a:lnTo>
                  <a:lnTo>
                    <a:pt x="860704" y="1067981"/>
                  </a:lnTo>
                  <a:lnTo>
                    <a:pt x="859586" y="1068451"/>
                  </a:lnTo>
                  <a:lnTo>
                    <a:pt x="857719" y="1070305"/>
                  </a:lnTo>
                  <a:lnTo>
                    <a:pt x="857250" y="1071422"/>
                  </a:lnTo>
                  <a:lnTo>
                    <a:pt x="857250" y="1074051"/>
                  </a:lnTo>
                  <a:lnTo>
                    <a:pt x="857719" y="1075182"/>
                  </a:lnTo>
                  <a:lnTo>
                    <a:pt x="859586" y="1077036"/>
                  </a:lnTo>
                  <a:lnTo>
                    <a:pt x="860704" y="1077506"/>
                  </a:lnTo>
                  <a:lnTo>
                    <a:pt x="863333" y="1077506"/>
                  </a:lnTo>
                  <a:lnTo>
                    <a:pt x="864450" y="1077036"/>
                  </a:lnTo>
                  <a:lnTo>
                    <a:pt x="866317" y="1075182"/>
                  </a:lnTo>
                  <a:lnTo>
                    <a:pt x="866775" y="1074051"/>
                  </a:lnTo>
                  <a:lnTo>
                    <a:pt x="866775" y="1071422"/>
                  </a:lnTo>
                  <a:close/>
                </a:path>
                <a:path w="4819650" h="2679700">
                  <a:moveTo>
                    <a:pt x="866775" y="537438"/>
                  </a:moveTo>
                  <a:lnTo>
                    <a:pt x="866317" y="536308"/>
                  </a:lnTo>
                  <a:lnTo>
                    <a:pt x="864450" y="534454"/>
                  </a:lnTo>
                  <a:lnTo>
                    <a:pt x="863333" y="533984"/>
                  </a:lnTo>
                  <a:lnTo>
                    <a:pt x="860704" y="533984"/>
                  </a:lnTo>
                  <a:lnTo>
                    <a:pt x="859586" y="534454"/>
                  </a:lnTo>
                  <a:lnTo>
                    <a:pt x="857719" y="536308"/>
                  </a:lnTo>
                  <a:lnTo>
                    <a:pt x="857250" y="537438"/>
                  </a:lnTo>
                  <a:lnTo>
                    <a:pt x="857250" y="540067"/>
                  </a:lnTo>
                  <a:lnTo>
                    <a:pt x="857719" y="541185"/>
                  </a:lnTo>
                  <a:lnTo>
                    <a:pt x="859586" y="543052"/>
                  </a:lnTo>
                  <a:lnTo>
                    <a:pt x="860704" y="543509"/>
                  </a:lnTo>
                  <a:lnTo>
                    <a:pt x="863333" y="543509"/>
                  </a:lnTo>
                  <a:lnTo>
                    <a:pt x="864450" y="543052"/>
                  </a:lnTo>
                  <a:lnTo>
                    <a:pt x="866317" y="541185"/>
                  </a:lnTo>
                  <a:lnTo>
                    <a:pt x="866775" y="540067"/>
                  </a:lnTo>
                  <a:lnTo>
                    <a:pt x="866775" y="537438"/>
                  </a:lnTo>
                  <a:close/>
                </a:path>
                <a:path w="4819650" h="2679700">
                  <a:moveTo>
                    <a:pt x="866775" y="3441"/>
                  </a:moveTo>
                  <a:lnTo>
                    <a:pt x="866317" y="2324"/>
                  </a:lnTo>
                  <a:lnTo>
                    <a:pt x="864450" y="469"/>
                  </a:lnTo>
                  <a:lnTo>
                    <a:pt x="863333" y="0"/>
                  </a:lnTo>
                  <a:lnTo>
                    <a:pt x="860704" y="0"/>
                  </a:lnTo>
                  <a:lnTo>
                    <a:pt x="859586" y="469"/>
                  </a:lnTo>
                  <a:lnTo>
                    <a:pt x="857719" y="2324"/>
                  </a:lnTo>
                  <a:lnTo>
                    <a:pt x="857250" y="3441"/>
                  </a:lnTo>
                  <a:lnTo>
                    <a:pt x="857250" y="6070"/>
                  </a:lnTo>
                  <a:lnTo>
                    <a:pt x="857719" y="7200"/>
                  </a:lnTo>
                  <a:lnTo>
                    <a:pt x="859586" y="9055"/>
                  </a:lnTo>
                  <a:lnTo>
                    <a:pt x="860704" y="9525"/>
                  </a:lnTo>
                  <a:lnTo>
                    <a:pt x="863333" y="9525"/>
                  </a:lnTo>
                  <a:lnTo>
                    <a:pt x="864450" y="9055"/>
                  </a:lnTo>
                  <a:lnTo>
                    <a:pt x="866317" y="7200"/>
                  </a:lnTo>
                  <a:lnTo>
                    <a:pt x="866775" y="6070"/>
                  </a:lnTo>
                  <a:lnTo>
                    <a:pt x="866775" y="3441"/>
                  </a:lnTo>
                  <a:close/>
                </a:path>
                <a:path w="4819650" h="2679700">
                  <a:moveTo>
                    <a:pt x="914400" y="2673400"/>
                  </a:moveTo>
                  <a:lnTo>
                    <a:pt x="913942" y="2672283"/>
                  </a:lnTo>
                  <a:lnTo>
                    <a:pt x="912075" y="2670416"/>
                  </a:lnTo>
                  <a:lnTo>
                    <a:pt x="910958" y="2669946"/>
                  </a:lnTo>
                  <a:lnTo>
                    <a:pt x="908329" y="2669946"/>
                  </a:lnTo>
                  <a:lnTo>
                    <a:pt x="907211" y="2670416"/>
                  </a:lnTo>
                  <a:lnTo>
                    <a:pt x="905344" y="2672283"/>
                  </a:lnTo>
                  <a:lnTo>
                    <a:pt x="904875" y="2673400"/>
                  </a:lnTo>
                  <a:lnTo>
                    <a:pt x="904875" y="2676029"/>
                  </a:lnTo>
                  <a:lnTo>
                    <a:pt x="905344" y="2677147"/>
                  </a:lnTo>
                  <a:lnTo>
                    <a:pt x="907211" y="2679014"/>
                  </a:lnTo>
                  <a:lnTo>
                    <a:pt x="908329" y="2679471"/>
                  </a:lnTo>
                  <a:lnTo>
                    <a:pt x="910958" y="2679471"/>
                  </a:lnTo>
                  <a:lnTo>
                    <a:pt x="912075" y="2679014"/>
                  </a:lnTo>
                  <a:lnTo>
                    <a:pt x="913942" y="2677147"/>
                  </a:lnTo>
                  <a:lnTo>
                    <a:pt x="914400" y="2676029"/>
                  </a:lnTo>
                  <a:lnTo>
                    <a:pt x="914400" y="2673400"/>
                  </a:lnTo>
                  <a:close/>
                </a:path>
                <a:path w="4819650" h="2679700">
                  <a:moveTo>
                    <a:pt x="914400" y="2139404"/>
                  </a:moveTo>
                  <a:lnTo>
                    <a:pt x="913942" y="2138286"/>
                  </a:lnTo>
                  <a:lnTo>
                    <a:pt x="912075" y="2136432"/>
                  </a:lnTo>
                  <a:lnTo>
                    <a:pt x="910958" y="2135962"/>
                  </a:lnTo>
                  <a:lnTo>
                    <a:pt x="908329" y="2135962"/>
                  </a:lnTo>
                  <a:lnTo>
                    <a:pt x="907211" y="2136432"/>
                  </a:lnTo>
                  <a:lnTo>
                    <a:pt x="905344" y="2138286"/>
                  </a:lnTo>
                  <a:lnTo>
                    <a:pt x="904875" y="2139404"/>
                  </a:lnTo>
                  <a:lnTo>
                    <a:pt x="904875" y="2142045"/>
                  </a:lnTo>
                  <a:lnTo>
                    <a:pt x="905344" y="2143163"/>
                  </a:lnTo>
                  <a:lnTo>
                    <a:pt x="907211" y="2145017"/>
                  </a:lnTo>
                  <a:lnTo>
                    <a:pt x="908329" y="2145487"/>
                  </a:lnTo>
                  <a:lnTo>
                    <a:pt x="910958" y="2145487"/>
                  </a:lnTo>
                  <a:lnTo>
                    <a:pt x="912075" y="2145017"/>
                  </a:lnTo>
                  <a:lnTo>
                    <a:pt x="913942" y="2143163"/>
                  </a:lnTo>
                  <a:lnTo>
                    <a:pt x="914400" y="2142045"/>
                  </a:lnTo>
                  <a:lnTo>
                    <a:pt x="914400" y="2139404"/>
                  </a:lnTo>
                  <a:close/>
                </a:path>
                <a:path w="4819650" h="2679700">
                  <a:moveTo>
                    <a:pt x="914400" y="1605419"/>
                  </a:moveTo>
                  <a:lnTo>
                    <a:pt x="913942" y="1604302"/>
                  </a:lnTo>
                  <a:lnTo>
                    <a:pt x="912075" y="1602435"/>
                  </a:lnTo>
                  <a:lnTo>
                    <a:pt x="910958" y="1601965"/>
                  </a:lnTo>
                  <a:lnTo>
                    <a:pt x="908329" y="1601965"/>
                  </a:lnTo>
                  <a:lnTo>
                    <a:pt x="907211" y="1602435"/>
                  </a:lnTo>
                  <a:lnTo>
                    <a:pt x="905344" y="1604302"/>
                  </a:lnTo>
                  <a:lnTo>
                    <a:pt x="904875" y="1605419"/>
                  </a:lnTo>
                  <a:lnTo>
                    <a:pt x="904875" y="1608048"/>
                  </a:lnTo>
                  <a:lnTo>
                    <a:pt x="905344" y="1609166"/>
                  </a:lnTo>
                  <a:lnTo>
                    <a:pt x="907211" y="1611033"/>
                  </a:lnTo>
                  <a:lnTo>
                    <a:pt x="908329" y="1611490"/>
                  </a:lnTo>
                  <a:lnTo>
                    <a:pt x="910958" y="1611490"/>
                  </a:lnTo>
                  <a:lnTo>
                    <a:pt x="912075" y="1611033"/>
                  </a:lnTo>
                  <a:lnTo>
                    <a:pt x="913942" y="1609166"/>
                  </a:lnTo>
                  <a:lnTo>
                    <a:pt x="914400" y="1608048"/>
                  </a:lnTo>
                  <a:lnTo>
                    <a:pt x="914400" y="1605419"/>
                  </a:lnTo>
                  <a:close/>
                </a:path>
                <a:path w="4819650" h="2679700">
                  <a:moveTo>
                    <a:pt x="914400" y="1071422"/>
                  </a:moveTo>
                  <a:lnTo>
                    <a:pt x="913942" y="1070305"/>
                  </a:lnTo>
                  <a:lnTo>
                    <a:pt x="912075" y="1068451"/>
                  </a:lnTo>
                  <a:lnTo>
                    <a:pt x="910958" y="1067981"/>
                  </a:lnTo>
                  <a:lnTo>
                    <a:pt x="908329" y="1067981"/>
                  </a:lnTo>
                  <a:lnTo>
                    <a:pt x="907211" y="1068451"/>
                  </a:lnTo>
                  <a:lnTo>
                    <a:pt x="905344" y="1070305"/>
                  </a:lnTo>
                  <a:lnTo>
                    <a:pt x="904875" y="1071422"/>
                  </a:lnTo>
                  <a:lnTo>
                    <a:pt x="904875" y="1074051"/>
                  </a:lnTo>
                  <a:lnTo>
                    <a:pt x="905344" y="1075182"/>
                  </a:lnTo>
                  <a:lnTo>
                    <a:pt x="907211" y="1077036"/>
                  </a:lnTo>
                  <a:lnTo>
                    <a:pt x="908329" y="1077506"/>
                  </a:lnTo>
                  <a:lnTo>
                    <a:pt x="910958" y="1077506"/>
                  </a:lnTo>
                  <a:lnTo>
                    <a:pt x="912075" y="1077036"/>
                  </a:lnTo>
                  <a:lnTo>
                    <a:pt x="913942" y="1075182"/>
                  </a:lnTo>
                  <a:lnTo>
                    <a:pt x="914400" y="1074051"/>
                  </a:lnTo>
                  <a:lnTo>
                    <a:pt x="914400" y="1071422"/>
                  </a:lnTo>
                  <a:close/>
                </a:path>
                <a:path w="4819650" h="2679700">
                  <a:moveTo>
                    <a:pt x="914400" y="537438"/>
                  </a:moveTo>
                  <a:lnTo>
                    <a:pt x="913942" y="536308"/>
                  </a:lnTo>
                  <a:lnTo>
                    <a:pt x="912075" y="534454"/>
                  </a:lnTo>
                  <a:lnTo>
                    <a:pt x="910958" y="533984"/>
                  </a:lnTo>
                  <a:lnTo>
                    <a:pt x="908329" y="533984"/>
                  </a:lnTo>
                  <a:lnTo>
                    <a:pt x="907211" y="534454"/>
                  </a:lnTo>
                  <a:lnTo>
                    <a:pt x="905344" y="536308"/>
                  </a:lnTo>
                  <a:lnTo>
                    <a:pt x="904875" y="537438"/>
                  </a:lnTo>
                  <a:lnTo>
                    <a:pt x="904875" y="540067"/>
                  </a:lnTo>
                  <a:lnTo>
                    <a:pt x="905344" y="541185"/>
                  </a:lnTo>
                  <a:lnTo>
                    <a:pt x="907211" y="543052"/>
                  </a:lnTo>
                  <a:lnTo>
                    <a:pt x="908329" y="543509"/>
                  </a:lnTo>
                  <a:lnTo>
                    <a:pt x="910958" y="543509"/>
                  </a:lnTo>
                  <a:lnTo>
                    <a:pt x="912075" y="543052"/>
                  </a:lnTo>
                  <a:lnTo>
                    <a:pt x="913942" y="541185"/>
                  </a:lnTo>
                  <a:lnTo>
                    <a:pt x="914400" y="540067"/>
                  </a:lnTo>
                  <a:lnTo>
                    <a:pt x="914400" y="537438"/>
                  </a:lnTo>
                  <a:close/>
                </a:path>
                <a:path w="4819650" h="2679700">
                  <a:moveTo>
                    <a:pt x="914400" y="3441"/>
                  </a:moveTo>
                  <a:lnTo>
                    <a:pt x="913942" y="2324"/>
                  </a:lnTo>
                  <a:lnTo>
                    <a:pt x="912075" y="469"/>
                  </a:lnTo>
                  <a:lnTo>
                    <a:pt x="910958" y="0"/>
                  </a:lnTo>
                  <a:lnTo>
                    <a:pt x="908329" y="0"/>
                  </a:lnTo>
                  <a:lnTo>
                    <a:pt x="907211" y="469"/>
                  </a:lnTo>
                  <a:lnTo>
                    <a:pt x="905344" y="2324"/>
                  </a:lnTo>
                  <a:lnTo>
                    <a:pt x="904875" y="3441"/>
                  </a:lnTo>
                  <a:lnTo>
                    <a:pt x="904875" y="6070"/>
                  </a:lnTo>
                  <a:lnTo>
                    <a:pt x="905344" y="7200"/>
                  </a:lnTo>
                  <a:lnTo>
                    <a:pt x="907211" y="9055"/>
                  </a:lnTo>
                  <a:lnTo>
                    <a:pt x="908329" y="9525"/>
                  </a:lnTo>
                  <a:lnTo>
                    <a:pt x="910958" y="9525"/>
                  </a:lnTo>
                  <a:lnTo>
                    <a:pt x="912075" y="9055"/>
                  </a:lnTo>
                  <a:lnTo>
                    <a:pt x="913942" y="7200"/>
                  </a:lnTo>
                  <a:lnTo>
                    <a:pt x="914400" y="6070"/>
                  </a:lnTo>
                  <a:lnTo>
                    <a:pt x="914400" y="3441"/>
                  </a:lnTo>
                  <a:close/>
                </a:path>
                <a:path w="4819650" h="2679700">
                  <a:moveTo>
                    <a:pt x="962025" y="2673400"/>
                  </a:moveTo>
                  <a:lnTo>
                    <a:pt x="961567" y="2672283"/>
                  </a:lnTo>
                  <a:lnTo>
                    <a:pt x="959700" y="2670416"/>
                  </a:lnTo>
                  <a:lnTo>
                    <a:pt x="958583" y="2669946"/>
                  </a:lnTo>
                  <a:lnTo>
                    <a:pt x="955954" y="2669946"/>
                  </a:lnTo>
                  <a:lnTo>
                    <a:pt x="954836" y="2670416"/>
                  </a:lnTo>
                  <a:lnTo>
                    <a:pt x="952969" y="2672283"/>
                  </a:lnTo>
                  <a:lnTo>
                    <a:pt x="952500" y="2673400"/>
                  </a:lnTo>
                  <a:lnTo>
                    <a:pt x="952500" y="2676029"/>
                  </a:lnTo>
                  <a:lnTo>
                    <a:pt x="952969" y="2677147"/>
                  </a:lnTo>
                  <a:lnTo>
                    <a:pt x="954836" y="2679014"/>
                  </a:lnTo>
                  <a:lnTo>
                    <a:pt x="955954" y="2679471"/>
                  </a:lnTo>
                  <a:lnTo>
                    <a:pt x="958583" y="2679471"/>
                  </a:lnTo>
                  <a:lnTo>
                    <a:pt x="959700" y="2679014"/>
                  </a:lnTo>
                  <a:lnTo>
                    <a:pt x="961567" y="2677147"/>
                  </a:lnTo>
                  <a:lnTo>
                    <a:pt x="962025" y="2676029"/>
                  </a:lnTo>
                  <a:lnTo>
                    <a:pt x="962025" y="2673400"/>
                  </a:lnTo>
                  <a:close/>
                </a:path>
                <a:path w="4819650" h="2679700">
                  <a:moveTo>
                    <a:pt x="962025" y="2139404"/>
                  </a:moveTo>
                  <a:lnTo>
                    <a:pt x="961567" y="2138286"/>
                  </a:lnTo>
                  <a:lnTo>
                    <a:pt x="959700" y="2136432"/>
                  </a:lnTo>
                  <a:lnTo>
                    <a:pt x="958583" y="2135962"/>
                  </a:lnTo>
                  <a:lnTo>
                    <a:pt x="955954" y="2135962"/>
                  </a:lnTo>
                  <a:lnTo>
                    <a:pt x="954836" y="2136432"/>
                  </a:lnTo>
                  <a:lnTo>
                    <a:pt x="952969" y="2138286"/>
                  </a:lnTo>
                  <a:lnTo>
                    <a:pt x="952500" y="2139404"/>
                  </a:lnTo>
                  <a:lnTo>
                    <a:pt x="952500" y="2142045"/>
                  </a:lnTo>
                  <a:lnTo>
                    <a:pt x="952969" y="2143163"/>
                  </a:lnTo>
                  <a:lnTo>
                    <a:pt x="954836" y="2145017"/>
                  </a:lnTo>
                  <a:lnTo>
                    <a:pt x="955954" y="2145487"/>
                  </a:lnTo>
                  <a:lnTo>
                    <a:pt x="958583" y="2145487"/>
                  </a:lnTo>
                  <a:lnTo>
                    <a:pt x="959700" y="2145017"/>
                  </a:lnTo>
                  <a:lnTo>
                    <a:pt x="961567" y="2143163"/>
                  </a:lnTo>
                  <a:lnTo>
                    <a:pt x="962025" y="2142045"/>
                  </a:lnTo>
                  <a:lnTo>
                    <a:pt x="962025" y="2139404"/>
                  </a:lnTo>
                  <a:close/>
                </a:path>
                <a:path w="4819650" h="2679700">
                  <a:moveTo>
                    <a:pt x="962025" y="1605419"/>
                  </a:moveTo>
                  <a:lnTo>
                    <a:pt x="961567" y="1604302"/>
                  </a:lnTo>
                  <a:lnTo>
                    <a:pt x="959700" y="1602435"/>
                  </a:lnTo>
                  <a:lnTo>
                    <a:pt x="958583" y="1601965"/>
                  </a:lnTo>
                  <a:lnTo>
                    <a:pt x="955954" y="1601965"/>
                  </a:lnTo>
                  <a:lnTo>
                    <a:pt x="954836" y="1602435"/>
                  </a:lnTo>
                  <a:lnTo>
                    <a:pt x="952969" y="1604302"/>
                  </a:lnTo>
                  <a:lnTo>
                    <a:pt x="952500" y="1605419"/>
                  </a:lnTo>
                  <a:lnTo>
                    <a:pt x="952500" y="1608048"/>
                  </a:lnTo>
                  <a:lnTo>
                    <a:pt x="952969" y="1609166"/>
                  </a:lnTo>
                  <a:lnTo>
                    <a:pt x="954836" y="1611033"/>
                  </a:lnTo>
                  <a:lnTo>
                    <a:pt x="955954" y="1611490"/>
                  </a:lnTo>
                  <a:lnTo>
                    <a:pt x="958583" y="1611490"/>
                  </a:lnTo>
                  <a:lnTo>
                    <a:pt x="959700" y="1611033"/>
                  </a:lnTo>
                  <a:lnTo>
                    <a:pt x="961567" y="1609166"/>
                  </a:lnTo>
                  <a:lnTo>
                    <a:pt x="962025" y="1608048"/>
                  </a:lnTo>
                  <a:lnTo>
                    <a:pt x="962025" y="1605419"/>
                  </a:lnTo>
                  <a:close/>
                </a:path>
                <a:path w="4819650" h="2679700">
                  <a:moveTo>
                    <a:pt x="962025" y="1071422"/>
                  </a:moveTo>
                  <a:lnTo>
                    <a:pt x="961567" y="1070305"/>
                  </a:lnTo>
                  <a:lnTo>
                    <a:pt x="959700" y="1068451"/>
                  </a:lnTo>
                  <a:lnTo>
                    <a:pt x="958583" y="1067981"/>
                  </a:lnTo>
                  <a:lnTo>
                    <a:pt x="955954" y="1067981"/>
                  </a:lnTo>
                  <a:lnTo>
                    <a:pt x="954836" y="1068451"/>
                  </a:lnTo>
                  <a:lnTo>
                    <a:pt x="952969" y="1070305"/>
                  </a:lnTo>
                  <a:lnTo>
                    <a:pt x="952500" y="1071422"/>
                  </a:lnTo>
                  <a:lnTo>
                    <a:pt x="952500" y="1074051"/>
                  </a:lnTo>
                  <a:lnTo>
                    <a:pt x="952969" y="1075182"/>
                  </a:lnTo>
                  <a:lnTo>
                    <a:pt x="954836" y="1077036"/>
                  </a:lnTo>
                  <a:lnTo>
                    <a:pt x="955954" y="1077506"/>
                  </a:lnTo>
                  <a:lnTo>
                    <a:pt x="958583" y="1077506"/>
                  </a:lnTo>
                  <a:lnTo>
                    <a:pt x="959700" y="1077036"/>
                  </a:lnTo>
                  <a:lnTo>
                    <a:pt x="961567" y="1075182"/>
                  </a:lnTo>
                  <a:lnTo>
                    <a:pt x="962025" y="1074051"/>
                  </a:lnTo>
                  <a:lnTo>
                    <a:pt x="962025" y="1071422"/>
                  </a:lnTo>
                  <a:close/>
                </a:path>
                <a:path w="4819650" h="2679700">
                  <a:moveTo>
                    <a:pt x="962025" y="537438"/>
                  </a:moveTo>
                  <a:lnTo>
                    <a:pt x="961567" y="536308"/>
                  </a:lnTo>
                  <a:lnTo>
                    <a:pt x="959700" y="534454"/>
                  </a:lnTo>
                  <a:lnTo>
                    <a:pt x="958583" y="533984"/>
                  </a:lnTo>
                  <a:lnTo>
                    <a:pt x="955954" y="533984"/>
                  </a:lnTo>
                  <a:lnTo>
                    <a:pt x="954836" y="534454"/>
                  </a:lnTo>
                  <a:lnTo>
                    <a:pt x="952969" y="536308"/>
                  </a:lnTo>
                  <a:lnTo>
                    <a:pt x="952500" y="537438"/>
                  </a:lnTo>
                  <a:lnTo>
                    <a:pt x="952500" y="540067"/>
                  </a:lnTo>
                  <a:lnTo>
                    <a:pt x="952969" y="541185"/>
                  </a:lnTo>
                  <a:lnTo>
                    <a:pt x="954836" y="543052"/>
                  </a:lnTo>
                  <a:lnTo>
                    <a:pt x="955954" y="543509"/>
                  </a:lnTo>
                  <a:lnTo>
                    <a:pt x="958583" y="543509"/>
                  </a:lnTo>
                  <a:lnTo>
                    <a:pt x="959700" y="543052"/>
                  </a:lnTo>
                  <a:lnTo>
                    <a:pt x="961567" y="541185"/>
                  </a:lnTo>
                  <a:lnTo>
                    <a:pt x="962025" y="540067"/>
                  </a:lnTo>
                  <a:lnTo>
                    <a:pt x="962025" y="537438"/>
                  </a:lnTo>
                  <a:close/>
                </a:path>
                <a:path w="4819650" h="2679700">
                  <a:moveTo>
                    <a:pt x="962025" y="3441"/>
                  </a:moveTo>
                  <a:lnTo>
                    <a:pt x="961567" y="2324"/>
                  </a:lnTo>
                  <a:lnTo>
                    <a:pt x="959700" y="469"/>
                  </a:lnTo>
                  <a:lnTo>
                    <a:pt x="958583" y="0"/>
                  </a:lnTo>
                  <a:lnTo>
                    <a:pt x="955954" y="0"/>
                  </a:lnTo>
                  <a:lnTo>
                    <a:pt x="954836" y="469"/>
                  </a:lnTo>
                  <a:lnTo>
                    <a:pt x="952969" y="2324"/>
                  </a:lnTo>
                  <a:lnTo>
                    <a:pt x="952500" y="3441"/>
                  </a:lnTo>
                  <a:lnTo>
                    <a:pt x="952500" y="6070"/>
                  </a:lnTo>
                  <a:lnTo>
                    <a:pt x="952969" y="7200"/>
                  </a:lnTo>
                  <a:lnTo>
                    <a:pt x="954836" y="9055"/>
                  </a:lnTo>
                  <a:lnTo>
                    <a:pt x="955954" y="9525"/>
                  </a:lnTo>
                  <a:lnTo>
                    <a:pt x="958583" y="9525"/>
                  </a:lnTo>
                  <a:lnTo>
                    <a:pt x="959700" y="9055"/>
                  </a:lnTo>
                  <a:lnTo>
                    <a:pt x="961567" y="7200"/>
                  </a:lnTo>
                  <a:lnTo>
                    <a:pt x="962025" y="6070"/>
                  </a:lnTo>
                  <a:lnTo>
                    <a:pt x="962025" y="3441"/>
                  </a:lnTo>
                  <a:close/>
                </a:path>
                <a:path w="4819650" h="2679700">
                  <a:moveTo>
                    <a:pt x="1009650" y="2673400"/>
                  </a:moveTo>
                  <a:lnTo>
                    <a:pt x="1009192" y="2672283"/>
                  </a:lnTo>
                  <a:lnTo>
                    <a:pt x="1007325" y="2670416"/>
                  </a:lnTo>
                  <a:lnTo>
                    <a:pt x="1006208" y="2669946"/>
                  </a:lnTo>
                  <a:lnTo>
                    <a:pt x="1003579" y="2669946"/>
                  </a:lnTo>
                  <a:lnTo>
                    <a:pt x="1002461" y="2670416"/>
                  </a:lnTo>
                  <a:lnTo>
                    <a:pt x="1000594" y="2672283"/>
                  </a:lnTo>
                  <a:lnTo>
                    <a:pt x="1000125" y="2673400"/>
                  </a:lnTo>
                  <a:lnTo>
                    <a:pt x="1000125" y="2676029"/>
                  </a:lnTo>
                  <a:lnTo>
                    <a:pt x="1000594" y="2677147"/>
                  </a:lnTo>
                  <a:lnTo>
                    <a:pt x="1002461" y="2679014"/>
                  </a:lnTo>
                  <a:lnTo>
                    <a:pt x="1003579" y="2679471"/>
                  </a:lnTo>
                  <a:lnTo>
                    <a:pt x="1006208" y="2679471"/>
                  </a:lnTo>
                  <a:lnTo>
                    <a:pt x="1007325" y="2679014"/>
                  </a:lnTo>
                  <a:lnTo>
                    <a:pt x="1009192" y="2677147"/>
                  </a:lnTo>
                  <a:lnTo>
                    <a:pt x="1009650" y="2676029"/>
                  </a:lnTo>
                  <a:lnTo>
                    <a:pt x="1009650" y="2673400"/>
                  </a:lnTo>
                  <a:close/>
                </a:path>
                <a:path w="4819650" h="2679700">
                  <a:moveTo>
                    <a:pt x="1009650" y="2139404"/>
                  </a:moveTo>
                  <a:lnTo>
                    <a:pt x="1009192" y="2138286"/>
                  </a:lnTo>
                  <a:lnTo>
                    <a:pt x="1007325" y="2136432"/>
                  </a:lnTo>
                  <a:lnTo>
                    <a:pt x="1006208" y="2135962"/>
                  </a:lnTo>
                  <a:lnTo>
                    <a:pt x="1003579" y="2135962"/>
                  </a:lnTo>
                  <a:lnTo>
                    <a:pt x="1002461" y="2136432"/>
                  </a:lnTo>
                  <a:lnTo>
                    <a:pt x="1000594" y="2138286"/>
                  </a:lnTo>
                  <a:lnTo>
                    <a:pt x="1000125" y="2139404"/>
                  </a:lnTo>
                  <a:lnTo>
                    <a:pt x="1000125" y="2142045"/>
                  </a:lnTo>
                  <a:lnTo>
                    <a:pt x="1000594" y="2143163"/>
                  </a:lnTo>
                  <a:lnTo>
                    <a:pt x="1002461" y="2145017"/>
                  </a:lnTo>
                  <a:lnTo>
                    <a:pt x="1003579" y="2145487"/>
                  </a:lnTo>
                  <a:lnTo>
                    <a:pt x="1006208" y="2145487"/>
                  </a:lnTo>
                  <a:lnTo>
                    <a:pt x="1007325" y="2145017"/>
                  </a:lnTo>
                  <a:lnTo>
                    <a:pt x="1009192" y="2143163"/>
                  </a:lnTo>
                  <a:lnTo>
                    <a:pt x="1009650" y="2142045"/>
                  </a:lnTo>
                  <a:lnTo>
                    <a:pt x="1009650" y="2139404"/>
                  </a:lnTo>
                  <a:close/>
                </a:path>
                <a:path w="4819650" h="2679700">
                  <a:moveTo>
                    <a:pt x="1009650" y="1605419"/>
                  </a:moveTo>
                  <a:lnTo>
                    <a:pt x="1009192" y="1604302"/>
                  </a:lnTo>
                  <a:lnTo>
                    <a:pt x="1007325" y="1602435"/>
                  </a:lnTo>
                  <a:lnTo>
                    <a:pt x="1006208" y="1601965"/>
                  </a:lnTo>
                  <a:lnTo>
                    <a:pt x="1003579" y="1601965"/>
                  </a:lnTo>
                  <a:lnTo>
                    <a:pt x="1002461" y="1602435"/>
                  </a:lnTo>
                  <a:lnTo>
                    <a:pt x="1000594" y="1604302"/>
                  </a:lnTo>
                  <a:lnTo>
                    <a:pt x="1000125" y="1605419"/>
                  </a:lnTo>
                  <a:lnTo>
                    <a:pt x="1000125" y="1608048"/>
                  </a:lnTo>
                  <a:lnTo>
                    <a:pt x="1000594" y="1609166"/>
                  </a:lnTo>
                  <a:lnTo>
                    <a:pt x="1002461" y="1611033"/>
                  </a:lnTo>
                  <a:lnTo>
                    <a:pt x="1003579" y="1611490"/>
                  </a:lnTo>
                  <a:lnTo>
                    <a:pt x="1006208" y="1611490"/>
                  </a:lnTo>
                  <a:lnTo>
                    <a:pt x="1007325" y="1611033"/>
                  </a:lnTo>
                  <a:lnTo>
                    <a:pt x="1009192" y="1609166"/>
                  </a:lnTo>
                  <a:lnTo>
                    <a:pt x="1009650" y="1608048"/>
                  </a:lnTo>
                  <a:lnTo>
                    <a:pt x="1009650" y="1605419"/>
                  </a:lnTo>
                  <a:close/>
                </a:path>
                <a:path w="4819650" h="2679700">
                  <a:moveTo>
                    <a:pt x="1009650" y="1071422"/>
                  </a:moveTo>
                  <a:lnTo>
                    <a:pt x="1009192" y="1070305"/>
                  </a:lnTo>
                  <a:lnTo>
                    <a:pt x="1007325" y="1068451"/>
                  </a:lnTo>
                  <a:lnTo>
                    <a:pt x="1006208" y="1067981"/>
                  </a:lnTo>
                  <a:lnTo>
                    <a:pt x="1003579" y="1067981"/>
                  </a:lnTo>
                  <a:lnTo>
                    <a:pt x="1002461" y="1068451"/>
                  </a:lnTo>
                  <a:lnTo>
                    <a:pt x="1000594" y="1070305"/>
                  </a:lnTo>
                  <a:lnTo>
                    <a:pt x="1000125" y="1071422"/>
                  </a:lnTo>
                  <a:lnTo>
                    <a:pt x="1000125" y="1074051"/>
                  </a:lnTo>
                  <a:lnTo>
                    <a:pt x="1000594" y="1075182"/>
                  </a:lnTo>
                  <a:lnTo>
                    <a:pt x="1002461" y="1077036"/>
                  </a:lnTo>
                  <a:lnTo>
                    <a:pt x="1003579" y="1077506"/>
                  </a:lnTo>
                  <a:lnTo>
                    <a:pt x="1006208" y="1077506"/>
                  </a:lnTo>
                  <a:lnTo>
                    <a:pt x="1007325" y="1077036"/>
                  </a:lnTo>
                  <a:lnTo>
                    <a:pt x="1009192" y="1075182"/>
                  </a:lnTo>
                  <a:lnTo>
                    <a:pt x="1009650" y="1074051"/>
                  </a:lnTo>
                  <a:lnTo>
                    <a:pt x="1009650" y="1071422"/>
                  </a:lnTo>
                  <a:close/>
                </a:path>
                <a:path w="4819650" h="2679700">
                  <a:moveTo>
                    <a:pt x="1009650" y="537438"/>
                  </a:moveTo>
                  <a:lnTo>
                    <a:pt x="1009192" y="536308"/>
                  </a:lnTo>
                  <a:lnTo>
                    <a:pt x="1007325" y="534454"/>
                  </a:lnTo>
                  <a:lnTo>
                    <a:pt x="1006208" y="533984"/>
                  </a:lnTo>
                  <a:lnTo>
                    <a:pt x="1003579" y="533984"/>
                  </a:lnTo>
                  <a:lnTo>
                    <a:pt x="1002461" y="534454"/>
                  </a:lnTo>
                  <a:lnTo>
                    <a:pt x="1000594" y="536308"/>
                  </a:lnTo>
                  <a:lnTo>
                    <a:pt x="1000125" y="537438"/>
                  </a:lnTo>
                  <a:lnTo>
                    <a:pt x="1000125" y="540067"/>
                  </a:lnTo>
                  <a:lnTo>
                    <a:pt x="1000594" y="541185"/>
                  </a:lnTo>
                  <a:lnTo>
                    <a:pt x="1002461" y="543052"/>
                  </a:lnTo>
                  <a:lnTo>
                    <a:pt x="1003579" y="543509"/>
                  </a:lnTo>
                  <a:lnTo>
                    <a:pt x="1006208" y="543509"/>
                  </a:lnTo>
                  <a:lnTo>
                    <a:pt x="1007325" y="543052"/>
                  </a:lnTo>
                  <a:lnTo>
                    <a:pt x="1009192" y="541185"/>
                  </a:lnTo>
                  <a:lnTo>
                    <a:pt x="1009650" y="540067"/>
                  </a:lnTo>
                  <a:lnTo>
                    <a:pt x="1009650" y="537438"/>
                  </a:lnTo>
                  <a:close/>
                </a:path>
                <a:path w="4819650" h="2679700">
                  <a:moveTo>
                    <a:pt x="1009650" y="3441"/>
                  </a:moveTo>
                  <a:lnTo>
                    <a:pt x="1009192" y="2324"/>
                  </a:lnTo>
                  <a:lnTo>
                    <a:pt x="1007325" y="469"/>
                  </a:lnTo>
                  <a:lnTo>
                    <a:pt x="1006208" y="0"/>
                  </a:lnTo>
                  <a:lnTo>
                    <a:pt x="1003579" y="0"/>
                  </a:lnTo>
                  <a:lnTo>
                    <a:pt x="1002461" y="469"/>
                  </a:lnTo>
                  <a:lnTo>
                    <a:pt x="1000594" y="2324"/>
                  </a:lnTo>
                  <a:lnTo>
                    <a:pt x="1000125" y="3441"/>
                  </a:lnTo>
                  <a:lnTo>
                    <a:pt x="1000125" y="6070"/>
                  </a:lnTo>
                  <a:lnTo>
                    <a:pt x="1000594" y="7200"/>
                  </a:lnTo>
                  <a:lnTo>
                    <a:pt x="1002461" y="9055"/>
                  </a:lnTo>
                  <a:lnTo>
                    <a:pt x="1003579" y="9525"/>
                  </a:lnTo>
                  <a:lnTo>
                    <a:pt x="1006208" y="9525"/>
                  </a:lnTo>
                  <a:lnTo>
                    <a:pt x="1007325" y="9055"/>
                  </a:lnTo>
                  <a:lnTo>
                    <a:pt x="1009192" y="7200"/>
                  </a:lnTo>
                  <a:lnTo>
                    <a:pt x="1009650" y="6070"/>
                  </a:lnTo>
                  <a:lnTo>
                    <a:pt x="1009650" y="3441"/>
                  </a:lnTo>
                  <a:close/>
                </a:path>
                <a:path w="4819650" h="2679700">
                  <a:moveTo>
                    <a:pt x="1057275" y="2673400"/>
                  </a:moveTo>
                  <a:lnTo>
                    <a:pt x="1056817" y="2672283"/>
                  </a:lnTo>
                  <a:lnTo>
                    <a:pt x="1054950" y="2670416"/>
                  </a:lnTo>
                  <a:lnTo>
                    <a:pt x="1053833" y="2669946"/>
                  </a:lnTo>
                  <a:lnTo>
                    <a:pt x="1051204" y="2669946"/>
                  </a:lnTo>
                  <a:lnTo>
                    <a:pt x="1050086" y="2670416"/>
                  </a:lnTo>
                  <a:lnTo>
                    <a:pt x="1048219" y="2672283"/>
                  </a:lnTo>
                  <a:lnTo>
                    <a:pt x="1047750" y="2673400"/>
                  </a:lnTo>
                  <a:lnTo>
                    <a:pt x="1047750" y="2676029"/>
                  </a:lnTo>
                  <a:lnTo>
                    <a:pt x="1048219" y="2677147"/>
                  </a:lnTo>
                  <a:lnTo>
                    <a:pt x="1050086" y="2679014"/>
                  </a:lnTo>
                  <a:lnTo>
                    <a:pt x="1051204" y="2679471"/>
                  </a:lnTo>
                  <a:lnTo>
                    <a:pt x="1053833" y="2679471"/>
                  </a:lnTo>
                  <a:lnTo>
                    <a:pt x="1054950" y="2679014"/>
                  </a:lnTo>
                  <a:lnTo>
                    <a:pt x="1056817" y="2677147"/>
                  </a:lnTo>
                  <a:lnTo>
                    <a:pt x="1057275" y="2676029"/>
                  </a:lnTo>
                  <a:lnTo>
                    <a:pt x="1057275" y="2673400"/>
                  </a:lnTo>
                  <a:close/>
                </a:path>
                <a:path w="4819650" h="2679700">
                  <a:moveTo>
                    <a:pt x="1057275" y="2139404"/>
                  </a:moveTo>
                  <a:lnTo>
                    <a:pt x="1056817" y="2138286"/>
                  </a:lnTo>
                  <a:lnTo>
                    <a:pt x="1054950" y="2136432"/>
                  </a:lnTo>
                  <a:lnTo>
                    <a:pt x="1053833" y="2135962"/>
                  </a:lnTo>
                  <a:lnTo>
                    <a:pt x="1051204" y="2135962"/>
                  </a:lnTo>
                  <a:lnTo>
                    <a:pt x="1050086" y="2136432"/>
                  </a:lnTo>
                  <a:lnTo>
                    <a:pt x="1048219" y="2138286"/>
                  </a:lnTo>
                  <a:lnTo>
                    <a:pt x="1047750" y="2139404"/>
                  </a:lnTo>
                  <a:lnTo>
                    <a:pt x="1047750" y="2142045"/>
                  </a:lnTo>
                  <a:lnTo>
                    <a:pt x="1048219" y="2143163"/>
                  </a:lnTo>
                  <a:lnTo>
                    <a:pt x="1050086" y="2145017"/>
                  </a:lnTo>
                  <a:lnTo>
                    <a:pt x="1051204" y="2145487"/>
                  </a:lnTo>
                  <a:lnTo>
                    <a:pt x="1053833" y="2145487"/>
                  </a:lnTo>
                  <a:lnTo>
                    <a:pt x="1054950" y="2145017"/>
                  </a:lnTo>
                  <a:lnTo>
                    <a:pt x="1056817" y="2143163"/>
                  </a:lnTo>
                  <a:lnTo>
                    <a:pt x="1057275" y="2142045"/>
                  </a:lnTo>
                  <a:lnTo>
                    <a:pt x="1057275" y="2139404"/>
                  </a:lnTo>
                  <a:close/>
                </a:path>
                <a:path w="4819650" h="2679700">
                  <a:moveTo>
                    <a:pt x="1057275" y="1605419"/>
                  </a:moveTo>
                  <a:lnTo>
                    <a:pt x="1056817" y="1604302"/>
                  </a:lnTo>
                  <a:lnTo>
                    <a:pt x="1054950" y="1602435"/>
                  </a:lnTo>
                  <a:lnTo>
                    <a:pt x="1053833" y="1601965"/>
                  </a:lnTo>
                  <a:lnTo>
                    <a:pt x="1051204" y="1601965"/>
                  </a:lnTo>
                  <a:lnTo>
                    <a:pt x="1050086" y="1602435"/>
                  </a:lnTo>
                  <a:lnTo>
                    <a:pt x="1048219" y="1604302"/>
                  </a:lnTo>
                  <a:lnTo>
                    <a:pt x="1047750" y="1605419"/>
                  </a:lnTo>
                  <a:lnTo>
                    <a:pt x="1047750" y="1608048"/>
                  </a:lnTo>
                  <a:lnTo>
                    <a:pt x="1048219" y="1609166"/>
                  </a:lnTo>
                  <a:lnTo>
                    <a:pt x="1050086" y="1611033"/>
                  </a:lnTo>
                  <a:lnTo>
                    <a:pt x="1051204" y="1611490"/>
                  </a:lnTo>
                  <a:lnTo>
                    <a:pt x="1053833" y="1611490"/>
                  </a:lnTo>
                  <a:lnTo>
                    <a:pt x="1054950" y="1611033"/>
                  </a:lnTo>
                  <a:lnTo>
                    <a:pt x="1056817" y="1609166"/>
                  </a:lnTo>
                  <a:lnTo>
                    <a:pt x="1057275" y="1608048"/>
                  </a:lnTo>
                  <a:lnTo>
                    <a:pt x="1057275" y="1605419"/>
                  </a:lnTo>
                  <a:close/>
                </a:path>
                <a:path w="4819650" h="2679700">
                  <a:moveTo>
                    <a:pt x="1057275" y="1071422"/>
                  </a:moveTo>
                  <a:lnTo>
                    <a:pt x="1056817" y="1070305"/>
                  </a:lnTo>
                  <a:lnTo>
                    <a:pt x="1054950" y="1068451"/>
                  </a:lnTo>
                  <a:lnTo>
                    <a:pt x="1053833" y="1067981"/>
                  </a:lnTo>
                  <a:lnTo>
                    <a:pt x="1051204" y="1067981"/>
                  </a:lnTo>
                  <a:lnTo>
                    <a:pt x="1050086" y="1068451"/>
                  </a:lnTo>
                  <a:lnTo>
                    <a:pt x="1048219" y="1070305"/>
                  </a:lnTo>
                  <a:lnTo>
                    <a:pt x="1047750" y="1071422"/>
                  </a:lnTo>
                  <a:lnTo>
                    <a:pt x="1047750" y="1074051"/>
                  </a:lnTo>
                  <a:lnTo>
                    <a:pt x="1048219" y="1075182"/>
                  </a:lnTo>
                  <a:lnTo>
                    <a:pt x="1050086" y="1077036"/>
                  </a:lnTo>
                  <a:lnTo>
                    <a:pt x="1051204" y="1077506"/>
                  </a:lnTo>
                  <a:lnTo>
                    <a:pt x="1053833" y="1077506"/>
                  </a:lnTo>
                  <a:lnTo>
                    <a:pt x="1054950" y="1077036"/>
                  </a:lnTo>
                  <a:lnTo>
                    <a:pt x="1056817" y="1075182"/>
                  </a:lnTo>
                  <a:lnTo>
                    <a:pt x="1057275" y="1074051"/>
                  </a:lnTo>
                  <a:lnTo>
                    <a:pt x="1057275" y="1071422"/>
                  </a:lnTo>
                  <a:close/>
                </a:path>
                <a:path w="4819650" h="2679700">
                  <a:moveTo>
                    <a:pt x="1057275" y="537438"/>
                  </a:moveTo>
                  <a:lnTo>
                    <a:pt x="1056817" y="536308"/>
                  </a:lnTo>
                  <a:lnTo>
                    <a:pt x="1054950" y="534454"/>
                  </a:lnTo>
                  <a:lnTo>
                    <a:pt x="1053833" y="533984"/>
                  </a:lnTo>
                  <a:lnTo>
                    <a:pt x="1051204" y="533984"/>
                  </a:lnTo>
                  <a:lnTo>
                    <a:pt x="1050086" y="534454"/>
                  </a:lnTo>
                  <a:lnTo>
                    <a:pt x="1048219" y="536308"/>
                  </a:lnTo>
                  <a:lnTo>
                    <a:pt x="1047750" y="537438"/>
                  </a:lnTo>
                  <a:lnTo>
                    <a:pt x="1047750" y="540067"/>
                  </a:lnTo>
                  <a:lnTo>
                    <a:pt x="1048219" y="541185"/>
                  </a:lnTo>
                  <a:lnTo>
                    <a:pt x="1050086" y="543052"/>
                  </a:lnTo>
                  <a:lnTo>
                    <a:pt x="1051204" y="543509"/>
                  </a:lnTo>
                  <a:lnTo>
                    <a:pt x="1053833" y="543509"/>
                  </a:lnTo>
                  <a:lnTo>
                    <a:pt x="1054950" y="543052"/>
                  </a:lnTo>
                  <a:lnTo>
                    <a:pt x="1056817" y="541185"/>
                  </a:lnTo>
                  <a:lnTo>
                    <a:pt x="1057275" y="540067"/>
                  </a:lnTo>
                  <a:lnTo>
                    <a:pt x="1057275" y="537438"/>
                  </a:lnTo>
                  <a:close/>
                </a:path>
                <a:path w="4819650" h="2679700">
                  <a:moveTo>
                    <a:pt x="1057275" y="3441"/>
                  </a:moveTo>
                  <a:lnTo>
                    <a:pt x="1056817" y="2324"/>
                  </a:lnTo>
                  <a:lnTo>
                    <a:pt x="1054950" y="469"/>
                  </a:lnTo>
                  <a:lnTo>
                    <a:pt x="1053833" y="0"/>
                  </a:lnTo>
                  <a:lnTo>
                    <a:pt x="1051204" y="0"/>
                  </a:lnTo>
                  <a:lnTo>
                    <a:pt x="1050086" y="469"/>
                  </a:lnTo>
                  <a:lnTo>
                    <a:pt x="1048219" y="2324"/>
                  </a:lnTo>
                  <a:lnTo>
                    <a:pt x="1047750" y="3441"/>
                  </a:lnTo>
                  <a:lnTo>
                    <a:pt x="1047750" y="6070"/>
                  </a:lnTo>
                  <a:lnTo>
                    <a:pt x="1048219" y="7200"/>
                  </a:lnTo>
                  <a:lnTo>
                    <a:pt x="1050086" y="9055"/>
                  </a:lnTo>
                  <a:lnTo>
                    <a:pt x="1051204" y="9525"/>
                  </a:lnTo>
                  <a:lnTo>
                    <a:pt x="1053833" y="9525"/>
                  </a:lnTo>
                  <a:lnTo>
                    <a:pt x="1054950" y="9055"/>
                  </a:lnTo>
                  <a:lnTo>
                    <a:pt x="1056817" y="7200"/>
                  </a:lnTo>
                  <a:lnTo>
                    <a:pt x="1057275" y="6070"/>
                  </a:lnTo>
                  <a:lnTo>
                    <a:pt x="1057275" y="3441"/>
                  </a:lnTo>
                  <a:close/>
                </a:path>
                <a:path w="4819650" h="2679700">
                  <a:moveTo>
                    <a:pt x="1104900" y="2673400"/>
                  </a:moveTo>
                  <a:lnTo>
                    <a:pt x="1104442" y="2672283"/>
                  </a:lnTo>
                  <a:lnTo>
                    <a:pt x="1102575" y="2670416"/>
                  </a:lnTo>
                  <a:lnTo>
                    <a:pt x="1101458" y="2669946"/>
                  </a:lnTo>
                  <a:lnTo>
                    <a:pt x="1098829" y="2669946"/>
                  </a:lnTo>
                  <a:lnTo>
                    <a:pt x="1097711" y="2670416"/>
                  </a:lnTo>
                  <a:lnTo>
                    <a:pt x="1095844" y="2672283"/>
                  </a:lnTo>
                  <a:lnTo>
                    <a:pt x="1095375" y="2673400"/>
                  </a:lnTo>
                  <a:lnTo>
                    <a:pt x="1095375" y="2676029"/>
                  </a:lnTo>
                  <a:lnTo>
                    <a:pt x="1095844" y="2677147"/>
                  </a:lnTo>
                  <a:lnTo>
                    <a:pt x="1097711" y="2679014"/>
                  </a:lnTo>
                  <a:lnTo>
                    <a:pt x="1098829" y="2679471"/>
                  </a:lnTo>
                  <a:lnTo>
                    <a:pt x="1101458" y="2679471"/>
                  </a:lnTo>
                  <a:lnTo>
                    <a:pt x="1102575" y="2679014"/>
                  </a:lnTo>
                  <a:lnTo>
                    <a:pt x="1104442" y="2677147"/>
                  </a:lnTo>
                  <a:lnTo>
                    <a:pt x="1104900" y="2676029"/>
                  </a:lnTo>
                  <a:lnTo>
                    <a:pt x="1104900" y="2673400"/>
                  </a:lnTo>
                  <a:close/>
                </a:path>
                <a:path w="4819650" h="2679700">
                  <a:moveTo>
                    <a:pt x="1104900" y="2139404"/>
                  </a:moveTo>
                  <a:lnTo>
                    <a:pt x="1104442" y="2138286"/>
                  </a:lnTo>
                  <a:lnTo>
                    <a:pt x="1102575" y="2136432"/>
                  </a:lnTo>
                  <a:lnTo>
                    <a:pt x="1101458" y="2135962"/>
                  </a:lnTo>
                  <a:lnTo>
                    <a:pt x="1098829" y="2135962"/>
                  </a:lnTo>
                  <a:lnTo>
                    <a:pt x="1097711" y="2136432"/>
                  </a:lnTo>
                  <a:lnTo>
                    <a:pt x="1095844" y="2138286"/>
                  </a:lnTo>
                  <a:lnTo>
                    <a:pt x="1095375" y="2139404"/>
                  </a:lnTo>
                  <a:lnTo>
                    <a:pt x="1095375" y="2142045"/>
                  </a:lnTo>
                  <a:lnTo>
                    <a:pt x="1095844" y="2143163"/>
                  </a:lnTo>
                  <a:lnTo>
                    <a:pt x="1097711" y="2145017"/>
                  </a:lnTo>
                  <a:lnTo>
                    <a:pt x="1098829" y="2145487"/>
                  </a:lnTo>
                  <a:lnTo>
                    <a:pt x="1101458" y="2145487"/>
                  </a:lnTo>
                  <a:lnTo>
                    <a:pt x="1102575" y="2145017"/>
                  </a:lnTo>
                  <a:lnTo>
                    <a:pt x="1104442" y="2143163"/>
                  </a:lnTo>
                  <a:lnTo>
                    <a:pt x="1104900" y="2142045"/>
                  </a:lnTo>
                  <a:lnTo>
                    <a:pt x="1104900" y="2139404"/>
                  </a:lnTo>
                  <a:close/>
                </a:path>
                <a:path w="4819650" h="2679700">
                  <a:moveTo>
                    <a:pt x="1104900" y="1605419"/>
                  </a:moveTo>
                  <a:lnTo>
                    <a:pt x="1104442" y="1604302"/>
                  </a:lnTo>
                  <a:lnTo>
                    <a:pt x="1102575" y="1602435"/>
                  </a:lnTo>
                  <a:lnTo>
                    <a:pt x="1101458" y="1601965"/>
                  </a:lnTo>
                  <a:lnTo>
                    <a:pt x="1098829" y="1601965"/>
                  </a:lnTo>
                  <a:lnTo>
                    <a:pt x="1097711" y="1602435"/>
                  </a:lnTo>
                  <a:lnTo>
                    <a:pt x="1095844" y="1604302"/>
                  </a:lnTo>
                  <a:lnTo>
                    <a:pt x="1095375" y="1605419"/>
                  </a:lnTo>
                  <a:lnTo>
                    <a:pt x="1095375" y="1608048"/>
                  </a:lnTo>
                  <a:lnTo>
                    <a:pt x="1095844" y="1609166"/>
                  </a:lnTo>
                  <a:lnTo>
                    <a:pt x="1097711" y="1611033"/>
                  </a:lnTo>
                  <a:lnTo>
                    <a:pt x="1098829" y="1611490"/>
                  </a:lnTo>
                  <a:lnTo>
                    <a:pt x="1101458" y="1611490"/>
                  </a:lnTo>
                  <a:lnTo>
                    <a:pt x="1102575" y="1611033"/>
                  </a:lnTo>
                  <a:lnTo>
                    <a:pt x="1104442" y="1609166"/>
                  </a:lnTo>
                  <a:lnTo>
                    <a:pt x="1104900" y="1608048"/>
                  </a:lnTo>
                  <a:lnTo>
                    <a:pt x="1104900" y="1605419"/>
                  </a:lnTo>
                  <a:close/>
                </a:path>
                <a:path w="4819650" h="2679700">
                  <a:moveTo>
                    <a:pt x="1104900" y="1071422"/>
                  </a:moveTo>
                  <a:lnTo>
                    <a:pt x="1104442" y="1070305"/>
                  </a:lnTo>
                  <a:lnTo>
                    <a:pt x="1102575" y="1068451"/>
                  </a:lnTo>
                  <a:lnTo>
                    <a:pt x="1101458" y="1067981"/>
                  </a:lnTo>
                  <a:lnTo>
                    <a:pt x="1098829" y="1067981"/>
                  </a:lnTo>
                  <a:lnTo>
                    <a:pt x="1097711" y="1068451"/>
                  </a:lnTo>
                  <a:lnTo>
                    <a:pt x="1095844" y="1070305"/>
                  </a:lnTo>
                  <a:lnTo>
                    <a:pt x="1095375" y="1071422"/>
                  </a:lnTo>
                  <a:lnTo>
                    <a:pt x="1095375" y="1074051"/>
                  </a:lnTo>
                  <a:lnTo>
                    <a:pt x="1095844" y="1075182"/>
                  </a:lnTo>
                  <a:lnTo>
                    <a:pt x="1097711" y="1077036"/>
                  </a:lnTo>
                  <a:lnTo>
                    <a:pt x="1098829" y="1077506"/>
                  </a:lnTo>
                  <a:lnTo>
                    <a:pt x="1101458" y="1077506"/>
                  </a:lnTo>
                  <a:lnTo>
                    <a:pt x="1102575" y="1077036"/>
                  </a:lnTo>
                  <a:lnTo>
                    <a:pt x="1104442" y="1075182"/>
                  </a:lnTo>
                  <a:lnTo>
                    <a:pt x="1104900" y="1074051"/>
                  </a:lnTo>
                  <a:lnTo>
                    <a:pt x="1104900" y="1071422"/>
                  </a:lnTo>
                  <a:close/>
                </a:path>
                <a:path w="4819650" h="2679700">
                  <a:moveTo>
                    <a:pt x="1104900" y="537438"/>
                  </a:moveTo>
                  <a:lnTo>
                    <a:pt x="1104442" y="536308"/>
                  </a:lnTo>
                  <a:lnTo>
                    <a:pt x="1102575" y="534454"/>
                  </a:lnTo>
                  <a:lnTo>
                    <a:pt x="1101458" y="533984"/>
                  </a:lnTo>
                  <a:lnTo>
                    <a:pt x="1098829" y="533984"/>
                  </a:lnTo>
                  <a:lnTo>
                    <a:pt x="1097711" y="534454"/>
                  </a:lnTo>
                  <a:lnTo>
                    <a:pt x="1095844" y="536308"/>
                  </a:lnTo>
                  <a:lnTo>
                    <a:pt x="1095375" y="537438"/>
                  </a:lnTo>
                  <a:lnTo>
                    <a:pt x="1095375" y="540067"/>
                  </a:lnTo>
                  <a:lnTo>
                    <a:pt x="1095844" y="541185"/>
                  </a:lnTo>
                  <a:lnTo>
                    <a:pt x="1097711" y="543052"/>
                  </a:lnTo>
                  <a:lnTo>
                    <a:pt x="1098829" y="543509"/>
                  </a:lnTo>
                  <a:lnTo>
                    <a:pt x="1101458" y="543509"/>
                  </a:lnTo>
                  <a:lnTo>
                    <a:pt x="1102575" y="543052"/>
                  </a:lnTo>
                  <a:lnTo>
                    <a:pt x="1104442" y="541185"/>
                  </a:lnTo>
                  <a:lnTo>
                    <a:pt x="1104900" y="540067"/>
                  </a:lnTo>
                  <a:lnTo>
                    <a:pt x="1104900" y="537438"/>
                  </a:lnTo>
                  <a:close/>
                </a:path>
                <a:path w="4819650" h="2679700">
                  <a:moveTo>
                    <a:pt x="1104900" y="3441"/>
                  </a:moveTo>
                  <a:lnTo>
                    <a:pt x="1104442" y="2324"/>
                  </a:lnTo>
                  <a:lnTo>
                    <a:pt x="1102575" y="469"/>
                  </a:lnTo>
                  <a:lnTo>
                    <a:pt x="1101458" y="0"/>
                  </a:lnTo>
                  <a:lnTo>
                    <a:pt x="1098829" y="0"/>
                  </a:lnTo>
                  <a:lnTo>
                    <a:pt x="1097711" y="469"/>
                  </a:lnTo>
                  <a:lnTo>
                    <a:pt x="1095844" y="2324"/>
                  </a:lnTo>
                  <a:lnTo>
                    <a:pt x="1095375" y="3441"/>
                  </a:lnTo>
                  <a:lnTo>
                    <a:pt x="1095375" y="6070"/>
                  </a:lnTo>
                  <a:lnTo>
                    <a:pt x="1095844" y="7200"/>
                  </a:lnTo>
                  <a:lnTo>
                    <a:pt x="1097711" y="9055"/>
                  </a:lnTo>
                  <a:lnTo>
                    <a:pt x="1098829" y="9525"/>
                  </a:lnTo>
                  <a:lnTo>
                    <a:pt x="1101458" y="9525"/>
                  </a:lnTo>
                  <a:lnTo>
                    <a:pt x="1102575" y="9055"/>
                  </a:lnTo>
                  <a:lnTo>
                    <a:pt x="1104442" y="7200"/>
                  </a:lnTo>
                  <a:lnTo>
                    <a:pt x="1104900" y="6070"/>
                  </a:lnTo>
                  <a:lnTo>
                    <a:pt x="1104900" y="3441"/>
                  </a:lnTo>
                  <a:close/>
                </a:path>
                <a:path w="4819650" h="2679700">
                  <a:moveTo>
                    <a:pt x="1152525" y="2673400"/>
                  </a:moveTo>
                  <a:lnTo>
                    <a:pt x="1152067" y="2672283"/>
                  </a:lnTo>
                  <a:lnTo>
                    <a:pt x="1150200" y="2670416"/>
                  </a:lnTo>
                  <a:lnTo>
                    <a:pt x="1149083" y="2669946"/>
                  </a:lnTo>
                  <a:lnTo>
                    <a:pt x="1146454" y="2669946"/>
                  </a:lnTo>
                  <a:lnTo>
                    <a:pt x="1145336" y="2670416"/>
                  </a:lnTo>
                  <a:lnTo>
                    <a:pt x="1143469" y="2672283"/>
                  </a:lnTo>
                  <a:lnTo>
                    <a:pt x="1143000" y="2673400"/>
                  </a:lnTo>
                  <a:lnTo>
                    <a:pt x="1143000" y="2676029"/>
                  </a:lnTo>
                  <a:lnTo>
                    <a:pt x="1143469" y="2677147"/>
                  </a:lnTo>
                  <a:lnTo>
                    <a:pt x="1145336" y="2679014"/>
                  </a:lnTo>
                  <a:lnTo>
                    <a:pt x="1146454" y="2679471"/>
                  </a:lnTo>
                  <a:lnTo>
                    <a:pt x="1149083" y="2679471"/>
                  </a:lnTo>
                  <a:lnTo>
                    <a:pt x="1150200" y="2679014"/>
                  </a:lnTo>
                  <a:lnTo>
                    <a:pt x="1152067" y="2677147"/>
                  </a:lnTo>
                  <a:lnTo>
                    <a:pt x="1152525" y="2676029"/>
                  </a:lnTo>
                  <a:lnTo>
                    <a:pt x="1152525" y="2673400"/>
                  </a:lnTo>
                  <a:close/>
                </a:path>
                <a:path w="4819650" h="2679700">
                  <a:moveTo>
                    <a:pt x="1152525" y="2139404"/>
                  </a:moveTo>
                  <a:lnTo>
                    <a:pt x="1152067" y="2138286"/>
                  </a:lnTo>
                  <a:lnTo>
                    <a:pt x="1150200" y="2136432"/>
                  </a:lnTo>
                  <a:lnTo>
                    <a:pt x="1149083" y="2135962"/>
                  </a:lnTo>
                  <a:lnTo>
                    <a:pt x="1146454" y="2135962"/>
                  </a:lnTo>
                  <a:lnTo>
                    <a:pt x="1145336" y="2136432"/>
                  </a:lnTo>
                  <a:lnTo>
                    <a:pt x="1143469" y="2138286"/>
                  </a:lnTo>
                  <a:lnTo>
                    <a:pt x="1143000" y="2139404"/>
                  </a:lnTo>
                  <a:lnTo>
                    <a:pt x="1143000" y="2142045"/>
                  </a:lnTo>
                  <a:lnTo>
                    <a:pt x="1143469" y="2143163"/>
                  </a:lnTo>
                  <a:lnTo>
                    <a:pt x="1145336" y="2145017"/>
                  </a:lnTo>
                  <a:lnTo>
                    <a:pt x="1146454" y="2145487"/>
                  </a:lnTo>
                  <a:lnTo>
                    <a:pt x="1149083" y="2145487"/>
                  </a:lnTo>
                  <a:lnTo>
                    <a:pt x="1150200" y="2145017"/>
                  </a:lnTo>
                  <a:lnTo>
                    <a:pt x="1152067" y="2143163"/>
                  </a:lnTo>
                  <a:lnTo>
                    <a:pt x="1152525" y="2142045"/>
                  </a:lnTo>
                  <a:lnTo>
                    <a:pt x="1152525" y="2139404"/>
                  </a:lnTo>
                  <a:close/>
                </a:path>
                <a:path w="4819650" h="2679700">
                  <a:moveTo>
                    <a:pt x="1152525" y="1605419"/>
                  </a:moveTo>
                  <a:lnTo>
                    <a:pt x="1152067" y="1604302"/>
                  </a:lnTo>
                  <a:lnTo>
                    <a:pt x="1150200" y="1602435"/>
                  </a:lnTo>
                  <a:lnTo>
                    <a:pt x="1149083" y="1601965"/>
                  </a:lnTo>
                  <a:lnTo>
                    <a:pt x="1146454" y="1601965"/>
                  </a:lnTo>
                  <a:lnTo>
                    <a:pt x="1145336" y="1602435"/>
                  </a:lnTo>
                  <a:lnTo>
                    <a:pt x="1143469" y="1604302"/>
                  </a:lnTo>
                  <a:lnTo>
                    <a:pt x="1143000" y="1605419"/>
                  </a:lnTo>
                  <a:lnTo>
                    <a:pt x="1143000" y="1608048"/>
                  </a:lnTo>
                  <a:lnTo>
                    <a:pt x="1143469" y="1609166"/>
                  </a:lnTo>
                  <a:lnTo>
                    <a:pt x="1145336" y="1611033"/>
                  </a:lnTo>
                  <a:lnTo>
                    <a:pt x="1146454" y="1611490"/>
                  </a:lnTo>
                  <a:lnTo>
                    <a:pt x="1149083" y="1611490"/>
                  </a:lnTo>
                  <a:lnTo>
                    <a:pt x="1150200" y="1611033"/>
                  </a:lnTo>
                  <a:lnTo>
                    <a:pt x="1152067" y="1609166"/>
                  </a:lnTo>
                  <a:lnTo>
                    <a:pt x="1152525" y="1608048"/>
                  </a:lnTo>
                  <a:lnTo>
                    <a:pt x="1152525" y="1605419"/>
                  </a:lnTo>
                  <a:close/>
                </a:path>
                <a:path w="4819650" h="2679700">
                  <a:moveTo>
                    <a:pt x="1152525" y="1071422"/>
                  </a:moveTo>
                  <a:lnTo>
                    <a:pt x="1152067" y="1070305"/>
                  </a:lnTo>
                  <a:lnTo>
                    <a:pt x="1150200" y="1068451"/>
                  </a:lnTo>
                  <a:lnTo>
                    <a:pt x="1149083" y="1067981"/>
                  </a:lnTo>
                  <a:lnTo>
                    <a:pt x="1146454" y="1067981"/>
                  </a:lnTo>
                  <a:lnTo>
                    <a:pt x="1145336" y="1068451"/>
                  </a:lnTo>
                  <a:lnTo>
                    <a:pt x="1143469" y="1070305"/>
                  </a:lnTo>
                  <a:lnTo>
                    <a:pt x="1143000" y="1071422"/>
                  </a:lnTo>
                  <a:lnTo>
                    <a:pt x="1143000" y="1074051"/>
                  </a:lnTo>
                  <a:lnTo>
                    <a:pt x="1143469" y="1075182"/>
                  </a:lnTo>
                  <a:lnTo>
                    <a:pt x="1145336" y="1077036"/>
                  </a:lnTo>
                  <a:lnTo>
                    <a:pt x="1146454" y="1077506"/>
                  </a:lnTo>
                  <a:lnTo>
                    <a:pt x="1149083" y="1077506"/>
                  </a:lnTo>
                  <a:lnTo>
                    <a:pt x="1150200" y="1077036"/>
                  </a:lnTo>
                  <a:lnTo>
                    <a:pt x="1152067" y="1075182"/>
                  </a:lnTo>
                  <a:lnTo>
                    <a:pt x="1152525" y="1074051"/>
                  </a:lnTo>
                  <a:lnTo>
                    <a:pt x="1152525" y="1071422"/>
                  </a:lnTo>
                  <a:close/>
                </a:path>
                <a:path w="4819650" h="2679700">
                  <a:moveTo>
                    <a:pt x="1152525" y="537438"/>
                  </a:moveTo>
                  <a:lnTo>
                    <a:pt x="1152067" y="536308"/>
                  </a:lnTo>
                  <a:lnTo>
                    <a:pt x="1150200" y="534454"/>
                  </a:lnTo>
                  <a:lnTo>
                    <a:pt x="1149083" y="533984"/>
                  </a:lnTo>
                  <a:lnTo>
                    <a:pt x="1146454" y="533984"/>
                  </a:lnTo>
                  <a:lnTo>
                    <a:pt x="1145336" y="534454"/>
                  </a:lnTo>
                  <a:lnTo>
                    <a:pt x="1143469" y="536308"/>
                  </a:lnTo>
                  <a:lnTo>
                    <a:pt x="1143000" y="537438"/>
                  </a:lnTo>
                  <a:lnTo>
                    <a:pt x="1143000" y="540067"/>
                  </a:lnTo>
                  <a:lnTo>
                    <a:pt x="1143469" y="541185"/>
                  </a:lnTo>
                  <a:lnTo>
                    <a:pt x="1145336" y="543052"/>
                  </a:lnTo>
                  <a:lnTo>
                    <a:pt x="1146454" y="543509"/>
                  </a:lnTo>
                  <a:lnTo>
                    <a:pt x="1149083" y="543509"/>
                  </a:lnTo>
                  <a:lnTo>
                    <a:pt x="1150200" y="543052"/>
                  </a:lnTo>
                  <a:lnTo>
                    <a:pt x="1152067" y="541185"/>
                  </a:lnTo>
                  <a:lnTo>
                    <a:pt x="1152525" y="540067"/>
                  </a:lnTo>
                  <a:lnTo>
                    <a:pt x="1152525" y="537438"/>
                  </a:lnTo>
                  <a:close/>
                </a:path>
                <a:path w="4819650" h="2679700">
                  <a:moveTo>
                    <a:pt x="1152525" y="3441"/>
                  </a:moveTo>
                  <a:lnTo>
                    <a:pt x="1152067" y="2324"/>
                  </a:lnTo>
                  <a:lnTo>
                    <a:pt x="1150200" y="469"/>
                  </a:lnTo>
                  <a:lnTo>
                    <a:pt x="1149083" y="0"/>
                  </a:lnTo>
                  <a:lnTo>
                    <a:pt x="1146454" y="0"/>
                  </a:lnTo>
                  <a:lnTo>
                    <a:pt x="1145336" y="469"/>
                  </a:lnTo>
                  <a:lnTo>
                    <a:pt x="1143469" y="2324"/>
                  </a:lnTo>
                  <a:lnTo>
                    <a:pt x="1143000" y="3441"/>
                  </a:lnTo>
                  <a:lnTo>
                    <a:pt x="1143000" y="6070"/>
                  </a:lnTo>
                  <a:lnTo>
                    <a:pt x="1143469" y="7200"/>
                  </a:lnTo>
                  <a:lnTo>
                    <a:pt x="1145336" y="9055"/>
                  </a:lnTo>
                  <a:lnTo>
                    <a:pt x="1146454" y="9525"/>
                  </a:lnTo>
                  <a:lnTo>
                    <a:pt x="1149083" y="9525"/>
                  </a:lnTo>
                  <a:lnTo>
                    <a:pt x="1150200" y="9055"/>
                  </a:lnTo>
                  <a:lnTo>
                    <a:pt x="1152067" y="7200"/>
                  </a:lnTo>
                  <a:lnTo>
                    <a:pt x="1152525" y="6070"/>
                  </a:lnTo>
                  <a:lnTo>
                    <a:pt x="1152525" y="3441"/>
                  </a:lnTo>
                  <a:close/>
                </a:path>
                <a:path w="4819650" h="2679700">
                  <a:moveTo>
                    <a:pt x="1200150" y="2673400"/>
                  </a:moveTo>
                  <a:lnTo>
                    <a:pt x="1199692" y="2672283"/>
                  </a:lnTo>
                  <a:lnTo>
                    <a:pt x="1197825" y="2670416"/>
                  </a:lnTo>
                  <a:lnTo>
                    <a:pt x="1196708" y="2669946"/>
                  </a:lnTo>
                  <a:lnTo>
                    <a:pt x="1194079" y="2669946"/>
                  </a:lnTo>
                  <a:lnTo>
                    <a:pt x="1192961" y="2670416"/>
                  </a:lnTo>
                  <a:lnTo>
                    <a:pt x="1191094" y="2672283"/>
                  </a:lnTo>
                  <a:lnTo>
                    <a:pt x="1190625" y="2673400"/>
                  </a:lnTo>
                  <a:lnTo>
                    <a:pt x="1190625" y="2676029"/>
                  </a:lnTo>
                  <a:lnTo>
                    <a:pt x="1191094" y="2677147"/>
                  </a:lnTo>
                  <a:lnTo>
                    <a:pt x="1192961" y="2679014"/>
                  </a:lnTo>
                  <a:lnTo>
                    <a:pt x="1194079" y="2679471"/>
                  </a:lnTo>
                  <a:lnTo>
                    <a:pt x="1196708" y="2679471"/>
                  </a:lnTo>
                  <a:lnTo>
                    <a:pt x="1197825" y="2679014"/>
                  </a:lnTo>
                  <a:lnTo>
                    <a:pt x="1199692" y="2677147"/>
                  </a:lnTo>
                  <a:lnTo>
                    <a:pt x="1200150" y="2676029"/>
                  </a:lnTo>
                  <a:lnTo>
                    <a:pt x="1200150" y="2673400"/>
                  </a:lnTo>
                  <a:close/>
                </a:path>
                <a:path w="4819650" h="2679700">
                  <a:moveTo>
                    <a:pt x="1200150" y="2139404"/>
                  </a:moveTo>
                  <a:lnTo>
                    <a:pt x="1199692" y="2138286"/>
                  </a:lnTo>
                  <a:lnTo>
                    <a:pt x="1197825" y="2136432"/>
                  </a:lnTo>
                  <a:lnTo>
                    <a:pt x="1196708" y="2135962"/>
                  </a:lnTo>
                  <a:lnTo>
                    <a:pt x="1194079" y="2135962"/>
                  </a:lnTo>
                  <a:lnTo>
                    <a:pt x="1192961" y="2136432"/>
                  </a:lnTo>
                  <a:lnTo>
                    <a:pt x="1191094" y="2138286"/>
                  </a:lnTo>
                  <a:lnTo>
                    <a:pt x="1190625" y="2139404"/>
                  </a:lnTo>
                  <a:lnTo>
                    <a:pt x="1190625" y="2142045"/>
                  </a:lnTo>
                  <a:lnTo>
                    <a:pt x="1191094" y="2143163"/>
                  </a:lnTo>
                  <a:lnTo>
                    <a:pt x="1192961" y="2145017"/>
                  </a:lnTo>
                  <a:lnTo>
                    <a:pt x="1194079" y="2145487"/>
                  </a:lnTo>
                  <a:lnTo>
                    <a:pt x="1196708" y="2145487"/>
                  </a:lnTo>
                  <a:lnTo>
                    <a:pt x="1197825" y="2145017"/>
                  </a:lnTo>
                  <a:lnTo>
                    <a:pt x="1199692" y="2143163"/>
                  </a:lnTo>
                  <a:lnTo>
                    <a:pt x="1200150" y="2142045"/>
                  </a:lnTo>
                  <a:lnTo>
                    <a:pt x="1200150" y="2139404"/>
                  </a:lnTo>
                  <a:close/>
                </a:path>
                <a:path w="4819650" h="2679700">
                  <a:moveTo>
                    <a:pt x="1200150" y="1605419"/>
                  </a:moveTo>
                  <a:lnTo>
                    <a:pt x="1199692" y="1604302"/>
                  </a:lnTo>
                  <a:lnTo>
                    <a:pt x="1197825" y="1602435"/>
                  </a:lnTo>
                  <a:lnTo>
                    <a:pt x="1196708" y="1601965"/>
                  </a:lnTo>
                  <a:lnTo>
                    <a:pt x="1194079" y="1601965"/>
                  </a:lnTo>
                  <a:lnTo>
                    <a:pt x="1192961" y="1602435"/>
                  </a:lnTo>
                  <a:lnTo>
                    <a:pt x="1191094" y="1604302"/>
                  </a:lnTo>
                  <a:lnTo>
                    <a:pt x="1190625" y="1605419"/>
                  </a:lnTo>
                  <a:lnTo>
                    <a:pt x="1190625" y="1608048"/>
                  </a:lnTo>
                  <a:lnTo>
                    <a:pt x="1191094" y="1609166"/>
                  </a:lnTo>
                  <a:lnTo>
                    <a:pt x="1192961" y="1611033"/>
                  </a:lnTo>
                  <a:lnTo>
                    <a:pt x="1194079" y="1611490"/>
                  </a:lnTo>
                  <a:lnTo>
                    <a:pt x="1196708" y="1611490"/>
                  </a:lnTo>
                  <a:lnTo>
                    <a:pt x="1197825" y="1611033"/>
                  </a:lnTo>
                  <a:lnTo>
                    <a:pt x="1199692" y="1609166"/>
                  </a:lnTo>
                  <a:lnTo>
                    <a:pt x="1200150" y="1608048"/>
                  </a:lnTo>
                  <a:lnTo>
                    <a:pt x="1200150" y="1605419"/>
                  </a:lnTo>
                  <a:close/>
                </a:path>
                <a:path w="4819650" h="2679700">
                  <a:moveTo>
                    <a:pt x="1200150" y="1071422"/>
                  </a:moveTo>
                  <a:lnTo>
                    <a:pt x="1199692" y="1070305"/>
                  </a:lnTo>
                  <a:lnTo>
                    <a:pt x="1197825" y="1068451"/>
                  </a:lnTo>
                  <a:lnTo>
                    <a:pt x="1196708" y="1067981"/>
                  </a:lnTo>
                  <a:lnTo>
                    <a:pt x="1194079" y="1067981"/>
                  </a:lnTo>
                  <a:lnTo>
                    <a:pt x="1192961" y="1068451"/>
                  </a:lnTo>
                  <a:lnTo>
                    <a:pt x="1191094" y="1070305"/>
                  </a:lnTo>
                  <a:lnTo>
                    <a:pt x="1190625" y="1071422"/>
                  </a:lnTo>
                  <a:lnTo>
                    <a:pt x="1190625" y="1074051"/>
                  </a:lnTo>
                  <a:lnTo>
                    <a:pt x="1191094" y="1075182"/>
                  </a:lnTo>
                  <a:lnTo>
                    <a:pt x="1192961" y="1077036"/>
                  </a:lnTo>
                  <a:lnTo>
                    <a:pt x="1194079" y="1077506"/>
                  </a:lnTo>
                  <a:lnTo>
                    <a:pt x="1196708" y="1077506"/>
                  </a:lnTo>
                  <a:lnTo>
                    <a:pt x="1197825" y="1077036"/>
                  </a:lnTo>
                  <a:lnTo>
                    <a:pt x="1199692" y="1075182"/>
                  </a:lnTo>
                  <a:lnTo>
                    <a:pt x="1200150" y="1074051"/>
                  </a:lnTo>
                  <a:lnTo>
                    <a:pt x="1200150" y="1071422"/>
                  </a:lnTo>
                  <a:close/>
                </a:path>
                <a:path w="4819650" h="2679700">
                  <a:moveTo>
                    <a:pt x="1200150" y="537438"/>
                  </a:moveTo>
                  <a:lnTo>
                    <a:pt x="1199692" y="536308"/>
                  </a:lnTo>
                  <a:lnTo>
                    <a:pt x="1197825" y="534454"/>
                  </a:lnTo>
                  <a:lnTo>
                    <a:pt x="1196708" y="533984"/>
                  </a:lnTo>
                  <a:lnTo>
                    <a:pt x="1194079" y="533984"/>
                  </a:lnTo>
                  <a:lnTo>
                    <a:pt x="1192961" y="534454"/>
                  </a:lnTo>
                  <a:lnTo>
                    <a:pt x="1191094" y="536308"/>
                  </a:lnTo>
                  <a:lnTo>
                    <a:pt x="1190625" y="537438"/>
                  </a:lnTo>
                  <a:lnTo>
                    <a:pt x="1190625" y="540067"/>
                  </a:lnTo>
                  <a:lnTo>
                    <a:pt x="1191094" y="541185"/>
                  </a:lnTo>
                  <a:lnTo>
                    <a:pt x="1192961" y="543052"/>
                  </a:lnTo>
                  <a:lnTo>
                    <a:pt x="1194079" y="543509"/>
                  </a:lnTo>
                  <a:lnTo>
                    <a:pt x="1196708" y="543509"/>
                  </a:lnTo>
                  <a:lnTo>
                    <a:pt x="1197825" y="543052"/>
                  </a:lnTo>
                  <a:lnTo>
                    <a:pt x="1199692" y="541185"/>
                  </a:lnTo>
                  <a:lnTo>
                    <a:pt x="1200150" y="540067"/>
                  </a:lnTo>
                  <a:lnTo>
                    <a:pt x="1200150" y="537438"/>
                  </a:lnTo>
                  <a:close/>
                </a:path>
                <a:path w="4819650" h="2679700">
                  <a:moveTo>
                    <a:pt x="1200150" y="3441"/>
                  </a:moveTo>
                  <a:lnTo>
                    <a:pt x="1199692" y="2324"/>
                  </a:lnTo>
                  <a:lnTo>
                    <a:pt x="1197825" y="469"/>
                  </a:lnTo>
                  <a:lnTo>
                    <a:pt x="1196708" y="0"/>
                  </a:lnTo>
                  <a:lnTo>
                    <a:pt x="1194079" y="0"/>
                  </a:lnTo>
                  <a:lnTo>
                    <a:pt x="1192961" y="469"/>
                  </a:lnTo>
                  <a:lnTo>
                    <a:pt x="1191094" y="2324"/>
                  </a:lnTo>
                  <a:lnTo>
                    <a:pt x="1190625" y="3441"/>
                  </a:lnTo>
                  <a:lnTo>
                    <a:pt x="1190625" y="6070"/>
                  </a:lnTo>
                  <a:lnTo>
                    <a:pt x="1191094" y="7200"/>
                  </a:lnTo>
                  <a:lnTo>
                    <a:pt x="1192961" y="9055"/>
                  </a:lnTo>
                  <a:lnTo>
                    <a:pt x="1194079" y="9525"/>
                  </a:lnTo>
                  <a:lnTo>
                    <a:pt x="1196708" y="9525"/>
                  </a:lnTo>
                  <a:lnTo>
                    <a:pt x="1197825" y="9055"/>
                  </a:lnTo>
                  <a:lnTo>
                    <a:pt x="1199692" y="7200"/>
                  </a:lnTo>
                  <a:lnTo>
                    <a:pt x="1200150" y="6070"/>
                  </a:lnTo>
                  <a:lnTo>
                    <a:pt x="1200150" y="3441"/>
                  </a:lnTo>
                  <a:close/>
                </a:path>
                <a:path w="4819650" h="2679700">
                  <a:moveTo>
                    <a:pt x="1247775" y="2673400"/>
                  </a:moveTo>
                  <a:lnTo>
                    <a:pt x="1247317" y="2672283"/>
                  </a:lnTo>
                  <a:lnTo>
                    <a:pt x="1245450" y="2670416"/>
                  </a:lnTo>
                  <a:lnTo>
                    <a:pt x="1244333" y="2669946"/>
                  </a:lnTo>
                  <a:lnTo>
                    <a:pt x="1241704" y="2669946"/>
                  </a:lnTo>
                  <a:lnTo>
                    <a:pt x="1240586" y="2670416"/>
                  </a:lnTo>
                  <a:lnTo>
                    <a:pt x="1238719" y="2672283"/>
                  </a:lnTo>
                  <a:lnTo>
                    <a:pt x="1238250" y="2673400"/>
                  </a:lnTo>
                  <a:lnTo>
                    <a:pt x="1238250" y="2676029"/>
                  </a:lnTo>
                  <a:lnTo>
                    <a:pt x="1238719" y="2677147"/>
                  </a:lnTo>
                  <a:lnTo>
                    <a:pt x="1240586" y="2679014"/>
                  </a:lnTo>
                  <a:lnTo>
                    <a:pt x="1241704" y="2679471"/>
                  </a:lnTo>
                  <a:lnTo>
                    <a:pt x="1244333" y="2679471"/>
                  </a:lnTo>
                  <a:lnTo>
                    <a:pt x="1245450" y="2679014"/>
                  </a:lnTo>
                  <a:lnTo>
                    <a:pt x="1247317" y="2677147"/>
                  </a:lnTo>
                  <a:lnTo>
                    <a:pt x="1247775" y="2676029"/>
                  </a:lnTo>
                  <a:lnTo>
                    <a:pt x="1247775" y="2673400"/>
                  </a:lnTo>
                  <a:close/>
                </a:path>
                <a:path w="4819650" h="2679700">
                  <a:moveTo>
                    <a:pt x="1247775" y="2139404"/>
                  </a:moveTo>
                  <a:lnTo>
                    <a:pt x="1247317" y="2138286"/>
                  </a:lnTo>
                  <a:lnTo>
                    <a:pt x="1245450" y="2136432"/>
                  </a:lnTo>
                  <a:lnTo>
                    <a:pt x="1244333" y="2135962"/>
                  </a:lnTo>
                  <a:lnTo>
                    <a:pt x="1241704" y="2135962"/>
                  </a:lnTo>
                  <a:lnTo>
                    <a:pt x="1240586" y="2136432"/>
                  </a:lnTo>
                  <a:lnTo>
                    <a:pt x="1238719" y="2138286"/>
                  </a:lnTo>
                  <a:lnTo>
                    <a:pt x="1238250" y="2139404"/>
                  </a:lnTo>
                  <a:lnTo>
                    <a:pt x="1238250" y="2142045"/>
                  </a:lnTo>
                  <a:lnTo>
                    <a:pt x="1238719" y="2143163"/>
                  </a:lnTo>
                  <a:lnTo>
                    <a:pt x="1240586" y="2145017"/>
                  </a:lnTo>
                  <a:lnTo>
                    <a:pt x="1241704" y="2145487"/>
                  </a:lnTo>
                  <a:lnTo>
                    <a:pt x="1244333" y="2145487"/>
                  </a:lnTo>
                  <a:lnTo>
                    <a:pt x="1245450" y="2145017"/>
                  </a:lnTo>
                  <a:lnTo>
                    <a:pt x="1247317" y="2143163"/>
                  </a:lnTo>
                  <a:lnTo>
                    <a:pt x="1247775" y="2142045"/>
                  </a:lnTo>
                  <a:lnTo>
                    <a:pt x="1247775" y="2139404"/>
                  </a:lnTo>
                  <a:close/>
                </a:path>
                <a:path w="4819650" h="2679700">
                  <a:moveTo>
                    <a:pt x="1247775" y="1605419"/>
                  </a:moveTo>
                  <a:lnTo>
                    <a:pt x="1247317" y="1604302"/>
                  </a:lnTo>
                  <a:lnTo>
                    <a:pt x="1245450" y="1602435"/>
                  </a:lnTo>
                  <a:lnTo>
                    <a:pt x="1244333" y="1601965"/>
                  </a:lnTo>
                  <a:lnTo>
                    <a:pt x="1241704" y="1601965"/>
                  </a:lnTo>
                  <a:lnTo>
                    <a:pt x="1240586" y="1602435"/>
                  </a:lnTo>
                  <a:lnTo>
                    <a:pt x="1238719" y="1604302"/>
                  </a:lnTo>
                  <a:lnTo>
                    <a:pt x="1238250" y="1605419"/>
                  </a:lnTo>
                  <a:lnTo>
                    <a:pt x="1238250" y="1608048"/>
                  </a:lnTo>
                  <a:lnTo>
                    <a:pt x="1238719" y="1609166"/>
                  </a:lnTo>
                  <a:lnTo>
                    <a:pt x="1240586" y="1611033"/>
                  </a:lnTo>
                  <a:lnTo>
                    <a:pt x="1241704" y="1611490"/>
                  </a:lnTo>
                  <a:lnTo>
                    <a:pt x="1244333" y="1611490"/>
                  </a:lnTo>
                  <a:lnTo>
                    <a:pt x="1245450" y="1611033"/>
                  </a:lnTo>
                  <a:lnTo>
                    <a:pt x="1247317" y="1609166"/>
                  </a:lnTo>
                  <a:lnTo>
                    <a:pt x="1247775" y="1608048"/>
                  </a:lnTo>
                  <a:lnTo>
                    <a:pt x="1247775" y="1605419"/>
                  </a:lnTo>
                  <a:close/>
                </a:path>
                <a:path w="4819650" h="2679700">
                  <a:moveTo>
                    <a:pt x="1247775" y="1071422"/>
                  </a:moveTo>
                  <a:lnTo>
                    <a:pt x="1247317" y="1070305"/>
                  </a:lnTo>
                  <a:lnTo>
                    <a:pt x="1245450" y="1068451"/>
                  </a:lnTo>
                  <a:lnTo>
                    <a:pt x="1244333" y="1067981"/>
                  </a:lnTo>
                  <a:lnTo>
                    <a:pt x="1241704" y="1067981"/>
                  </a:lnTo>
                  <a:lnTo>
                    <a:pt x="1240586" y="1068451"/>
                  </a:lnTo>
                  <a:lnTo>
                    <a:pt x="1238719" y="1070305"/>
                  </a:lnTo>
                  <a:lnTo>
                    <a:pt x="1238250" y="1071422"/>
                  </a:lnTo>
                  <a:lnTo>
                    <a:pt x="1238250" y="1074051"/>
                  </a:lnTo>
                  <a:lnTo>
                    <a:pt x="1238719" y="1075182"/>
                  </a:lnTo>
                  <a:lnTo>
                    <a:pt x="1240586" y="1077036"/>
                  </a:lnTo>
                  <a:lnTo>
                    <a:pt x="1241704" y="1077506"/>
                  </a:lnTo>
                  <a:lnTo>
                    <a:pt x="1244333" y="1077506"/>
                  </a:lnTo>
                  <a:lnTo>
                    <a:pt x="1245450" y="1077036"/>
                  </a:lnTo>
                  <a:lnTo>
                    <a:pt x="1247317" y="1075182"/>
                  </a:lnTo>
                  <a:lnTo>
                    <a:pt x="1247775" y="1074051"/>
                  </a:lnTo>
                  <a:lnTo>
                    <a:pt x="1247775" y="1071422"/>
                  </a:lnTo>
                  <a:close/>
                </a:path>
                <a:path w="4819650" h="2679700">
                  <a:moveTo>
                    <a:pt x="1247775" y="537438"/>
                  </a:moveTo>
                  <a:lnTo>
                    <a:pt x="1247317" y="536308"/>
                  </a:lnTo>
                  <a:lnTo>
                    <a:pt x="1245450" y="534454"/>
                  </a:lnTo>
                  <a:lnTo>
                    <a:pt x="1244333" y="533984"/>
                  </a:lnTo>
                  <a:lnTo>
                    <a:pt x="1241704" y="533984"/>
                  </a:lnTo>
                  <a:lnTo>
                    <a:pt x="1240586" y="534454"/>
                  </a:lnTo>
                  <a:lnTo>
                    <a:pt x="1238719" y="536308"/>
                  </a:lnTo>
                  <a:lnTo>
                    <a:pt x="1238250" y="537438"/>
                  </a:lnTo>
                  <a:lnTo>
                    <a:pt x="1238250" y="540067"/>
                  </a:lnTo>
                  <a:lnTo>
                    <a:pt x="1238719" y="541185"/>
                  </a:lnTo>
                  <a:lnTo>
                    <a:pt x="1240586" y="543052"/>
                  </a:lnTo>
                  <a:lnTo>
                    <a:pt x="1241704" y="543509"/>
                  </a:lnTo>
                  <a:lnTo>
                    <a:pt x="1244333" y="543509"/>
                  </a:lnTo>
                  <a:lnTo>
                    <a:pt x="1245450" y="543052"/>
                  </a:lnTo>
                  <a:lnTo>
                    <a:pt x="1247317" y="541185"/>
                  </a:lnTo>
                  <a:lnTo>
                    <a:pt x="1247775" y="540067"/>
                  </a:lnTo>
                  <a:lnTo>
                    <a:pt x="1247775" y="537438"/>
                  </a:lnTo>
                  <a:close/>
                </a:path>
                <a:path w="4819650" h="2679700">
                  <a:moveTo>
                    <a:pt x="1247775" y="3441"/>
                  </a:moveTo>
                  <a:lnTo>
                    <a:pt x="1247317" y="2324"/>
                  </a:lnTo>
                  <a:lnTo>
                    <a:pt x="1245450" y="469"/>
                  </a:lnTo>
                  <a:lnTo>
                    <a:pt x="1244333" y="0"/>
                  </a:lnTo>
                  <a:lnTo>
                    <a:pt x="1241704" y="0"/>
                  </a:lnTo>
                  <a:lnTo>
                    <a:pt x="1240586" y="469"/>
                  </a:lnTo>
                  <a:lnTo>
                    <a:pt x="1238719" y="2324"/>
                  </a:lnTo>
                  <a:lnTo>
                    <a:pt x="1238250" y="3441"/>
                  </a:lnTo>
                  <a:lnTo>
                    <a:pt x="1238250" y="6070"/>
                  </a:lnTo>
                  <a:lnTo>
                    <a:pt x="1238719" y="7200"/>
                  </a:lnTo>
                  <a:lnTo>
                    <a:pt x="1240586" y="9055"/>
                  </a:lnTo>
                  <a:lnTo>
                    <a:pt x="1241704" y="9525"/>
                  </a:lnTo>
                  <a:lnTo>
                    <a:pt x="1244333" y="9525"/>
                  </a:lnTo>
                  <a:lnTo>
                    <a:pt x="1245450" y="9055"/>
                  </a:lnTo>
                  <a:lnTo>
                    <a:pt x="1247317" y="7200"/>
                  </a:lnTo>
                  <a:lnTo>
                    <a:pt x="1247775" y="6070"/>
                  </a:lnTo>
                  <a:lnTo>
                    <a:pt x="1247775" y="3441"/>
                  </a:lnTo>
                  <a:close/>
                </a:path>
                <a:path w="4819650" h="2679700">
                  <a:moveTo>
                    <a:pt x="1295400" y="2673400"/>
                  </a:moveTo>
                  <a:lnTo>
                    <a:pt x="1294942" y="2672283"/>
                  </a:lnTo>
                  <a:lnTo>
                    <a:pt x="1293075" y="2670416"/>
                  </a:lnTo>
                  <a:lnTo>
                    <a:pt x="1291958" y="2669946"/>
                  </a:lnTo>
                  <a:lnTo>
                    <a:pt x="1289329" y="2669946"/>
                  </a:lnTo>
                  <a:lnTo>
                    <a:pt x="1288211" y="2670416"/>
                  </a:lnTo>
                  <a:lnTo>
                    <a:pt x="1286344" y="2672283"/>
                  </a:lnTo>
                  <a:lnTo>
                    <a:pt x="1285875" y="2673400"/>
                  </a:lnTo>
                  <a:lnTo>
                    <a:pt x="1285875" y="2676029"/>
                  </a:lnTo>
                  <a:lnTo>
                    <a:pt x="1286344" y="2677147"/>
                  </a:lnTo>
                  <a:lnTo>
                    <a:pt x="1288211" y="2679014"/>
                  </a:lnTo>
                  <a:lnTo>
                    <a:pt x="1289329" y="2679471"/>
                  </a:lnTo>
                  <a:lnTo>
                    <a:pt x="1291958" y="2679471"/>
                  </a:lnTo>
                  <a:lnTo>
                    <a:pt x="1293075" y="2679014"/>
                  </a:lnTo>
                  <a:lnTo>
                    <a:pt x="1294942" y="2677147"/>
                  </a:lnTo>
                  <a:lnTo>
                    <a:pt x="1295400" y="2676029"/>
                  </a:lnTo>
                  <a:lnTo>
                    <a:pt x="1295400" y="2673400"/>
                  </a:lnTo>
                  <a:close/>
                </a:path>
                <a:path w="4819650" h="2679700">
                  <a:moveTo>
                    <a:pt x="1295400" y="2139404"/>
                  </a:moveTo>
                  <a:lnTo>
                    <a:pt x="1294942" y="2138286"/>
                  </a:lnTo>
                  <a:lnTo>
                    <a:pt x="1293075" y="2136432"/>
                  </a:lnTo>
                  <a:lnTo>
                    <a:pt x="1291958" y="2135962"/>
                  </a:lnTo>
                  <a:lnTo>
                    <a:pt x="1289329" y="2135962"/>
                  </a:lnTo>
                  <a:lnTo>
                    <a:pt x="1288211" y="2136432"/>
                  </a:lnTo>
                  <a:lnTo>
                    <a:pt x="1286344" y="2138286"/>
                  </a:lnTo>
                  <a:lnTo>
                    <a:pt x="1285875" y="2139404"/>
                  </a:lnTo>
                  <a:lnTo>
                    <a:pt x="1285875" y="2142045"/>
                  </a:lnTo>
                  <a:lnTo>
                    <a:pt x="1286344" y="2143163"/>
                  </a:lnTo>
                  <a:lnTo>
                    <a:pt x="1288211" y="2145017"/>
                  </a:lnTo>
                  <a:lnTo>
                    <a:pt x="1289329" y="2145487"/>
                  </a:lnTo>
                  <a:lnTo>
                    <a:pt x="1291958" y="2145487"/>
                  </a:lnTo>
                  <a:lnTo>
                    <a:pt x="1293075" y="2145017"/>
                  </a:lnTo>
                  <a:lnTo>
                    <a:pt x="1294942" y="2143163"/>
                  </a:lnTo>
                  <a:lnTo>
                    <a:pt x="1295400" y="2142045"/>
                  </a:lnTo>
                  <a:lnTo>
                    <a:pt x="1295400" y="2139404"/>
                  </a:lnTo>
                  <a:close/>
                </a:path>
                <a:path w="4819650" h="2679700">
                  <a:moveTo>
                    <a:pt x="1295400" y="1605419"/>
                  </a:moveTo>
                  <a:lnTo>
                    <a:pt x="1294942" y="1604302"/>
                  </a:lnTo>
                  <a:lnTo>
                    <a:pt x="1293075" y="1602435"/>
                  </a:lnTo>
                  <a:lnTo>
                    <a:pt x="1291958" y="1601965"/>
                  </a:lnTo>
                  <a:lnTo>
                    <a:pt x="1289329" y="1601965"/>
                  </a:lnTo>
                  <a:lnTo>
                    <a:pt x="1288211" y="1602435"/>
                  </a:lnTo>
                  <a:lnTo>
                    <a:pt x="1286344" y="1604302"/>
                  </a:lnTo>
                  <a:lnTo>
                    <a:pt x="1285875" y="1605419"/>
                  </a:lnTo>
                  <a:lnTo>
                    <a:pt x="1285875" y="1608048"/>
                  </a:lnTo>
                  <a:lnTo>
                    <a:pt x="1286344" y="1609166"/>
                  </a:lnTo>
                  <a:lnTo>
                    <a:pt x="1288211" y="1611033"/>
                  </a:lnTo>
                  <a:lnTo>
                    <a:pt x="1289329" y="1611490"/>
                  </a:lnTo>
                  <a:lnTo>
                    <a:pt x="1291958" y="1611490"/>
                  </a:lnTo>
                  <a:lnTo>
                    <a:pt x="1293075" y="1611033"/>
                  </a:lnTo>
                  <a:lnTo>
                    <a:pt x="1294942" y="1609166"/>
                  </a:lnTo>
                  <a:lnTo>
                    <a:pt x="1295400" y="1608048"/>
                  </a:lnTo>
                  <a:lnTo>
                    <a:pt x="1295400" y="1605419"/>
                  </a:lnTo>
                  <a:close/>
                </a:path>
                <a:path w="4819650" h="2679700">
                  <a:moveTo>
                    <a:pt x="1295400" y="1071422"/>
                  </a:moveTo>
                  <a:lnTo>
                    <a:pt x="1294942" y="1070305"/>
                  </a:lnTo>
                  <a:lnTo>
                    <a:pt x="1293075" y="1068451"/>
                  </a:lnTo>
                  <a:lnTo>
                    <a:pt x="1291958" y="1067981"/>
                  </a:lnTo>
                  <a:lnTo>
                    <a:pt x="1289329" y="1067981"/>
                  </a:lnTo>
                  <a:lnTo>
                    <a:pt x="1288211" y="1068451"/>
                  </a:lnTo>
                  <a:lnTo>
                    <a:pt x="1286344" y="1070305"/>
                  </a:lnTo>
                  <a:lnTo>
                    <a:pt x="1285875" y="1071422"/>
                  </a:lnTo>
                  <a:lnTo>
                    <a:pt x="1285875" y="1074051"/>
                  </a:lnTo>
                  <a:lnTo>
                    <a:pt x="1286344" y="1075182"/>
                  </a:lnTo>
                  <a:lnTo>
                    <a:pt x="1288211" y="1077036"/>
                  </a:lnTo>
                  <a:lnTo>
                    <a:pt x="1289329" y="1077506"/>
                  </a:lnTo>
                  <a:lnTo>
                    <a:pt x="1291958" y="1077506"/>
                  </a:lnTo>
                  <a:lnTo>
                    <a:pt x="1293075" y="1077036"/>
                  </a:lnTo>
                  <a:lnTo>
                    <a:pt x="1294942" y="1075182"/>
                  </a:lnTo>
                  <a:lnTo>
                    <a:pt x="1295400" y="1074051"/>
                  </a:lnTo>
                  <a:lnTo>
                    <a:pt x="1295400" y="1071422"/>
                  </a:lnTo>
                  <a:close/>
                </a:path>
                <a:path w="4819650" h="2679700">
                  <a:moveTo>
                    <a:pt x="1295400" y="537438"/>
                  </a:moveTo>
                  <a:lnTo>
                    <a:pt x="1294942" y="536308"/>
                  </a:lnTo>
                  <a:lnTo>
                    <a:pt x="1293075" y="534454"/>
                  </a:lnTo>
                  <a:lnTo>
                    <a:pt x="1291958" y="533984"/>
                  </a:lnTo>
                  <a:lnTo>
                    <a:pt x="1289329" y="533984"/>
                  </a:lnTo>
                  <a:lnTo>
                    <a:pt x="1288211" y="534454"/>
                  </a:lnTo>
                  <a:lnTo>
                    <a:pt x="1286344" y="536308"/>
                  </a:lnTo>
                  <a:lnTo>
                    <a:pt x="1285875" y="537438"/>
                  </a:lnTo>
                  <a:lnTo>
                    <a:pt x="1285875" y="540067"/>
                  </a:lnTo>
                  <a:lnTo>
                    <a:pt x="1286344" y="541185"/>
                  </a:lnTo>
                  <a:lnTo>
                    <a:pt x="1288211" y="543052"/>
                  </a:lnTo>
                  <a:lnTo>
                    <a:pt x="1289329" y="543509"/>
                  </a:lnTo>
                  <a:lnTo>
                    <a:pt x="1291958" y="543509"/>
                  </a:lnTo>
                  <a:lnTo>
                    <a:pt x="1293075" y="543052"/>
                  </a:lnTo>
                  <a:lnTo>
                    <a:pt x="1294942" y="541185"/>
                  </a:lnTo>
                  <a:lnTo>
                    <a:pt x="1295400" y="540067"/>
                  </a:lnTo>
                  <a:lnTo>
                    <a:pt x="1295400" y="537438"/>
                  </a:lnTo>
                  <a:close/>
                </a:path>
                <a:path w="4819650" h="2679700">
                  <a:moveTo>
                    <a:pt x="1295400" y="3441"/>
                  </a:moveTo>
                  <a:lnTo>
                    <a:pt x="1294942" y="2324"/>
                  </a:lnTo>
                  <a:lnTo>
                    <a:pt x="1293075" y="469"/>
                  </a:lnTo>
                  <a:lnTo>
                    <a:pt x="1291958" y="0"/>
                  </a:lnTo>
                  <a:lnTo>
                    <a:pt x="1289329" y="0"/>
                  </a:lnTo>
                  <a:lnTo>
                    <a:pt x="1288211" y="469"/>
                  </a:lnTo>
                  <a:lnTo>
                    <a:pt x="1286344" y="2324"/>
                  </a:lnTo>
                  <a:lnTo>
                    <a:pt x="1285875" y="3441"/>
                  </a:lnTo>
                  <a:lnTo>
                    <a:pt x="1285875" y="6070"/>
                  </a:lnTo>
                  <a:lnTo>
                    <a:pt x="1286344" y="7200"/>
                  </a:lnTo>
                  <a:lnTo>
                    <a:pt x="1288211" y="9055"/>
                  </a:lnTo>
                  <a:lnTo>
                    <a:pt x="1289329" y="9525"/>
                  </a:lnTo>
                  <a:lnTo>
                    <a:pt x="1291958" y="9525"/>
                  </a:lnTo>
                  <a:lnTo>
                    <a:pt x="1293075" y="9055"/>
                  </a:lnTo>
                  <a:lnTo>
                    <a:pt x="1294942" y="7200"/>
                  </a:lnTo>
                  <a:lnTo>
                    <a:pt x="1295400" y="6070"/>
                  </a:lnTo>
                  <a:lnTo>
                    <a:pt x="1295400" y="3441"/>
                  </a:lnTo>
                  <a:close/>
                </a:path>
                <a:path w="4819650" h="2679700">
                  <a:moveTo>
                    <a:pt x="1343025" y="2673400"/>
                  </a:moveTo>
                  <a:lnTo>
                    <a:pt x="1342567" y="2672283"/>
                  </a:lnTo>
                  <a:lnTo>
                    <a:pt x="1340700" y="2670416"/>
                  </a:lnTo>
                  <a:lnTo>
                    <a:pt x="1339583" y="2669946"/>
                  </a:lnTo>
                  <a:lnTo>
                    <a:pt x="1336954" y="2669946"/>
                  </a:lnTo>
                  <a:lnTo>
                    <a:pt x="1335836" y="2670416"/>
                  </a:lnTo>
                  <a:lnTo>
                    <a:pt x="1333969" y="2672283"/>
                  </a:lnTo>
                  <a:lnTo>
                    <a:pt x="1333500" y="2673400"/>
                  </a:lnTo>
                  <a:lnTo>
                    <a:pt x="1333500" y="2676029"/>
                  </a:lnTo>
                  <a:lnTo>
                    <a:pt x="1333969" y="2677147"/>
                  </a:lnTo>
                  <a:lnTo>
                    <a:pt x="1335836" y="2679014"/>
                  </a:lnTo>
                  <a:lnTo>
                    <a:pt x="1336954" y="2679471"/>
                  </a:lnTo>
                  <a:lnTo>
                    <a:pt x="1339583" y="2679471"/>
                  </a:lnTo>
                  <a:lnTo>
                    <a:pt x="1340700" y="2679014"/>
                  </a:lnTo>
                  <a:lnTo>
                    <a:pt x="1342567" y="2677147"/>
                  </a:lnTo>
                  <a:lnTo>
                    <a:pt x="1343025" y="2676029"/>
                  </a:lnTo>
                  <a:lnTo>
                    <a:pt x="1343025" y="2673400"/>
                  </a:lnTo>
                  <a:close/>
                </a:path>
                <a:path w="4819650" h="2679700">
                  <a:moveTo>
                    <a:pt x="1343025" y="2139404"/>
                  </a:moveTo>
                  <a:lnTo>
                    <a:pt x="1342567" y="2138286"/>
                  </a:lnTo>
                  <a:lnTo>
                    <a:pt x="1340700" y="2136432"/>
                  </a:lnTo>
                  <a:lnTo>
                    <a:pt x="1339583" y="2135962"/>
                  </a:lnTo>
                  <a:lnTo>
                    <a:pt x="1336954" y="2135962"/>
                  </a:lnTo>
                  <a:lnTo>
                    <a:pt x="1335836" y="2136432"/>
                  </a:lnTo>
                  <a:lnTo>
                    <a:pt x="1333969" y="2138286"/>
                  </a:lnTo>
                  <a:lnTo>
                    <a:pt x="1333500" y="2139404"/>
                  </a:lnTo>
                  <a:lnTo>
                    <a:pt x="1333500" y="2142045"/>
                  </a:lnTo>
                  <a:lnTo>
                    <a:pt x="1333969" y="2143163"/>
                  </a:lnTo>
                  <a:lnTo>
                    <a:pt x="1335836" y="2145017"/>
                  </a:lnTo>
                  <a:lnTo>
                    <a:pt x="1336954" y="2145487"/>
                  </a:lnTo>
                  <a:lnTo>
                    <a:pt x="1339583" y="2145487"/>
                  </a:lnTo>
                  <a:lnTo>
                    <a:pt x="1340700" y="2145017"/>
                  </a:lnTo>
                  <a:lnTo>
                    <a:pt x="1342567" y="2143163"/>
                  </a:lnTo>
                  <a:lnTo>
                    <a:pt x="1343025" y="2142045"/>
                  </a:lnTo>
                  <a:lnTo>
                    <a:pt x="1343025" y="2139404"/>
                  </a:lnTo>
                  <a:close/>
                </a:path>
                <a:path w="4819650" h="2679700">
                  <a:moveTo>
                    <a:pt x="1343025" y="1605419"/>
                  </a:moveTo>
                  <a:lnTo>
                    <a:pt x="1342567" y="1604302"/>
                  </a:lnTo>
                  <a:lnTo>
                    <a:pt x="1340700" y="1602435"/>
                  </a:lnTo>
                  <a:lnTo>
                    <a:pt x="1339583" y="1601965"/>
                  </a:lnTo>
                  <a:lnTo>
                    <a:pt x="1336954" y="1601965"/>
                  </a:lnTo>
                  <a:lnTo>
                    <a:pt x="1335836" y="1602435"/>
                  </a:lnTo>
                  <a:lnTo>
                    <a:pt x="1333969" y="1604302"/>
                  </a:lnTo>
                  <a:lnTo>
                    <a:pt x="1333500" y="1605419"/>
                  </a:lnTo>
                  <a:lnTo>
                    <a:pt x="1333500" y="1608048"/>
                  </a:lnTo>
                  <a:lnTo>
                    <a:pt x="1333969" y="1609166"/>
                  </a:lnTo>
                  <a:lnTo>
                    <a:pt x="1335836" y="1611033"/>
                  </a:lnTo>
                  <a:lnTo>
                    <a:pt x="1336954" y="1611490"/>
                  </a:lnTo>
                  <a:lnTo>
                    <a:pt x="1339583" y="1611490"/>
                  </a:lnTo>
                  <a:lnTo>
                    <a:pt x="1340700" y="1611033"/>
                  </a:lnTo>
                  <a:lnTo>
                    <a:pt x="1342567" y="1609166"/>
                  </a:lnTo>
                  <a:lnTo>
                    <a:pt x="1343025" y="1608048"/>
                  </a:lnTo>
                  <a:lnTo>
                    <a:pt x="1343025" y="1605419"/>
                  </a:lnTo>
                  <a:close/>
                </a:path>
                <a:path w="4819650" h="2679700">
                  <a:moveTo>
                    <a:pt x="1343025" y="1071422"/>
                  </a:moveTo>
                  <a:lnTo>
                    <a:pt x="1342567" y="1070305"/>
                  </a:lnTo>
                  <a:lnTo>
                    <a:pt x="1340700" y="1068451"/>
                  </a:lnTo>
                  <a:lnTo>
                    <a:pt x="1339583" y="1067981"/>
                  </a:lnTo>
                  <a:lnTo>
                    <a:pt x="1336954" y="1067981"/>
                  </a:lnTo>
                  <a:lnTo>
                    <a:pt x="1335836" y="1068451"/>
                  </a:lnTo>
                  <a:lnTo>
                    <a:pt x="1333969" y="1070305"/>
                  </a:lnTo>
                  <a:lnTo>
                    <a:pt x="1333500" y="1071422"/>
                  </a:lnTo>
                  <a:lnTo>
                    <a:pt x="1333500" y="1074051"/>
                  </a:lnTo>
                  <a:lnTo>
                    <a:pt x="1333969" y="1075182"/>
                  </a:lnTo>
                  <a:lnTo>
                    <a:pt x="1335836" y="1077036"/>
                  </a:lnTo>
                  <a:lnTo>
                    <a:pt x="1336954" y="1077506"/>
                  </a:lnTo>
                  <a:lnTo>
                    <a:pt x="1339583" y="1077506"/>
                  </a:lnTo>
                  <a:lnTo>
                    <a:pt x="1340700" y="1077036"/>
                  </a:lnTo>
                  <a:lnTo>
                    <a:pt x="1342567" y="1075182"/>
                  </a:lnTo>
                  <a:lnTo>
                    <a:pt x="1343025" y="1074051"/>
                  </a:lnTo>
                  <a:lnTo>
                    <a:pt x="1343025" y="1071422"/>
                  </a:lnTo>
                  <a:close/>
                </a:path>
                <a:path w="4819650" h="2679700">
                  <a:moveTo>
                    <a:pt x="1343025" y="537438"/>
                  </a:moveTo>
                  <a:lnTo>
                    <a:pt x="1342567" y="536308"/>
                  </a:lnTo>
                  <a:lnTo>
                    <a:pt x="1340700" y="534454"/>
                  </a:lnTo>
                  <a:lnTo>
                    <a:pt x="1339583" y="533984"/>
                  </a:lnTo>
                  <a:lnTo>
                    <a:pt x="1336954" y="533984"/>
                  </a:lnTo>
                  <a:lnTo>
                    <a:pt x="1335836" y="534454"/>
                  </a:lnTo>
                  <a:lnTo>
                    <a:pt x="1333969" y="536308"/>
                  </a:lnTo>
                  <a:lnTo>
                    <a:pt x="1333500" y="537438"/>
                  </a:lnTo>
                  <a:lnTo>
                    <a:pt x="1333500" y="540067"/>
                  </a:lnTo>
                  <a:lnTo>
                    <a:pt x="1333969" y="541185"/>
                  </a:lnTo>
                  <a:lnTo>
                    <a:pt x="1335836" y="543052"/>
                  </a:lnTo>
                  <a:lnTo>
                    <a:pt x="1336954" y="543509"/>
                  </a:lnTo>
                  <a:lnTo>
                    <a:pt x="1339583" y="543509"/>
                  </a:lnTo>
                  <a:lnTo>
                    <a:pt x="1340700" y="543052"/>
                  </a:lnTo>
                  <a:lnTo>
                    <a:pt x="1342567" y="541185"/>
                  </a:lnTo>
                  <a:lnTo>
                    <a:pt x="1343025" y="540067"/>
                  </a:lnTo>
                  <a:lnTo>
                    <a:pt x="1343025" y="537438"/>
                  </a:lnTo>
                  <a:close/>
                </a:path>
                <a:path w="4819650" h="2679700">
                  <a:moveTo>
                    <a:pt x="1343025" y="3441"/>
                  </a:moveTo>
                  <a:lnTo>
                    <a:pt x="1342567" y="2324"/>
                  </a:lnTo>
                  <a:lnTo>
                    <a:pt x="1340700" y="469"/>
                  </a:lnTo>
                  <a:lnTo>
                    <a:pt x="1339583" y="0"/>
                  </a:lnTo>
                  <a:lnTo>
                    <a:pt x="1336954" y="0"/>
                  </a:lnTo>
                  <a:lnTo>
                    <a:pt x="1335836" y="469"/>
                  </a:lnTo>
                  <a:lnTo>
                    <a:pt x="1333969" y="2324"/>
                  </a:lnTo>
                  <a:lnTo>
                    <a:pt x="1333500" y="3441"/>
                  </a:lnTo>
                  <a:lnTo>
                    <a:pt x="1333500" y="6070"/>
                  </a:lnTo>
                  <a:lnTo>
                    <a:pt x="1333969" y="7200"/>
                  </a:lnTo>
                  <a:lnTo>
                    <a:pt x="1335836" y="9055"/>
                  </a:lnTo>
                  <a:lnTo>
                    <a:pt x="1336954" y="9525"/>
                  </a:lnTo>
                  <a:lnTo>
                    <a:pt x="1339583" y="9525"/>
                  </a:lnTo>
                  <a:lnTo>
                    <a:pt x="1340700" y="9055"/>
                  </a:lnTo>
                  <a:lnTo>
                    <a:pt x="1342567" y="7200"/>
                  </a:lnTo>
                  <a:lnTo>
                    <a:pt x="1343025" y="6070"/>
                  </a:lnTo>
                  <a:lnTo>
                    <a:pt x="1343025" y="3441"/>
                  </a:lnTo>
                  <a:close/>
                </a:path>
                <a:path w="4819650" h="2679700">
                  <a:moveTo>
                    <a:pt x="1390650" y="2673400"/>
                  </a:moveTo>
                  <a:lnTo>
                    <a:pt x="1390192" y="2672283"/>
                  </a:lnTo>
                  <a:lnTo>
                    <a:pt x="1388325" y="2670416"/>
                  </a:lnTo>
                  <a:lnTo>
                    <a:pt x="1387208" y="2669946"/>
                  </a:lnTo>
                  <a:lnTo>
                    <a:pt x="1384579" y="2669946"/>
                  </a:lnTo>
                  <a:lnTo>
                    <a:pt x="1383461" y="2670416"/>
                  </a:lnTo>
                  <a:lnTo>
                    <a:pt x="1381594" y="2672283"/>
                  </a:lnTo>
                  <a:lnTo>
                    <a:pt x="1381125" y="2673400"/>
                  </a:lnTo>
                  <a:lnTo>
                    <a:pt x="1381125" y="2676029"/>
                  </a:lnTo>
                  <a:lnTo>
                    <a:pt x="1381594" y="2677147"/>
                  </a:lnTo>
                  <a:lnTo>
                    <a:pt x="1383461" y="2679014"/>
                  </a:lnTo>
                  <a:lnTo>
                    <a:pt x="1384579" y="2679471"/>
                  </a:lnTo>
                  <a:lnTo>
                    <a:pt x="1387208" y="2679471"/>
                  </a:lnTo>
                  <a:lnTo>
                    <a:pt x="1388325" y="2679014"/>
                  </a:lnTo>
                  <a:lnTo>
                    <a:pt x="1390192" y="2677147"/>
                  </a:lnTo>
                  <a:lnTo>
                    <a:pt x="1390650" y="2676029"/>
                  </a:lnTo>
                  <a:lnTo>
                    <a:pt x="1390650" y="2673400"/>
                  </a:lnTo>
                  <a:close/>
                </a:path>
                <a:path w="4819650" h="2679700">
                  <a:moveTo>
                    <a:pt x="1390650" y="2139404"/>
                  </a:moveTo>
                  <a:lnTo>
                    <a:pt x="1390192" y="2138286"/>
                  </a:lnTo>
                  <a:lnTo>
                    <a:pt x="1388325" y="2136432"/>
                  </a:lnTo>
                  <a:lnTo>
                    <a:pt x="1387208" y="2135962"/>
                  </a:lnTo>
                  <a:lnTo>
                    <a:pt x="1384579" y="2135962"/>
                  </a:lnTo>
                  <a:lnTo>
                    <a:pt x="1383461" y="2136432"/>
                  </a:lnTo>
                  <a:lnTo>
                    <a:pt x="1381594" y="2138286"/>
                  </a:lnTo>
                  <a:lnTo>
                    <a:pt x="1381125" y="2139404"/>
                  </a:lnTo>
                  <a:lnTo>
                    <a:pt x="1381125" y="2142045"/>
                  </a:lnTo>
                  <a:lnTo>
                    <a:pt x="1381594" y="2143163"/>
                  </a:lnTo>
                  <a:lnTo>
                    <a:pt x="1383461" y="2145017"/>
                  </a:lnTo>
                  <a:lnTo>
                    <a:pt x="1384579" y="2145487"/>
                  </a:lnTo>
                  <a:lnTo>
                    <a:pt x="1387208" y="2145487"/>
                  </a:lnTo>
                  <a:lnTo>
                    <a:pt x="1388325" y="2145017"/>
                  </a:lnTo>
                  <a:lnTo>
                    <a:pt x="1390192" y="2143163"/>
                  </a:lnTo>
                  <a:lnTo>
                    <a:pt x="1390650" y="2142045"/>
                  </a:lnTo>
                  <a:lnTo>
                    <a:pt x="1390650" y="2139404"/>
                  </a:lnTo>
                  <a:close/>
                </a:path>
                <a:path w="4819650" h="2679700">
                  <a:moveTo>
                    <a:pt x="1390650" y="1605419"/>
                  </a:moveTo>
                  <a:lnTo>
                    <a:pt x="1390192" y="1604302"/>
                  </a:lnTo>
                  <a:lnTo>
                    <a:pt x="1388325" y="1602435"/>
                  </a:lnTo>
                  <a:lnTo>
                    <a:pt x="1387208" y="1601965"/>
                  </a:lnTo>
                  <a:lnTo>
                    <a:pt x="1384579" y="1601965"/>
                  </a:lnTo>
                  <a:lnTo>
                    <a:pt x="1383461" y="1602435"/>
                  </a:lnTo>
                  <a:lnTo>
                    <a:pt x="1381594" y="1604302"/>
                  </a:lnTo>
                  <a:lnTo>
                    <a:pt x="1381125" y="1605419"/>
                  </a:lnTo>
                  <a:lnTo>
                    <a:pt x="1381125" y="1608048"/>
                  </a:lnTo>
                  <a:lnTo>
                    <a:pt x="1381594" y="1609166"/>
                  </a:lnTo>
                  <a:lnTo>
                    <a:pt x="1383461" y="1611033"/>
                  </a:lnTo>
                  <a:lnTo>
                    <a:pt x="1384579" y="1611490"/>
                  </a:lnTo>
                  <a:lnTo>
                    <a:pt x="1387208" y="1611490"/>
                  </a:lnTo>
                  <a:lnTo>
                    <a:pt x="1388325" y="1611033"/>
                  </a:lnTo>
                  <a:lnTo>
                    <a:pt x="1390192" y="1609166"/>
                  </a:lnTo>
                  <a:lnTo>
                    <a:pt x="1390650" y="1608048"/>
                  </a:lnTo>
                  <a:lnTo>
                    <a:pt x="1390650" y="1605419"/>
                  </a:lnTo>
                  <a:close/>
                </a:path>
                <a:path w="4819650" h="2679700">
                  <a:moveTo>
                    <a:pt x="1390650" y="1071422"/>
                  </a:moveTo>
                  <a:lnTo>
                    <a:pt x="1390192" y="1070305"/>
                  </a:lnTo>
                  <a:lnTo>
                    <a:pt x="1388325" y="1068451"/>
                  </a:lnTo>
                  <a:lnTo>
                    <a:pt x="1387208" y="1067981"/>
                  </a:lnTo>
                  <a:lnTo>
                    <a:pt x="1384579" y="1067981"/>
                  </a:lnTo>
                  <a:lnTo>
                    <a:pt x="1383461" y="1068451"/>
                  </a:lnTo>
                  <a:lnTo>
                    <a:pt x="1381594" y="1070305"/>
                  </a:lnTo>
                  <a:lnTo>
                    <a:pt x="1381125" y="1071422"/>
                  </a:lnTo>
                  <a:lnTo>
                    <a:pt x="1381125" y="1074051"/>
                  </a:lnTo>
                  <a:lnTo>
                    <a:pt x="1381594" y="1075182"/>
                  </a:lnTo>
                  <a:lnTo>
                    <a:pt x="1383461" y="1077036"/>
                  </a:lnTo>
                  <a:lnTo>
                    <a:pt x="1384579" y="1077506"/>
                  </a:lnTo>
                  <a:lnTo>
                    <a:pt x="1387208" y="1077506"/>
                  </a:lnTo>
                  <a:lnTo>
                    <a:pt x="1388325" y="1077036"/>
                  </a:lnTo>
                  <a:lnTo>
                    <a:pt x="1390192" y="1075182"/>
                  </a:lnTo>
                  <a:lnTo>
                    <a:pt x="1390650" y="1074051"/>
                  </a:lnTo>
                  <a:lnTo>
                    <a:pt x="1390650" y="1071422"/>
                  </a:lnTo>
                  <a:close/>
                </a:path>
                <a:path w="4819650" h="2679700">
                  <a:moveTo>
                    <a:pt x="1390650" y="537438"/>
                  </a:moveTo>
                  <a:lnTo>
                    <a:pt x="1390192" y="536308"/>
                  </a:lnTo>
                  <a:lnTo>
                    <a:pt x="1388325" y="534454"/>
                  </a:lnTo>
                  <a:lnTo>
                    <a:pt x="1387208" y="533984"/>
                  </a:lnTo>
                  <a:lnTo>
                    <a:pt x="1384579" y="533984"/>
                  </a:lnTo>
                  <a:lnTo>
                    <a:pt x="1383461" y="534454"/>
                  </a:lnTo>
                  <a:lnTo>
                    <a:pt x="1381594" y="536308"/>
                  </a:lnTo>
                  <a:lnTo>
                    <a:pt x="1381125" y="537438"/>
                  </a:lnTo>
                  <a:lnTo>
                    <a:pt x="1381125" y="540067"/>
                  </a:lnTo>
                  <a:lnTo>
                    <a:pt x="1381594" y="541185"/>
                  </a:lnTo>
                  <a:lnTo>
                    <a:pt x="1383461" y="543052"/>
                  </a:lnTo>
                  <a:lnTo>
                    <a:pt x="1384579" y="543509"/>
                  </a:lnTo>
                  <a:lnTo>
                    <a:pt x="1387208" y="543509"/>
                  </a:lnTo>
                  <a:lnTo>
                    <a:pt x="1388325" y="543052"/>
                  </a:lnTo>
                  <a:lnTo>
                    <a:pt x="1390192" y="541185"/>
                  </a:lnTo>
                  <a:lnTo>
                    <a:pt x="1390650" y="540067"/>
                  </a:lnTo>
                  <a:lnTo>
                    <a:pt x="1390650" y="537438"/>
                  </a:lnTo>
                  <a:close/>
                </a:path>
                <a:path w="4819650" h="2679700">
                  <a:moveTo>
                    <a:pt x="1390650" y="3441"/>
                  </a:moveTo>
                  <a:lnTo>
                    <a:pt x="1390192" y="2324"/>
                  </a:lnTo>
                  <a:lnTo>
                    <a:pt x="1388325" y="469"/>
                  </a:lnTo>
                  <a:lnTo>
                    <a:pt x="1387208" y="0"/>
                  </a:lnTo>
                  <a:lnTo>
                    <a:pt x="1384579" y="0"/>
                  </a:lnTo>
                  <a:lnTo>
                    <a:pt x="1383461" y="469"/>
                  </a:lnTo>
                  <a:lnTo>
                    <a:pt x="1381594" y="2324"/>
                  </a:lnTo>
                  <a:lnTo>
                    <a:pt x="1381125" y="3441"/>
                  </a:lnTo>
                  <a:lnTo>
                    <a:pt x="1381125" y="6070"/>
                  </a:lnTo>
                  <a:lnTo>
                    <a:pt x="1381594" y="7200"/>
                  </a:lnTo>
                  <a:lnTo>
                    <a:pt x="1383461" y="9055"/>
                  </a:lnTo>
                  <a:lnTo>
                    <a:pt x="1384579" y="9525"/>
                  </a:lnTo>
                  <a:lnTo>
                    <a:pt x="1387208" y="9525"/>
                  </a:lnTo>
                  <a:lnTo>
                    <a:pt x="1388325" y="9055"/>
                  </a:lnTo>
                  <a:lnTo>
                    <a:pt x="1390192" y="7200"/>
                  </a:lnTo>
                  <a:lnTo>
                    <a:pt x="1390650" y="6070"/>
                  </a:lnTo>
                  <a:lnTo>
                    <a:pt x="1390650" y="3441"/>
                  </a:lnTo>
                  <a:close/>
                </a:path>
                <a:path w="4819650" h="2679700">
                  <a:moveTo>
                    <a:pt x="1438275" y="2673400"/>
                  </a:moveTo>
                  <a:lnTo>
                    <a:pt x="1437817" y="2672283"/>
                  </a:lnTo>
                  <a:lnTo>
                    <a:pt x="1435950" y="2670416"/>
                  </a:lnTo>
                  <a:lnTo>
                    <a:pt x="1434833" y="2669946"/>
                  </a:lnTo>
                  <a:lnTo>
                    <a:pt x="1432204" y="2669946"/>
                  </a:lnTo>
                  <a:lnTo>
                    <a:pt x="1431086" y="2670416"/>
                  </a:lnTo>
                  <a:lnTo>
                    <a:pt x="1429219" y="2672283"/>
                  </a:lnTo>
                  <a:lnTo>
                    <a:pt x="1428750" y="2673400"/>
                  </a:lnTo>
                  <a:lnTo>
                    <a:pt x="1428750" y="2676029"/>
                  </a:lnTo>
                  <a:lnTo>
                    <a:pt x="1429219" y="2677147"/>
                  </a:lnTo>
                  <a:lnTo>
                    <a:pt x="1431086" y="2679014"/>
                  </a:lnTo>
                  <a:lnTo>
                    <a:pt x="1432204" y="2679471"/>
                  </a:lnTo>
                  <a:lnTo>
                    <a:pt x="1434833" y="2679471"/>
                  </a:lnTo>
                  <a:lnTo>
                    <a:pt x="1435950" y="2679014"/>
                  </a:lnTo>
                  <a:lnTo>
                    <a:pt x="1437817" y="2677147"/>
                  </a:lnTo>
                  <a:lnTo>
                    <a:pt x="1438275" y="2676029"/>
                  </a:lnTo>
                  <a:lnTo>
                    <a:pt x="1438275" y="2673400"/>
                  </a:lnTo>
                  <a:close/>
                </a:path>
                <a:path w="4819650" h="2679700">
                  <a:moveTo>
                    <a:pt x="1438275" y="2139404"/>
                  </a:moveTo>
                  <a:lnTo>
                    <a:pt x="1437817" y="2138286"/>
                  </a:lnTo>
                  <a:lnTo>
                    <a:pt x="1435950" y="2136432"/>
                  </a:lnTo>
                  <a:lnTo>
                    <a:pt x="1434833" y="2135962"/>
                  </a:lnTo>
                  <a:lnTo>
                    <a:pt x="1432204" y="2135962"/>
                  </a:lnTo>
                  <a:lnTo>
                    <a:pt x="1431086" y="2136432"/>
                  </a:lnTo>
                  <a:lnTo>
                    <a:pt x="1429219" y="2138286"/>
                  </a:lnTo>
                  <a:lnTo>
                    <a:pt x="1428750" y="2139404"/>
                  </a:lnTo>
                  <a:lnTo>
                    <a:pt x="1428750" y="2142045"/>
                  </a:lnTo>
                  <a:lnTo>
                    <a:pt x="1429219" y="2143163"/>
                  </a:lnTo>
                  <a:lnTo>
                    <a:pt x="1431086" y="2145017"/>
                  </a:lnTo>
                  <a:lnTo>
                    <a:pt x="1432204" y="2145487"/>
                  </a:lnTo>
                  <a:lnTo>
                    <a:pt x="1434833" y="2145487"/>
                  </a:lnTo>
                  <a:lnTo>
                    <a:pt x="1435950" y="2145017"/>
                  </a:lnTo>
                  <a:lnTo>
                    <a:pt x="1437817" y="2143163"/>
                  </a:lnTo>
                  <a:lnTo>
                    <a:pt x="1438275" y="2142045"/>
                  </a:lnTo>
                  <a:lnTo>
                    <a:pt x="1438275" y="2139404"/>
                  </a:lnTo>
                  <a:close/>
                </a:path>
                <a:path w="4819650" h="2679700">
                  <a:moveTo>
                    <a:pt x="1438275" y="1605419"/>
                  </a:moveTo>
                  <a:lnTo>
                    <a:pt x="1437817" y="1604302"/>
                  </a:lnTo>
                  <a:lnTo>
                    <a:pt x="1435950" y="1602435"/>
                  </a:lnTo>
                  <a:lnTo>
                    <a:pt x="1434833" y="1601965"/>
                  </a:lnTo>
                  <a:lnTo>
                    <a:pt x="1432204" y="1601965"/>
                  </a:lnTo>
                  <a:lnTo>
                    <a:pt x="1431086" y="1602435"/>
                  </a:lnTo>
                  <a:lnTo>
                    <a:pt x="1429219" y="1604302"/>
                  </a:lnTo>
                  <a:lnTo>
                    <a:pt x="1428750" y="1605419"/>
                  </a:lnTo>
                  <a:lnTo>
                    <a:pt x="1428750" y="1608048"/>
                  </a:lnTo>
                  <a:lnTo>
                    <a:pt x="1429219" y="1609166"/>
                  </a:lnTo>
                  <a:lnTo>
                    <a:pt x="1431086" y="1611033"/>
                  </a:lnTo>
                  <a:lnTo>
                    <a:pt x="1432204" y="1611490"/>
                  </a:lnTo>
                  <a:lnTo>
                    <a:pt x="1434833" y="1611490"/>
                  </a:lnTo>
                  <a:lnTo>
                    <a:pt x="1435950" y="1611033"/>
                  </a:lnTo>
                  <a:lnTo>
                    <a:pt x="1437817" y="1609166"/>
                  </a:lnTo>
                  <a:lnTo>
                    <a:pt x="1438275" y="1608048"/>
                  </a:lnTo>
                  <a:lnTo>
                    <a:pt x="1438275" y="1605419"/>
                  </a:lnTo>
                  <a:close/>
                </a:path>
                <a:path w="4819650" h="2679700">
                  <a:moveTo>
                    <a:pt x="1438275" y="1071422"/>
                  </a:moveTo>
                  <a:lnTo>
                    <a:pt x="1437817" y="1070305"/>
                  </a:lnTo>
                  <a:lnTo>
                    <a:pt x="1435950" y="1068451"/>
                  </a:lnTo>
                  <a:lnTo>
                    <a:pt x="1434833" y="1067981"/>
                  </a:lnTo>
                  <a:lnTo>
                    <a:pt x="1432204" y="1067981"/>
                  </a:lnTo>
                  <a:lnTo>
                    <a:pt x="1431086" y="1068451"/>
                  </a:lnTo>
                  <a:lnTo>
                    <a:pt x="1429219" y="1070305"/>
                  </a:lnTo>
                  <a:lnTo>
                    <a:pt x="1428750" y="1071422"/>
                  </a:lnTo>
                  <a:lnTo>
                    <a:pt x="1428750" y="1074051"/>
                  </a:lnTo>
                  <a:lnTo>
                    <a:pt x="1429219" y="1075182"/>
                  </a:lnTo>
                  <a:lnTo>
                    <a:pt x="1431086" y="1077036"/>
                  </a:lnTo>
                  <a:lnTo>
                    <a:pt x="1432204" y="1077506"/>
                  </a:lnTo>
                  <a:lnTo>
                    <a:pt x="1434833" y="1077506"/>
                  </a:lnTo>
                  <a:lnTo>
                    <a:pt x="1435950" y="1077036"/>
                  </a:lnTo>
                  <a:lnTo>
                    <a:pt x="1437817" y="1075182"/>
                  </a:lnTo>
                  <a:lnTo>
                    <a:pt x="1438275" y="1074051"/>
                  </a:lnTo>
                  <a:lnTo>
                    <a:pt x="1438275" y="1071422"/>
                  </a:lnTo>
                  <a:close/>
                </a:path>
                <a:path w="4819650" h="2679700">
                  <a:moveTo>
                    <a:pt x="1438275" y="537438"/>
                  </a:moveTo>
                  <a:lnTo>
                    <a:pt x="1437817" y="536308"/>
                  </a:lnTo>
                  <a:lnTo>
                    <a:pt x="1435950" y="534454"/>
                  </a:lnTo>
                  <a:lnTo>
                    <a:pt x="1434833" y="533984"/>
                  </a:lnTo>
                  <a:lnTo>
                    <a:pt x="1432204" y="533984"/>
                  </a:lnTo>
                  <a:lnTo>
                    <a:pt x="1431086" y="534454"/>
                  </a:lnTo>
                  <a:lnTo>
                    <a:pt x="1429219" y="536308"/>
                  </a:lnTo>
                  <a:lnTo>
                    <a:pt x="1428750" y="537438"/>
                  </a:lnTo>
                  <a:lnTo>
                    <a:pt x="1428750" y="540067"/>
                  </a:lnTo>
                  <a:lnTo>
                    <a:pt x="1429219" y="541185"/>
                  </a:lnTo>
                  <a:lnTo>
                    <a:pt x="1431086" y="543052"/>
                  </a:lnTo>
                  <a:lnTo>
                    <a:pt x="1432204" y="543509"/>
                  </a:lnTo>
                  <a:lnTo>
                    <a:pt x="1434833" y="543509"/>
                  </a:lnTo>
                  <a:lnTo>
                    <a:pt x="1435950" y="543052"/>
                  </a:lnTo>
                  <a:lnTo>
                    <a:pt x="1437817" y="541185"/>
                  </a:lnTo>
                  <a:lnTo>
                    <a:pt x="1438275" y="540067"/>
                  </a:lnTo>
                  <a:lnTo>
                    <a:pt x="1438275" y="537438"/>
                  </a:lnTo>
                  <a:close/>
                </a:path>
                <a:path w="4819650" h="2679700">
                  <a:moveTo>
                    <a:pt x="1438275" y="3441"/>
                  </a:moveTo>
                  <a:lnTo>
                    <a:pt x="1437817" y="2324"/>
                  </a:lnTo>
                  <a:lnTo>
                    <a:pt x="1435950" y="469"/>
                  </a:lnTo>
                  <a:lnTo>
                    <a:pt x="1434833" y="0"/>
                  </a:lnTo>
                  <a:lnTo>
                    <a:pt x="1432204" y="0"/>
                  </a:lnTo>
                  <a:lnTo>
                    <a:pt x="1431086" y="469"/>
                  </a:lnTo>
                  <a:lnTo>
                    <a:pt x="1429219" y="2324"/>
                  </a:lnTo>
                  <a:lnTo>
                    <a:pt x="1428750" y="3441"/>
                  </a:lnTo>
                  <a:lnTo>
                    <a:pt x="1428750" y="6070"/>
                  </a:lnTo>
                  <a:lnTo>
                    <a:pt x="1429219" y="7200"/>
                  </a:lnTo>
                  <a:lnTo>
                    <a:pt x="1431086" y="9055"/>
                  </a:lnTo>
                  <a:lnTo>
                    <a:pt x="1432204" y="9525"/>
                  </a:lnTo>
                  <a:lnTo>
                    <a:pt x="1434833" y="9525"/>
                  </a:lnTo>
                  <a:lnTo>
                    <a:pt x="1435950" y="9055"/>
                  </a:lnTo>
                  <a:lnTo>
                    <a:pt x="1437817" y="7200"/>
                  </a:lnTo>
                  <a:lnTo>
                    <a:pt x="1438275" y="6070"/>
                  </a:lnTo>
                  <a:lnTo>
                    <a:pt x="1438275" y="3441"/>
                  </a:lnTo>
                  <a:close/>
                </a:path>
                <a:path w="4819650" h="2679700">
                  <a:moveTo>
                    <a:pt x="1485900" y="2673400"/>
                  </a:moveTo>
                  <a:lnTo>
                    <a:pt x="1485442" y="2672283"/>
                  </a:lnTo>
                  <a:lnTo>
                    <a:pt x="1483575" y="2670416"/>
                  </a:lnTo>
                  <a:lnTo>
                    <a:pt x="1482458" y="2669946"/>
                  </a:lnTo>
                  <a:lnTo>
                    <a:pt x="1479829" y="2669946"/>
                  </a:lnTo>
                  <a:lnTo>
                    <a:pt x="1478711" y="2670416"/>
                  </a:lnTo>
                  <a:lnTo>
                    <a:pt x="1476844" y="2672283"/>
                  </a:lnTo>
                  <a:lnTo>
                    <a:pt x="1476375" y="2673400"/>
                  </a:lnTo>
                  <a:lnTo>
                    <a:pt x="1476375" y="2676029"/>
                  </a:lnTo>
                  <a:lnTo>
                    <a:pt x="1476844" y="2677147"/>
                  </a:lnTo>
                  <a:lnTo>
                    <a:pt x="1478711" y="2679014"/>
                  </a:lnTo>
                  <a:lnTo>
                    <a:pt x="1479829" y="2679471"/>
                  </a:lnTo>
                  <a:lnTo>
                    <a:pt x="1482458" y="2679471"/>
                  </a:lnTo>
                  <a:lnTo>
                    <a:pt x="1483575" y="2679014"/>
                  </a:lnTo>
                  <a:lnTo>
                    <a:pt x="1485442" y="2677147"/>
                  </a:lnTo>
                  <a:lnTo>
                    <a:pt x="1485900" y="2676029"/>
                  </a:lnTo>
                  <a:lnTo>
                    <a:pt x="1485900" y="2673400"/>
                  </a:lnTo>
                  <a:close/>
                </a:path>
                <a:path w="4819650" h="2679700">
                  <a:moveTo>
                    <a:pt x="1485900" y="2139404"/>
                  </a:moveTo>
                  <a:lnTo>
                    <a:pt x="1485442" y="2138286"/>
                  </a:lnTo>
                  <a:lnTo>
                    <a:pt x="1483575" y="2136432"/>
                  </a:lnTo>
                  <a:lnTo>
                    <a:pt x="1482458" y="2135962"/>
                  </a:lnTo>
                  <a:lnTo>
                    <a:pt x="1479829" y="2135962"/>
                  </a:lnTo>
                  <a:lnTo>
                    <a:pt x="1478711" y="2136432"/>
                  </a:lnTo>
                  <a:lnTo>
                    <a:pt x="1476844" y="2138286"/>
                  </a:lnTo>
                  <a:lnTo>
                    <a:pt x="1476375" y="2139404"/>
                  </a:lnTo>
                  <a:lnTo>
                    <a:pt x="1476375" y="2142045"/>
                  </a:lnTo>
                  <a:lnTo>
                    <a:pt x="1476844" y="2143163"/>
                  </a:lnTo>
                  <a:lnTo>
                    <a:pt x="1478711" y="2145017"/>
                  </a:lnTo>
                  <a:lnTo>
                    <a:pt x="1479829" y="2145487"/>
                  </a:lnTo>
                  <a:lnTo>
                    <a:pt x="1482458" y="2145487"/>
                  </a:lnTo>
                  <a:lnTo>
                    <a:pt x="1483575" y="2145017"/>
                  </a:lnTo>
                  <a:lnTo>
                    <a:pt x="1485442" y="2143163"/>
                  </a:lnTo>
                  <a:lnTo>
                    <a:pt x="1485900" y="2142045"/>
                  </a:lnTo>
                  <a:lnTo>
                    <a:pt x="1485900" y="2139404"/>
                  </a:lnTo>
                  <a:close/>
                </a:path>
                <a:path w="4819650" h="2679700">
                  <a:moveTo>
                    <a:pt x="1485900" y="1605419"/>
                  </a:moveTo>
                  <a:lnTo>
                    <a:pt x="1485442" y="1604302"/>
                  </a:lnTo>
                  <a:lnTo>
                    <a:pt x="1483575" y="1602435"/>
                  </a:lnTo>
                  <a:lnTo>
                    <a:pt x="1482458" y="1601965"/>
                  </a:lnTo>
                  <a:lnTo>
                    <a:pt x="1479829" y="1601965"/>
                  </a:lnTo>
                  <a:lnTo>
                    <a:pt x="1478711" y="1602435"/>
                  </a:lnTo>
                  <a:lnTo>
                    <a:pt x="1476844" y="1604302"/>
                  </a:lnTo>
                  <a:lnTo>
                    <a:pt x="1476375" y="1605419"/>
                  </a:lnTo>
                  <a:lnTo>
                    <a:pt x="1476375" y="1608048"/>
                  </a:lnTo>
                  <a:lnTo>
                    <a:pt x="1476844" y="1609166"/>
                  </a:lnTo>
                  <a:lnTo>
                    <a:pt x="1478711" y="1611033"/>
                  </a:lnTo>
                  <a:lnTo>
                    <a:pt x="1479829" y="1611490"/>
                  </a:lnTo>
                  <a:lnTo>
                    <a:pt x="1482458" y="1611490"/>
                  </a:lnTo>
                  <a:lnTo>
                    <a:pt x="1483575" y="1611033"/>
                  </a:lnTo>
                  <a:lnTo>
                    <a:pt x="1485442" y="1609166"/>
                  </a:lnTo>
                  <a:lnTo>
                    <a:pt x="1485900" y="1608048"/>
                  </a:lnTo>
                  <a:lnTo>
                    <a:pt x="1485900" y="1605419"/>
                  </a:lnTo>
                  <a:close/>
                </a:path>
                <a:path w="4819650" h="2679700">
                  <a:moveTo>
                    <a:pt x="1485900" y="1071422"/>
                  </a:moveTo>
                  <a:lnTo>
                    <a:pt x="1485442" y="1070305"/>
                  </a:lnTo>
                  <a:lnTo>
                    <a:pt x="1483575" y="1068451"/>
                  </a:lnTo>
                  <a:lnTo>
                    <a:pt x="1482458" y="1067981"/>
                  </a:lnTo>
                  <a:lnTo>
                    <a:pt x="1479829" y="1067981"/>
                  </a:lnTo>
                  <a:lnTo>
                    <a:pt x="1478711" y="1068451"/>
                  </a:lnTo>
                  <a:lnTo>
                    <a:pt x="1476844" y="1070305"/>
                  </a:lnTo>
                  <a:lnTo>
                    <a:pt x="1476375" y="1071422"/>
                  </a:lnTo>
                  <a:lnTo>
                    <a:pt x="1476375" y="1074051"/>
                  </a:lnTo>
                  <a:lnTo>
                    <a:pt x="1476844" y="1075182"/>
                  </a:lnTo>
                  <a:lnTo>
                    <a:pt x="1478711" y="1077036"/>
                  </a:lnTo>
                  <a:lnTo>
                    <a:pt x="1479829" y="1077506"/>
                  </a:lnTo>
                  <a:lnTo>
                    <a:pt x="1482458" y="1077506"/>
                  </a:lnTo>
                  <a:lnTo>
                    <a:pt x="1483575" y="1077036"/>
                  </a:lnTo>
                  <a:lnTo>
                    <a:pt x="1485442" y="1075182"/>
                  </a:lnTo>
                  <a:lnTo>
                    <a:pt x="1485900" y="1074051"/>
                  </a:lnTo>
                  <a:lnTo>
                    <a:pt x="1485900" y="1071422"/>
                  </a:lnTo>
                  <a:close/>
                </a:path>
                <a:path w="4819650" h="2679700">
                  <a:moveTo>
                    <a:pt x="1485900" y="537438"/>
                  </a:moveTo>
                  <a:lnTo>
                    <a:pt x="1485442" y="536308"/>
                  </a:lnTo>
                  <a:lnTo>
                    <a:pt x="1483575" y="534454"/>
                  </a:lnTo>
                  <a:lnTo>
                    <a:pt x="1482458" y="533984"/>
                  </a:lnTo>
                  <a:lnTo>
                    <a:pt x="1479829" y="533984"/>
                  </a:lnTo>
                  <a:lnTo>
                    <a:pt x="1478711" y="534454"/>
                  </a:lnTo>
                  <a:lnTo>
                    <a:pt x="1476844" y="536308"/>
                  </a:lnTo>
                  <a:lnTo>
                    <a:pt x="1476375" y="537438"/>
                  </a:lnTo>
                  <a:lnTo>
                    <a:pt x="1476375" y="540067"/>
                  </a:lnTo>
                  <a:lnTo>
                    <a:pt x="1476844" y="541185"/>
                  </a:lnTo>
                  <a:lnTo>
                    <a:pt x="1478711" y="543052"/>
                  </a:lnTo>
                  <a:lnTo>
                    <a:pt x="1479829" y="543509"/>
                  </a:lnTo>
                  <a:lnTo>
                    <a:pt x="1482458" y="543509"/>
                  </a:lnTo>
                  <a:lnTo>
                    <a:pt x="1483575" y="543052"/>
                  </a:lnTo>
                  <a:lnTo>
                    <a:pt x="1485442" y="541185"/>
                  </a:lnTo>
                  <a:lnTo>
                    <a:pt x="1485900" y="540067"/>
                  </a:lnTo>
                  <a:lnTo>
                    <a:pt x="1485900" y="537438"/>
                  </a:lnTo>
                  <a:close/>
                </a:path>
                <a:path w="4819650" h="2679700">
                  <a:moveTo>
                    <a:pt x="1485900" y="3441"/>
                  </a:moveTo>
                  <a:lnTo>
                    <a:pt x="1485442" y="2324"/>
                  </a:lnTo>
                  <a:lnTo>
                    <a:pt x="1483575" y="469"/>
                  </a:lnTo>
                  <a:lnTo>
                    <a:pt x="1482458" y="0"/>
                  </a:lnTo>
                  <a:lnTo>
                    <a:pt x="1479829" y="0"/>
                  </a:lnTo>
                  <a:lnTo>
                    <a:pt x="1478711" y="469"/>
                  </a:lnTo>
                  <a:lnTo>
                    <a:pt x="1476844" y="2324"/>
                  </a:lnTo>
                  <a:lnTo>
                    <a:pt x="1476375" y="3441"/>
                  </a:lnTo>
                  <a:lnTo>
                    <a:pt x="1476375" y="6070"/>
                  </a:lnTo>
                  <a:lnTo>
                    <a:pt x="1476844" y="7200"/>
                  </a:lnTo>
                  <a:lnTo>
                    <a:pt x="1478711" y="9055"/>
                  </a:lnTo>
                  <a:lnTo>
                    <a:pt x="1479829" y="9525"/>
                  </a:lnTo>
                  <a:lnTo>
                    <a:pt x="1482458" y="9525"/>
                  </a:lnTo>
                  <a:lnTo>
                    <a:pt x="1483575" y="9055"/>
                  </a:lnTo>
                  <a:lnTo>
                    <a:pt x="1485442" y="7200"/>
                  </a:lnTo>
                  <a:lnTo>
                    <a:pt x="1485900" y="6070"/>
                  </a:lnTo>
                  <a:lnTo>
                    <a:pt x="1485900" y="3441"/>
                  </a:lnTo>
                  <a:close/>
                </a:path>
                <a:path w="4819650" h="2679700">
                  <a:moveTo>
                    <a:pt x="1533525" y="2673400"/>
                  </a:moveTo>
                  <a:lnTo>
                    <a:pt x="1533067" y="2672283"/>
                  </a:lnTo>
                  <a:lnTo>
                    <a:pt x="1531200" y="2670416"/>
                  </a:lnTo>
                  <a:lnTo>
                    <a:pt x="1530083" y="2669946"/>
                  </a:lnTo>
                  <a:lnTo>
                    <a:pt x="1527454" y="2669946"/>
                  </a:lnTo>
                  <a:lnTo>
                    <a:pt x="1526336" y="2670416"/>
                  </a:lnTo>
                  <a:lnTo>
                    <a:pt x="1524469" y="2672283"/>
                  </a:lnTo>
                  <a:lnTo>
                    <a:pt x="1524000" y="2673400"/>
                  </a:lnTo>
                  <a:lnTo>
                    <a:pt x="1524000" y="2676029"/>
                  </a:lnTo>
                  <a:lnTo>
                    <a:pt x="1524469" y="2677147"/>
                  </a:lnTo>
                  <a:lnTo>
                    <a:pt x="1526336" y="2679014"/>
                  </a:lnTo>
                  <a:lnTo>
                    <a:pt x="1527454" y="2679471"/>
                  </a:lnTo>
                  <a:lnTo>
                    <a:pt x="1530083" y="2679471"/>
                  </a:lnTo>
                  <a:lnTo>
                    <a:pt x="1531200" y="2679014"/>
                  </a:lnTo>
                  <a:lnTo>
                    <a:pt x="1533067" y="2677147"/>
                  </a:lnTo>
                  <a:lnTo>
                    <a:pt x="1533525" y="2676029"/>
                  </a:lnTo>
                  <a:lnTo>
                    <a:pt x="1533525" y="2673400"/>
                  </a:lnTo>
                  <a:close/>
                </a:path>
                <a:path w="4819650" h="2679700">
                  <a:moveTo>
                    <a:pt x="1533525" y="2139404"/>
                  </a:moveTo>
                  <a:lnTo>
                    <a:pt x="1533067" y="2138286"/>
                  </a:lnTo>
                  <a:lnTo>
                    <a:pt x="1531200" y="2136432"/>
                  </a:lnTo>
                  <a:lnTo>
                    <a:pt x="1530083" y="2135962"/>
                  </a:lnTo>
                  <a:lnTo>
                    <a:pt x="1527454" y="2135962"/>
                  </a:lnTo>
                  <a:lnTo>
                    <a:pt x="1526336" y="2136432"/>
                  </a:lnTo>
                  <a:lnTo>
                    <a:pt x="1524469" y="2138286"/>
                  </a:lnTo>
                  <a:lnTo>
                    <a:pt x="1524000" y="2139404"/>
                  </a:lnTo>
                  <a:lnTo>
                    <a:pt x="1524000" y="2142045"/>
                  </a:lnTo>
                  <a:lnTo>
                    <a:pt x="1524469" y="2143163"/>
                  </a:lnTo>
                  <a:lnTo>
                    <a:pt x="1526336" y="2145017"/>
                  </a:lnTo>
                  <a:lnTo>
                    <a:pt x="1527454" y="2145487"/>
                  </a:lnTo>
                  <a:lnTo>
                    <a:pt x="1530083" y="2145487"/>
                  </a:lnTo>
                  <a:lnTo>
                    <a:pt x="1531200" y="2145017"/>
                  </a:lnTo>
                  <a:lnTo>
                    <a:pt x="1533067" y="2143163"/>
                  </a:lnTo>
                  <a:lnTo>
                    <a:pt x="1533525" y="2142045"/>
                  </a:lnTo>
                  <a:lnTo>
                    <a:pt x="1533525" y="2139404"/>
                  </a:lnTo>
                  <a:close/>
                </a:path>
                <a:path w="4819650" h="2679700">
                  <a:moveTo>
                    <a:pt x="1533525" y="1605419"/>
                  </a:moveTo>
                  <a:lnTo>
                    <a:pt x="1533067" y="1604302"/>
                  </a:lnTo>
                  <a:lnTo>
                    <a:pt x="1531200" y="1602435"/>
                  </a:lnTo>
                  <a:lnTo>
                    <a:pt x="1530083" y="1601965"/>
                  </a:lnTo>
                  <a:lnTo>
                    <a:pt x="1527454" y="1601965"/>
                  </a:lnTo>
                  <a:lnTo>
                    <a:pt x="1526336" y="1602435"/>
                  </a:lnTo>
                  <a:lnTo>
                    <a:pt x="1524469" y="1604302"/>
                  </a:lnTo>
                  <a:lnTo>
                    <a:pt x="1524000" y="1605419"/>
                  </a:lnTo>
                  <a:lnTo>
                    <a:pt x="1524000" y="1608048"/>
                  </a:lnTo>
                  <a:lnTo>
                    <a:pt x="1524469" y="1609166"/>
                  </a:lnTo>
                  <a:lnTo>
                    <a:pt x="1526336" y="1611033"/>
                  </a:lnTo>
                  <a:lnTo>
                    <a:pt x="1527454" y="1611490"/>
                  </a:lnTo>
                  <a:lnTo>
                    <a:pt x="1530083" y="1611490"/>
                  </a:lnTo>
                  <a:lnTo>
                    <a:pt x="1531200" y="1611033"/>
                  </a:lnTo>
                  <a:lnTo>
                    <a:pt x="1533067" y="1609166"/>
                  </a:lnTo>
                  <a:lnTo>
                    <a:pt x="1533525" y="1608048"/>
                  </a:lnTo>
                  <a:lnTo>
                    <a:pt x="1533525" y="1605419"/>
                  </a:lnTo>
                  <a:close/>
                </a:path>
                <a:path w="4819650" h="2679700">
                  <a:moveTo>
                    <a:pt x="1533525" y="1071422"/>
                  </a:moveTo>
                  <a:lnTo>
                    <a:pt x="1533067" y="1070305"/>
                  </a:lnTo>
                  <a:lnTo>
                    <a:pt x="1531200" y="1068451"/>
                  </a:lnTo>
                  <a:lnTo>
                    <a:pt x="1530083" y="1067981"/>
                  </a:lnTo>
                  <a:lnTo>
                    <a:pt x="1527454" y="1067981"/>
                  </a:lnTo>
                  <a:lnTo>
                    <a:pt x="1526336" y="1068451"/>
                  </a:lnTo>
                  <a:lnTo>
                    <a:pt x="1524469" y="1070305"/>
                  </a:lnTo>
                  <a:lnTo>
                    <a:pt x="1524000" y="1071422"/>
                  </a:lnTo>
                  <a:lnTo>
                    <a:pt x="1524000" y="1074051"/>
                  </a:lnTo>
                  <a:lnTo>
                    <a:pt x="1524469" y="1075182"/>
                  </a:lnTo>
                  <a:lnTo>
                    <a:pt x="1526336" y="1077036"/>
                  </a:lnTo>
                  <a:lnTo>
                    <a:pt x="1527454" y="1077506"/>
                  </a:lnTo>
                  <a:lnTo>
                    <a:pt x="1530083" y="1077506"/>
                  </a:lnTo>
                  <a:lnTo>
                    <a:pt x="1531200" y="1077036"/>
                  </a:lnTo>
                  <a:lnTo>
                    <a:pt x="1533067" y="1075182"/>
                  </a:lnTo>
                  <a:lnTo>
                    <a:pt x="1533525" y="1074051"/>
                  </a:lnTo>
                  <a:lnTo>
                    <a:pt x="1533525" y="1071422"/>
                  </a:lnTo>
                  <a:close/>
                </a:path>
                <a:path w="4819650" h="2679700">
                  <a:moveTo>
                    <a:pt x="1533525" y="537438"/>
                  </a:moveTo>
                  <a:lnTo>
                    <a:pt x="1533067" y="536308"/>
                  </a:lnTo>
                  <a:lnTo>
                    <a:pt x="1531200" y="534454"/>
                  </a:lnTo>
                  <a:lnTo>
                    <a:pt x="1530083" y="533984"/>
                  </a:lnTo>
                  <a:lnTo>
                    <a:pt x="1527454" y="533984"/>
                  </a:lnTo>
                  <a:lnTo>
                    <a:pt x="1526336" y="534454"/>
                  </a:lnTo>
                  <a:lnTo>
                    <a:pt x="1524469" y="536308"/>
                  </a:lnTo>
                  <a:lnTo>
                    <a:pt x="1524000" y="537438"/>
                  </a:lnTo>
                  <a:lnTo>
                    <a:pt x="1524000" y="540067"/>
                  </a:lnTo>
                  <a:lnTo>
                    <a:pt x="1524469" y="541185"/>
                  </a:lnTo>
                  <a:lnTo>
                    <a:pt x="1526336" y="543052"/>
                  </a:lnTo>
                  <a:lnTo>
                    <a:pt x="1527454" y="543509"/>
                  </a:lnTo>
                  <a:lnTo>
                    <a:pt x="1530083" y="543509"/>
                  </a:lnTo>
                  <a:lnTo>
                    <a:pt x="1531200" y="543052"/>
                  </a:lnTo>
                  <a:lnTo>
                    <a:pt x="1533067" y="541185"/>
                  </a:lnTo>
                  <a:lnTo>
                    <a:pt x="1533525" y="540067"/>
                  </a:lnTo>
                  <a:lnTo>
                    <a:pt x="1533525" y="537438"/>
                  </a:lnTo>
                  <a:close/>
                </a:path>
                <a:path w="4819650" h="2679700">
                  <a:moveTo>
                    <a:pt x="1533525" y="3441"/>
                  </a:moveTo>
                  <a:lnTo>
                    <a:pt x="1533067" y="2324"/>
                  </a:lnTo>
                  <a:lnTo>
                    <a:pt x="1531200" y="469"/>
                  </a:lnTo>
                  <a:lnTo>
                    <a:pt x="1530083" y="0"/>
                  </a:lnTo>
                  <a:lnTo>
                    <a:pt x="1527454" y="0"/>
                  </a:lnTo>
                  <a:lnTo>
                    <a:pt x="1526336" y="469"/>
                  </a:lnTo>
                  <a:lnTo>
                    <a:pt x="1524469" y="2324"/>
                  </a:lnTo>
                  <a:lnTo>
                    <a:pt x="1524000" y="3441"/>
                  </a:lnTo>
                  <a:lnTo>
                    <a:pt x="1524000" y="6070"/>
                  </a:lnTo>
                  <a:lnTo>
                    <a:pt x="1524469" y="7200"/>
                  </a:lnTo>
                  <a:lnTo>
                    <a:pt x="1526336" y="9055"/>
                  </a:lnTo>
                  <a:lnTo>
                    <a:pt x="1527454" y="9525"/>
                  </a:lnTo>
                  <a:lnTo>
                    <a:pt x="1530083" y="9525"/>
                  </a:lnTo>
                  <a:lnTo>
                    <a:pt x="1531200" y="9055"/>
                  </a:lnTo>
                  <a:lnTo>
                    <a:pt x="1533067" y="7200"/>
                  </a:lnTo>
                  <a:lnTo>
                    <a:pt x="1533525" y="6070"/>
                  </a:lnTo>
                  <a:lnTo>
                    <a:pt x="1533525" y="3441"/>
                  </a:lnTo>
                  <a:close/>
                </a:path>
                <a:path w="4819650" h="2679700">
                  <a:moveTo>
                    <a:pt x="1581150" y="2673400"/>
                  </a:moveTo>
                  <a:lnTo>
                    <a:pt x="1580692" y="2672283"/>
                  </a:lnTo>
                  <a:lnTo>
                    <a:pt x="1578825" y="2670416"/>
                  </a:lnTo>
                  <a:lnTo>
                    <a:pt x="1577708" y="2669946"/>
                  </a:lnTo>
                  <a:lnTo>
                    <a:pt x="1575079" y="2669946"/>
                  </a:lnTo>
                  <a:lnTo>
                    <a:pt x="1573961" y="2670416"/>
                  </a:lnTo>
                  <a:lnTo>
                    <a:pt x="1572094" y="2672283"/>
                  </a:lnTo>
                  <a:lnTo>
                    <a:pt x="1571625" y="2673400"/>
                  </a:lnTo>
                  <a:lnTo>
                    <a:pt x="1571625" y="2676029"/>
                  </a:lnTo>
                  <a:lnTo>
                    <a:pt x="1572094" y="2677147"/>
                  </a:lnTo>
                  <a:lnTo>
                    <a:pt x="1573961" y="2679014"/>
                  </a:lnTo>
                  <a:lnTo>
                    <a:pt x="1575079" y="2679471"/>
                  </a:lnTo>
                  <a:lnTo>
                    <a:pt x="1577708" y="2679471"/>
                  </a:lnTo>
                  <a:lnTo>
                    <a:pt x="1578825" y="2679014"/>
                  </a:lnTo>
                  <a:lnTo>
                    <a:pt x="1580692" y="2677147"/>
                  </a:lnTo>
                  <a:lnTo>
                    <a:pt x="1581150" y="2676029"/>
                  </a:lnTo>
                  <a:lnTo>
                    <a:pt x="1581150" y="2673400"/>
                  </a:lnTo>
                  <a:close/>
                </a:path>
                <a:path w="4819650" h="2679700">
                  <a:moveTo>
                    <a:pt x="1581150" y="2139404"/>
                  </a:moveTo>
                  <a:lnTo>
                    <a:pt x="1580692" y="2138286"/>
                  </a:lnTo>
                  <a:lnTo>
                    <a:pt x="1578825" y="2136432"/>
                  </a:lnTo>
                  <a:lnTo>
                    <a:pt x="1577708" y="2135962"/>
                  </a:lnTo>
                  <a:lnTo>
                    <a:pt x="1575079" y="2135962"/>
                  </a:lnTo>
                  <a:lnTo>
                    <a:pt x="1573961" y="2136432"/>
                  </a:lnTo>
                  <a:lnTo>
                    <a:pt x="1572094" y="2138286"/>
                  </a:lnTo>
                  <a:lnTo>
                    <a:pt x="1571625" y="2139404"/>
                  </a:lnTo>
                  <a:lnTo>
                    <a:pt x="1571625" y="2142045"/>
                  </a:lnTo>
                  <a:lnTo>
                    <a:pt x="1572094" y="2143163"/>
                  </a:lnTo>
                  <a:lnTo>
                    <a:pt x="1573961" y="2145017"/>
                  </a:lnTo>
                  <a:lnTo>
                    <a:pt x="1575079" y="2145487"/>
                  </a:lnTo>
                  <a:lnTo>
                    <a:pt x="1577708" y="2145487"/>
                  </a:lnTo>
                  <a:lnTo>
                    <a:pt x="1578825" y="2145017"/>
                  </a:lnTo>
                  <a:lnTo>
                    <a:pt x="1580692" y="2143163"/>
                  </a:lnTo>
                  <a:lnTo>
                    <a:pt x="1581150" y="2142045"/>
                  </a:lnTo>
                  <a:lnTo>
                    <a:pt x="1581150" y="2139404"/>
                  </a:lnTo>
                  <a:close/>
                </a:path>
                <a:path w="4819650" h="2679700">
                  <a:moveTo>
                    <a:pt x="1581150" y="1605419"/>
                  </a:moveTo>
                  <a:lnTo>
                    <a:pt x="1580692" y="1604302"/>
                  </a:lnTo>
                  <a:lnTo>
                    <a:pt x="1578825" y="1602435"/>
                  </a:lnTo>
                  <a:lnTo>
                    <a:pt x="1577708" y="1601965"/>
                  </a:lnTo>
                  <a:lnTo>
                    <a:pt x="1575079" y="1601965"/>
                  </a:lnTo>
                  <a:lnTo>
                    <a:pt x="1573961" y="1602435"/>
                  </a:lnTo>
                  <a:lnTo>
                    <a:pt x="1572094" y="1604302"/>
                  </a:lnTo>
                  <a:lnTo>
                    <a:pt x="1571625" y="1605419"/>
                  </a:lnTo>
                  <a:lnTo>
                    <a:pt x="1571625" y="1608048"/>
                  </a:lnTo>
                  <a:lnTo>
                    <a:pt x="1572094" y="1609166"/>
                  </a:lnTo>
                  <a:lnTo>
                    <a:pt x="1573961" y="1611033"/>
                  </a:lnTo>
                  <a:lnTo>
                    <a:pt x="1575079" y="1611490"/>
                  </a:lnTo>
                  <a:lnTo>
                    <a:pt x="1577708" y="1611490"/>
                  </a:lnTo>
                  <a:lnTo>
                    <a:pt x="1578825" y="1611033"/>
                  </a:lnTo>
                  <a:lnTo>
                    <a:pt x="1580692" y="1609166"/>
                  </a:lnTo>
                  <a:lnTo>
                    <a:pt x="1581150" y="1608048"/>
                  </a:lnTo>
                  <a:lnTo>
                    <a:pt x="1581150" y="1605419"/>
                  </a:lnTo>
                  <a:close/>
                </a:path>
                <a:path w="4819650" h="2679700">
                  <a:moveTo>
                    <a:pt x="1581150" y="1071422"/>
                  </a:moveTo>
                  <a:lnTo>
                    <a:pt x="1580692" y="1070305"/>
                  </a:lnTo>
                  <a:lnTo>
                    <a:pt x="1578825" y="1068451"/>
                  </a:lnTo>
                  <a:lnTo>
                    <a:pt x="1577708" y="1067981"/>
                  </a:lnTo>
                  <a:lnTo>
                    <a:pt x="1575079" y="1067981"/>
                  </a:lnTo>
                  <a:lnTo>
                    <a:pt x="1573961" y="1068451"/>
                  </a:lnTo>
                  <a:lnTo>
                    <a:pt x="1572094" y="1070305"/>
                  </a:lnTo>
                  <a:lnTo>
                    <a:pt x="1571625" y="1071422"/>
                  </a:lnTo>
                  <a:lnTo>
                    <a:pt x="1571625" y="1074051"/>
                  </a:lnTo>
                  <a:lnTo>
                    <a:pt x="1572094" y="1075182"/>
                  </a:lnTo>
                  <a:lnTo>
                    <a:pt x="1573961" y="1077036"/>
                  </a:lnTo>
                  <a:lnTo>
                    <a:pt x="1575079" y="1077506"/>
                  </a:lnTo>
                  <a:lnTo>
                    <a:pt x="1577708" y="1077506"/>
                  </a:lnTo>
                  <a:lnTo>
                    <a:pt x="1578825" y="1077036"/>
                  </a:lnTo>
                  <a:lnTo>
                    <a:pt x="1580692" y="1075182"/>
                  </a:lnTo>
                  <a:lnTo>
                    <a:pt x="1581150" y="1074051"/>
                  </a:lnTo>
                  <a:lnTo>
                    <a:pt x="1581150" y="1071422"/>
                  </a:lnTo>
                  <a:close/>
                </a:path>
                <a:path w="4819650" h="2679700">
                  <a:moveTo>
                    <a:pt x="1581150" y="537438"/>
                  </a:moveTo>
                  <a:lnTo>
                    <a:pt x="1580692" y="536308"/>
                  </a:lnTo>
                  <a:lnTo>
                    <a:pt x="1578825" y="534454"/>
                  </a:lnTo>
                  <a:lnTo>
                    <a:pt x="1577708" y="533984"/>
                  </a:lnTo>
                  <a:lnTo>
                    <a:pt x="1575079" y="533984"/>
                  </a:lnTo>
                  <a:lnTo>
                    <a:pt x="1573961" y="534454"/>
                  </a:lnTo>
                  <a:lnTo>
                    <a:pt x="1572094" y="536308"/>
                  </a:lnTo>
                  <a:lnTo>
                    <a:pt x="1571625" y="537438"/>
                  </a:lnTo>
                  <a:lnTo>
                    <a:pt x="1571625" y="540067"/>
                  </a:lnTo>
                  <a:lnTo>
                    <a:pt x="1572094" y="541185"/>
                  </a:lnTo>
                  <a:lnTo>
                    <a:pt x="1573961" y="543052"/>
                  </a:lnTo>
                  <a:lnTo>
                    <a:pt x="1575079" y="543509"/>
                  </a:lnTo>
                  <a:lnTo>
                    <a:pt x="1577708" y="543509"/>
                  </a:lnTo>
                  <a:lnTo>
                    <a:pt x="1578825" y="543052"/>
                  </a:lnTo>
                  <a:lnTo>
                    <a:pt x="1580692" y="541185"/>
                  </a:lnTo>
                  <a:lnTo>
                    <a:pt x="1581150" y="540067"/>
                  </a:lnTo>
                  <a:lnTo>
                    <a:pt x="1581150" y="537438"/>
                  </a:lnTo>
                  <a:close/>
                </a:path>
                <a:path w="4819650" h="2679700">
                  <a:moveTo>
                    <a:pt x="1581150" y="3441"/>
                  </a:moveTo>
                  <a:lnTo>
                    <a:pt x="1580692" y="2324"/>
                  </a:lnTo>
                  <a:lnTo>
                    <a:pt x="1578825" y="469"/>
                  </a:lnTo>
                  <a:lnTo>
                    <a:pt x="1577708" y="0"/>
                  </a:lnTo>
                  <a:lnTo>
                    <a:pt x="1575079" y="0"/>
                  </a:lnTo>
                  <a:lnTo>
                    <a:pt x="1573961" y="469"/>
                  </a:lnTo>
                  <a:lnTo>
                    <a:pt x="1572094" y="2324"/>
                  </a:lnTo>
                  <a:lnTo>
                    <a:pt x="1571625" y="3441"/>
                  </a:lnTo>
                  <a:lnTo>
                    <a:pt x="1571625" y="6070"/>
                  </a:lnTo>
                  <a:lnTo>
                    <a:pt x="1572094" y="7200"/>
                  </a:lnTo>
                  <a:lnTo>
                    <a:pt x="1573961" y="9055"/>
                  </a:lnTo>
                  <a:lnTo>
                    <a:pt x="1575079" y="9525"/>
                  </a:lnTo>
                  <a:lnTo>
                    <a:pt x="1577708" y="9525"/>
                  </a:lnTo>
                  <a:lnTo>
                    <a:pt x="1578825" y="9055"/>
                  </a:lnTo>
                  <a:lnTo>
                    <a:pt x="1580692" y="7200"/>
                  </a:lnTo>
                  <a:lnTo>
                    <a:pt x="1581150" y="6070"/>
                  </a:lnTo>
                  <a:lnTo>
                    <a:pt x="1581150" y="3441"/>
                  </a:lnTo>
                  <a:close/>
                </a:path>
                <a:path w="4819650" h="2679700">
                  <a:moveTo>
                    <a:pt x="1628775" y="2673400"/>
                  </a:moveTo>
                  <a:lnTo>
                    <a:pt x="1628317" y="2672283"/>
                  </a:lnTo>
                  <a:lnTo>
                    <a:pt x="1626450" y="2670416"/>
                  </a:lnTo>
                  <a:lnTo>
                    <a:pt x="1625333" y="2669946"/>
                  </a:lnTo>
                  <a:lnTo>
                    <a:pt x="1622704" y="2669946"/>
                  </a:lnTo>
                  <a:lnTo>
                    <a:pt x="1621586" y="2670416"/>
                  </a:lnTo>
                  <a:lnTo>
                    <a:pt x="1619719" y="2672283"/>
                  </a:lnTo>
                  <a:lnTo>
                    <a:pt x="1619250" y="2673400"/>
                  </a:lnTo>
                  <a:lnTo>
                    <a:pt x="1619250" y="2676029"/>
                  </a:lnTo>
                  <a:lnTo>
                    <a:pt x="1619719" y="2677147"/>
                  </a:lnTo>
                  <a:lnTo>
                    <a:pt x="1621586" y="2679014"/>
                  </a:lnTo>
                  <a:lnTo>
                    <a:pt x="1622704" y="2679471"/>
                  </a:lnTo>
                  <a:lnTo>
                    <a:pt x="1625333" y="2679471"/>
                  </a:lnTo>
                  <a:lnTo>
                    <a:pt x="1626450" y="2679014"/>
                  </a:lnTo>
                  <a:lnTo>
                    <a:pt x="1628317" y="2677147"/>
                  </a:lnTo>
                  <a:lnTo>
                    <a:pt x="1628775" y="2676029"/>
                  </a:lnTo>
                  <a:lnTo>
                    <a:pt x="1628775" y="2673400"/>
                  </a:lnTo>
                  <a:close/>
                </a:path>
                <a:path w="4819650" h="2679700">
                  <a:moveTo>
                    <a:pt x="1628775" y="2139404"/>
                  </a:moveTo>
                  <a:lnTo>
                    <a:pt x="1628317" y="2138286"/>
                  </a:lnTo>
                  <a:lnTo>
                    <a:pt x="1626450" y="2136432"/>
                  </a:lnTo>
                  <a:lnTo>
                    <a:pt x="1625333" y="2135962"/>
                  </a:lnTo>
                  <a:lnTo>
                    <a:pt x="1622704" y="2135962"/>
                  </a:lnTo>
                  <a:lnTo>
                    <a:pt x="1621586" y="2136432"/>
                  </a:lnTo>
                  <a:lnTo>
                    <a:pt x="1619719" y="2138286"/>
                  </a:lnTo>
                  <a:lnTo>
                    <a:pt x="1619250" y="2139404"/>
                  </a:lnTo>
                  <a:lnTo>
                    <a:pt x="1619250" y="2142045"/>
                  </a:lnTo>
                  <a:lnTo>
                    <a:pt x="1619719" y="2143163"/>
                  </a:lnTo>
                  <a:lnTo>
                    <a:pt x="1621586" y="2145017"/>
                  </a:lnTo>
                  <a:lnTo>
                    <a:pt x="1622704" y="2145487"/>
                  </a:lnTo>
                  <a:lnTo>
                    <a:pt x="1625333" y="2145487"/>
                  </a:lnTo>
                  <a:lnTo>
                    <a:pt x="1626450" y="2145017"/>
                  </a:lnTo>
                  <a:lnTo>
                    <a:pt x="1628317" y="2143163"/>
                  </a:lnTo>
                  <a:lnTo>
                    <a:pt x="1628775" y="2142045"/>
                  </a:lnTo>
                  <a:lnTo>
                    <a:pt x="1628775" y="2139404"/>
                  </a:lnTo>
                  <a:close/>
                </a:path>
                <a:path w="4819650" h="2679700">
                  <a:moveTo>
                    <a:pt x="1628775" y="1605419"/>
                  </a:moveTo>
                  <a:lnTo>
                    <a:pt x="1628317" y="1604302"/>
                  </a:lnTo>
                  <a:lnTo>
                    <a:pt x="1626450" y="1602435"/>
                  </a:lnTo>
                  <a:lnTo>
                    <a:pt x="1625333" y="1601965"/>
                  </a:lnTo>
                  <a:lnTo>
                    <a:pt x="1622704" y="1601965"/>
                  </a:lnTo>
                  <a:lnTo>
                    <a:pt x="1621586" y="1602435"/>
                  </a:lnTo>
                  <a:lnTo>
                    <a:pt x="1619719" y="1604302"/>
                  </a:lnTo>
                  <a:lnTo>
                    <a:pt x="1619250" y="1605419"/>
                  </a:lnTo>
                  <a:lnTo>
                    <a:pt x="1619250" y="1608048"/>
                  </a:lnTo>
                  <a:lnTo>
                    <a:pt x="1619719" y="1609166"/>
                  </a:lnTo>
                  <a:lnTo>
                    <a:pt x="1621586" y="1611033"/>
                  </a:lnTo>
                  <a:lnTo>
                    <a:pt x="1622704" y="1611490"/>
                  </a:lnTo>
                  <a:lnTo>
                    <a:pt x="1625333" y="1611490"/>
                  </a:lnTo>
                  <a:lnTo>
                    <a:pt x="1626450" y="1611033"/>
                  </a:lnTo>
                  <a:lnTo>
                    <a:pt x="1628317" y="1609166"/>
                  </a:lnTo>
                  <a:lnTo>
                    <a:pt x="1628775" y="1608048"/>
                  </a:lnTo>
                  <a:lnTo>
                    <a:pt x="1628775" y="1605419"/>
                  </a:lnTo>
                  <a:close/>
                </a:path>
                <a:path w="4819650" h="2679700">
                  <a:moveTo>
                    <a:pt x="1628775" y="1071422"/>
                  </a:moveTo>
                  <a:lnTo>
                    <a:pt x="1628317" y="1070305"/>
                  </a:lnTo>
                  <a:lnTo>
                    <a:pt x="1626450" y="1068451"/>
                  </a:lnTo>
                  <a:lnTo>
                    <a:pt x="1625333" y="1067981"/>
                  </a:lnTo>
                  <a:lnTo>
                    <a:pt x="1622704" y="1067981"/>
                  </a:lnTo>
                  <a:lnTo>
                    <a:pt x="1621586" y="1068451"/>
                  </a:lnTo>
                  <a:lnTo>
                    <a:pt x="1619719" y="1070305"/>
                  </a:lnTo>
                  <a:lnTo>
                    <a:pt x="1619250" y="1071422"/>
                  </a:lnTo>
                  <a:lnTo>
                    <a:pt x="1619250" y="1074051"/>
                  </a:lnTo>
                  <a:lnTo>
                    <a:pt x="1619719" y="1075182"/>
                  </a:lnTo>
                  <a:lnTo>
                    <a:pt x="1621586" y="1077036"/>
                  </a:lnTo>
                  <a:lnTo>
                    <a:pt x="1622704" y="1077506"/>
                  </a:lnTo>
                  <a:lnTo>
                    <a:pt x="1625333" y="1077506"/>
                  </a:lnTo>
                  <a:lnTo>
                    <a:pt x="1626450" y="1077036"/>
                  </a:lnTo>
                  <a:lnTo>
                    <a:pt x="1628317" y="1075182"/>
                  </a:lnTo>
                  <a:lnTo>
                    <a:pt x="1628775" y="1074051"/>
                  </a:lnTo>
                  <a:lnTo>
                    <a:pt x="1628775" y="1071422"/>
                  </a:lnTo>
                  <a:close/>
                </a:path>
                <a:path w="4819650" h="2679700">
                  <a:moveTo>
                    <a:pt x="1628775" y="537438"/>
                  </a:moveTo>
                  <a:lnTo>
                    <a:pt x="1628317" y="536308"/>
                  </a:lnTo>
                  <a:lnTo>
                    <a:pt x="1626450" y="534454"/>
                  </a:lnTo>
                  <a:lnTo>
                    <a:pt x="1625333" y="533984"/>
                  </a:lnTo>
                  <a:lnTo>
                    <a:pt x="1622704" y="533984"/>
                  </a:lnTo>
                  <a:lnTo>
                    <a:pt x="1621586" y="534454"/>
                  </a:lnTo>
                  <a:lnTo>
                    <a:pt x="1619719" y="536308"/>
                  </a:lnTo>
                  <a:lnTo>
                    <a:pt x="1619250" y="537438"/>
                  </a:lnTo>
                  <a:lnTo>
                    <a:pt x="1619250" y="540067"/>
                  </a:lnTo>
                  <a:lnTo>
                    <a:pt x="1619719" y="541185"/>
                  </a:lnTo>
                  <a:lnTo>
                    <a:pt x="1621586" y="543052"/>
                  </a:lnTo>
                  <a:lnTo>
                    <a:pt x="1622704" y="543509"/>
                  </a:lnTo>
                  <a:lnTo>
                    <a:pt x="1625333" y="543509"/>
                  </a:lnTo>
                  <a:lnTo>
                    <a:pt x="1626450" y="543052"/>
                  </a:lnTo>
                  <a:lnTo>
                    <a:pt x="1628317" y="541185"/>
                  </a:lnTo>
                  <a:lnTo>
                    <a:pt x="1628775" y="540067"/>
                  </a:lnTo>
                  <a:lnTo>
                    <a:pt x="1628775" y="537438"/>
                  </a:lnTo>
                  <a:close/>
                </a:path>
                <a:path w="4819650" h="2679700">
                  <a:moveTo>
                    <a:pt x="1628775" y="3441"/>
                  </a:moveTo>
                  <a:lnTo>
                    <a:pt x="1628317" y="2324"/>
                  </a:lnTo>
                  <a:lnTo>
                    <a:pt x="1626450" y="469"/>
                  </a:lnTo>
                  <a:lnTo>
                    <a:pt x="1625333" y="0"/>
                  </a:lnTo>
                  <a:lnTo>
                    <a:pt x="1622704" y="0"/>
                  </a:lnTo>
                  <a:lnTo>
                    <a:pt x="1621586" y="469"/>
                  </a:lnTo>
                  <a:lnTo>
                    <a:pt x="1619719" y="2324"/>
                  </a:lnTo>
                  <a:lnTo>
                    <a:pt x="1619250" y="3441"/>
                  </a:lnTo>
                  <a:lnTo>
                    <a:pt x="1619250" y="6070"/>
                  </a:lnTo>
                  <a:lnTo>
                    <a:pt x="1619719" y="7200"/>
                  </a:lnTo>
                  <a:lnTo>
                    <a:pt x="1621586" y="9055"/>
                  </a:lnTo>
                  <a:lnTo>
                    <a:pt x="1622704" y="9525"/>
                  </a:lnTo>
                  <a:lnTo>
                    <a:pt x="1625333" y="9525"/>
                  </a:lnTo>
                  <a:lnTo>
                    <a:pt x="1626450" y="9055"/>
                  </a:lnTo>
                  <a:lnTo>
                    <a:pt x="1628317" y="7200"/>
                  </a:lnTo>
                  <a:lnTo>
                    <a:pt x="1628775" y="6070"/>
                  </a:lnTo>
                  <a:lnTo>
                    <a:pt x="1628775" y="3441"/>
                  </a:lnTo>
                  <a:close/>
                </a:path>
                <a:path w="4819650" h="2679700">
                  <a:moveTo>
                    <a:pt x="1676400" y="2673400"/>
                  </a:moveTo>
                  <a:lnTo>
                    <a:pt x="1675942" y="2672283"/>
                  </a:lnTo>
                  <a:lnTo>
                    <a:pt x="1674075" y="2670416"/>
                  </a:lnTo>
                  <a:lnTo>
                    <a:pt x="1672958" y="2669946"/>
                  </a:lnTo>
                  <a:lnTo>
                    <a:pt x="1670329" y="2669946"/>
                  </a:lnTo>
                  <a:lnTo>
                    <a:pt x="1669211" y="2670416"/>
                  </a:lnTo>
                  <a:lnTo>
                    <a:pt x="1667344" y="2672283"/>
                  </a:lnTo>
                  <a:lnTo>
                    <a:pt x="1666875" y="2673400"/>
                  </a:lnTo>
                  <a:lnTo>
                    <a:pt x="1666875" y="2676029"/>
                  </a:lnTo>
                  <a:lnTo>
                    <a:pt x="1667344" y="2677147"/>
                  </a:lnTo>
                  <a:lnTo>
                    <a:pt x="1669211" y="2679014"/>
                  </a:lnTo>
                  <a:lnTo>
                    <a:pt x="1670329" y="2679471"/>
                  </a:lnTo>
                  <a:lnTo>
                    <a:pt x="1672958" y="2679471"/>
                  </a:lnTo>
                  <a:lnTo>
                    <a:pt x="1674075" y="2679014"/>
                  </a:lnTo>
                  <a:lnTo>
                    <a:pt x="1675942" y="2677147"/>
                  </a:lnTo>
                  <a:lnTo>
                    <a:pt x="1676400" y="2676029"/>
                  </a:lnTo>
                  <a:lnTo>
                    <a:pt x="1676400" y="2673400"/>
                  </a:lnTo>
                  <a:close/>
                </a:path>
                <a:path w="4819650" h="2679700">
                  <a:moveTo>
                    <a:pt x="1676400" y="2139404"/>
                  </a:moveTo>
                  <a:lnTo>
                    <a:pt x="1675942" y="2138286"/>
                  </a:lnTo>
                  <a:lnTo>
                    <a:pt x="1674075" y="2136432"/>
                  </a:lnTo>
                  <a:lnTo>
                    <a:pt x="1672958" y="2135962"/>
                  </a:lnTo>
                  <a:lnTo>
                    <a:pt x="1670329" y="2135962"/>
                  </a:lnTo>
                  <a:lnTo>
                    <a:pt x="1669211" y="2136432"/>
                  </a:lnTo>
                  <a:lnTo>
                    <a:pt x="1667344" y="2138286"/>
                  </a:lnTo>
                  <a:lnTo>
                    <a:pt x="1666875" y="2139404"/>
                  </a:lnTo>
                  <a:lnTo>
                    <a:pt x="1666875" y="2142045"/>
                  </a:lnTo>
                  <a:lnTo>
                    <a:pt x="1667344" y="2143163"/>
                  </a:lnTo>
                  <a:lnTo>
                    <a:pt x="1669211" y="2145017"/>
                  </a:lnTo>
                  <a:lnTo>
                    <a:pt x="1670329" y="2145487"/>
                  </a:lnTo>
                  <a:lnTo>
                    <a:pt x="1672958" y="2145487"/>
                  </a:lnTo>
                  <a:lnTo>
                    <a:pt x="1674075" y="2145017"/>
                  </a:lnTo>
                  <a:lnTo>
                    <a:pt x="1675942" y="2143163"/>
                  </a:lnTo>
                  <a:lnTo>
                    <a:pt x="1676400" y="2142045"/>
                  </a:lnTo>
                  <a:lnTo>
                    <a:pt x="1676400" y="2139404"/>
                  </a:lnTo>
                  <a:close/>
                </a:path>
                <a:path w="4819650" h="2679700">
                  <a:moveTo>
                    <a:pt x="1676400" y="1605419"/>
                  </a:moveTo>
                  <a:lnTo>
                    <a:pt x="1675942" y="1604302"/>
                  </a:lnTo>
                  <a:lnTo>
                    <a:pt x="1674075" y="1602435"/>
                  </a:lnTo>
                  <a:lnTo>
                    <a:pt x="1672958" y="1601965"/>
                  </a:lnTo>
                  <a:lnTo>
                    <a:pt x="1670329" y="1601965"/>
                  </a:lnTo>
                  <a:lnTo>
                    <a:pt x="1669211" y="1602435"/>
                  </a:lnTo>
                  <a:lnTo>
                    <a:pt x="1667344" y="1604302"/>
                  </a:lnTo>
                  <a:lnTo>
                    <a:pt x="1666875" y="1605419"/>
                  </a:lnTo>
                  <a:lnTo>
                    <a:pt x="1666875" y="1608048"/>
                  </a:lnTo>
                  <a:lnTo>
                    <a:pt x="1667344" y="1609166"/>
                  </a:lnTo>
                  <a:lnTo>
                    <a:pt x="1669211" y="1611033"/>
                  </a:lnTo>
                  <a:lnTo>
                    <a:pt x="1670329" y="1611490"/>
                  </a:lnTo>
                  <a:lnTo>
                    <a:pt x="1672958" y="1611490"/>
                  </a:lnTo>
                  <a:lnTo>
                    <a:pt x="1674075" y="1611033"/>
                  </a:lnTo>
                  <a:lnTo>
                    <a:pt x="1675942" y="1609166"/>
                  </a:lnTo>
                  <a:lnTo>
                    <a:pt x="1676400" y="1608048"/>
                  </a:lnTo>
                  <a:lnTo>
                    <a:pt x="1676400" y="1605419"/>
                  </a:lnTo>
                  <a:close/>
                </a:path>
                <a:path w="4819650" h="2679700">
                  <a:moveTo>
                    <a:pt x="1676400" y="1071422"/>
                  </a:moveTo>
                  <a:lnTo>
                    <a:pt x="1675942" y="1070305"/>
                  </a:lnTo>
                  <a:lnTo>
                    <a:pt x="1674075" y="1068451"/>
                  </a:lnTo>
                  <a:lnTo>
                    <a:pt x="1672958" y="1067981"/>
                  </a:lnTo>
                  <a:lnTo>
                    <a:pt x="1670329" y="1067981"/>
                  </a:lnTo>
                  <a:lnTo>
                    <a:pt x="1669211" y="1068451"/>
                  </a:lnTo>
                  <a:lnTo>
                    <a:pt x="1667344" y="1070305"/>
                  </a:lnTo>
                  <a:lnTo>
                    <a:pt x="1666875" y="1071422"/>
                  </a:lnTo>
                  <a:lnTo>
                    <a:pt x="1666875" y="1074051"/>
                  </a:lnTo>
                  <a:lnTo>
                    <a:pt x="1667344" y="1075182"/>
                  </a:lnTo>
                  <a:lnTo>
                    <a:pt x="1669211" y="1077036"/>
                  </a:lnTo>
                  <a:lnTo>
                    <a:pt x="1670329" y="1077506"/>
                  </a:lnTo>
                  <a:lnTo>
                    <a:pt x="1672958" y="1077506"/>
                  </a:lnTo>
                  <a:lnTo>
                    <a:pt x="1674075" y="1077036"/>
                  </a:lnTo>
                  <a:lnTo>
                    <a:pt x="1675942" y="1075182"/>
                  </a:lnTo>
                  <a:lnTo>
                    <a:pt x="1676400" y="1074051"/>
                  </a:lnTo>
                  <a:lnTo>
                    <a:pt x="1676400" y="1071422"/>
                  </a:lnTo>
                  <a:close/>
                </a:path>
                <a:path w="4819650" h="2679700">
                  <a:moveTo>
                    <a:pt x="1676400" y="537438"/>
                  </a:moveTo>
                  <a:lnTo>
                    <a:pt x="1675942" y="536308"/>
                  </a:lnTo>
                  <a:lnTo>
                    <a:pt x="1674075" y="534454"/>
                  </a:lnTo>
                  <a:lnTo>
                    <a:pt x="1672958" y="533984"/>
                  </a:lnTo>
                  <a:lnTo>
                    <a:pt x="1670329" y="533984"/>
                  </a:lnTo>
                  <a:lnTo>
                    <a:pt x="1669211" y="534454"/>
                  </a:lnTo>
                  <a:lnTo>
                    <a:pt x="1667344" y="536308"/>
                  </a:lnTo>
                  <a:lnTo>
                    <a:pt x="1666875" y="537438"/>
                  </a:lnTo>
                  <a:lnTo>
                    <a:pt x="1666875" y="540067"/>
                  </a:lnTo>
                  <a:lnTo>
                    <a:pt x="1667344" y="541185"/>
                  </a:lnTo>
                  <a:lnTo>
                    <a:pt x="1669211" y="543052"/>
                  </a:lnTo>
                  <a:lnTo>
                    <a:pt x="1670329" y="543509"/>
                  </a:lnTo>
                  <a:lnTo>
                    <a:pt x="1672958" y="543509"/>
                  </a:lnTo>
                  <a:lnTo>
                    <a:pt x="1674075" y="543052"/>
                  </a:lnTo>
                  <a:lnTo>
                    <a:pt x="1675942" y="541185"/>
                  </a:lnTo>
                  <a:lnTo>
                    <a:pt x="1676400" y="540067"/>
                  </a:lnTo>
                  <a:lnTo>
                    <a:pt x="1676400" y="537438"/>
                  </a:lnTo>
                  <a:close/>
                </a:path>
                <a:path w="4819650" h="2679700">
                  <a:moveTo>
                    <a:pt x="1676400" y="3441"/>
                  </a:moveTo>
                  <a:lnTo>
                    <a:pt x="1675942" y="2324"/>
                  </a:lnTo>
                  <a:lnTo>
                    <a:pt x="1674075" y="469"/>
                  </a:lnTo>
                  <a:lnTo>
                    <a:pt x="1672958" y="0"/>
                  </a:lnTo>
                  <a:lnTo>
                    <a:pt x="1670329" y="0"/>
                  </a:lnTo>
                  <a:lnTo>
                    <a:pt x="1669211" y="469"/>
                  </a:lnTo>
                  <a:lnTo>
                    <a:pt x="1667344" y="2324"/>
                  </a:lnTo>
                  <a:lnTo>
                    <a:pt x="1666875" y="3441"/>
                  </a:lnTo>
                  <a:lnTo>
                    <a:pt x="1666875" y="6070"/>
                  </a:lnTo>
                  <a:lnTo>
                    <a:pt x="1667344" y="7200"/>
                  </a:lnTo>
                  <a:lnTo>
                    <a:pt x="1669211" y="9055"/>
                  </a:lnTo>
                  <a:lnTo>
                    <a:pt x="1670329" y="9525"/>
                  </a:lnTo>
                  <a:lnTo>
                    <a:pt x="1672958" y="9525"/>
                  </a:lnTo>
                  <a:lnTo>
                    <a:pt x="1674075" y="9055"/>
                  </a:lnTo>
                  <a:lnTo>
                    <a:pt x="1675942" y="7200"/>
                  </a:lnTo>
                  <a:lnTo>
                    <a:pt x="1676400" y="6070"/>
                  </a:lnTo>
                  <a:lnTo>
                    <a:pt x="1676400" y="3441"/>
                  </a:lnTo>
                  <a:close/>
                </a:path>
                <a:path w="4819650" h="2679700">
                  <a:moveTo>
                    <a:pt x="1724025" y="2673400"/>
                  </a:moveTo>
                  <a:lnTo>
                    <a:pt x="1723567" y="2672283"/>
                  </a:lnTo>
                  <a:lnTo>
                    <a:pt x="1721700" y="2670416"/>
                  </a:lnTo>
                  <a:lnTo>
                    <a:pt x="1720583" y="2669946"/>
                  </a:lnTo>
                  <a:lnTo>
                    <a:pt x="1717954" y="2669946"/>
                  </a:lnTo>
                  <a:lnTo>
                    <a:pt x="1716836" y="2670416"/>
                  </a:lnTo>
                  <a:lnTo>
                    <a:pt x="1714969" y="2672283"/>
                  </a:lnTo>
                  <a:lnTo>
                    <a:pt x="1714500" y="2673400"/>
                  </a:lnTo>
                  <a:lnTo>
                    <a:pt x="1714500" y="2676029"/>
                  </a:lnTo>
                  <a:lnTo>
                    <a:pt x="1714969" y="2677147"/>
                  </a:lnTo>
                  <a:lnTo>
                    <a:pt x="1716836" y="2679014"/>
                  </a:lnTo>
                  <a:lnTo>
                    <a:pt x="1717954" y="2679471"/>
                  </a:lnTo>
                  <a:lnTo>
                    <a:pt x="1720583" y="2679471"/>
                  </a:lnTo>
                  <a:lnTo>
                    <a:pt x="1721700" y="2679014"/>
                  </a:lnTo>
                  <a:lnTo>
                    <a:pt x="1723567" y="2677147"/>
                  </a:lnTo>
                  <a:lnTo>
                    <a:pt x="1724025" y="2676029"/>
                  </a:lnTo>
                  <a:lnTo>
                    <a:pt x="1724025" y="2673400"/>
                  </a:lnTo>
                  <a:close/>
                </a:path>
                <a:path w="4819650" h="2679700">
                  <a:moveTo>
                    <a:pt x="1724025" y="2139404"/>
                  </a:moveTo>
                  <a:lnTo>
                    <a:pt x="1723567" y="2138286"/>
                  </a:lnTo>
                  <a:lnTo>
                    <a:pt x="1721700" y="2136432"/>
                  </a:lnTo>
                  <a:lnTo>
                    <a:pt x="1720583" y="2135962"/>
                  </a:lnTo>
                  <a:lnTo>
                    <a:pt x="1717954" y="2135962"/>
                  </a:lnTo>
                  <a:lnTo>
                    <a:pt x="1716836" y="2136432"/>
                  </a:lnTo>
                  <a:lnTo>
                    <a:pt x="1714969" y="2138286"/>
                  </a:lnTo>
                  <a:lnTo>
                    <a:pt x="1714500" y="2139404"/>
                  </a:lnTo>
                  <a:lnTo>
                    <a:pt x="1714500" y="2142045"/>
                  </a:lnTo>
                  <a:lnTo>
                    <a:pt x="1714969" y="2143163"/>
                  </a:lnTo>
                  <a:lnTo>
                    <a:pt x="1716836" y="2145017"/>
                  </a:lnTo>
                  <a:lnTo>
                    <a:pt x="1717954" y="2145487"/>
                  </a:lnTo>
                  <a:lnTo>
                    <a:pt x="1720583" y="2145487"/>
                  </a:lnTo>
                  <a:lnTo>
                    <a:pt x="1721700" y="2145017"/>
                  </a:lnTo>
                  <a:lnTo>
                    <a:pt x="1723567" y="2143163"/>
                  </a:lnTo>
                  <a:lnTo>
                    <a:pt x="1724025" y="2142045"/>
                  </a:lnTo>
                  <a:lnTo>
                    <a:pt x="1724025" y="2139404"/>
                  </a:lnTo>
                  <a:close/>
                </a:path>
                <a:path w="4819650" h="2679700">
                  <a:moveTo>
                    <a:pt x="1724025" y="1605419"/>
                  </a:moveTo>
                  <a:lnTo>
                    <a:pt x="1723567" y="1604302"/>
                  </a:lnTo>
                  <a:lnTo>
                    <a:pt x="1721700" y="1602435"/>
                  </a:lnTo>
                  <a:lnTo>
                    <a:pt x="1720583" y="1601965"/>
                  </a:lnTo>
                  <a:lnTo>
                    <a:pt x="1717954" y="1601965"/>
                  </a:lnTo>
                  <a:lnTo>
                    <a:pt x="1716836" y="1602435"/>
                  </a:lnTo>
                  <a:lnTo>
                    <a:pt x="1714969" y="1604302"/>
                  </a:lnTo>
                  <a:lnTo>
                    <a:pt x="1714500" y="1605419"/>
                  </a:lnTo>
                  <a:lnTo>
                    <a:pt x="1714500" y="1608048"/>
                  </a:lnTo>
                  <a:lnTo>
                    <a:pt x="1714969" y="1609166"/>
                  </a:lnTo>
                  <a:lnTo>
                    <a:pt x="1716836" y="1611033"/>
                  </a:lnTo>
                  <a:lnTo>
                    <a:pt x="1717954" y="1611490"/>
                  </a:lnTo>
                  <a:lnTo>
                    <a:pt x="1720583" y="1611490"/>
                  </a:lnTo>
                  <a:lnTo>
                    <a:pt x="1721700" y="1611033"/>
                  </a:lnTo>
                  <a:lnTo>
                    <a:pt x="1723567" y="1609166"/>
                  </a:lnTo>
                  <a:lnTo>
                    <a:pt x="1724025" y="1608048"/>
                  </a:lnTo>
                  <a:lnTo>
                    <a:pt x="1724025" y="1605419"/>
                  </a:lnTo>
                  <a:close/>
                </a:path>
                <a:path w="4819650" h="2679700">
                  <a:moveTo>
                    <a:pt x="1724025" y="1071422"/>
                  </a:moveTo>
                  <a:lnTo>
                    <a:pt x="1723567" y="1070305"/>
                  </a:lnTo>
                  <a:lnTo>
                    <a:pt x="1721700" y="1068451"/>
                  </a:lnTo>
                  <a:lnTo>
                    <a:pt x="1720583" y="1067981"/>
                  </a:lnTo>
                  <a:lnTo>
                    <a:pt x="1717954" y="1067981"/>
                  </a:lnTo>
                  <a:lnTo>
                    <a:pt x="1716836" y="1068451"/>
                  </a:lnTo>
                  <a:lnTo>
                    <a:pt x="1714969" y="1070305"/>
                  </a:lnTo>
                  <a:lnTo>
                    <a:pt x="1714500" y="1071422"/>
                  </a:lnTo>
                  <a:lnTo>
                    <a:pt x="1714500" y="1074051"/>
                  </a:lnTo>
                  <a:lnTo>
                    <a:pt x="1714969" y="1075182"/>
                  </a:lnTo>
                  <a:lnTo>
                    <a:pt x="1716836" y="1077036"/>
                  </a:lnTo>
                  <a:lnTo>
                    <a:pt x="1717954" y="1077506"/>
                  </a:lnTo>
                  <a:lnTo>
                    <a:pt x="1720583" y="1077506"/>
                  </a:lnTo>
                  <a:lnTo>
                    <a:pt x="1721700" y="1077036"/>
                  </a:lnTo>
                  <a:lnTo>
                    <a:pt x="1723567" y="1075182"/>
                  </a:lnTo>
                  <a:lnTo>
                    <a:pt x="1724025" y="1074051"/>
                  </a:lnTo>
                  <a:lnTo>
                    <a:pt x="1724025" y="1071422"/>
                  </a:lnTo>
                  <a:close/>
                </a:path>
                <a:path w="4819650" h="2679700">
                  <a:moveTo>
                    <a:pt x="1724025" y="537438"/>
                  </a:moveTo>
                  <a:lnTo>
                    <a:pt x="1723567" y="536308"/>
                  </a:lnTo>
                  <a:lnTo>
                    <a:pt x="1721700" y="534454"/>
                  </a:lnTo>
                  <a:lnTo>
                    <a:pt x="1720583" y="533984"/>
                  </a:lnTo>
                  <a:lnTo>
                    <a:pt x="1717954" y="533984"/>
                  </a:lnTo>
                  <a:lnTo>
                    <a:pt x="1716836" y="534454"/>
                  </a:lnTo>
                  <a:lnTo>
                    <a:pt x="1714969" y="536308"/>
                  </a:lnTo>
                  <a:lnTo>
                    <a:pt x="1714500" y="537438"/>
                  </a:lnTo>
                  <a:lnTo>
                    <a:pt x="1714500" y="540067"/>
                  </a:lnTo>
                  <a:lnTo>
                    <a:pt x="1714969" y="541185"/>
                  </a:lnTo>
                  <a:lnTo>
                    <a:pt x="1716836" y="543052"/>
                  </a:lnTo>
                  <a:lnTo>
                    <a:pt x="1717954" y="543509"/>
                  </a:lnTo>
                  <a:lnTo>
                    <a:pt x="1720583" y="543509"/>
                  </a:lnTo>
                  <a:lnTo>
                    <a:pt x="1721700" y="543052"/>
                  </a:lnTo>
                  <a:lnTo>
                    <a:pt x="1723567" y="541185"/>
                  </a:lnTo>
                  <a:lnTo>
                    <a:pt x="1724025" y="540067"/>
                  </a:lnTo>
                  <a:lnTo>
                    <a:pt x="1724025" y="537438"/>
                  </a:lnTo>
                  <a:close/>
                </a:path>
                <a:path w="4819650" h="2679700">
                  <a:moveTo>
                    <a:pt x="1724025" y="3441"/>
                  </a:moveTo>
                  <a:lnTo>
                    <a:pt x="1723567" y="2324"/>
                  </a:lnTo>
                  <a:lnTo>
                    <a:pt x="1721700" y="469"/>
                  </a:lnTo>
                  <a:lnTo>
                    <a:pt x="1720583" y="0"/>
                  </a:lnTo>
                  <a:lnTo>
                    <a:pt x="1717954" y="0"/>
                  </a:lnTo>
                  <a:lnTo>
                    <a:pt x="1716836" y="469"/>
                  </a:lnTo>
                  <a:lnTo>
                    <a:pt x="1714969" y="2324"/>
                  </a:lnTo>
                  <a:lnTo>
                    <a:pt x="1714500" y="3441"/>
                  </a:lnTo>
                  <a:lnTo>
                    <a:pt x="1714500" y="6070"/>
                  </a:lnTo>
                  <a:lnTo>
                    <a:pt x="1714969" y="7200"/>
                  </a:lnTo>
                  <a:lnTo>
                    <a:pt x="1716836" y="9055"/>
                  </a:lnTo>
                  <a:lnTo>
                    <a:pt x="1717954" y="9525"/>
                  </a:lnTo>
                  <a:lnTo>
                    <a:pt x="1720583" y="9525"/>
                  </a:lnTo>
                  <a:lnTo>
                    <a:pt x="1721700" y="9055"/>
                  </a:lnTo>
                  <a:lnTo>
                    <a:pt x="1723567" y="7200"/>
                  </a:lnTo>
                  <a:lnTo>
                    <a:pt x="1724025" y="6070"/>
                  </a:lnTo>
                  <a:lnTo>
                    <a:pt x="1724025" y="3441"/>
                  </a:lnTo>
                  <a:close/>
                </a:path>
                <a:path w="4819650" h="2679700">
                  <a:moveTo>
                    <a:pt x="1771650" y="2673400"/>
                  </a:moveTo>
                  <a:lnTo>
                    <a:pt x="1771192" y="2672283"/>
                  </a:lnTo>
                  <a:lnTo>
                    <a:pt x="1769325" y="2670416"/>
                  </a:lnTo>
                  <a:lnTo>
                    <a:pt x="1768208" y="2669946"/>
                  </a:lnTo>
                  <a:lnTo>
                    <a:pt x="1765579" y="2669946"/>
                  </a:lnTo>
                  <a:lnTo>
                    <a:pt x="1764461" y="2670416"/>
                  </a:lnTo>
                  <a:lnTo>
                    <a:pt x="1762594" y="2672283"/>
                  </a:lnTo>
                  <a:lnTo>
                    <a:pt x="1762125" y="2673400"/>
                  </a:lnTo>
                  <a:lnTo>
                    <a:pt x="1762125" y="2676029"/>
                  </a:lnTo>
                  <a:lnTo>
                    <a:pt x="1762594" y="2677147"/>
                  </a:lnTo>
                  <a:lnTo>
                    <a:pt x="1764461" y="2679014"/>
                  </a:lnTo>
                  <a:lnTo>
                    <a:pt x="1765579" y="2679471"/>
                  </a:lnTo>
                  <a:lnTo>
                    <a:pt x="1768208" y="2679471"/>
                  </a:lnTo>
                  <a:lnTo>
                    <a:pt x="1769325" y="2679014"/>
                  </a:lnTo>
                  <a:lnTo>
                    <a:pt x="1771192" y="2677147"/>
                  </a:lnTo>
                  <a:lnTo>
                    <a:pt x="1771650" y="2676029"/>
                  </a:lnTo>
                  <a:lnTo>
                    <a:pt x="1771650" y="2673400"/>
                  </a:lnTo>
                  <a:close/>
                </a:path>
                <a:path w="4819650" h="2679700">
                  <a:moveTo>
                    <a:pt x="1771650" y="2139404"/>
                  </a:moveTo>
                  <a:lnTo>
                    <a:pt x="1771192" y="2138286"/>
                  </a:lnTo>
                  <a:lnTo>
                    <a:pt x="1769325" y="2136432"/>
                  </a:lnTo>
                  <a:lnTo>
                    <a:pt x="1768208" y="2135962"/>
                  </a:lnTo>
                  <a:lnTo>
                    <a:pt x="1765579" y="2135962"/>
                  </a:lnTo>
                  <a:lnTo>
                    <a:pt x="1764461" y="2136432"/>
                  </a:lnTo>
                  <a:lnTo>
                    <a:pt x="1762594" y="2138286"/>
                  </a:lnTo>
                  <a:lnTo>
                    <a:pt x="1762125" y="2139404"/>
                  </a:lnTo>
                  <a:lnTo>
                    <a:pt x="1762125" y="2142045"/>
                  </a:lnTo>
                  <a:lnTo>
                    <a:pt x="1762594" y="2143163"/>
                  </a:lnTo>
                  <a:lnTo>
                    <a:pt x="1764461" y="2145017"/>
                  </a:lnTo>
                  <a:lnTo>
                    <a:pt x="1765579" y="2145487"/>
                  </a:lnTo>
                  <a:lnTo>
                    <a:pt x="1768208" y="2145487"/>
                  </a:lnTo>
                  <a:lnTo>
                    <a:pt x="1769325" y="2145017"/>
                  </a:lnTo>
                  <a:lnTo>
                    <a:pt x="1771192" y="2143163"/>
                  </a:lnTo>
                  <a:lnTo>
                    <a:pt x="1771650" y="2142045"/>
                  </a:lnTo>
                  <a:lnTo>
                    <a:pt x="1771650" y="2139404"/>
                  </a:lnTo>
                  <a:close/>
                </a:path>
                <a:path w="4819650" h="2679700">
                  <a:moveTo>
                    <a:pt x="1771650" y="1605419"/>
                  </a:moveTo>
                  <a:lnTo>
                    <a:pt x="1771192" y="1604302"/>
                  </a:lnTo>
                  <a:lnTo>
                    <a:pt x="1769325" y="1602435"/>
                  </a:lnTo>
                  <a:lnTo>
                    <a:pt x="1768208" y="1601965"/>
                  </a:lnTo>
                  <a:lnTo>
                    <a:pt x="1765579" y="1601965"/>
                  </a:lnTo>
                  <a:lnTo>
                    <a:pt x="1764461" y="1602435"/>
                  </a:lnTo>
                  <a:lnTo>
                    <a:pt x="1762594" y="1604302"/>
                  </a:lnTo>
                  <a:lnTo>
                    <a:pt x="1762125" y="1605419"/>
                  </a:lnTo>
                  <a:lnTo>
                    <a:pt x="1762125" y="1608048"/>
                  </a:lnTo>
                  <a:lnTo>
                    <a:pt x="1762594" y="1609166"/>
                  </a:lnTo>
                  <a:lnTo>
                    <a:pt x="1764461" y="1611033"/>
                  </a:lnTo>
                  <a:lnTo>
                    <a:pt x="1765579" y="1611490"/>
                  </a:lnTo>
                  <a:lnTo>
                    <a:pt x="1768208" y="1611490"/>
                  </a:lnTo>
                  <a:lnTo>
                    <a:pt x="1769325" y="1611033"/>
                  </a:lnTo>
                  <a:lnTo>
                    <a:pt x="1771192" y="1609166"/>
                  </a:lnTo>
                  <a:lnTo>
                    <a:pt x="1771650" y="1608048"/>
                  </a:lnTo>
                  <a:lnTo>
                    <a:pt x="1771650" y="1605419"/>
                  </a:lnTo>
                  <a:close/>
                </a:path>
                <a:path w="4819650" h="2679700">
                  <a:moveTo>
                    <a:pt x="1771650" y="1071422"/>
                  </a:moveTo>
                  <a:lnTo>
                    <a:pt x="1771192" y="1070305"/>
                  </a:lnTo>
                  <a:lnTo>
                    <a:pt x="1769325" y="1068451"/>
                  </a:lnTo>
                  <a:lnTo>
                    <a:pt x="1768208" y="1067981"/>
                  </a:lnTo>
                  <a:lnTo>
                    <a:pt x="1765579" y="1067981"/>
                  </a:lnTo>
                  <a:lnTo>
                    <a:pt x="1764461" y="1068451"/>
                  </a:lnTo>
                  <a:lnTo>
                    <a:pt x="1762594" y="1070305"/>
                  </a:lnTo>
                  <a:lnTo>
                    <a:pt x="1762125" y="1071422"/>
                  </a:lnTo>
                  <a:lnTo>
                    <a:pt x="1762125" y="1074051"/>
                  </a:lnTo>
                  <a:lnTo>
                    <a:pt x="1762594" y="1075182"/>
                  </a:lnTo>
                  <a:lnTo>
                    <a:pt x="1764461" y="1077036"/>
                  </a:lnTo>
                  <a:lnTo>
                    <a:pt x="1765579" y="1077506"/>
                  </a:lnTo>
                  <a:lnTo>
                    <a:pt x="1768208" y="1077506"/>
                  </a:lnTo>
                  <a:lnTo>
                    <a:pt x="1769325" y="1077036"/>
                  </a:lnTo>
                  <a:lnTo>
                    <a:pt x="1771192" y="1075182"/>
                  </a:lnTo>
                  <a:lnTo>
                    <a:pt x="1771650" y="1074051"/>
                  </a:lnTo>
                  <a:lnTo>
                    <a:pt x="1771650" y="1071422"/>
                  </a:lnTo>
                  <a:close/>
                </a:path>
                <a:path w="4819650" h="2679700">
                  <a:moveTo>
                    <a:pt x="1771650" y="537438"/>
                  </a:moveTo>
                  <a:lnTo>
                    <a:pt x="1771192" y="536308"/>
                  </a:lnTo>
                  <a:lnTo>
                    <a:pt x="1769325" y="534454"/>
                  </a:lnTo>
                  <a:lnTo>
                    <a:pt x="1768208" y="533984"/>
                  </a:lnTo>
                  <a:lnTo>
                    <a:pt x="1765579" y="533984"/>
                  </a:lnTo>
                  <a:lnTo>
                    <a:pt x="1764461" y="534454"/>
                  </a:lnTo>
                  <a:lnTo>
                    <a:pt x="1762594" y="536308"/>
                  </a:lnTo>
                  <a:lnTo>
                    <a:pt x="1762125" y="537438"/>
                  </a:lnTo>
                  <a:lnTo>
                    <a:pt x="1762125" y="540067"/>
                  </a:lnTo>
                  <a:lnTo>
                    <a:pt x="1762594" y="541185"/>
                  </a:lnTo>
                  <a:lnTo>
                    <a:pt x="1764461" y="543052"/>
                  </a:lnTo>
                  <a:lnTo>
                    <a:pt x="1765579" y="543509"/>
                  </a:lnTo>
                  <a:lnTo>
                    <a:pt x="1768208" y="543509"/>
                  </a:lnTo>
                  <a:lnTo>
                    <a:pt x="1769325" y="543052"/>
                  </a:lnTo>
                  <a:lnTo>
                    <a:pt x="1771192" y="541185"/>
                  </a:lnTo>
                  <a:lnTo>
                    <a:pt x="1771650" y="540067"/>
                  </a:lnTo>
                  <a:lnTo>
                    <a:pt x="1771650" y="537438"/>
                  </a:lnTo>
                  <a:close/>
                </a:path>
                <a:path w="4819650" h="2679700">
                  <a:moveTo>
                    <a:pt x="1771650" y="3441"/>
                  </a:moveTo>
                  <a:lnTo>
                    <a:pt x="1771192" y="2324"/>
                  </a:lnTo>
                  <a:lnTo>
                    <a:pt x="1769325" y="469"/>
                  </a:lnTo>
                  <a:lnTo>
                    <a:pt x="1768208" y="0"/>
                  </a:lnTo>
                  <a:lnTo>
                    <a:pt x="1765579" y="0"/>
                  </a:lnTo>
                  <a:lnTo>
                    <a:pt x="1764461" y="469"/>
                  </a:lnTo>
                  <a:lnTo>
                    <a:pt x="1762594" y="2324"/>
                  </a:lnTo>
                  <a:lnTo>
                    <a:pt x="1762125" y="3441"/>
                  </a:lnTo>
                  <a:lnTo>
                    <a:pt x="1762125" y="6070"/>
                  </a:lnTo>
                  <a:lnTo>
                    <a:pt x="1762594" y="7200"/>
                  </a:lnTo>
                  <a:lnTo>
                    <a:pt x="1764461" y="9055"/>
                  </a:lnTo>
                  <a:lnTo>
                    <a:pt x="1765579" y="9525"/>
                  </a:lnTo>
                  <a:lnTo>
                    <a:pt x="1768208" y="9525"/>
                  </a:lnTo>
                  <a:lnTo>
                    <a:pt x="1769325" y="9055"/>
                  </a:lnTo>
                  <a:lnTo>
                    <a:pt x="1771192" y="7200"/>
                  </a:lnTo>
                  <a:lnTo>
                    <a:pt x="1771650" y="6070"/>
                  </a:lnTo>
                  <a:lnTo>
                    <a:pt x="1771650" y="3441"/>
                  </a:lnTo>
                  <a:close/>
                </a:path>
                <a:path w="4819650" h="2679700">
                  <a:moveTo>
                    <a:pt x="1819275" y="2673400"/>
                  </a:moveTo>
                  <a:lnTo>
                    <a:pt x="1818817" y="2672283"/>
                  </a:lnTo>
                  <a:lnTo>
                    <a:pt x="1816950" y="2670416"/>
                  </a:lnTo>
                  <a:lnTo>
                    <a:pt x="1815833" y="2669946"/>
                  </a:lnTo>
                  <a:lnTo>
                    <a:pt x="1813204" y="2669946"/>
                  </a:lnTo>
                  <a:lnTo>
                    <a:pt x="1812086" y="2670416"/>
                  </a:lnTo>
                  <a:lnTo>
                    <a:pt x="1810219" y="2672283"/>
                  </a:lnTo>
                  <a:lnTo>
                    <a:pt x="1809750" y="2673400"/>
                  </a:lnTo>
                  <a:lnTo>
                    <a:pt x="1809750" y="2676029"/>
                  </a:lnTo>
                  <a:lnTo>
                    <a:pt x="1810219" y="2677147"/>
                  </a:lnTo>
                  <a:lnTo>
                    <a:pt x="1812086" y="2679014"/>
                  </a:lnTo>
                  <a:lnTo>
                    <a:pt x="1813204" y="2679471"/>
                  </a:lnTo>
                  <a:lnTo>
                    <a:pt x="1815833" y="2679471"/>
                  </a:lnTo>
                  <a:lnTo>
                    <a:pt x="1816950" y="2679014"/>
                  </a:lnTo>
                  <a:lnTo>
                    <a:pt x="1818817" y="2677147"/>
                  </a:lnTo>
                  <a:lnTo>
                    <a:pt x="1819275" y="2676029"/>
                  </a:lnTo>
                  <a:lnTo>
                    <a:pt x="1819275" y="2673400"/>
                  </a:lnTo>
                  <a:close/>
                </a:path>
                <a:path w="4819650" h="2679700">
                  <a:moveTo>
                    <a:pt x="1819275" y="2139404"/>
                  </a:moveTo>
                  <a:lnTo>
                    <a:pt x="1818817" y="2138286"/>
                  </a:lnTo>
                  <a:lnTo>
                    <a:pt x="1816950" y="2136432"/>
                  </a:lnTo>
                  <a:lnTo>
                    <a:pt x="1815833" y="2135962"/>
                  </a:lnTo>
                  <a:lnTo>
                    <a:pt x="1813204" y="2135962"/>
                  </a:lnTo>
                  <a:lnTo>
                    <a:pt x="1812086" y="2136432"/>
                  </a:lnTo>
                  <a:lnTo>
                    <a:pt x="1810219" y="2138286"/>
                  </a:lnTo>
                  <a:lnTo>
                    <a:pt x="1809750" y="2139404"/>
                  </a:lnTo>
                  <a:lnTo>
                    <a:pt x="1809750" y="2142045"/>
                  </a:lnTo>
                  <a:lnTo>
                    <a:pt x="1810219" y="2143163"/>
                  </a:lnTo>
                  <a:lnTo>
                    <a:pt x="1812086" y="2145017"/>
                  </a:lnTo>
                  <a:lnTo>
                    <a:pt x="1813204" y="2145487"/>
                  </a:lnTo>
                  <a:lnTo>
                    <a:pt x="1815833" y="2145487"/>
                  </a:lnTo>
                  <a:lnTo>
                    <a:pt x="1816950" y="2145017"/>
                  </a:lnTo>
                  <a:lnTo>
                    <a:pt x="1818817" y="2143163"/>
                  </a:lnTo>
                  <a:lnTo>
                    <a:pt x="1819275" y="2142045"/>
                  </a:lnTo>
                  <a:lnTo>
                    <a:pt x="1819275" y="2139404"/>
                  </a:lnTo>
                  <a:close/>
                </a:path>
                <a:path w="4819650" h="2679700">
                  <a:moveTo>
                    <a:pt x="1819275" y="1605419"/>
                  </a:moveTo>
                  <a:lnTo>
                    <a:pt x="1818817" y="1604302"/>
                  </a:lnTo>
                  <a:lnTo>
                    <a:pt x="1816950" y="1602435"/>
                  </a:lnTo>
                  <a:lnTo>
                    <a:pt x="1815833" y="1601965"/>
                  </a:lnTo>
                  <a:lnTo>
                    <a:pt x="1813204" y="1601965"/>
                  </a:lnTo>
                  <a:lnTo>
                    <a:pt x="1812086" y="1602435"/>
                  </a:lnTo>
                  <a:lnTo>
                    <a:pt x="1810219" y="1604302"/>
                  </a:lnTo>
                  <a:lnTo>
                    <a:pt x="1809750" y="1605419"/>
                  </a:lnTo>
                  <a:lnTo>
                    <a:pt x="1809750" y="1608048"/>
                  </a:lnTo>
                  <a:lnTo>
                    <a:pt x="1810219" y="1609166"/>
                  </a:lnTo>
                  <a:lnTo>
                    <a:pt x="1812086" y="1611033"/>
                  </a:lnTo>
                  <a:lnTo>
                    <a:pt x="1813204" y="1611490"/>
                  </a:lnTo>
                  <a:lnTo>
                    <a:pt x="1815833" y="1611490"/>
                  </a:lnTo>
                  <a:lnTo>
                    <a:pt x="1816950" y="1611033"/>
                  </a:lnTo>
                  <a:lnTo>
                    <a:pt x="1818817" y="1609166"/>
                  </a:lnTo>
                  <a:lnTo>
                    <a:pt x="1819275" y="1608048"/>
                  </a:lnTo>
                  <a:lnTo>
                    <a:pt x="1819275" y="1605419"/>
                  </a:lnTo>
                  <a:close/>
                </a:path>
                <a:path w="4819650" h="2679700">
                  <a:moveTo>
                    <a:pt x="1819275" y="1071422"/>
                  </a:moveTo>
                  <a:lnTo>
                    <a:pt x="1818817" y="1070305"/>
                  </a:lnTo>
                  <a:lnTo>
                    <a:pt x="1816950" y="1068451"/>
                  </a:lnTo>
                  <a:lnTo>
                    <a:pt x="1815833" y="1067981"/>
                  </a:lnTo>
                  <a:lnTo>
                    <a:pt x="1813204" y="1067981"/>
                  </a:lnTo>
                  <a:lnTo>
                    <a:pt x="1812086" y="1068451"/>
                  </a:lnTo>
                  <a:lnTo>
                    <a:pt x="1810219" y="1070305"/>
                  </a:lnTo>
                  <a:lnTo>
                    <a:pt x="1809750" y="1071422"/>
                  </a:lnTo>
                  <a:lnTo>
                    <a:pt x="1809750" y="1074051"/>
                  </a:lnTo>
                  <a:lnTo>
                    <a:pt x="1810219" y="1075182"/>
                  </a:lnTo>
                  <a:lnTo>
                    <a:pt x="1812086" y="1077036"/>
                  </a:lnTo>
                  <a:lnTo>
                    <a:pt x="1813204" y="1077506"/>
                  </a:lnTo>
                  <a:lnTo>
                    <a:pt x="1815833" y="1077506"/>
                  </a:lnTo>
                  <a:lnTo>
                    <a:pt x="1816950" y="1077036"/>
                  </a:lnTo>
                  <a:lnTo>
                    <a:pt x="1818817" y="1075182"/>
                  </a:lnTo>
                  <a:lnTo>
                    <a:pt x="1819275" y="1074051"/>
                  </a:lnTo>
                  <a:lnTo>
                    <a:pt x="1819275" y="1071422"/>
                  </a:lnTo>
                  <a:close/>
                </a:path>
                <a:path w="4819650" h="2679700">
                  <a:moveTo>
                    <a:pt x="1819275" y="537438"/>
                  </a:moveTo>
                  <a:lnTo>
                    <a:pt x="1818817" y="536308"/>
                  </a:lnTo>
                  <a:lnTo>
                    <a:pt x="1816950" y="534454"/>
                  </a:lnTo>
                  <a:lnTo>
                    <a:pt x="1815833" y="533984"/>
                  </a:lnTo>
                  <a:lnTo>
                    <a:pt x="1813204" y="533984"/>
                  </a:lnTo>
                  <a:lnTo>
                    <a:pt x="1812086" y="534454"/>
                  </a:lnTo>
                  <a:lnTo>
                    <a:pt x="1810219" y="536308"/>
                  </a:lnTo>
                  <a:lnTo>
                    <a:pt x="1809750" y="537438"/>
                  </a:lnTo>
                  <a:lnTo>
                    <a:pt x="1809750" y="540067"/>
                  </a:lnTo>
                  <a:lnTo>
                    <a:pt x="1810219" y="541185"/>
                  </a:lnTo>
                  <a:lnTo>
                    <a:pt x="1812086" y="543052"/>
                  </a:lnTo>
                  <a:lnTo>
                    <a:pt x="1813204" y="543509"/>
                  </a:lnTo>
                  <a:lnTo>
                    <a:pt x="1815833" y="543509"/>
                  </a:lnTo>
                  <a:lnTo>
                    <a:pt x="1816950" y="543052"/>
                  </a:lnTo>
                  <a:lnTo>
                    <a:pt x="1818817" y="541185"/>
                  </a:lnTo>
                  <a:lnTo>
                    <a:pt x="1819275" y="540067"/>
                  </a:lnTo>
                  <a:lnTo>
                    <a:pt x="1819275" y="537438"/>
                  </a:lnTo>
                  <a:close/>
                </a:path>
                <a:path w="4819650" h="2679700">
                  <a:moveTo>
                    <a:pt x="1819275" y="3441"/>
                  </a:moveTo>
                  <a:lnTo>
                    <a:pt x="1818817" y="2324"/>
                  </a:lnTo>
                  <a:lnTo>
                    <a:pt x="1816950" y="469"/>
                  </a:lnTo>
                  <a:lnTo>
                    <a:pt x="1815833" y="0"/>
                  </a:lnTo>
                  <a:lnTo>
                    <a:pt x="1813204" y="0"/>
                  </a:lnTo>
                  <a:lnTo>
                    <a:pt x="1812086" y="469"/>
                  </a:lnTo>
                  <a:lnTo>
                    <a:pt x="1810219" y="2324"/>
                  </a:lnTo>
                  <a:lnTo>
                    <a:pt x="1809750" y="3441"/>
                  </a:lnTo>
                  <a:lnTo>
                    <a:pt x="1809750" y="6070"/>
                  </a:lnTo>
                  <a:lnTo>
                    <a:pt x="1810219" y="7200"/>
                  </a:lnTo>
                  <a:lnTo>
                    <a:pt x="1812086" y="9055"/>
                  </a:lnTo>
                  <a:lnTo>
                    <a:pt x="1813204" y="9525"/>
                  </a:lnTo>
                  <a:lnTo>
                    <a:pt x="1815833" y="9525"/>
                  </a:lnTo>
                  <a:lnTo>
                    <a:pt x="1816950" y="9055"/>
                  </a:lnTo>
                  <a:lnTo>
                    <a:pt x="1818817" y="7200"/>
                  </a:lnTo>
                  <a:lnTo>
                    <a:pt x="1819275" y="6070"/>
                  </a:lnTo>
                  <a:lnTo>
                    <a:pt x="1819275" y="3441"/>
                  </a:lnTo>
                  <a:close/>
                </a:path>
                <a:path w="4819650" h="2679700">
                  <a:moveTo>
                    <a:pt x="1866900" y="2673400"/>
                  </a:moveTo>
                  <a:lnTo>
                    <a:pt x="1866442" y="2672283"/>
                  </a:lnTo>
                  <a:lnTo>
                    <a:pt x="1864575" y="2670416"/>
                  </a:lnTo>
                  <a:lnTo>
                    <a:pt x="1863458" y="2669946"/>
                  </a:lnTo>
                  <a:lnTo>
                    <a:pt x="1860829" y="2669946"/>
                  </a:lnTo>
                  <a:lnTo>
                    <a:pt x="1859711" y="2670416"/>
                  </a:lnTo>
                  <a:lnTo>
                    <a:pt x="1857844" y="2672283"/>
                  </a:lnTo>
                  <a:lnTo>
                    <a:pt x="1857375" y="2673400"/>
                  </a:lnTo>
                  <a:lnTo>
                    <a:pt x="1857375" y="2676029"/>
                  </a:lnTo>
                  <a:lnTo>
                    <a:pt x="1857844" y="2677147"/>
                  </a:lnTo>
                  <a:lnTo>
                    <a:pt x="1859711" y="2679014"/>
                  </a:lnTo>
                  <a:lnTo>
                    <a:pt x="1860829" y="2679471"/>
                  </a:lnTo>
                  <a:lnTo>
                    <a:pt x="1863458" y="2679471"/>
                  </a:lnTo>
                  <a:lnTo>
                    <a:pt x="1864575" y="2679014"/>
                  </a:lnTo>
                  <a:lnTo>
                    <a:pt x="1866442" y="2677147"/>
                  </a:lnTo>
                  <a:lnTo>
                    <a:pt x="1866900" y="2676029"/>
                  </a:lnTo>
                  <a:lnTo>
                    <a:pt x="1866900" y="2673400"/>
                  </a:lnTo>
                  <a:close/>
                </a:path>
                <a:path w="4819650" h="2679700">
                  <a:moveTo>
                    <a:pt x="1866900" y="2139404"/>
                  </a:moveTo>
                  <a:lnTo>
                    <a:pt x="1866442" y="2138286"/>
                  </a:lnTo>
                  <a:lnTo>
                    <a:pt x="1864575" y="2136432"/>
                  </a:lnTo>
                  <a:lnTo>
                    <a:pt x="1863458" y="2135962"/>
                  </a:lnTo>
                  <a:lnTo>
                    <a:pt x="1860829" y="2135962"/>
                  </a:lnTo>
                  <a:lnTo>
                    <a:pt x="1859711" y="2136432"/>
                  </a:lnTo>
                  <a:lnTo>
                    <a:pt x="1857844" y="2138286"/>
                  </a:lnTo>
                  <a:lnTo>
                    <a:pt x="1857375" y="2139404"/>
                  </a:lnTo>
                  <a:lnTo>
                    <a:pt x="1857375" y="2142045"/>
                  </a:lnTo>
                  <a:lnTo>
                    <a:pt x="1857844" y="2143163"/>
                  </a:lnTo>
                  <a:lnTo>
                    <a:pt x="1859711" y="2145017"/>
                  </a:lnTo>
                  <a:lnTo>
                    <a:pt x="1860829" y="2145487"/>
                  </a:lnTo>
                  <a:lnTo>
                    <a:pt x="1863458" y="2145487"/>
                  </a:lnTo>
                  <a:lnTo>
                    <a:pt x="1864575" y="2145017"/>
                  </a:lnTo>
                  <a:lnTo>
                    <a:pt x="1866442" y="2143163"/>
                  </a:lnTo>
                  <a:lnTo>
                    <a:pt x="1866900" y="2142045"/>
                  </a:lnTo>
                  <a:lnTo>
                    <a:pt x="1866900" y="2139404"/>
                  </a:lnTo>
                  <a:close/>
                </a:path>
                <a:path w="4819650" h="2679700">
                  <a:moveTo>
                    <a:pt x="1866900" y="1605419"/>
                  </a:moveTo>
                  <a:lnTo>
                    <a:pt x="1866442" y="1604302"/>
                  </a:lnTo>
                  <a:lnTo>
                    <a:pt x="1864575" y="1602435"/>
                  </a:lnTo>
                  <a:lnTo>
                    <a:pt x="1863458" y="1601965"/>
                  </a:lnTo>
                  <a:lnTo>
                    <a:pt x="1860829" y="1601965"/>
                  </a:lnTo>
                  <a:lnTo>
                    <a:pt x="1859711" y="1602435"/>
                  </a:lnTo>
                  <a:lnTo>
                    <a:pt x="1857844" y="1604302"/>
                  </a:lnTo>
                  <a:lnTo>
                    <a:pt x="1857375" y="1605419"/>
                  </a:lnTo>
                  <a:lnTo>
                    <a:pt x="1857375" y="1608048"/>
                  </a:lnTo>
                  <a:lnTo>
                    <a:pt x="1857844" y="1609166"/>
                  </a:lnTo>
                  <a:lnTo>
                    <a:pt x="1859711" y="1611033"/>
                  </a:lnTo>
                  <a:lnTo>
                    <a:pt x="1860829" y="1611490"/>
                  </a:lnTo>
                  <a:lnTo>
                    <a:pt x="1863458" y="1611490"/>
                  </a:lnTo>
                  <a:lnTo>
                    <a:pt x="1864575" y="1611033"/>
                  </a:lnTo>
                  <a:lnTo>
                    <a:pt x="1866442" y="1609166"/>
                  </a:lnTo>
                  <a:lnTo>
                    <a:pt x="1866900" y="1608048"/>
                  </a:lnTo>
                  <a:lnTo>
                    <a:pt x="1866900" y="1605419"/>
                  </a:lnTo>
                  <a:close/>
                </a:path>
                <a:path w="4819650" h="2679700">
                  <a:moveTo>
                    <a:pt x="1866900" y="1071422"/>
                  </a:moveTo>
                  <a:lnTo>
                    <a:pt x="1866442" y="1070305"/>
                  </a:lnTo>
                  <a:lnTo>
                    <a:pt x="1864575" y="1068451"/>
                  </a:lnTo>
                  <a:lnTo>
                    <a:pt x="1863458" y="1067981"/>
                  </a:lnTo>
                  <a:lnTo>
                    <a:pt x="1860829" y="1067981"/>
                  </a:lnTo>
                  <a:lnTo>
                    <a:pt x="1859711" y="1068451"/>
                  </a:lnTo>
                  <a:lnTo>
                    <a:pt x="1857844" y="1070305"/>
                  </a:lnTo>
                  <a:lnTo>
                    <a:pt x="1857375" y="1071422"/>
                  </a:lnTo>
                  <a:lnTo>
                    <a:pt x="1857375" y="1074051"/>
                  </a:lnTo>
                  <a:lnTo>
                    <a:pt x="1857844" y="1075182"/>
                  </a:lnTo>
                  <a:lnTo>
                    <a:pt x="1859711" y="1077036"/>
                  </a:lnTo>
                  <a:lnTo>
                    <a:pt x="1860829" y="1077506"/>
                  </a:lnTo>
                  <a:lnTo>
                    <a:pt x="1863458" y="1077506"/>
                  </a:lnTo>
                  <a:lnTo>
                    <a:pt x="1864575" y="1077036"/>
                  </a:lnTo>
                  <a:lnTo>
                    <a:pt x="1866442" y="1075182"/>
                  </a:lnTo>
                  <a:lnTo>
                    <a:pt x="1866900" y="1074051"/>
                  </a:lnTo>
                  <a:lnTo>
                    <a:pt x="1866900" y="1071422"/>
                  </a:lnTo>
                  <a:close/>
                </a:path>
                <a:path w="4819650" h="2679700">
                  <a:moveTo>
                    <a:pt x="1866900" y="537438"/>
                  </a:moveTo>
                  <a:lnTo>
                    <a:pt x="1866442" y="536308"/>
                  </a:lnTo>
                  <a:lnTo>
                    <a:pt x="1864575" y="534454"/>
                  </a:lnTo>
                  <a:lnTo>
                    <a:pt x="1863458" y="533984"/>
                  </a:lnTo>
                  <a:lnTo>
                    <a:pt x="1860829" y="533984"/>
                  </a:lnTo>
                  <a:lnTo>
                    <a:pt x="1859711" y="534454"/>
                  </a:lnTo>
                  <a:lnTo>
                    <a:pt x="1857844" y="536308"/>
                  </a:lnTo>
                  <a:lnTo>
                    <a:pt x="1857375" y="537438"/>
                  </a:lnTo>
                  <a:lnTo>
                    <a:pt x="1857375" y="540067"/>
                  </a:lnTo>
                  <a:lnTo>
                    <a:pt x="1857844" y="541185"/>
                  </a:lnTo>
                  <a:lnTo>
                    <a:pt x="1859711" y="543052"/>
                  </a:lnTo>
                  <a:lnTo>
                    <a:pt x="1860829" y="543509"/>
                  </a:lnTo>
                  <a:lnTo>
                    <a:pt x="1863458" y="543509"/>
                  </a:lnTo>
                  <a:lnTo>
                    <a:pt x="1864575" y="543052"/>
                  </a:lnTo>
                  <a:lnTo>
                    <a:pt x="1866442" y="541185"/>
                  </a:lnTo>
                  <a:lnTo>
                    <a:pt x="1866900" y="540067"/>
                  </a:lnTo>
                  <a:lnTo>
                    <a:pt x="1866900" y="537438"/>
                  </a:lnTo>
                  <a:close/>
                </a:path>
                <a:path w="4819650" h="2679700">
                  <a:moveTo>
                    <a:pt x="1866900" y="3441"/>
                  </a:moveTo>
                  <a:lnTo>
                    <a:pt x="1866442" y="2324"/>
                  </a:lnTo>
                  <a:lnTo>
                    <a:pt x="1864575" y="469"/>
                  </a:lnTo>
                  <a:lnTo>
                    <a:pt x="1863458" y="0"/>
                  </a:lnTo>
                  <a:lnTo>
                    <a:pt x="1860829" y="0"/>
                  </a:lnTo>
                  <a:lnTo>
                    <a:pt x="1859711" y="469"/>
                  </a:lnTo>
                  <a:lnTo>
                    <a:pt x="1857844" y="2324"/>
                  </a:lnTo>
                  <a:lnTo>
                    <a:pt x="1857375" y="3441"/>
                  </a:lnTo>
                  <a:lnTo>
                    <a:pt x="1857375" y="6070"/>
                  </a:lnTo>
                  <a:lnTo>
                    <a:pt x="1857844" y="7200"/>
                  </a:lnTo>
                  <a:lnTo>
                    <a:pt x="1859711" y="9055"/>
                  </a:lnTo>
                  <a:lnTo>
                    <a:pt x="1860829" y="9525"/>
                  </a:lnTo>
                  <a:lnTo>
                    <a:pt x="1863458" y="9525"/>
                  </a:lnTo>
                  <a:lnTo>
                    <a:pt x="1864575" y="9055"/>
                  </a:lnTo>
                  <a:lnTo>
                    <a:pt x="1866442" y="7200"/>
                  </a:lnTo>
                  <a:lnTo>
                    <a:pt x="1866900" y="6070"/>
                  </a:lnTo>
                  <a:lnTo>
                    <a:pt x="1866900" y="3441"/>
                  </a:lnTo>
                  <a:close/>
                </a:path>
                <a:path w="4819650" h="2679700">
                  <a:moveTo>
                    <a:pt x="1914525" y="2673400"/>
                  </a:moveTo>
                  <a:lnTo>
                    <a:pt x="1914067" y="2672283"/>
                  </a:lnTo>
                  <a:lnTo>
                    <a:pt x="1912200" y="2670416"/>
                  </a:lnTo>
                  <a:lnTo>
                    <a:pt x="1911083" y="2669946"/>
                  </a:lnTo>
                  <a:lnTo>
                    <a:pt x="1908454" y="2669946"/>
                  </a:lnTo>
                  <a:lnTo>
                    <a:pt x="1907336" y="2670416"/>
                  </a:lnTo>
                  <a:lnTo>
                    <a:pt x="1905469" y="2672283"/>
                  </a:lnTo>
                  <a:lnTo>
                    <a:pt x="1905000" y="2673400"/>
                  </a:lnTo>
                  <a:lnTo>
                    <a:pt x="1905000" y="2676029"/>
                  </a:lnTo>
                  <a:lnTo>
                    <a:pt x="1905469" y="2677147"/>
                  </a:lnTo>
                  <a:lnTo>
                    <a:pt x="1907336" y="2679014"/>
                  </a:lnTo>
                  <a:lnTo>
                    <a:pt x="1908454" y="2679471"/>
                  </a:lnTo>
                  <a:lnTo>
                    <a:pt x="1911083" y="2679471"/>
                  </a:lnTo>
                  <a:lnTo>
                    <a:pt x="1912200" y="2679014"/>
                  </a:lnTo>
                  <a:lnTo>
                    <a:pt x="1914067" y="2677147"/>
                  </a:lnTo>
                  <a:lnTo>
                    <a:pt x="1914525" y="2676029"/>
                  </a:lnTo>
                  <a:lnTo>
                    <a:pt x="1914525" y="2673400"/>
                  </a:lnTo>
                  <a:close/>
                </a:path>
                <a:path w="4819650" h="2679700">
                  <a:moveTo>
                    <a:pt x="1914525" y="2139404"/>
                  </a:moveTo>
                  <a:lnTo>
                    <a:pt x="1914067" y="2138286"/>
                  </a:lnTo>
                  <a:lnTo>
                    <a:pt x="1912200" y="2136432"/>
                  </a:lnTo>
                  <a:lnTo>
                    <a:pt x="1911083" y="2135962"/>
                  </a:lnTo>
                  <a:lnTo>
                    <a:pt x="1908454" y="2135962"/>
                  </a:lnTo>
                  <a:lnTo>
                    <a:pt x="1907336" y="2136432"/>
                  </a:lnTo>
                  <a:lnTo>
                    <a:pt x="1905469" y="2138286"/>
                  </a:lnTo>
                  <a:lnTo>
                    <a:pt x="1905000" y="2139404"/>
                  </a:lnTo>
                  <a:lnTo>
                    <a:pt x="1905000" y="2142045"/>
                  </a:lnTo>
                  <a:lnTo>
                    <a:pt x="1905469" y="2143163"/>
                  </a:lnTo>
                  <a:lnTo>
                    <a:pt x="1907336" y="2145017"/>
                  </a:lnTo>
                  <a:lnTo>
                    <a:pt x="1908454" y="2145487"/>
                  </a:lnTo>
                  <a:lnTo>
                    <a:pt x="1911083" y="2145487"/>
                  </a:lnTo>
                  <a:lnTo>
                    <a:pt x="1912200" y="2145017"/>
                  </a:lnTo>
                  <a:lnTo>
                    <a:pt x="1914067" y="2143163"/>
                  </a:lnTo>
                  <a:lnTo>
                    <a:pt x="1914525" y="2142045"/>
                  </a:lnTo>
                  <a:lnTo>
                    <a:pt x="1914525" y="2139404"/>
                  </a:lnTo>
                  <a:close/>
                </a:path>
                <a:path w="4819650" h="2679700">
                  <a:moveTo>
                    <a:pt x="1914525" y="1605419"/>
                  </a:moveTo>
                  <a:lnTo>
                    <a:pt x="1914067" y="1604302"/>
                  </a:lnTo>
                  <a:lnTo>
                    <a:pt x="1912200" y="1602435"/>
                  </a:lnTo>
                  <a:lnTo>
                    <a:pt x="1911083" y="1601965"/>
                  </a:lnTo>
                  <a:lnTo>
                    <a:pt x="1908454" y="1601965"/>
                  </a:lnTo>
                  <a:lnTo>
                    <a:pt x="1907336" y="1602435"/>
                  </a:lnTo>
                  <a:lnTo>
                    <a:pt x="1905469" y="1604302"/>
                  </a:lnTo>
                  <a:lnTo>
                    <a:pt x="1905000" y="1605419"/>
                  </a:lnTo>
                  <a:lnTo>
                    <a:pt x="1905000" y="1608048"/>
                  </a:lnTo>
                  <a:lnTo>
                    <a:pt x="1905469" y="1609166"/>
                  </a:lnTo>
                  <a:lnTo>
                    <a:pt x="1907336" y="1611033"/>
                  </a:lnTo>
                  <a:lnTo>
                    <a:pt x="1908454" y="1611490"/>
                  </a:lnTo>
                  <a:lnTo>
                    <a:pt x="1911083" y="1611490"/>
                  </a:lnTo>
                  <a:lnTo>
                    <a:pt x="1912200" y="1611033"/>
                  </a:lnTo>
                  <a:lnTo>
                    <a:pt x="1914067" y="1609166"/>
                  </a:lnTo>
                  <a:lnTo>
                    <a:pt x="1914525" y="1608048"/>
                  </a:lnTo>
                  <a:lnTo>
                    <a:pt x="1914525" y="1605419"/>
                  </a:lnTo>
                  <a:close/>
                </a:path>
                <a:path w="4819650" h="2679700">
                  <a:moveTo>
                    <a:pt x="1914525" y="1071422"/>
                  </a:moveTo>
                  <a:lnTo>
                    <a:pt x="1914067" y="1070305"/>
                  </a:lnTo>
                  <a:lnTo>
                    <a:pt x="1912200" y="1068451"/>
                  </a:lnTo>
                  <a:lnTo>
                    <a:pt x="1911083" y="1067981"/>
                  </a:lnTo>
                  <a:lnTo>
                    <a:pt x="1908454" y="1067981"/>
                  </a:lnTo>
                  <a:lnTo>
                    <a:pt x="1907336" y="1068451"/>
                  </a:lnTo>
                  <a:lnTo>
                    <a:pt x="1905469" y="1070305"/>
                  </a:lnTo>
                  <a:lnTo>
                    <a:pt x="1905000" y="1071422"/>
                  </a:lnTo>
                  <a:lnTo>
                    <a:pt x="1905000" y="1074051"/>
                  </a:lnTo>
                  <a:lnTo>
                    <a:pt x="1905469" y="1075182"/>
                  </a:lnTo>
                  <a:lnTo>
                    <a:pt x="1907336" y="1077036"/>
                  </a:lnTo>
                  <a:lnTo>
                    <a:pt x="1908454" y="1077506"/>
                  </a:lnTo>
                  <a:lnTo>
                    <a:pt x="1911083" y="1077506"/>
                  </a:lnTo>
                  <a:lnTo>
                    <a:pt x="1912200" y="1077036"/>
                  </a:lnTo>
                  <a:lnTo>
                    <a:pt x="1914067" y="1075182"/>
                  </a:lnTo>
                  <a:lnTo>
                    <a:pt x="1914525" y="1074051"/>
                  </a:lnTo>
                  <a:lnTo>
                    <a:pt x="1914525" y="1071422"/>
                  </a:lnTo>
                  <a:close/>
                </a:path>
                <a:path w="4819650" h="2679700">
                  <a:moveTo>
                    <a:pt x="1914525" y="537438"/>
                  </a:moveTo>
                  <a:lnTo>
                    <a:pt x="1914067" y="536308"/>
                  </a:lnTo>
                  <a:lnTo>
                    <a:pt x="1912200" y="534454"/>
                  </a:lnTo>
                  <a:lnTo>
                    <a:pt x="1911083" y="533984"/>
                  </a:lnTo>
                  <a:lnTo>
                    <a:pt x="1908454" y="533984"/>
                  </a:lnTo>
                  <a:lnTo>
                    <a:pt x="1907336" y="534454"/>
                  </a:lnTo>
                  <a:lnTo>
                    <a:pt x="1905469" y="536308"/>
                  </a:lnTo>
                  <a:lnTo>
                    <a:pt x="1905000" y="537438"/>
                  </a:lnTo>
                  <a:lnTo>
                    <a:pt x="1905000" y="540067"/>
                  </a:lnTo>
                  <a:lnTo>
                    <a:pt x="1905469" y="541185"/>
                  </a:lnTo>
                  <a:lnTo>
                    <a:pt x="1907336" y="543052"/>
                  </a:lnTo>
                  <a:lnTo>
                    <a:pt x="1908454" y="543509"/>
                  </a:lnTo>
                  <a:lnTo>
                    <a:pt x="1911083" y="543509"/>
                  </a:lnTo>
                  <a:lnTo>
                    <a:pt x="1912200" y="543052"/>
                  </a:lnTo>
                  <a:lnTo>
                    <a:pt x="1914067" y="541185"/>
                  </a:lnTo>
                  <a:lnTo>
                    <a:pt x="1914525" y="540067"/>
                  </a:lnTo>
                  <a:lnTo>
                    <a:pt x="1914525" y="537438"/>
                  </a:lnTo>
                  <a:close/>
                </a:path>
                <a:path w="4819650" h="2679700">
                  <a:moveTo>
                    <a:pt x="1914525" y="3441"/>
                  </a:moveTo>
                  <a:lnTo>
                    <a:pt x="1914067" y="2324"/>
                  </a:lnTo>
                  <a:lnTo>
                    <a:pt x="1912200" y="469"/>
                  </a:lnTo>
                  <a:lnTo>
                    <a:pt x="1911083" y="0"/>
                  </a:lnTo>
                  <a:lnTo>
                    <a:pt x="1908454" y="0"/>
                  </a:lnTo>
                  <a:lnTo>
                    <a:pt x="1907336" y="469"/>
                  </a:lnTo>
                  <a:lnTo>
                    <a:pt x="1905469" y="2324"/>
                  </a:lnTo>
                  <a:lnTo>
                    <a:pt x="1905000" y="3441"/>
                  </a:lnTo>
                  <a:lnTo>
                    <a:pt x="1905000" y="6070"/>
                  </a:lnTo>
                  <a:lnTo>
                    <a:pt x="1905469" y="7200"/>
                  </a:lnTo>
                  <a:lnTo>
                    <a:pt x="1907336" y="9055"/>
                  </a:lnTo>
                  <a:lnTo>
                    <a:pt x="1908454" y="9525"/>
                  </a:lnTo>
                  <a:lnTo>
                    <a:pt x="1911083" y="9525"/>
                  </a:lnTo>
                  <a:lnTo>
                    <a:pt x="1912200" y="9055"/>
                  </a:lnTo>
                  <a:lnTo>
                    <a:pt x="1914067" y="7200"/>
                  </a:lnTo>
                  <a:lnTo>
                    <a:pt x="1914525" y="6070"/>
                  </a:lnTo>
                  <a:lnTo>
                    <a:pt x="1914525" y="3441"/>
                  </a:lnTo>
                  <a:close/>
                </a:path>
                <a:path w="4819650" h="2679700">
                  <a:moveTo>
                    <a:pt x="1962150" y="2673400"/>
                  </a:moveTo>
                  <a:lnTo>
                    <a:pt x="1961692" y="2672283"/>
                  </a:lnTo>
                  <a:lnTo>
                    <a:pt x="1959825" y="2670416"/>
                  </a:lnTo>
                  <a:lnTo>
                    <a:pt x="1958708" y="2669946"/>
                  </a:lnTo>
                  <a:lnTo>
                    <a:pt x="1956079" y="2669946"/>
                  </a:lnTo>
                  <a:lnTo>
                    <a:pt x="1954961" y="2670416"/>
                  </a:lnTo>
                  <a:lnTo>
                    <a:pt x="1953094" y="2672283"/>
                  </a:lnTo>
                  <a:lnTo>
                    <a:pt x="1952625" y="2673400"/>
                  </a:lnTo>
                  <a:lnTo>
                    <a:pt x="1952625" y="2676029"/>
                  </a:lnTo>
                  <a:lnTo>
                    <a:pt x="1953094" y="2677147"/>
                  </a:lnTo>
                  <a:lnTo>
                    <a:pt x="1954961" y="2679014"/>
                  </a:lnTo>
                  <a:lnTo>
                    <a:pt x="1956079" y="2679471"/>
                  </a:lnTo>
                  <a:lnTo>
                    <a:pt x="1958708" y="2679471"/>
                  </a:lnTo>
                  <a:lnTo>
                    <a:pt x="1959825" y="2679014"/>
                  </a:lnTo>
                  <a:lnTo>
                    <a:pt x="1961692" y="2677147"/>
                  </a:lnTo>
                  <a:lnTo>
                    <a:pt x="1962150" y="2676029"/>
                  </a:lnTo>
                  <a:lnTo>
                    <a:pt x="1962150" y="2673400"/>
                  </a:lnTo>
                  <a:close/>
                </a:path>
                <a:path w="4819650" h="2679700">
                  <a:moveTo>
                    <a:pt x="1962150" y="2139404"/>
                  </a:moveTo>
                  <a:lnTo>
                    <a:pt x="1961692" y="2138286"/>
                  </a:lnTo>
                  <a:lnTo>
                    <a:pt x="1959825" y="2136432"/>
                  </a:lnTo>
                  <a:lnTo>
                    <a:pt x="1958708" y="2135962"/>
                  </a:lnTo>
                  <a:lnTo>
                    <a:pt x="1956079" y="2135962"/>
                  </a:lnTo>
                  <a:lnTo>
                    <a:pt x="1954961" y="2136432"/>
                  </a:lnTo>
                  <a:lnTo>
                    <a:pt x="1953094" y="2138286"/>
                  </a:lnTo>
                  <a:lnTo>
                    <a:pt x="1952625" y="2139404"/>
                  </a:lnTo>
                  <a:lnTo>
                    <a:pt x="1952625" y="2142045"/>
                  </a:lnTo>
                  <a:lnTo>
                    <a:pt x="1953094" y="2143163"/>
                  </a:lnTo>
                  <a:lnTo>
                    <a:pt x="1954961" y="2145017"/>
                  </a:lnTo>
                  <a:lnTo>
                    <a:pt x="1956079" y="2145487"/>
                  </a:lnTo>
                  <a:lnTo>
                    <a:pt x="1958708" y="2145487"/>
                  </a:lnTo>
                  <a:lnTo>
                    <a:pt x="1959825" y="2145017"/>
                  </a:lnTo>
                  <a:lnTo>
                    <a:pt x="1961692" y="2143163"/>
                  </a:lnTo>
                  <a:lnTo>
                    <a:pt x="1962150" y="2142045"/>
                  </a:lnTo>
                  <a:lnTo>
                    <a:pt x="1962150" y="2139404"/>
                  </a:lnTo>
                  <a:close/>
                </a:path>
                <a:path w="4819650" h="2679700">
                  <a:moveTo>
                    <a:pt x="1962150" y="1605419"/>
                  </a:moveTo>
                  <a:lnTo>
                    <a:pt x="1961692" y="1604302"/>
                  </a:lnTo>
                  <a:lnTo>
                    <a:pt x="1959825" y="1602435"/>
                  </a:lnTo>
                  <a:lnTo>
                    <a:pt x="1958708" y="1601965"/>
                  </a:lnTo>
                  <a:lnTo>
                    <a:pt x="1956079" y="1601965"/>
                  </a:lnTo>
                  <a:lnTo>
                    <a:pt x="1954961" y="1602435"/>
                  </a:lnTo>
                  <a:lnTo>
                    <a:pt x="1953094" y="1604302"/>
                  </a:lnTo>
                  <a:lnTo>
                    <a:pt x="1952625" y="1605419"/>
                  </a:lnTo>
                  <a:lnTo>
                    <a:pt x="1952625" y="1608048"/>
                  </a:lnTo>
                  <a:lnTo>
                    <a:pt x="1953094" y="1609166"/>
                  </a:lnTo>
                  <a:lnTo>
                    <a:pt x="1954961" y="1611033"/>
                  </a:lnTo>
                  <a:lnTo>
                    <a:pt x="1956079" y="1611490"/>
                  </a:lnTo>
                  <a:lnTo>
                    <a:pt x="1958708" y="1611490"/>
                  </a:lnTo>
                  <a:lnTo>
                    <a:pt x="1959825" y="1611033"/>
                  </a:lnTo>
                  <a:lnTo>
                    <a:pt x="1961692" y="1609166"/>
                  </a:lnTo>
                  <a:lnTo>
                    <a:pt x="1962150" y="1608048"/>
                  </a:lnTo>
                  <a:lnTo>
                    <a:pt x="1962150" y="1605419"/>
                  </a:lnTo>
                  <a:close/>
                </a:path>
                <a:path w="4819650" h="2679700">
                  <a:moveTo>
                    <a:pt x="1962150" y="1071422"/>
                  </a:moveTo>
                  <a:lnTo>
                    <a:pt x="1961692" y="1070305"/>
                  </a:lnTo>
                  <a:lnTo>
                    <a:pt x="1959825" y="1068451"/>
                  </a:lnTo>
                  <a:lnTo>
                    <a:pt x="1958708" y="1067981"/>
                  </a:lnTo>
                  <a:lnTo>
                    <a:pt x="1956079" y="1067981"/>
                  </a:lnTo>
                  <a:lnTo>
                    <a:pt x="1954961" y="1068451"/>
                  </a:lnTo>
                  <a:lnTo>
                    <a:pt x="1953094" y="1070305"/>
                  </a:lnTo>
                  <a:lnTo>
                    <a:pt x="1952625" y="1071422"/>
                  </a:lnTo>
                  <a:lnTo>
                    <a:pt x="1952625" y="1074051"/>
                  </a:lnTo>
                  <a:lnTo>
                    <a:pt x="1953094" y="1075182"/>
                  </a:lnTo>
                  <a:lnTo>
                    <a:pt x="1954961" y="1077036"/>
                  </a:lnTo>
                  <a:lnTo>
                    <a:pt x="1956079" y="1077506"/>
                  </a:lnTo>
                  <a:lnTo>
                    <a:pt x="1958708" y="1077506"/>
                  </a:lnTo>
                  <a:lnTo>
                    <a:pt x="1959825" y="1077036"/>
                  </a:lnTo>
                  <a:lnTo>
                    <a:pt x="1961692" y="1075182"/>
                  </a:lnTo>
                  <a:lnTo>
                    <a:pt x="1962150" y="1074051"/>
                  </a:lnTo>
                  <a:lnTo>
                    <a:pt x="1962150" y="1071422"/>
                  </a:lnTo>
                  <a:close/>
                </a:path>
                <a:path w="4819650" h="2679700">
                  <a:moveTo>
                    <a:pt x="1962150" y="537438"/>
                  </a:moveTo>
                  <a:lnTo>
                    <a:pt x="1961692" y="536308"/>
                  </a:lnTo>
                  <a:lnTo>
                    <a:pt x="1959825" y="534454"/>
                  </a:lnTo>
                  <a:lnTo>
                    <a:pt x="1958708" y="533984"/>
                  </a:lnTo>
                  <a:lnTo>
                    <a:pt x="1956079" y="533984"/>
                  </a:lnTo>
                  <a:lnTo>
                    <a:pt x="1954961" y="534454"/>
                  </a:lnTo>
                  <a:lnTo>
                    <a:pt x="1953094" y="536308"/>
                  </a:lnTo>
                  <a:lnTo>
                    <a:pt x="1952625" y="537438"/>
                  </a:lnTo>
                  <a:lnTo>
                    <a:pt x="1952625" y="540067"/>
                  </a:lnTo>
                  <a:lnTo>
                    <a:pt x="1953094" y="541185"/>
                  </a:lnTo>
                  <a:lnTo>
                    <a:pt x="1954961" y="543052"/>
                  </a:lnTo>
                  <a:lnTo>
                    <a:pt x="1956079" y="543509"/>
                  </a:lnTo>
                  <a:lnTo>
                    <a:pt x="1958708" y="543509"/>
                  </a:lnTo>
                  <a:lnTo>
                    <a:pt x="1959825" y="543052"/>
                  </a:lnTo>
                  <a:lnTo>
                    <a:pt x="1961692" y="541185"/>
                  </a:lnTo>
                  <a:lnTo>
                    <a:pt x="1962150" y="540067"/>
                  </a:lnTo>
                  <a:lnTo>
                    <a:pt x="1962150" y="537438"/>
                  </a:lnTo>
                  <a:close/>
                </a:path>
                <a:path w="4819650" h="2679700">
                  <a:moveTo>
                    <a:pt x="1962150" y="3441"/>
                  </a:moveTo>
                  <a:lnTo>
                    <a:pt x="1961692" y="2324"/>
                  </a:lnTo>
                  <a:lnTo>
                    <a:pt x="1959825" y="469"/>
                  </a:lnTo>
                  <a:lnTo>
                    <a:pt x="1958708" y="0"/>
                  </a:lnTo>
                  <a:lnTo>
                    <a:pt x="1956079" y="0"/>
                  </a:lnTo>
                  <a:lnTo>
                    <a:pt x="1954961" y="469"/>
                  </a:lnTo>
                  <a:lnTo>
                    <a:pt x="1953094" y="2324"/>
                  </a:lnTo>
                  <a:lnTo>
                    <a:pt x="1952625" y="3441"/>
                  </a:lnTo>
                  <a:lnTo>
                    <a:pt x="1952625" y="6070"/>
                  </a:lnTo>
                  <a:lnTo>
                    <a:pt x="1953094" y="7200"/>
                  </a:lnTo>
                  <a:lnTo>
                    <a:pt x="1954961" y="9055"/>
                  </a:lnTo>
                  <a:lnTo>
                    <a:pt x="1956079" y="9525"/>
                  </a:lnTo>
                  <a:lnTo>
                    <a:pt x="1958708" y="9525"/>
                  </a:lnTo>
                  <a:lnTo>
                    <a:pt x="1959825" y="9055"/>
                  </a:lnTo>
                  <a:lnTo>
                    <a:pt x="1961692" y="7200"/>
                  </a:lnTo>
                  <a:lnTo>
                    <a:pt x="1962150" y="6070"/>
                  </a:lnTo>
                  <a:lnTo>
                    <a:pt x="1962150" y="3441"/>
                  </a:lnTo>
                  <a:close/>
                </a:path>
                <a:path w="4819650" h="2679700">
                  <a:moveTo>
                    <a:pt x="2009775" y="2673400"/>
                  </a:moveTo>
                  <a:lnTo>
                    <a:pt x="2009317" y="2672283"/>
                  </a:lnTo>
                  <a:lnTo>
                    <a:pt x="2007450" y="2670416"/>
                  </a:lnTo>
                  <a:lnTo>
                    <a:pt x="2006333" y="2669946"/>
                  </a:lnTo>
                  <a:lnTo>
                    <a:pt x="2003704" y="2669946"/>
                  </a:lnTo>
                  <a:lnTo>
                    <a:pt x="2002586" y="2670416"/>
                  </a:lnTo>
                  <a:lnTo>
                    <a:pt x="2000719" y="2672283"/>
                  </a:lnTo>
                  <a:lnTo>
                    <a:pt x="2000250" y="2673400"/>
                  </a:lnTo>
                  <a:lnTo>
                    <a:pt x="2000250" y="2676029"/>
                  </a:lnTo>
                  <a:lnTo>
                    <a:pt x="2000719" y="2677147"/>
                  </a:lnTo>
                  <a:lnTo>
                    <a:pt x="2002586" y="2679014"/>
                  </a:lnTo>
                  <a:lnTo>
                    <a:pt x="2003704" y="2679471"/>
                  </a:lnTo>
                  <a:lnTo>
                    <a:pt x="2006333" y="2679471"/>
                  </a:lnTo>
                  <a:lnTo>
                    <a:pt x="2007450" y="2679014"/>
                  </a:lnTo>
                  <a:lnTo>
                    <a:pt x="2009317" y="2677147"/>
                  </a:lnTo>
                  <a:lnTo>
                    <a:pt x="2009775" y="2676029"/>
                  </a:lnTo>
                  <a:lnTo>
                    <a:pt x="2009775" y="2673400"/>
                  </a:lnTo>
                  <a:close/>
                </a:path>
                <a:path w="4819650" h="2679700">
                  <a:moveTo>
                    <a:pt x="2009775" y="2139404"/>
                  </a:moveTo>
                  <a:lnTo>
                    <a:pt x="2009317" y="2138286"/>
                  </a:lnTo>
                  <a:lnTo>
                    <a:pt x="2007450" y="2136432"/>
                  </a:lnTo>
                  <a:lnTo>
                    <a:pt x="2006333" y="2135962"/>
                  </a:lnTo>
                  <a:lnTo>
                    <a:pt x="2003704" y="2135962"/>
                  </a:lnTo>
                  <a:lnTo>
                    <a:pt x="2002586" y="2136432"/>
                  </a:lnTo>
                  <a:lnTo>
                    <a:pt x="2000719" y="2138286"/>
                  </a:lnTo>
                  <a:lnTo>
                    <a:pt x="2000250" y="2139404"/>
                  </a:lnTo>
                  <a:lnTo>
                    <a:pt x="2000250" y="2142045"/>
                  </a:lnTo>
                  <a:lnTo>
                    <a:pt x="2000719" y="2143163"/>
                  </a:lnTo>
                  <a:lnTo>
                    <a:pt x="2002586" y="2145017"/>
                  </a:lnTo>
                  <a:lnTo>
                    <a:pt x="2003704" y="2145487"/>
                  </a:lnTo>
                  <a:lnTo>
                    <a:pt x="2006333" y="2145487"/>
                  </a:lnTo>
                  <a:lnTo>
                    <a:pt x="2007450" y="2145017"/>
                  </a:lnTo>
                  <a:lnTo>
                    <a:pt x="2009317" y="2143163"/>
                  </a:lnTo>
                  <a:lnTo>
                    <a:pt x="2009775" y="2142045"/>
                  </a:lnTo>
                  <a:lnTo>
                    <a:pt x="2009775" y="2139404"/>
                  </a:lnTo>
                  <a:close/>
                </a:path>
                <a:path w="4819650" h="2679700">
                  <a:moveTo>
                    <a:pt x="2009775" y="1605419"/>
                  </a:moveTo>
                  <a:lnTo>
                    <a:pt x="2009317" y="1604302"/>
                  </a:lnTo>
                  <a:lnTo>
                    <a:pt x="2007450" y="1602435"/>
                  </a:lnTo>
                  <a:lnTo>
                    <a:pt x="2006333" y="1601965"/>
                  </a:lnTo>
                  <a:lnTo>
                    <a:pt x="2003704" y="1601965"/>
                  </a:lnTo>
                  <a:lnTo>
                    <a:pt x="2002586" y="1602435"/>
                  </a:lnTo>
                  <a:lnTo>
                    <a:pt x="2000719" y="1604302"/>
                  </a:lnTo>
                  <a:lnTo>
                    <a:pt x="2000250" y="1605419"/>
                  </a:lnTo>
                  <a:lnTo>
                    <a:pt x="2000250" y="1608048"/>
                  </a:lnTo>
                  <a:lnTo>
                    <a:pt x="2000719" y="1609166"/>
                  </a:lnTo>
                  <a:lnTo>
                    <a:pt x="2002586" y="1611033"/>
                  </a:lnTo>
                  <a:lnTo>
                    <a:pt x="2003704" y="1611490"/>
                  </a:lnTo>
                  <a:lnTo>
                    <a:pt x="2006333" y="1611490"/>
                  </a:lnTo>
                  <a:lnTo>
                    <a:pt x="2007450" y="1611033"/>
                  </a:lnTo>
                  <a:lnTo>
                    <a:pt x="2009317" y="1609166"/>
                  </a:lnTo>
                  <a:lnTo>
                    <a:pt x="2009775" y="1608048"/>
                  </a:lnTo>
                  <a:lnTo>
                    <a:pt x="2009775" y="1605419"/>
                  </a:lnTo>
                  <a:close/>
                </a:path>
                <a:path w="4819650" h="2679700">
                  <a:moveTo>
                    <a:pt x="2009775" y="1071422"/>
                  </a:moveTo>
                  <a:lnTo>
                    <a:pt x="2009317" y="1070305"/>
                  </a:lnTo>
                  <a:lnTo>
                    <a:pt x="2007450" y="1068451"/>
                  </a:lnTo>
                  <a:lnTo>
                    <a:pt x="2006333" y="1067981"/>
                  </a:lnTo>
                  <a:lnTo>
                    <a:pt x="2003704" y="1067981"/>
                  </a:lnTo>
                  <a:lnTo>
                    <a:pt x="2002586" y="1068451"/>
                  </a:lnTo>
                  <a:lnTo>
                    <a:pt x="2000719" y="1070305"/>
                  </a:lnTo>
                  <a:lnTo>
                    <a:pt x="2000250" y="1071422"/>
                  </a:lnTo>
                  <a:lnTo>
                    <a:pt x="2000250" y="1074051"/>
                  </a:lnTo>
                  <a:lnTo>
                    <a:pt x="2000719" y="1075182"/>
                  </a:lnTo>
                  <a:lnTo>
                    <a:pt x="2002586" y="1077036"/>
                  </a:lnTo>
                  <a:lnTo>
                    <a:pt x="2003704" y="1077506"/>
                  </a:lnTo>
                  <a:lnTo>
                    <a:pt x="2006333" y="1077506"/>
                  </a:lnTo>
                  <a:lnTo>
                    <a:pt x="2007450" y="1077036"/>
                  </a:lnTo>
                  <a:lnTo>
                    <a:pt x="2009317" y="1075182"/>
                  </a:lnTo>
                  <a:lnTo>
                    <a:pt x="2009775" y="1074051"/>
                  </a:lnTo>
                  <a:lnTo>
                    <a:pt x="2009775" y="1071422"/>
                  </a:lnTo>
                  <a:close/>
                </a:path>
                <a:path w="4819650" h="2679700">
                  <a:moveTo>
                    <a:pt x="2009775" y="537438"/>
                  </a:moveTo>
                  <a:lnTo>
                    <a:pt x="2009317" y="536308"/>
                  </a:lnTo>
                  <a:lnTo>
                    <a:pt x="2007450" y="534454"/>
                  </a:lnTo>
                  <a:lnTo>
                    <a:pt x="2006333" y="533984"/>
                  </a:lnTo>
                  <a:lnTo>
                    <a:pt x="2003704" y="533984"/>
                  </a:lnTo>
                  <a:lnTo>
                    <a:pt x="2002586" y="534454"/>
                  </a:lnTo>
                  <a:lnTo>
                    <a:pt x="2000719" y="536308"/>
                  </a:lnTo>
                  <a:lnTo>
                    <a:pt x="2000250" y="537438"/>
                  </a:lnTo>
                  <a:lnTo>
                    <a:pt x="2000250" y="540067"/>
                  </a:lnTo>
                  <a:lnTo>
                    <a:pt x="2000719" y="541185"/>
                  </a:lnTo>
                  <a:lnTo>
                    <a:pt x="2002586" y="543052"/>
                  </a:lnTo>
                  <a:lnTo>
                    <a:pt x="2003704" y="543509"/>
                  </a:lnTo>
                  <a:lnTo>
                    <a:pt x="2006333" y="543509"/>
                  </a:lnTo>
                  <a:lnTo>
                    <a:pt x="2007450" y="543052"/>
                  </a:lnTo>
                  <a:lnTo>
                    <a:pt x="2009317" y="541185"/>
                  </a:lnTo>
                  <a:lnTo>
                    <a:pt x="2009775" y="540067"/>
                  </a:lnTo>
                  <a:lnTo>
                    <a:pt x="2009775" y="537438"/>
                  </a:lnTo>
                  <a:close/>
                </a:path>
                <a:path w="4819650" h="2679700">
                  <a:moveTo>
                    <a:pt x="2009775" y="3441"/>
                  </a:moveTo>
                  <a:lnTo>
                    <a:pt x="2009317" y="2324"/>
                  </a:lnTo>
                  <a:lnTo>
                    <a:pt x="2007450" y="469"/>
                  </a:lnTo>
                  <a:lnTo>
                    <a:pt x="2006333" y="0"/>
                  </a:lnTo>
                  <a:lnTo>
                    <a:pt x="2003704" y="0"/>
                  </a:lnTo>
                  <a:lnTo>
                    <a:pt x="2002586" y="469"/>
                  </a:lnTo>
                  <a:lnTo>
                    <a:pt x="2000719" y="2324"/>
                  </a:lnTo>
                  <a:lnTo>
                    <a:pt x="2000250" y="3441"/>
                  </a:lnTo>
                  <a:lnTo>
                    <a:pt x="2000250" y="6070"/>
                  </a:lnTo>
                  <a:lnTo>
                    <a:pt x="2000719" y="7200"/>
                  </a:lnTo>
                  <a:lnTo>
                    <a:pt x="2002586" y="9055"/>
                  </a:lnTo>
                  <a:lnTo>
                    <a:pt x="2003704" y="9525"/>
                  </a:lnTo>
                  <a:lnTo>
                    <a:pt x="2006333" y="9525"/>
                  </a:lnTo>
                  <a:lnTo>
                    <a:pt x="2007450" y="9055"/>
                  </a:lnTo>
                  <a:lnTo>
                    <a:pt x="2009317" y="7200"/>
                  </a:lnTo>
                  <a:lnTo>
                    <a:pt x="2009775" y="6070"/>
                  </a:lnTo>
                  <a:lnTo>
                    <a:pt x="2009775" y="3441"/>
                  </a:lnTo>
                  <a:close/>
                </a:path>
                <a:path w="4819650" h="2679700">
                  <a:moveTo>
                    <a:pt x="2057400" y="2673400"/>
                  </a:moveTo>
                  <a:lnTo>
                    <a:pt x="2056942" y="2672283"/>
                  </a:lnTo>
                  <a:lnTo>
                    <a:pt x="2055075" y="2670416"/>
                  </a:lnTo>
                  <a:lnTo>
                    <a:pt x="2053958" y="2669946"/>
                  </a:lnTo>
                  <a:lnTo>
                    <a:pt x="2051329" y="2669946"/>
                  </a:lnTo>
                  <a:lnTo>
                    <a:pt x="2050211" y="2670416"/>
                  </a:lnTo>
                  <a:lnTo>
                    <a:pt x="2048344" y="2672283"/>
                  </a:lnTo>
                  <a:lnTo>
                    <a:pt x="2047875" y="2673400"/>
                  </a:lnTo>
                  <a:lnTo>
                    <a:pt x="2047875" y="2676029"/>
                  </a:lnTo>
                  <a:lnTo>
                    <a:pt x="2048344" y="2677147"/>
                  </a:lnTo>
                  <a:lnTo>
                    <a:pt x="2050211" y="2679014"/>
                  </a:lnTo>
                  <a:lnTo>
                    <a:pt x="2051329" y="2679471"/>
                  </a:lnTo>
                  <a:lnTo>
                    <a:pt x="2053958" y="2679471"/>
                  </a:lnTo>
                  <a:lnTo>
                    <a:pt x="2055075" y="2679014"/>
                  </a:lnTo>
                  <a:lnTo>
                    <a:pt x="2056942" y="2677147"/>
                  </a:lnTo>
                  <a:lnTo>
                    <a:pt x="2057400" y="2676029"/>
                  </a:lnTo>
                  <a:lnTo>
                    <a:pt x="2057400" y="2673400"/>
                  </a:lnTo>
                  <a:close/>
                </a:path>
                <a:path w="4819650" h="2679700">
                  <a:moveTo>
                    <a:pt x="2057400" y="2139404"/>
                  </a:moveTo>
                  <a:lnTo>
                    <a:pt x="2056942" y="2138286"/>
                  </a:lnTo>
                  <a:lnTo>
                    <a:pt x="2055075" y="2136432"/>
                  </a:lnTo>
                  <a:lnTo>
                    <a:pt x="2053958" y="2135962"/>
                  </a:lnTo>
                  <a:lnTo>
                    <a:pt x="2051329" y="2135962"/>
                  </a:lnTo>
                  <a:lnTo>
                    <a:pt x="2050211" y="2136432"/>
                  </a:lnTo>
                  <a:lnTo>
                    <a:pt x="2048344" y="2138286"/>
                  </a:lnTo>
                  <a:lnTo>
                    <a:pt x="2047875" y="2139404"/>
                  </a:lnTo>
                  <a:lnTo>
                    <a:pt x="2047875" y="2142045"/>
                  </a:lnTo>
                  <a:lnTo>
                    <a:pt x="2048344" y="2143163"/>
                  </a:lnTo>
                  <a:lnTo>
                    <a:pt x="2050211" y="2145017"/>
                  </a:lnTo>
                  <a:lnTo>
                    <a:pt x="2051329" y="2145487"/>
                  </a:lnTo>
                  <a:lnTo>
                    <a:pt x="2053958" y="2145487"/>
                  </a:lnTo>
                  <a:lnTo>
                    <a:pt x="2055075" y="2145017"/>
                  </a:lnTo>
                  <a:lnTo>
                    <a:pt x="2056942" y="2143163"/>
                  </a:lnTo>
                  <a:lnTo>
                    <a:pt x="2057400" y="2142045"/>
                  </a:lnTo>
                  <a:lnTo>
                    <a:pt x="2057400" y="2139404"/>
                  </a:lnTo>
                  <a:close/>
                </a:path>
                <a:path w="4819650" h="2679700">
                  <a:moveTo>
                    <a:pt x="2057400" y="1605419"/>
                  </a:moveTo>
                  <a:lnTo>
                    <a:pt x="2056942" y="1604302"/>
                  </a:lnTo>
                  <a:lnTo>
                    <a:pt x="2055075" y="1602435"/>
                  </a:lnTo>
                  <a:lnTo>
                    <a:pt x="2053958" y="1601965"/>
                  </a:lnTo>
                  <a:lnTo>
                    <a:pt x="2051329" y="1601965"/>
                  </a:lnTo>
                  <a:lnTo>
                    <a:pt x="2050211" y="1602435"/>
                  </a:lnTo>
                  <a:lnTo>
                    <a:pt x="2048344" y="1604302"/>
                  </a:lnTo>
                  <a:lnTo>
                    <a:pt x="2047875" y="1605419"/>
                  </a:lnTo>
                  <a:lnTo>
                    <a:pt x="2047875" y="1608048"/>
                  </a:lnTo>
                  <a:lnTo>
                    <a:pt x="2048344" y="1609166"/>
                  </a:lnTo>
                  <a:lnTo>
                    <a:pt x="2050211" y="1611033"/>
                  </a:lnTo>
                  <a:lnTo>
                    <a:pt x="2051329" y="1611490"/>
                  </a:lnTo>
                  <a:lnTo>
                    <a:pt x="2053958" y="1611490"/>
                  </a:lnTo>
                  <a:lnTo>
                    <a:pt x="2055075" y="1611033"/>
                  </a:lnTo>
                  <a:lnTo>
                    <a:pt x="2056942" y="1609166"/>
                  </a:lnTo>
                  <a:lnTo>
                    <a:pt x="2057400" y="1608048"/>
                  </a:lnTo>
                  <a:lnTo>
                    <a:pt x="2057400" y="1605419"/>
                  </a:lnTo>
                  <a:close/>
                </a:path>
                <a:path w="4819650" h="2679700">
                  <a:moveTo>
                    <a:pt x="2057400" y="1071422"/>
                  </a:moveTo>
                  <a:lnTo>
                    <a:pt x="2056942" y="1070305"/>
                  </a:lnTo>
                  <a:lnTo>
                    <a:pt x="2055075" y="1068451"/>
                  </a:lnTo>
                  <a:lnTo>
                    <a:pt x="2053958" y="1067981"/>
                  </a:lnTo>
                  <a:lnTo>
                    <a:pt x="2051329" y="1067981"/>
                  </a:lnTo>
                  <a:lnTo>
                    <a:pt x="2050211" y="1068451"/>
                  </a:lnTo>
                  <a:lnTo>
                    <a:pt x="2048344" y="1070305"/>
                  </a:lnTo>
                  <a:lnTo>
                    <a:pt x="2047875" y="1071422"/>
                  </a:lnTo>
                  <a:lnTo>
                    <a:pt x="2047875" y="1074051"/>
                  </a:lnTo>
                  <a:lnTo>
                    <a:pt x="2048344" y="1075182"/>
                  </a:lnTo>
                  <a:lnTo>
                    <a:pt x="2050211" y="1077036"/>
                  </a:lnTo>
                  <a:lnTo>
                    <a:pt x="2051329" y="1077506"/>
                  </a:lnTo>
                  <a:lnTo>
                    <a:pt x="2053958" y="1077506"/>
                  </a:lnTo>
                  <a:lnTo>
                    <a:pt x="2055075" y="1077036"/>
                  </a:lnTo>
                  <a:lnTo>
                    <a:pt x="2056942" y="1075182"/>
                  </a:lnTo>
                  <a:lnTo>
                    <a:pt x="2057400" y="1074051"/>
                  </a:lnTo>
                  <a:lnTo>
                    <a:pt x="2057400" y="1071422"/>
                  </a:lnTo>
                  <a:close/>
                </a:path>
                <a:path w="4819650" h="2679700">
                  <a:moveTo>
                    <a:pt x="2057400" y="537438"/>
                  </a:moveTo>
                  <a:lnTo>
                    <a:pt x="2056942" y="536308"/>
                  </a:lnTo>
                  <a:lnTo>
                    <a:pt x="2055075" y="534454"/>
                  </a:lnTo>
                  <a:lnTo>
                    <a:pt x="2053958" y="533984"/>
                  </a:lnTo>
                  <a:lnTo>
                    <a:pt x="2051329" y="533984"/>
                  </a:lnTo>
                  <a:lnTo>
                    <a:pt x="2050211" y="534454"/>
                  </a:lnTo>
                  <a:lnTo>
                    <a:pt x="2048344" y="536308"/>
                  </a:lnTo>
                  <a:lnTo>
                    <a:pt x="2047875" y="537438"/>
                  </a:lnTo>
                  <a:lnTo>
                    <a:pt x="2047875" y="540067"/>
                  </a:lnTo>
                  <a:lnTo>
                    <a:pt x="2048344" y="541185"/>
                  </a:lnTo>
                  <a:lnTo>
                    <a:pt x="2050211" y="543052"/>
                  </a:lnTo>
                  <a:lnTo>
                    <a:pt x="2051329" y="543509"/>
                  </a:lnTo>
                  <a:lnTo>
                    <a:pt x="2053958" y="543509"/>
                  </a:lnTo>
                  <a:lnTo>
                    <a:pt x="2055075" y="543052"/>
                  </a:lnTo>
                  <a:lnTo>
                    <a:pt x="2056942" y="541185"/>
                  </a:lnTo>
                  <a:lnTo>
                    <a:pt x="2057400" y="540067"/>
                  </a:lnTo>
                  <a:lnTo>
                    <a:pt x="2057400" y="537438"/>
                  </a:lnTo>
                  <a:close/>
                </a:path>
                <a:path w="4819650" h="2679700">
                  <a:moveTo>
                    <a:pt x="2057400" y="3441"/>
                  </a:moveTo>
                  <a:lnTo>
                    <a:pt x="2056942" y="2324"/>
                  </a:lnTo>
                  <a:lnTo>
                    <a:pt x="2055075" y="469"/>
                  </a:lnTo>
                  <a:lnTo>
                    <a:pt x="2053958" y="0"/>
                  </a:lnTo>
                  <a:lnTo>
                    <a:pt x="2051329" y="0"/>
                  </a:lnTo>
                  <a:lnTo>
                    <a:pt x="2050211" y="469"/>
                  </a:lnTo>
                  <a:lnTo>
                    <a:pt x="2048344" y="2324"/>
                  </a:lnTo>
                  <a:lnTo>
                    <a:pt x="2047875" y="3441"/>
                  </a:lnTo>
                  <a:lnTo>
                    <a:pt x="2047875" y="6070"/>
                  </a:lnTo>
                  <a:lnTo>
                    <a:pt x="2048344" y="7200"/>
                  </a:lnTo>
                  <a:lnTo>
                    <a:pt x="2050211" y="9055"/>
                  </a:lnTo>
                  <a:lnTo>
                    <a:pt x="2051329" y="9525"/>
                  </a:lnTo>
                  <a:lnTo>
                    <a:pt x="2053958" y="9525"/>
                  </a:lnTo>
                  <a:lnTo>
                    <a:pt x="2055075" y="9055"/>
                  </a:lnTo>
                  <a:lnTo>
                    <a:pt x="2056942" y="7200"/>
                  </a:lnTo>
                  <a:lnTo>
                    <a:pt x="2057400" y="6070"/>
                  </a:lnTo>
                  <a:lnTo>
                    <a:pt x="2057400" y="3441"/>
                  </a:lnTo>
                  <a:close/>
                </a:path>
                <a:path w="4819650" h="2679700">
                  <a:moveTo>
                    <a:pt x="2105025" y="2673400"/>
                  </a:moveTo>
                  <a:lnTo>
                    <a:pt x="2104567" y="2672283"/>
                  </a:lnTo>
                  <a:lnTo>
                    <a:pt x="2102700" y="2670416"/>
                  </a:lnTo>
                  <a:lnTo>
                    <a:pt x="2101583" y="2669946"/>
                  </a:lnTo>
                  <a:lnTo>
                    <a:pt x="2098954" y="2669946"/>
                  </a:lnTo>
                  <a:lnTo>
                    <a:pt x="2097836" y="2670416"/>
                  </a:lnTo>
                  <a:lnTo>
                    <a:pt x="2095969" y="2672283"/>
                  </a:lnTo>
                  <a:lnTo>
                    <a:pt x="2095500" y="2673400"/>
                  </a:lnTo>
                  <a:lnTo>
                    <a:pt x="2095500" y="2676029"/>
                  </a:lnTo>
                  <a:lnTo>
                    <a:pt x="2095969" y="2677147"/>
                  </a:lnTo>
                  <a:lnTo>
                    <a:pt x="2097836" y="2679014"/>
                  </a:lnTo>
                  <a:lnTo>
                    <a:pt x="2098954" y="2679471"/>
                  </a:lnTo>
                  <a:lnTo>
                    <a:pt x="2101583" y="2679471"/>
                  </a:lnTo>
                  <a:lnTo>
                    <a:pt x="2102700" y="2679014"/>
                  </a:lnTo>
                  <a:lnTo>
                    <a:pt x="2104567" y="2677147"/>
                  </a:lnTo>
                  <a:lnTo>
                    <a:pt x="2105025" y="2676029"/>
                  </a:lnTo>
                  <a:lnTo>
                    <a:pt x="2105025" y="2673400"/>
                  </a:lnTo>
                  <a:close/>
                </a:path>
                <a:path w="4819650" h="2679700">
                  <a:moveTo>
                    <a:pt x="2105025" y="2139404"/>
                  </a:moveTo>
                  <a:lnTo>
                    <a:pt x="2104567" y="2138286"/>
                  </a:lnTo>
                  <a:lnTo>
                    <a:pt x="2102700" y="2136432"/>
                  </a:lnTo>
                  <a:lnTo>
                    <a:pt x="2101583" y="2135962"/>
                  </a:lnTo>
                  <a:lnTo>
                    <a:pt x="2098954" y="2135962"/>
                  </a:lnTo>
                  <a:lnTo>
                    <a:pt x="2097836" y="2136432"/>
                  </a:lnTo>
                  <a:lnTo>
                    <a:pt x="2095969" y="2138286"/>
                  </a:lnTo>
                  <a:lnTo>
                    <a:pt x="2095500" y="2139404"/>
                  </a:lnTo>
                  <a:lnTo>
                    <a:pt x="2095500" y="2142045"/>
                  </a:lnTo>
                  <a:lnTo>
                    <a:pt x="2095969" y="2143163"/>
                  </a:lnTo>
                  <a:lnTo>
                    <a:pt x="2097836" y="2145017"/>
                  </a:lnTo>
                  <a:lnTo>
                    <a:pt x="2098954" y="2145487"/>
                  </a:lnTo>
                  <a:lnTo>
                    <a:pt x="2101583" y="2145487"/>
                  </a:lnTo>
                  <a:lnTo>
                    <a:pt x="2102700" y="2145017"/>
                  </a:lnTo>
                  <a:lnTo>
                    <a:pt x="2104567" y="2143163"/>
                  </a:lnTo>
                  <a:lnTo>
                    <a:pt x="2105025" y="2142045"/>
                  </a:lnTo>
                  <a:lnTo>
                    <a:pt x="2105025" y="2139404"/>
                  </a:lnTo>
                  <a:close/>
                </a:path>
                <a:path w="4819650" h="2679700">
                  <a:moveTo>
                    <a:pt x="2105025" y="1605419"/>
                  </a:moveTo>
                  <a:lnTo>
                    <a:pt x="2104567" y="1604302"/>
                  </a:lnTo>
                  <a:lnTo>
                    <a:pt x="2102700" y="1602435"/>
                  </a:lnTo>
                  <a:lnTo>
                    <a:pt x="2101583" y="1601965"/>
                  </a:lnTo>
                  <a:lnTo>
                    <a:pt x="2098954" y="1601965"/>
                  </a:lnTo>
                  <a:lnTo>
                    <a:pt x="2097836" y="1602435"/>
                  </a:lnTo>
                  <a:lnTo>
                    <a:pt x="2095969" y="1604302"/>
                  </a:lnTo>
                  <a:lnTo>
                    <a:pt x="2095500" y="1605419"/>
                  </a:lnTo>
                  <a:lnTo>
                    <a:pt x="2095500" y="1608048"/>
                  </a:lnTo>
                  <a:lnTo>
                    <a:pt x="2095969" y="1609166"/>
                  </a:lnTo>
                  <a:lnTo>
                    <a:pt x="2097836" y="1611033"/>
                  </a:lnTo>
                  <a:lnTo>
                    <a:pt x="2098954" y="1611490"/>
                  </a:lnTo>
                  <a:lnTo>
                    <a:pt x="2101583" y="1611490"/>
                  </a:lnTo>
                  <a:lnTo>
                    <a:pt x="2102700" y="1611033"/>
                  </a:lnTo>
                  <a:lnTo>
                    <a:pt x="2104567" y="1609166"/>
                  </a:lnTo>
                  <a:lnTo>
                    <a:pt x="2105025" y="1608048"/>
                  </a:lnTo>
                  <a:lnTo>
                    <a:pt x="2105025" y="1605419"/>
                  </a:lnTo>
                  <a:close/>
                </a:path>
                <a:path w="4819650" h="2679700">
                  <a:moveTo>
                    <a:pt x="2105025" y="1071422"/>
                  </a:moveTo>
                  <a:lnTo>
                    <a:pt x="2104567" y="1070305"/>
                  </a:lnTo>
                  <a:lnTo>
                    <a:pt x="2102700" y="1068451"/>
                  </a:lnTo>
                  <a:lnTo>
                    <a:pt x="2101583" y="1067981"/>
                  </a:lnTo>
                  <a:lnTo>
                    <a:pt x="2098954" y="1067981"/>
                  </a:lnTo>
                  <a:lnTo>
                    <a:pt x="2097836" y="1068451"/>
                  </a:lnTo>
                  <a:lnTo>
                    <a:pt x="2095969" y="1070305"/>
                  </a:lnTo>
                  <a:lnTo>
                    <a:pt x="2095500" y="1071422"/>
                  </a:lnTo>
                  <a:lnTo>
                    <a:pt x="2095500" y="1074051"/>
                  </a:lnTo>
                  <a:lnTo>
                    <a:pt x="2095969" y="1075182"/>
                  </a:lnTo>
                  <a:lnTo>
                    <a:pt x="2097836" y="1077036"/>
                  </a:lnTo>
                  <a:lnTo>
                    <a:pt x="2098954" y="1077506"/>
                  </a:lnTo>
                  <a:lnTo>
                    <a:pt x="2101583" y="1077506"/>
                  </a:lnTo>
                  <a:lnTo>
                    <a:pt x="2102700" y="1077036"/>
                  </a:lnTo>
                  <a:lnTo>
                    <a:pt x="2104567" y="1075182"/>
                  </a:lnTo>
                  <a:lnTo>
                    <a:pt x="2105025" y="1074051"/>
                  </a:lnTo>
                  <a:lnTo>
                    <a:pt x="2105025" y="1071422"/>
                  </a:lnTo>
                  <a:close/>
                </a:path>
                <a:path w="4819650" h="2679700">
                  <a:moveTo>
                    <a:pt x="2105025" y="537438"/>
                  </a:moveTo>
                  <a:lnTo>
                    <a:pt x="2104567" y="536308"/>
                  </a:lnTo>
                  <a:lnTo>
                    <a:pt x="2102700" y="534454"/>
                  </a:lnTo>
                  <a:lnTo>
                    <a:pt x="2101583" y="533984"/>
                  </a:lnTo>
                  <a:lnTo>
                    <a:pt x="2098954" y="533984"/>
                  </a:lnTo>
                  <a:lnTo>
                    <a:pt x="2097836" y="534454"/>
                  </a:lnTo>
                  <a:lnTo>
                    <a:pt x="2095969" y="536308"/>
                  </a:lnTo>
                  <a:lnTo>
                    <a:pt x="2095500" y="537438"/>
                  </a:lnTo>
                  <a:lnTo>
                    <a:pt x="2095500" y="540067"/>
                  </a:lnTo>
                  <a:lnTo>
                    <a:pt x="2095969" y="541185"/>
                  </a:lnTo>
                  <a:lnTo>
                    <a:pt x="2097836" y="543052"/>
                  </a:lnTo>
                  <a:lnTo>
                    <a:pt x="2098954" y="543509"/>
                  </a:lnTo>
                  <a:lnTo>
                    <a:pt x="2101583" y="543509"/>
                  </a:lnTo>
                  <a:lnTo>
                    <a:pt x="2102700" y="543052"/>
                  </a:lnTo>
                  <a:lnTo>
                    <a:pt x="2104567" y="541185"/>
                  </a:lnTo>
                  <a:lnTo>
                    <a:pt x="2105025" y="540067"/>
                  </a:lnTo>
                  <a:lnTo>
                    <a:pt x="2105025" y="537438"/>
                  </a:lnTo>
                  <a:close/>
                </a:path>
                <a:path w="4819650" h="2679700">
                  <a:moveTo>
                    <a:pt x="2105025" y="3441"/>
                  </a:moveTo>
                  <a:lnTo>
                    <a:pt x="2104567" y="2324"/>
                  </a:lnTo>
                  <a:lnTo>
                    <a:pt x="2102700" y="469"/>
                  </a:lnTo>
                  <a:lnTo>
                    <a:pt x="2101583" y="0"/>
                  </a:lnTo>
                  <a:lnTo>
                    <a:pt x="2098954" y="0"/>
                  </a:lnTo>
                  <a:lnTo>
                    <a:pt x="2097836" y="469"/>
                  </a:lnTo>
                  <a:lnTo>
                    <a:pt x="2095969" y="2324"/>
                  </a:lnTo>
                  <a:lnTo>
                    <a:pt x="2095500" y="3441"/>
                  </a:lnTo>
                  <a:lnTo>
                    <a:pt x="2095500" y="6070"/>
                  </a:lnTo>
                  <a:lnTo>
                    <a:pt x="2095969" y="7200"/>
                  </a:lnTo>
                  <a:lnTo>
                    <a:pt x="2097836" y="9055"/>
                  </a:lnTo>
                  <a:lnTo>
                    <a:pt x="2098954" y="9525"/>
                  </a:lnTo>
                  <a:lnTo>
                    <a:pt x="2101583" y="9525"/>
                  </a:lnTo>
                  <a:lnTo>
                    <a:pt x="2102700" y="9055"/>
                  </a:lnTo>
                  <a:lnTo>
                    <a:pt x="2104567" y="7200"/>
                  </a:lnTo>
                  <a:lnTo>
                    <a:pt x="2105025" y="6070"/>
                  </a:lnTo>
                  <a:lnTo>
                    <a:pt x="2105025" y="3441"/>
                  </a:lnTo>
                  <a:close/>
                </a:path>
                <a:path w="4819650" h="2679700">
                  <a:moveTo>
                    <a:pt x="2152650" y="2673400"/>
                  </a:moveTo>
                  <a:lnTo>
                    <a:pt x="2152192" y="2672283"/>
                  </a:lnTo>
                  <a:lnTo>
                    <a:pt x="2150326" y="2670416"/>
                  </a:lnTo>
                  <a:lnTo>
                    <a:pt x="2149208" y="2669946"/>
                  </a:lnTo>
                  <a:lnTo>
                    <a:pt x="2146579" y="2669946"/>
                  </a:lnTo>
                  <a:lnTo>
                    <a:pt x="2145461" y="2670416"/>
                  </a:lnTo>
                  <a:lnTo>
                    <a:pt x="2143595" y="2672283"/>
                  </a:lnTo>
                  <a:lnTo>
                    <a:pt x="2143125" y="2673400"/>
                  </a:lnTo>
                  <a:lnTo>
                    <a:pt x="2143125" y="2676029"/>
                  </a:lnTo>
                  <a:lnTo>
                    <a:pt x="2143595" y="2677147"/>
                  </a:lnTo>
                  <a:lnTo>
                    <a:pt x="2145461" y="2679014"/>
                  </a:lnTo>
                  <a:lnTo>
                    <a:pt x="2146579" y="2679471"/>
                  </a:lnTo>
                  <a:lnTo>
                    <a:pt x="2149208" y="2679471"/>
                  </a:lnTo>
                  <a:lnTo>
                    <a:pt x="2150326" y="2679014"/>
                  </a:lnTo>
                  <a:lnTo>
                    <a:pt x="2152192" y="2677147"/>
                  </a:lnTo>
                  <a:lnTo>
                    <a:pt x="2152650" y="2676029"/>
                  </a:lnTo>
                  <a:lnTo>
                    <a:pt x="2152650" y="2673400"/>
                  </a:lnTo>
                  <a:close/>
                </a:path>
                <a:path w="4819650" h="2679700">
                  <a:moveTo>
                    <a:pt x="2152650" y="2139404"/>
                  </a:moveTo>
                  <a:lnTo>
                    <a:pt x="2152192" y="2138286"/>
                  </a:lnTo>
                  <a:lnTo>
                    <a:pt x="2150326" y="2136432"/>
                  </a:lnTo>
                  <a:lnTo>
                    <a:pt x="2149208" y="2135962"/>
                  </a:lnTo>
                  <a:lnTo>
                    <a:pt x="2146579" y="2135962"/>
                  </a:lnTo>
                  <a:lnTo>
                    <a:pt x="2145461" y="2136432"/>
                  </a:lnTo>
                  <a:lnTo>
                    <a:pt x="2143595" y="2138286"/>
                  </a:lnTo>
                  <a:lnTo>
                    <a:pt x="2143125" y="2139404"/>
                  </a:lnTo>
                  <a:lnTo>
                    <a:pt x="2143125" y="2142045"/>
                  </a:lnTo>
                  <a:lnTo>
                    <a:pt x="2143595" y="2143163"/>
                  </a:lnTo>
                  <a:lnTo>
                    <a:pt x="2145461" y="2145017"/>
                  </a:lnTo>
                  <a:lnTo>
                    <a:pt x="2146579" y="2145487"/>
                  </a:lnTo>
                  <a:lnTo>
                    <a:pt x="2149208" y="2145487"/>
                  </a:lnTo>
                  <a:lnTo>
                    <a:pt x="2150326" y="2145017"/>
                  </a:lnTo>
                  <a:lnTo>
                    <a:pt x="2152192" y="2143163"/>
                  </a:lnTo>
                  <a:lnTo>
                    <a:pt x="2152650" y="2142045"/>
                  </a:lnTo>
                  <a:lnTo>
                    <a:pt x="2152650" y="2139404"/>
                  </a:lnTo>
                  <a:close/>
                </a:path>
                <a:path w="4819650" h="2679700">
                  <a:moveTo>
                    <a:pt x="2152650" y="1605419"/>
                  </a:moveTo>
                  <a:lnTo>
                    <a:pt x="2152192" y="1604302"/>
                  </a:lnTo>
                  <a:lnTo>
                    <a:pt x="2150326" y="1602435"/>
                  </a:lnTo>
                  <a:lnTo>
                    <a:pt x="2149208" y="1601965"/>
                  </a:lnTo>
                  <a:lnTo>
                    <a:pt x="2146579" y="1601965"/>
                  </a:lnTo>
                  <a:lnTo>
                    <a:pt x="2145461" y="1602435"/>
                  </a:lnTo>
                  <a:lnTo>
                    <a:pt x="2143595" y="1604302"/>
                  </a:lnTo>
                  <a:lnTo>
                    <a:pt x="2143125" y="1605419"/>
                  </a:lnTo>
                  <a:lnTo>
                    <a:pt x="2143125" y="1608048"/>
                  </a:lnTo>
                  <a:lnTo>
                    <a:pt x="2143595" y="1609166"/>
                  </a:lnTo>
                  <a:lnTo>
                    <a:pt x="2145461" y="1611033"/>
                  </a:lnTo>
                  <a:lnTo>
                    <a:pt x="2146579" y="1611490"/>
                  </a:lnTo>
                  <a:lnTo>
                    <a:pt x="2149208" y="1611490"/>
                  </a:lnTo>
                  <a:lnTo>
                    <a:pt x="2150326" y="1611033"/>
                  </a:lnTo>
                  <a:lnTo>
                    <a:pt x="2152192" y="1609166"/>
                  </a:lnTo>
                  <a:lnTo>
                    <a:pt x="2152650" y="1608048"/>
                  </a:lnTo>
                  <a:lnTo>
                    <a:pt x="2152650" y="1605419"/>
                  </a:lnTo>
                  <a:close/>
                </a:path>
                <a:path w="4819650" h="2679700">
                  <a:moveTo>
                    <a:pt x="2152650" y="1071422"/>
                  </a:moveTo>
                  <a:lnTo>
                    <a:pt x="2152192" y="1070305"/>
                  </a:lnTo>
                  <a:lnTo>
                    <a:pt x="2150326" y="1068451"/>
                  </a:lnTo>
                  <a:lnTo>
                    <a:pt x="2149208" y="1067981"/>
                  </a:lnTo>
                  <a:lnTo>
                    <a:pt x="2146579" y="1067981"/>
                  </a:lnTo>
                  <a:lnTo>
                    <a:pt x="2145461" y="1068451"/>
                  </a:lnTo>
                  <a:lnTo>
                    <a:pt x="2143595" y="1070305"/>
                  </a:lnTo>
                  <a:lnTo>
                    <a:pt x="2143125" y="1071422"/>
                  </a:lnTo>
                  <a:lnTo>
                    <a:pt x="2143125" y="1074051"/>
                  </a:lnTo>
                  <a:lnTo>
                    <a:pt x="2143595" y="1075182"/>
                  </a:lnTo>
                  <a:lnTo>
                    <a:pt x="2145461" y="1077036"/>
                  </a:lnTo>
                  <a:lnTo>
                    <a:pt x="2146579" y="1077506"/>
                  </a:lnTo>
                  <a:lnTo>
                    <a:pt x="2149208" y="1077506"/>
                  </a:lnTo>
                  <a:lnTo>
                    <a:pt x="2150326" y="1077036"/>
                  </a:lnTo>
                  <a:lnTo>
                    <a:pt x="2152192" y="1075182"/>
                  </a:lnTo>
                  <a:lnTo>
                    <a:pt x="2152650" y="1074051"/>
                  </a:lnTo>
                  <a:lnTo>
                    <a:pt x="2152650" y="1071422"/>
                  </a:lnTo>
                  <a:close/>
                </a:path>
                <a:path w="4819650" h="2679700">
                  <a:moveTo>
                    <a:pt x="2152650" y="537438"/>
                  </a:moveTo>
                  <a:lnTo>
                    <a:pt x="2152192" y="536308"/>
                  </a:lnTo>
                  <a:lnTo>
                    <a:pt x="2150326" y="534454"/>
                  </a:lnTo>
                  <a:lnTo>
                    <a:pt x="2149208" y="533984"/>
                  </a:lnTo>
                  <a:lnTo>
                    <a:pt x="2146579" y="533984"/>
                  </a:lnTo>
                  <a:lnTo>
                    <a:pt x="2145461" y="534454"/>
                  </a:lnTo>
                  <a:lnTo>
                    <a:pt x="2143595" y="536308"/>
                  </a:lnTo>
                  <a:lnTo>
                    <a:pt x="2143125" y="537438"/>
                  </a:lnTo>
                  <a:lnTo>
                    <a:pt x="2143125" y="540067"/>
                  </a:lnTo>
                  <a:lnTo>
                    <a:pt x="2143595" y="541185"/>
                  </a:lnTo>
                  <a:lnTo>
                    <a:pt x="2145461" y="543052"/>
                  </a:lnTo>
                  <a:lnTo>
                    <a:pt x="2146579" y="543509"/>
                  </a:lnTo>
                  <a:lnTo>
                    <a:pt x="2149208" y="543509"/>
                  </a:lnTo>
                  <a:lnTo>
                    <a:pt x="2150326" y="543052"/>
                  </a:lnTo>
                  <a:lnTo>
                    <a:pt x="2152192" y="541185"/>
                  </a:lnTo>
                  <a:lnTo>
                    <a:pt x="2152650" y="540067"/>
                  </a:lnTo>
                  <a:lnTo>
                    <a:pt x="2152650" y="537438"/>
                  </a:lnTo>
                  <a:close/>
                </a:path>
                <a:path w="4819650" h="2679700">
                  <a:moveTo>
                    <a:pt x="2152650" y="3441"/>
                  </a:moveTo>
                  <a:lnTo>
                    <a:pt x="2152192" y="2324"/>
                  </a:lnTo>
                  <a:lnTo>
                    <a:pt x="2150326" y="469"/>
                  </a:lnTo>
                  <a:lnTo>
                    <a:pt x="2149208" y="0"/>
                  </a:lnTo>
                  <a:lnTo>
                    <a:pt x="2146579" y="0"/>
                  </a:lnTo>
                  <a:lnTo>
                    <a:pt x="2145461" y="469"/>
                  </a:lnTo>
                  <a:lnTo>
                    <a:pt x="2143595" y="2324"/>
                  </a:lnTo>
                  <a:lnTo>
                    <a:pt x="2143125" y="3441"/>
                  </a:lnTo>
                  <a:lnTo>
                    <a:pt x="2143125" y="6070"/>
                  </a:lnTo>
                  <a:lnTo>
                    <a:pt x="2143595" y="7200"/>
                  </a:lnTo>
                  <a:lnTo>
                    <a:pt x="2145461" y="9055"/>
                  </a:lnTo>
                  <a:lnTo>
                    <a:pt x="2146579" y="9525"/>
                  </a:lnTo>
                  <a:lnTo>
                    <a:pt x="2149208" y="9525"/>
                  </a:lnTo>
                  <a:lnTo>
                    <a:pt x="2150326" y="9055"/>
                  </a:lnTo>
                  <a:lnTo>
                    <a:pt x="2152192" y="7200"/>
                  </a:lnTo>
                  <a:lnTo>
                    <a:pt x="2152650" y="6070"/>
                  </a:lnTo>
                  <a:lnTo>
                    <a:pt x="2152650" y="3441"/>
                  </a:lnTo>
                  <a:close/>
                </a:path>
                <a:path w="4819650" h="2679700">
                  <a:moveTo>
                    <a:pt x="2200275" y="2673400"/>
                  </a:moveTo>
                  <a:lnTo>
                    <a:pt x="2199817" y="2672283"/>
                  </a:lnTo>
                  <a:lnTo>
                    <a:pt x="2197951" y="2670416"/>
                  </a:lnTo>
                  <a:lnTo>
                    <a:pt x="2196833" y="2669946"/>
                  </a:lnTo>
                  <a:lnTo>
                    <a:pt x="2194204" y="2669946"/>
                  </a:lnTo>
                  <a:lnTo>
                    <a:pt x="2193086" y="2670416"/>
                  </a:lnTo>
                  <a:lnTo>
                    <a:pt x="2191220" y="2672283"/>
                  </a:lnTo>
                  <a:lnTo>
                    <a:pt x="2190750" y="2673400"/>
                  </a:lnTo>
                  <a:lnTo>
                    <a:pt x="2190750" y="2676029"/>
                  </a:lnTo>
                  <a:lnTo>
                    <a:pt x="2191220" y="2677147"/>
                  </a:lnTo>
                  <a:lnTo>
                    <a:pt x="2193086" y="2679014"/>
                  </a:lnTo>
                  <a:lnTo>
                    <a:pt x="2194204" y="2679471"/>
                  </a:lnTo>
                  <a:lnTo>
                    <a:pt x="2196833" y="2679471"/>
                  </a:lnTo>
                  <a:lnTo>
                    <a:pt x="2197951" y="2679014"/>
                  </a:lnTo>
                  <a:lnTo>
                    <a:pt x="2199817" y="2677147"/>
                  </a:lnTo>
                  <a:lnTo>
                    <a:pt x="2200275" y="2676029"/>
                  </a:lnTo>
                  <a:lnTo>
                    <a:pt x="2200275" y="2673400"/>
                  </a:lnTo>
                  <a:close/>
                </a:path>
                <a:path w="4819650" h="2679700">
                  <a:moveTo>
                    <a:pt x="2200275" y="2139404"/>
                  </a:moveTo>
                  <a:lnTo>
                    <a:pt x="2199817" y="2138286"/>
                  </a:lnTo>
                  <a:lnTo>
                    <a:pt x="2197951" y="2136432"/>
                  </a:lnTo>
                  <a:lnTo>
                    <a:pt x="2196833" y="2135962"/>
                  </a:lnTo>
                  <a:lnTo>
                    <a:pt x="2194204" y="2135962"/>
                  </a:lnTo>
                  <a:lnTo>
                    <a:pt x="2193086" y="2136432"/>
                  </a:lnTo>
                  <a:lnTo>
                    <a:pt x="2191220" y="2138286"/>
                  </a:lnTo>
                  <a:lnTo>
                    <a:pt x="2190750" y="2139404"/>
                  </a:lnTo>
                  <a:lnTo>
                    <a:pt x="2190750" y="2142045"/>
                  </a:lnTo>
                  <a:lnTo>
                    <a:pt x="2191220" y="2143163"/>
                  </a:lnTo>
                  <a:lnTo>
                    <a:pt x="2193086" y="2145017"/>
                  </a:lnTo>
                  <a:lnTo>
                    <a:pt x="2194204" y="2145487"/>
                  </a:lnTo>
                  <a:lnTo>
                    <a:pt x="2196833" y="2145487"/>
                  </a:lnTo>
                  <a:lnTo>
                    <a:pt x="2197951" y="2145017"/>
                  </a:lnTo>
                  <a:lnTo>
                    <a:pt x="2199817" y="2143163"/>
                  </a:lnTo>
                  <a:lnTo>
                    <a:pt x="2200275" y="2142045"/>
                  </a:lnTo>
                  <a:lnTo>
                    <a:pt x="2200275" y="2139404"/>
                  </a:lnTo>
                  <a:close/>
                </a:path>
                <a:path w="4819650" h="2679700">
                  <a:moveTo>
                    <a:pt x="2200275" y="1605419"/>
                  </a:moveTo>
                  <a:lnTo>
                    <a:pt x="2199817" y="1604302"/>
                  </a:lnTo>
                  <a:lnTo>
                    <a:pt x="2197951" y="1602435"/>
                  </a:lnTo>
                  <a:lnTo>
                    <a:pt x="2196833" y="1601965"/>
                  </a:lnTo>
                  <a:lnTo>
                    <a:pt x="2194204" y="1601965"/>
                  </a:lnTo>
                  <a:lnTo>
                    <a:pt x="2193086" y="1602435"/>
                  </a:lnTo>
                  <a:lnTo>
                    <a:pt x="2191220" y="1604302"/>
                  </a:lnTo>
                  <a:lnTo>
                    <a:pt x="2190750" y="1605419"/>
                  </a:lnTo>
                  <a:lnTo>
                    <a:pt x="2190750" y="1608048"/>
                  </a:lnTo>
                  <a:lnTo>
                    <a:pt x="2191220" y="1609166"/>
                  </a:lnTo>
                  <a:lnTo>
                    <a:pt x="2193086" y="1611033"/>
                  </a:lnTo>
                  <a:lnTo>
                    <a:pt x="2194204" y="1611490"/>
                  </a:lnTo>
                  <a:lnTo>
                    <a:pt x="2196833" y="1611490"/>
                  </a:lnTo>
                  <a:lnTo>
                    <a:pt x="2197951" y="1611033"/>
                  </a:lnTo>
                  <a:lnTo>
                    <a:pt x="2199817" y="1609166"/>
                  </a:lnTo>
                  <a:lnTo>
                    <a:pt x="2200275" y="1608048"/>
                  </a:lnTo>
                  <a:lnTo>
                    <a:pt x="2200275" y="1605419"/>
                  </a:lnTo>
                  <a:close/>
                </a:path>
                <a:path w="4819650" h="2679700">
                  <a:moveTo>
                    <a:pt x="2200275" y="1071422"/>
                  </a:moveTo>
                  <a:lnTo>
                    <a:pt x="2199817" y="1070305"/>
                  </a:lnTo>
                  <a:lnTo>
                    <a:pt x="2197951" y="1068451"/>
                  </a:lnTo>
                  <a:lnTo>
                    <a:pt x="2196833" y="1067981"/>
                  </a:lnTo>
                  <a:lnTo>
                    <a:pt x="2194204" y="1067981"/>
                  </a:lnTo>
                  <a:lnTo>
                    <a:pt x="2193086" y="1068451"/>
                  </a:lnTo>
                  <a:lnTo>
                    <a:pt x="2191220" y="1070305"/>
                  </a:lnTo>
                  <a:lnTo>
                    <a:pt x="2190750" y="1071422"/>
                  </a:lnTo>
                  <a:lnTo>
                    <a:pt x="2190750" y="1074051"/>
                  </a:lnTo>
                  <a:lnTo>
                    <a:pt x="2191220" y="1075182"/>
                  </a:lnTo>
                  <a:lnTo>
                    <a:pt x="2193086" y="1077036"/>
                  </a:lnTo>
                  <a:lnTo>
                    <a:pt x="2194204" y="1077506"/>
                  </a:lnTo>
                  <a:lnTo>
                    <a:pt x="2196833" y="1077506"/>
                  </a:lnTo>
                  <a:lnTo>
                    <a:pt x="2197951" y="1077036"/>
                  </a:lnTo>
                  <a:lnTo>
                    <a:pt x="2199817" y="1075182"/>
                  </a:lnTo>
                  <a:lnTo>
                    <a:pt x="2200275" y="1074051"/>
                  </a:lnTo>
                  <a:lnTo>
                    <a:pt x="2200275" y="1071422"/>
                  </a:lnTo>
                  <a:close/>
                </a:path>
                <a:path w="4819650" h="2679700">
                  <a:moveTo>
                    <a:pt x="2200275" y="537438"/>
                  </a:moveTo>
                  <a:lnTo>
                    <a:pt x="2199817" y="536308"/>
                  </a:lnTo>
                  <a:lnTo>
                    <a:pt x="2197951" y="534454"/>
                  </a:lnTo>
                  <a:lnTo>
                    <a:pt x="2196833" y="533984"/>
                  </a:lnTo>
                  <a:lnTo>
                    <a:pt x="2194204" y="533984"/>
                  </a:lnTo>
                  <a:lnTo>
                    <a:pt x="2193086" y="534454"/>
                  </a:lnTo>
                  <a:lnTo>
                    <a:pt x="2191220" y="536308"/>
                  </a:lnTo>
                  <a:lnTo>
                    <a:pt x="2190750" y="537438"/>
                  </a:lnTo>
                  <a:lnTo>
                    <a:pt x="2190750" y="540067"/>
                  </a:lnTo>
                  <a:lnTo>
                    <a:pt x="2191220" y="541185"/>
                  </a:lnTo>
                  <a:lnTo>
                    <a:pt x="2193086" y="543052"/>
                  </a:lnTo>
                  <a:lnTo>
                    <a:pt x="2194204" y="543509"/>
                  </a:lnTo>
                  <a:lnTo>
                    <a:pt x="2196833" y="543509"/>
                  </a:lnTo>
                  <a:lnTo>
                    <a:pt x="2197951" y="543052"/>
                  </a:lnTo>
                  <a:lnTo>
                    <a:pt x="2199817" y="541185"/>
                  </a:lnTo>
                  <a:lnTo>
                    <a:pt x="2200275" y="540067"/>
                  </a:lnTo>
                  <a:lnTo>
                    <a:pt x="2200275" y="537438"/>
                  </a:lnTo>
                  <a:close/>
                </a:path>
                <a:path w="4819650" h="2679700">
                  <a:moveTo>
                    <a:pt x="2200275" y="3441"/>
                  </a:moveTo>
                  <a:lnTo>
                    <a:pt x="2199817" y="2324"/>
                  </a:lnTo>
                  <a:lnTo>
                    <a:pt x="2197951" y="469"/>
                  </a:lnTo>
                  <a:lnTo>
                    <a:pt x="2196833" y="0"/>
                  </a:lnTo>
                  <a:lnTo>
                    <a:pt x="2194204" y="0"/>
                  </a:lnTo>
                  <a:lnTo>
                    <a:pt x="2193086" y="469"/>
                  </a:lnTo>
                  <a:lnTo>
                    <a:pt x="2191220" y="2324"/>
                  </a:lnTo>
                  <a:lnTo>
                    <a:pt x="2190750" y="3441"/>
                  </a:lnTo>
                  <a:lnTo>
                    <a:pt x="2190750" y="6070"/>
                  </a:lnTo>
                  <a:lnTo>
                    <a:pt x="2191220" y="7200"/>
                  </a:lnTo>
                  <a:lnTo>
                    <a:pt x="2193086" y="9055"/>
                  </a:lnTo>
                  <a:lnTo>
                    <a:pt x="2194204" y="9525"/>
                  </a:lnTo>
                  <a:lnTo>
                    <a:pt x="2196833" y="9525"/>
                  </a:lnTo>
                  <a:lnTo>
                    <a:pt x="2197951" y="9055"/>
                  </a:lnTo>
                  <a:lnTo>
                    <a:pt x="2199817" y="7200"/>
                  </a:lnTo>
                  <a:lnTo>
                    <a:pt x="2200275" y="6070"/>
                  </a:lnTo>
                  <a:lnTo>
                    <a:pt x="2200275" y="3441"/>
                  </a:lnTo>
                  <a:close/>
                </a:path>
                <a:path w="4819650" h="2679700">
                  <a:moveTo>
                    <a:pt x="2247900" y="2673400"/>
                  </a:moveTo>
                  <a:lnTo>
                    <a:pt x="2247442" y="2672283"/>
                  </a:lnTo>
                  <a:lnTo>
                    <a:pt x="2245576" y="2670416"/>
                  </a:lnTo>
                  <a:lnTo>
                    <a:pt x="2244458" y="2669946"/>
                  </a:lnTo>
                  <a:lnTo>
                    <a:pt x="2241829" y="2669946"/>
                  </a:lnTo>
                  <a:lnTo>
                    <a:pt x="2240711" y="2670416"/>
                  </a:lnTo>
                  <a:lnTo>
                    <a:pt x="2238845" y="2672283"/>
                  </a:lnTo>
                  <a:lnTo>
                    <a:pt x="2238375" y="2673400"/>
                  </a:lnTo>
                  <a:lnTo>
                    <a:pt x="2238375" y="2676029"/>
                  </a:lnTo>
                  <a:lnTo>
                    <a:pt x="2238845" y="2677147"/>
                  </a:lnTo>
                  <a:lnTo>
                    <a:pt x="2240711" y="2679014"/>
                  </a:lnTo>
                  <a:lnTo>
                    <a:pt x="2241829" y="2679471"/>
                  </a:lnTo>
                  <a:lnTo>
                    <a:pt x="2244458" y="2679471"/>
                  </a:lnTo>
                  <a:lnTo>
                    <a:pt x="2245576" y="2679014"/>
                  </a:lnTo>
                  <a:lnTo>
                    <a:pt x="2247442" y="2677147"/>
                  </a:lnTo>
                  <a:lnTo>
                    <a:pt x="2247900" y="2676029"/>
                  </a:lnTo>
                  <a:lnTo>
                    <a:pt x="2247900" y="2673400"/>
                  </a:lnTo>
                  <a:close/>
                </a:path>
                <a:path w="4819650" h="2679700">
                  <a:moveTo>
                    <a:pt x="2247900" y="2139404"/>
                  </a:moveTo>
                  <a:lnTo>
                    <a:pt x="2247442" y="2138286"/>
                  </a:lnTo>
                  <a:lnTo>
                    <a:pt x="2245576" y="2136432"/>
                  </a:lnTo>
                  <a:lnTo>
                    <a:pt x="2244458" y="2135962"/>
                  </a:lnTo>
                  <a:lnTo>
                    <a:pt x="2241829" y="2135962"/>
                  </a:lnTo>
                  <a:lnTo>
                    <a:pt x="2240711" y="2136432"/>
                  </a:lnTo>
                  <a:lnTo>
                    <a:pt x="2238845" y="2138286"/>
                  </a:lnTo>
                  <a:lnTo>
                    <a:pt x="2238375" y="2139404"/>
                  </a:lnTo>
                  <a:lnTo>
                    <a:pt x="2238375" y="2142045"/>
                  </a:lnTo>
                  <a:lnTo>
                    <a:pt x="2238845" y="2143163"/>
                  </a:lnTo>
                  <a:lnTo>
                    <a:pt x="2240711" y="2145017"/>
                  </a:lnTo>
                  <a:lnTo>
                    <a:pt x="2241829" y="2145487"/>
                  </a:lnTo>
                  <a:lnTo>
                    <a:pt x="2244458" y="2145487"/>
                  </a:lnTo>
                  <a:lnTo>
                    <a:pt x="2245576" y="2145017"/>
                  </a:lnTo>
                  <a:lnTo>
                    <a:pt x="2247442" y="2143163"/>
                  </a:lnTo>
                  <a:lnTo>
                    <a:pt x="2247900" y="2142045"/>
                  </a:lnTo>
                  <a:lnTo>
                    <a:pt x="2247900" y="2139404"/>
                  </a:lnTo>
                  <a:close/>
                </a:path>
                <a:path w="4819650" h="2679700">
                  <a:moveTo>
                    <a:pt x="2247900" y="1605419"/>
                  </a:moveTo>
                  <a:lnTo>
                    <a:pt x="2247442" y="1604302"/>
                  </a:lnTo>
                  <a:lnTo>
                    <a:pt x="2245576" y="1602435"/>
                  </a:lnTo>
                  <a:lnTo>
                    <a:pt x="2244458" y="1601965"/>
                  </a:lnTo>
                  <a:lnTo>
                    <a:pt x="2241829" y="1601965"/>
                  </a:lnTo>
                  <a:lnTo>
                    <a:pt x="2240711" y="1602435"/>
                  </a:lnTo>
                  <a:lnTo>
                    <a:pt x="2238845" y="1604302"/>
                  </a:lnTo>
                  <a:lnTo>
                    <a:pt x="2238375" y="1605419"/>
                  </a:lnTo>
                  <a:lnTo>
                    <a:pt x="2238375" y="1608048"/>
                  </a:lnTo>
                  <a:lnTo>
                    <a:pt x="2238845" y="1609166"/>
                  </a:lnTo>
                  <a:lnTo>
                    <a:pt x="2240711" y="1611033"/>
                  </a:lnTo>
                  <a:lnTo>
                    <a:pt x="2241829" y="1611490"/>
                  </a:lnTo>
                  <a:lnTo>
                    <a:pt x="2244458" y="1611490"/>
                  </a:lnTo>
                  <a:lnTo>
                    <a:pt x="2245576" y="1611033"/>
                  </a:lnTo>
                  <a:lnTo>
                    <a:pt x="2247442" y="1609166"/>
                  </a:lnTo>
                  <a:lnTo>
                    <a:pt x="2247900" y="1608048"/>
                  </a:lnTo>
                  <a:lnTo>
                    <a:pt x="2247900" y="1605419"/>
                  </a:lnTo>
                  <a:close/>
                </a:path>
                <a:path w="4819650" h="2679700">
                  <a:moveTo>
                    <a:pt x="2247900" y="1071422"/>
                  </a:moveTo>
                  <a:lnTo>
                    <a:pt x="2247442" y="1070305"/>
                  </a:lnTo>
                  <a:lnTo>
                    <a:pt x="2245576" y="1068451"/>
                  </a:lnTo>
                  <a:lnTo>
                    <a:pt x="2244458" y="1067981"/>
                  </a:lnTo>
                  <a:lnTo>
                    <a:pt x="2241829" y="1067981"/>
                  </a:lnTo>
                  <a:lnTo>
                    <a:pt x="2240711" y="1068451"/>
                  </a:lnTo>
                  <a:lnTo>
                    <a:pt x="2238845" y="1070305"/>
                  </a:lnTo>
                  <a:lnTo>
                    <a:pt x="2238375" y="1071422"/>
                  </a:lnTo>
                  <a:lnTo>
                    <a:pt x="2238375" y="1074051"/>
                  </a:lnTo>
                  <a:lnTo>
                    <a:pt x="2238845" y="1075182"/>
                  </a:lnTo>
                  <a:lnTo>
                    <a:pt x="2240711" y="1077036"/>
                  </a:lnTo>
                  <a:lnTo>
                    <a:pt x="2241829" y="1077506"/>
                  </a:lnTo>
                  <a:lnTo>
                    <a:pt x="2244458" y="1077506"/>
                  </a:lnTo>
                  <a:lnTo>
                    <a:pt x="2245576" y="1077036"/>
                  </a:lnTo>
                  <a:lnTo>
                    <a:pt x="2247442" y="1075182"/>
                  </a:lnTo>
                  <a:lnTo>
                    <a:pt x="2247900" y="1074051"/>
                  </a:lnTo>
                  <a:lnTo>
                    <a:pt x="2247900" y="1071422"/>
                  </a:lnTo>
                  <a:close/>
                </a:path>
                <a:path w="4819650" h="2679700">
                  <a:moveTo>
                    <a:pt x="2247900" y="537438"/>
                  </a:moveTo>
                  <a:lnTo>
                    <a:pt x="2247442" y="536308"/>
                  </a:lnTo>
                  <a:lnTo>
                    <a:pt x="2245576" y="534454"/>
                  </a:lnTo>
                  <a:lnTo>
                    <a:pt x="2244458" y="533984"/>
                  </a:lnTo>
                  <a:lnTo>
                    <a:pt x="2241829" y="533984"/>
                  </a:lnTo>
                  <a:lnTo>
                    <a:pt x="2240711" y="534454"/>
                  </a:lnTo>
                  <a:lnTo>
                    <a:pt x="2238845" y="536308"/>
                  </a:lnTo>
                  <a:lnTo>
                    <a:pt x="2238375" y="537438"/>
                  </a:lnTo>
                  <a:lnTo>
                    <a:pt x="2238375" y="540067"/>
                  </a:lnTo>
                  <a:lnTo>
                    <a:pt x="2238845" y="541185"/>
                  </a:lnTo>
                  <a:lnTo>
                    <a:pt x="2240711" y="543052"/>
                  </a:lnTo>
                  <a:lnTo>
                    <a:pt x="2241829" y="543509"/>
                  </a:lnTo>
                  <a:lnTo>
                    <a:pt x="2244458" y="543509"/>
                  </a:lnTo>
                  <a:lnTo>
                    <a:pt x="2245576" y="543052"/>
                  </a:lnTo>
                  <a:lnTo>
                    <a:pt x="2247442" y="541185"/>
                  </a:lnTo>
                  <a:lnTo>
                    <a:pt x="2247900" y="540067"/>
                  </a:lnTo>
                  <a:lnTo>
                    <a:pt x="2247900" y="537438"/>
                  </a:lnTo>
                  <a:close/>
                </a:path>
                <a:path w="4819650" h="2679700">
                  <a:moveTo>
                    <a:pt x="2247900" y="3441"/>
                  </a:moveTo>
                  <a:lnTo>
                    <a:pt x="2247442" y="2324"/>
                  </a:lnTo>
                  <a:lnTo>
                    <a:pt x="2245576" y="469"/>
                  </a:lnTo>
                  <a:lnTo>
                    <a:pt x="2244458" y="0"/>
                  </a:lnTo>
                  <a:lnTo>
                    <a:pt x="2241829" y="0"/>
                  </a:lnTo>
                  <a:lnTo>
                    <a:pt x="2240711" y="469"/>
                  </a:lnTo>
                  <a:lnTo>
                    <a:pt x="2238845" y="2324"/>
                  </a:lnTo>
                  <a:lnTo>
                    <a:pt x="2238375" y="3441"/>
                  </a:lnTo>
                  <a:lnTo>
                    <a:pt x="2238375" y="6070"/>
                  </a:lnTo>
                  <a:lnTo>
                    <a:pt x="2238845" y="7200"/>
                  </a:lnTo>
                  <a:lnTo>
                    <a:pt x="2240711" y="9055"/>
                  </a:lnTo>
                  <a:lnTo>
                    <a:pt x="2241829" y="9525"/>
                  </a:lnTo>
                  <a:lnTo>
                    <a:pt x="2244458" y="9525"/>
                  </a:lnTo>
                  <a:lnTo>
                    <a:pt x="2245576" y="9055"/>
                  </a:lnTo>
                  <a:lnTo>
                    <a:pt x="2247442" y="7200"/>
                  </a:lnTo>
                  <a:lnTo>
                    <a:pt x="2247900" y="6070"/>
                  </a:lnTo>
                  <a:lnTo>
                    <a:pt x="2247900" y="3441"/>
                  </a:lnTo>
                  <a:close/>
                </a:path>
                <a:path w="4819650" h="2679700">
                  <a:moveTo>
                    <a:pt x="2295525" y="2673400"/>
                  </a:moveTo>
                  <a:lnTo>
                    <a:pt x="2295067" y="2672283"/>
                  </a:lnTo>
                  <a:lnTo>
                    <a:pt x="2293201" y="2670416"/>
                  </a:lnTo>
                  <a:lnTo>
                    <a:pt x="2292083" y="2669946"/>
                  </a:lnTo>
                  <a:lnTo>
                    <a:pt x="2289454" y="2669946"/>
                  </a:lnTo>
                  <a:lnTo>
                    <a:pt x="2288336" y="2670416"/>
                  </a:lnTo>
                  <a:lnTo>
                    <a:pt x="2286470" y="2672283"/>
                  </a:lnTo>
                  <a:lnTo>
                    <a:pt x="2286000" y="2673400"/>
                  </a:lnTo>
                  <a:lnTo>
                    <a:pt x="2286000" y="2676029"/>
                  </a:lnTo>
                  <a:lnTo>
                    <a:pt x="2286470" y="2677147"/>
                  </a:lnTo>
                  <a:lnTo>
                    <a:pt x="2288336" y="2679014"/>
                  </a:lnTo>
                  <a:lnTo>
                    <a:pt x="2289454" y="2679471"/>
                  </a:lnTo>
                  <a:lnTo>
                    <a:pt x="2292083" y="2679471"/>
                  </a:lnTo>
                  <a:lnTo>
                    <a:pt x="2293201" y="2679014"/>
                  </a:lnTo>
                  <a:lnTo>
                    <a:pt x="2295067" y="2677147"/>
                  </a:lnTo>
                  <a:lnTo>
                    <a:pt x="2295525" y="2676029"/>
                  </a:lnTo>
                  <a:lnTo>
                    <a:pt x="2295525" y="2673400"/>
                  </a:lnTo>
                  <a:close/>
                </a:path>
                <a:path w="4819650" h="2679700">
                  <a:moveTo>
                    <a:pt x="2295525" y="2139404"/>
                  </a:moveTo>
                  <a:lnTo>
                    <a:pt x="2295067" y="2138286"/>
                  </a:lnTo>
                  <a:lnTo>
                    <a:pt x="2293201" y="2136432"/>
                  </a:lnTo>
                  <a:lnTo>
                    <a:pt x="2292083" y="2135962"/>
                  </a:lnTo>
                  <a:lnTo>
                    <a:pt x="2289454" y="2135962"/>
                  </a:lnTo>
                  <a:lnTo>
                    <a:pt x="2288336" y="2136432"/>
                  </a:lnTo>
                  <a:lnTo>
                    <a:pt x="2286470" y="2138286"/>
                  </a:lnTo>
                  <a:lnTo>
                    <a:pt x="2286000" y="2139404"/>
                  </a:lnTo>
                  <a:lnTo>
                    <a:pt x="2286000" y="2142045"/>
                  </a:lnTo>
                  <a:lnTo>
                    <a:pt x="2286470" y="2143163"/>
                  </a:lnTo>
                  <a:lnTo>
                    <a:pt x="2288336" y="2145017"/>
                  </a:lnTo>
                  <a:lnTo>
                    <a:pt x="2289454" y="2145487"/>
                  </a:lnTo>
                  <a:lnTo>
                    <a:pt x="2292083" y="2145487"/>
                  </a:lnTo>
                  <a:lnTo>
                    <a:pt x="2293201" y="2145017"/>
                  </a:lnTo>
                  <a:lnTo>
                    <a:pt x="2295067" y="2143163"/>
                  </a:lnTo>
                  <a:lnTo>
                    <a:pt x="2295525" y="2142045"/>
                  </a:lnTo>
                  <a:lnTo>
                    <a:pt x="2295525" y="2139404"/>
                  </a:lnTo>
                  <a:close/>
                </a:path>
                <a:path w="4819650" h="2679700">
                  <a:moveTo>
                    <a:pt x="2295525" y="1605419"/>
                  </a:moveTo>
                  <a:lnTo>
                    <a:pt x="2295067" y="1604302"/>
                  </a:lnTo>
                  <a:lnTo>
                    <a:pt x="2293201" y="1602435"/>
                  </a:lnTo>
                  <a:lnTo>
                    <a:pt x="2292083" y="1601965"/>
                  </a:lnTo>
                  <a:lnTo>
                    <a:pt x="2289454" y="1601965"/>
                  </a:lnTo>
                  <a:lnTo>
                    <a:pt x="2288336" y="1602435"/>
                  </a:lnTo>
                  <a:lnTo>
                    <a:pt x="2286470" y="1604302"/>
                  </a:lnTo>
                  <a:lnTo>
                    <a:pt x="2286000" y="1605419"/>
                  </a:lnTo>
                  <a:lnTo>
                    <a:pt x="2286000" y="1608048"/>
                  </a:lnTo>
                  <a:lnTo>
                    <a:pt x="2286470" y="1609166"/>
                  </a:lnTo>
                  <a:lnTo>
                    <a:pt x="2288336" y="1611033"/>
                  </a:lnTo>
                  <a:lnTo>
                    <a:pt x="2289454" y="1611490"/>
                  </a:lnTo>
                  <a:lnTo>
                    <a:pt x="2292083" y="1611490"/>
                  </a:lnTo>
                  <a:lnTo>
                    <a:pt x="2293201" y="1611033"/>
                  </a:lnTo>
                  <a:lnTo>
                    <a:pt x="2295067" y="1609166"/>
                  </a:lnTo>
                  <a:lnTo>
                    <a:pt x="2295525" y="1608048"/>
                  </a:lnTo>
                  <a:lnTo>
                    <a:pt x="2295525" y="1605419"/>
                  </a:lnTo>
                  <a:close/>
                </a:path>
                <a:path w="4819650" h="2679700">
                  <a:moveTo>
                    <a:pt x="2295525" y="1071422"/>
                  </a:moveTo>
                  <a:lnTo>
                    <a:pt x="2295067" y="1070305"/>
                  </a:lnTo>
                  <a:lnTo>
                    <a:pt x="2293201" y="1068451"/>
                  </a:lnTo>
                  <a:lnTo>
                    <a:pt x="2292083" y="1067981"/>
                  </a:lnTo>
                  <a:lnTo>
                    <a:pt x="2289454" y="1067981"/>
                  </a:lnTo>
                  <a:lnTo>
                    <a:pt x="2288336" y="1068451"/>
                  </a:lnTo>
                  <a:lnTo>
                    <a:pt x="2286470" y="1070305"/>
                  </a:lnTo>
                  <a:lnTo>
                    <a:pt x="2286000" y="1071422"/>
                  </a:lnTo>
                  <a:lnTo>
                    <a:pt x="2286000" y="1074051"/>
                  </a:lnTo>
                  <a:lnTo>
                    <a:pt x="2286470" y="1075182"/>
                  </a:lnTo>
                  <a:lnTo>
                    <a:pt x="2288336" y="1077036"/>
                  </a:lnTo>
                  <a:lnTo>
                    <a:pt x="2289454" y="1077506"/>
                  </a:lnTo>
                  <a:lnTo>
                    <a:pt x="2292083" y="1077506"/>
                  </a:lnTo>
                  <a:lnTo>
                    <a:pt x="2293201" y="1077036"/>
                  </a:lnTo>
                  <a:lnTo>
                    <a:pt x="2295067" y="1075182"/>
                  </a:lnTo>
                  <a:lnTo>
                    <a:pt x="2295525" y="1074051"/>
                  </a:lnTo>
                  <a:lnTo>
                    <a:pt x="2295525" y="1071422"/>
                  </a:lnTo>
                  <a:close/>
                </a:path>
                <a:path w="4819650" h="2679700">
                  <a:moveTo>
                    <a:pt x="2295525" y="537438"/>
                  </a:moveTo>
                  <a:lnTo>
                    <a:pt x="2295067" y="536308"/>
                  </a:lnTo>
                  <a:lnTo>
                    <a:pt x="2293201" y="534454"/>
                  </a:lnTo>
                  <a:lnTo>
                    <a:pt x="2292083" y="533984"/>
                  </a:lnTo>
                  <a:lnTo>
                    <a:pt x="2289454" y="533984"/>
                  </a:lnTo>
                  <a:lnTo>
                    <a:pt x="2288336" y="534454"/>
                  </a:lnTo>
                  <a:lnTo>
                    <a:pt x="2286470" y="536308"/>
                  </a:lnTo>
                  <a:lnTo>
                    <a:pt x="2286000" y="537438"/>
                  </a:lnTo>
                  <a:lnTo>
                    <a:pt x="2286000" y="540067"/>
                  </a:lnTo>
                  <a:lnTo>
                    <a:pt x="2286470" y="541185"/>
                  </a:lnTo>
                  <a:lnTo>
                    <a:pt x="2288336" y="543052"/>
                  </a:lnTo>
                  <a:lnTo>
                    <a:pt x="2289454" y="543509"/>
                  </a:lnTo>
                  <a:lnTo>
                    <a:pt x="2292083" y="543509"/>
                  </a:lnTo>
                  <a:lnTo>
                    <a:pt x="2293201" y="543052"/>
                  </a:lnTo>
                  <a:lnTo>
                    <a:pt x="2295067" y="541185"/>
                  </a:lnTo>
                  <a:lnTo>
                    <a:pt x="2295525" y="540067"/>
                  </a:lnTo>
                  <a:lnTo>
                    <a:pt x="2295525" y="537438"/>
                  </a:lnTo>
                  <a:close/>
                </a:path>
                <a:path w="4819650" h="2679700">
                  <a:moveTo>
                    <a:pt x="2295525" y="3441"/>
                  </a:moveTo>
                  <a:lnTo>
                    <a:pt x="2295067" y="2324"/>
                  </a:lnTo>
                  <a:lnTo>
                    <a:pt x="2293201" y="469"/>
                  </a:lnTo>
                  <a:lnTo>
                    <a:pt x="2292083" y="0"/>
                  </a:lnTo>
                  <a:lnTo>
                    <a:pt x="2289454" y="0"/>
                  </a:lnTo>
                  <a:lnTo>
                    <a:pt x="2288336" y="469"/>
                  </a:lnTo>
                  <a:lnTo>
                    <a:pt x="2286470" y="2324"/>
                  </a:lnTo>
                  <a:lnTo>
                    <a:pt x="2286000" y="3441"/>
                  </a:lnTo>
                  <a:lnTo>
                    <a:pt x="2286000" y="6070"/>
                  </a:lnTo>
                  <a:lnTo>
                    <a:pt x="2286470" y="7200"/>
                  </a:lnTo>
                  <a:lnTo>
                    <a:pt x="2288336" y="9055"/>
                  </a:lnTo>
                  <a:lnTo>
                    <a:pt x="2289454" y="9525"/>
                  </a:lnTo>
                  <a:lnTo>
                    <a:pt x="2292083" y="9525"/>
                  </a:lnTo>
                  <a:lnTo>
                    <a:pt x="2293201" y="9055"/>
                  </a:lnTo>
                  <a:lnTo>
                    <a:pt x="2295067" y="7200"/>
                  </a:lnTo>
                  <a:lnTo>
                    <a:pt x="2295525" y="6070"/>
                  </a:lnTo>
                  <a:lnTo>
                    <a:pt x="2295525" y="3441"/>
                  </a:lnTo>
                  <a:close/>
                </a:path>
                <a:path w="4819650" h="2679700">
                  <a:moveTo>
                    <a:pt x="2343150" y="2673400"/>
                  </a:moveTo>
                  <a:lnTo>
                    <a:pt x="2342692" y="2672283"/>
                  </a:lnTo>
                  <a:lnTo>
                    <a:pt x="2340826" y="2670416"/>
                  </a:lnTo>
                  <a:lnTo>
                    <a:pt x="2339708" y="2669946"/>
                  </a:lnTo>
                  <a:lnTo>
                    <a:pt x="2337079" y="2669946"/>
                  </a:lnTo>
                  <a:lnTo>
                    <a:pt x="2335961" y="2670416"/>
                  </a:lnTo>
                  <a:lnTo>
                    <a:pt x="2334095" y="2672283"/>
                  </a:lnTo>
                  <a:lnTo>
                    <a:pt x="2333625" y="2673400"/>
                  </a:lnTo>
                  <a:lnTo>
                    <a:pt x="2333625" y="2676029"/>
                  </a:lnTo>
                  <a:lnTo>
                    <a:pt x="2334095" y="2677147"/>
                  </a:lnTo>
                  <a:lnTo>
                    <a:pt x="2335961" y="2679014"/>
                  </a:lnTo>
                  <a:lnTo>
                    <a:pt x="2337079" y="2679471"/>
                  </a:lnTo>
                  <a:lnTo>
                    <a:pt x="2339708" y="2679471"/>
                  </a:lnTo>
                  <a:lnTo>
                    <a:pt x="2340826" y="2679014"/>
                  </a:lnTo>
                  <a:lnTo>
                    <a:pt x="2342692" y="2677147"/>
                  </a:lnTo>
                  <a:lnTo>
                    <a:pt x="2343150" y="2676029"/>
                  </a:lnTo>
                  <a:lnTo>
                    <a:pt x="2343150" y="2673400"/>
                  </a:lnTo>
                  <a:close/>
                </a:path>
                <a:path w="4819650" h="2679700">
                  <a:moveTo>
                    <a:pt x="2343150" y="2139404"/>
                  </a:moveTo>
                  <a:lnTo>
                    <a:pt x="2342692" y="2138286"/>
                  </a:lnTo>
                  <a:lnTo>
                    <a:pt x="2340826" y="2136432"/>
                  </a:lnTo>
                  <a:lnTo>
                    <a:pt x="2339708" y="2135962"/>
                  </a:lnTo>
                  <a:lnTo>
                    <a:pt x="2337079" y="2135962"/>
                  </a:lnTo>
                  <a:lnTo>
                    <a:pt x="2335961" y="2136432"/>
                  </a:lnTo>
                  <a:lnTo>
                    <a:pt x="2334095" y="2138286"/>
                  </a:lnTo>
                  <a:lnTo>
                    <a:pt x="2333625" y="2139404"/>
                  </a:lnTo>
                  <a:lnTo>
                    <a:pt x="2333625" y="2142045"/>
                  </a:lnTo>
                  <a:lnTo>
                    <a:pt x="2334095" y="2143163"/>
                  </a:lnTo>
                  <a:lnTo>
                    <a:pt x="2335961" y="2145017"/>
                  </a:lnTo>
                  <a:lnTo>
                    <a:pt x="2337079" y="2145487"/>
                  </a:lnTo>
                  <a:lnTo>
                    <a:pt x="2339708" y="2145487"/>
                  </a:lnTo>
                  <a:lnTo>
                    <a:pt x="2340826" y="2145017"/>
                  </a:lnTo>
                  <a:lnTo>
                    <a:pt x="2342692" y="2143163"/>
                  </a:lnTo>
                  <a:lnTo>
                    <a:pt x="2343150" y="2142045"/>
                  </a:lnTo>
                  <a:lnTo>
                    <a:pt x="2343150" y="2139404"/>
                  </a:lnTo>
                  <a:close/>
                </a:path>
                <a:path w="4819650" h="2679700">
                  <a:moveTo>
                    <a:pt x="2343150" y="1605419"/>
                  </a:moveTo>
                  <a:lnTo>
                    <a:pt x="2342692" y="1604302"/>
                  </a:lnTo>
                  <a:lnTo>
                    <a:pt x="2340826" y="1602435"/>
                  </a:lnTo>
                  <a:lnTo>
                    <a:pt x="2339708" y="1601965"/>
                  </a:lnTo>
                  <a:lnTo>
                    <a:pt x="2337079" y="1601965"/>
                  </a:lnTo>
                  <a:lnTo>
                    <a:pt x="2335961" y="1602435"/>
                  </a:lnTo>
                  <a:lnTo>
                    <a:pt x="2334095" y="1604302"/>
                  </a:lnTo>
                  <a:lnTo>
                    <a:pt x="2333625" y="1605419"/>
                  </a:lnTo>
                  <a:lnTo>
                    <a:pt x="2333625" y="1608048"/>
                  </a:lnTo>
                  <a:lnTo>
                    <a:pt x="2334095" y="1609166"/>
                  </a:lnTo>
                  <a:lnTo>
                    <a:pt x="2335961" y="1611033"/>
                  </a:lnTo>
                  <a:lnTo>
                    <a:pt x="2337079" y="1611490"/>
                  </a:lnTo>
                  <a:lnTo>
                    <a:pt x="2339708" y="1611490"/>
                  </a:lnTo>
                  <a:lnTo>
                    <a:pt x="2340826" y="1611033"/>
                  </a:lnTo>
                  <a:lnTo>
                    <a:pt x="2342692" y="1609166"/>
                  </a:lnTo>
                  <a:lnTo>
                    <a:pt x="2343150" y="1608048"/>
                  </a:lnTo>
                  <a:lnTo>
                    <a:pt x="2343150" y="1605419"/>
                  </a:lnTo>
                  <a:close/>
                </a:path>
                <a:path w="4819650" h="2679700">
                  <a:moveTo>
                    <a:pt x="2343150" y="1071422"/>
                  </a:moveTo>
                  <a:lnTo>
                    <a:pt x="2342692" y="1070305"/>
                  </a:lnTo>
                  <a:lnTo>
                    <a:pt x="2340826" y="1068451"/>
                  </a:lnTo>
                  <a:lnTo>
                    <a:pt x="2339708" y="1067981"/>
                  </a:lnTo>
                  <a:lnTo>
                    <a:pt x="2337079" y="1067981"/>
                  </a:lnTo>
                  <a:lnTo>
                    <a:pt x="2335961" y="1068451"/>
                  </a:lnTo>
                  <a:lnTo>
                    <a:pt x="2334095" y="1070305"/>
                  </a:lnTo>
                  <a:lnTo>
                    <a:pt x="2333625" y="1071422"/>
                  </a:lnTo>
                  <a:lnTo>
                    <a:pt x="2333625" y="1074051"/>
                  </a:lnTo>
                  <a:lnTo>
                    <a:pt x="2334095" y="1075182"/>
                  </a:lnTo>
                  <a:lnTo>
                    <a:pt x="2335961" y="1077036"/>
                  </a:lnTo>
                  <a:lnTo>
                    <a:pt x="2337079" y="1077506"/>
                  </a:lnTo>
                  <a:lnTo>
                    <a:pt x="2339708" y="1077506"/>
                  </a:lnTo>
                  <a:lnTo>
                    <a:pt x="2340826" y="1077036"/>
                  </a:lnTo>
                  <a:lnTo>
                    <a:pt x="2342692" y="1075182"/>
                  </a:lnTo>
                  <a:lnTo>
                    <a:pt x="2343150" y="1074051"/>
                  </a:lnTo>
                  <a:lnTo>
                    <a:pt x="2343150" y="1071422"/>
                  </a:lnTo>
                  <a:close/>
                </a:path>
                <a:path w="4819650" h="2679700">
                  <a:moveTo>
                    <a:pt x="2343150" y="537438"/>
                  </a:moveTo>
                  <a:lnTo>
                    <a:pt x="2342692" y="536308"/>
                  </a:lnTo>
                  <a:lnTo>
                    <a:pt x="2340826" y="534454"/>
                  </a:lnTo>
                  <a:lnTo>
                    <a:pt x="2339708" y="533984"/>
                  </a:lnTo>
                  <a:lnTo>
                    <a:pt x="2337079" y="533984"/>
                  </a:lnTo>
                  <a:lnTo>
                    <a:pt x="2335961" y="534454"/>
                  </a:lnTo>
                  <a:lnTo>
                    <a:pt x="2334095" y="536308"/>
                  </a:lnTo>
                  <a:lnTo>
                    <a:pt x="2333625" y="537438"/>
                  </a:lnTo>
                  <a:lnTo>
                    <a:pt x="2333625" y="540067"/>
                  </a:lnTo>
                  <a:lnTo>
                    <a:pt x="2334095" y="541185"/>
                  </a:lnTo>
                  <a:lnTo>
                    <a:pt x="2335961" y="543052"/>
                  </a:lnTo>
                  <a:lnTo>
                    <a:pt x="2337079" y="543509"/>
                  </a:lnTo>
                  <a:lnTo>
                    <a:pt x="2339708" y="543509"/>
                  </a:lnTo>
                  <a:lnTo>
                    <a:pt x="2340826" y="543052"/>
                  </a:lnTo>
                  <a:lnTo>
                    <a:pt x="2342692" y="541185"/>
                  </a:lnTo>
                  <a:lnTo>
                    <a:pt x="2343150" y="540067"/>
                  </a:lnTo>
                  <a:lnTo>
                    <a:pt x="2343150" y="537438"/>
                  </a:lnTo>
                  <a:close/>
                </a:path>
                <a:path w="4819650" h="2679700">
                  <a:moveTo>
                    <a:pt x="2343150" y="3441"/>
                  </a:moveTo>
                  <a:lnTo>
                    <a:pt x="2342692" y="2324"/>
                  </a:lnTo>
                  <a:lnTo>
                    <a:pt x="2340826" y="469"/>
                  </a:lnTo>
                  <a:lnTo>
                    <a:pt x="2339708" y="0"/>
                  </a:lnTo>
                  <a:lnTo>
                    <a:pt x="2337079" y="0"/>
                  </a:lnTo>
                  <a:lnTo>
                    <a:pt x="2335961" y="469"/>
                  </a:lnTo>
                  <a:lnTo>
                    <a:pt x="2334095" y="2324"/>
                  </a:lnTo>
                  <a:lnTo>
                    <a:pt x="2333625" y="3441"/>
                  </a:lnTo>
                  <a:lnTo>
                    <a:pt x="2333625" y="6070"/>
                  </a:lnTo>
                  <a:lnTo>
                    <a:pt x="2334095" y="7200"/>
                  </a:lnTo>
                  <a:lnTo>
                    <a:pt x="2335961" y="9055"/>
                  </a:lnTo>
                  <a:lnTo>
                    <a:pt x="2337079" y="9525"/>
                  </a:lnTo>
                  <a:lnTo>
                    <a:pt x="2339708" y="9525"/>
                  </a:lnTo>
                  <a:lnTo>
                    <a:pt x="2340826" y="9055"/>
                  </a:lnTo>
                  <a:lnTo>
                    <a:pt x="2342692" y="7200"/>
                  </a:lnTo>
                  <a:lnTo>
                    <a:pt x="2343150" y="6070"/>
                  </a:lnTo>
                  <a:lnTo>
                    <a:pt x="2343150" y="3441"/>
                  </a:lnTo>
                  <a:close/>
                </a:path>
                <a:path w="4819650" h="2679700">
                  <a:moveTo>
                    <a:pt x="2390775" y="2673400"/>
                  </a:moveTo>
                  <a:lnTo>
                    <a:pt x="2390317" y="2672283"/>
                  </a:lnTo>
                  <a:lnTo>
                    <a:pt x="2388451" y="2670416"/>
                  </a:lnTo>
                  <a:lnTo>
                    <a:pt x="2387333" y="2669946"/>
                  </a:lnTo>
                  <a:lnTo>
                    <a:pt x="2384704" y="2669946"/>
                  </a:lnTo>
                  <a:lnTo>
                    <a:pt x="2383586" y="2670416"/>
                  </a:lnTo>
                  <a:lnTo>
                    <a:pt x="2381720" y="2672283"/>
                  </a:lnTo>
                  <a:lnTo>
                    <a:pt x="2381250" y="2673400"/>
                  </a:lnTo>
                  <a:lnTo>
                    <a:pt x="2381250" y="2676029"/>
                  </a:lnTo>
                  <a:lnTo>
                    <a:pt x="2381720" y="2677147"/>
                  </a:lnTo>
                  <a:lnTo>
                    <a:pt x="2383586" y="2679014"/>
                  </a:lnTo>
                  <a:lnTo>
                    <a:pt x="2384704" y="2679471"/>
                  </a:lnTo>
                  <a:lnTo>
                    <a:pt x="2387333" y="2679471"/>
                  </a:lnTo>
                  <a:lnTo>
                    <a:pt x="2388451" y="2679014"/>
                  </a:lnTo>
                  <a:lnTo>
                    <a:pt x="2390317" y="2677147"/>
                  </a:lnTo>
                  <a:lnTo>
                    <a:pt x="2390775" y="2676029"/>
                  </a:lnTo>
                  <a:lnTo>
                    <a:pt x="2390775" y="2673400"/>
                  </a:lnTo>
                  <a:close/>
                </a:path>
                <a:path w="4819650" h="2679700">
                  <a:moveTo>
                    <a:pt x="2390775" y="2139404"/>
                  </a:moveTo>
                  <a:lnTo>
                    <a:pt x="2390317" y="2138286"/>
                  </a:lnTo>
                  <a:lnTo>
                    <a:pt x="2388451" y="2136432"/>
                  </a:lnTo>
                  <a:lnTo>
                    <a:pt x="2387333" y="2135962"/>
                  </a:lnTo>
                  <a:lnTo>
                    <a:pt x="2384704" y="2135962"/>
                  </a:lnTo>
                  <a:lnTo>
                    <a:pt x="2383586" y="2136432"/>
                  </a:lnTo>
                  <a:lnTo>
                    <a:pt x="2381720" y="2138286"/>
                  </a:lnTo>
                  <a:lnTo>
                    <a:pt x="2381250" y="2139404"/>
                  </a:lnTo>
                  <a:lnTo>
                    <a:pt x="2381250" y="2142045"/>
                  </a:lnTo>
                  <a:lnTo>
                    <a:pt x="2381720" y="2143163"/>
                  </a:lnTo>
                  <a:lnTo>
                    <a:pt x="2383586" y="2145017"/>
                  </a:lnTo>
                  <a:lnTo>
                    <a:pt x="2384704" y="2145487"/>
                  </a:lnTo>
                  <a:lnTo>
                    <a:pt x="2387333" y="2145487"/>
                  </a:lnTo>
                  <a:lnTo>
                    <a:pt x="2388451" y="2145017"/>
                  </a:lnTo>
                  <a:lnTo>
                    <a:pt x="2390317" y="2143163"/>
                  </a:lnTo>
                  <a:lnTo>
                    <a:pt x="2390775" y="2142045"/>
                  </a:lnTo>
                  <a:lnTo>
                    <a:pt x="2390775" y="2139404"/>
                  </a:lnTo>
                  <a:close/>
                </a:path>
                <a:path w="4819650" h="2679700">
                  <a:moveTo>
                    <a:pt x="2390775" y="1605419"/>
                  </a:moveTo>
                  <a:lnTo>
                    <a:pt x="2390317" y="1604302"/>
                  </a:lnTo>
                  <a:lnTo>
                    <a:pt x="2388451" y="1602435"/>
                  </a:lnTo>
                  <a:lnTo>
                    <a:pt x="2387333" y="1601965"/>
                  </a:lnTo>
                  <a:lnTo>
                    <a:pt x="2384704" y="1601965"/>
                  </a:lnTo>
                  <a:lnTo>
                    <a:pt x="2383586" y="1602435"/>
                  </a:lnTo>
                  <a:lnTo>
                    <a:pt x="2381720" y="1604302"/>
                  </a:lnTo>
                  <a:lnTo>
                    <a:pt x="2381250" y="1605419"/>
                  </a:lnTo>
                  <a:lnTo>
                    <a:pt x="2381250" y="1608048"/>
                  </a:lnTo>
                  <a:lnTo>
                    <a:pt x="2381720" y="1609166"/>
                  </a:lnTo>
                  <a:lnTo>
                    <a:pt x="2383586" y="1611033"/>
                  </a:lnTo>
                  <a:lnTo>
                    <a:pt x="2384704" y="1611490"/>
                  </a:lnTo>
                  <a:lnTo>
                    <a:pt x="2387333" y="1611490"/>
                  </a:lnTo>
                  <a:lnTo>
                    <a:pt x="2388451" y="1611033"/>
                  </a:lnTo>
                  <a:lnTo>
                    <a:pt x="2390317" y="1609166"/>
                  </a:lnTo>
                  <a:lnTo>
                    <a:pt x="2390775" y="1608048"/>
                  </a:lnTo>
                  <a:lnTo>
                    <a:pt x="2390775" y="1605419"/>
                  </a:lnTo>
                  <a:close/>
                </a:path>
                <a:path w="4819650" h="2679700">
                  <a:moveTo>
                    <a:pt x="2390775" y="1071422"/>
                  </a:moveTo>
                  <a:lnTo>
                    <a:pt x="2390317" y="1070305"/>
                  </a:lnTo>
                  <a:lnTo>
                    <a:pt x="2388451" y="1068451"/>
                  </a:lnTo>
                  <a:lnTo>
                    <a:pt x="2387333" y="1067981"/>
                  </a:lnTo>
                  <a:lnTo>
                    <a:pt x="2384704" y="1067981"/>
                  </a:lnTo>
                  <a:lnTo>
                    <a:pt x="2383586" y="1068451"/>
                  </a:lnTo>
                  <a:lnTo>
                    <a:pt x="2381720" y="1070305"/>
                  </a:lnTo>
                  <a:lnTo>
                    <a:pt x="2381250" y="1071422"/>
                  </a:lnTo>
                  <a:lnTo>
                    <a:pt x="2381250" y="1074051"/>
                  </a:lnTo>
                  <a:lnTo>
                    <a:pt x="2381720" y="1075182"/>
                  </a:lnTo>
                  <a:lnTo>
                    <a:pt x="2383586" y="1077036"/>
                  </a:lnTo>
                  <a:lnTo>
                    <a:pt x="2384704" y="1077506"/>
                  </a:lnTo>
                  <a:lnTo>
                    <a:pt x="2387333" y="1077506"/>
                  </a:lnTo>
                  <a:lnTo>
                    <a:pt x="2388451" y="1077036"/>
                  </a:lnTo>
                  <a:lnTo>
                    <a:pt x="2390317" y="1075182"/>
                  </a:lnTo>
                  <a:lnTo>
                    <a:pt x="2390775" y="1074051"/>
                  </a:lnTo>
                  <a:lnTo>
                    <a:pt x="2390775" y="1071422"/>
                  </a:lnTo>
                  <a:close/>
                </a:path>
                <a:path w="4819650" h="2679700">
                  <a:moveTo>
                    <a:pt x="2390775" y="537438"/>
                  </a:moveTo>
                  <a:lnTo>
                    <a:pt x="2390317" y="536308"/>
                  </a:lnTo>
                  <a:lnTo>
                    <a:pt x="2388451" y="534454"/>
                  </a:lnTo>
                  <a:lnTo>
                    <a:pt x="2387333" y="533984"/>
                  </a:lnTo>
                  <a:lnTo>
                    <a:pt x="2384704" y="533984"/>
                  </a:lnTo>
                  <a:lnTo>
                    <a:pt x="2383586" y="534454"/>
                  </a:lnTo>
                  <a:lnTo>
                    <a:pt x="2381720" y="536308"/>
                  </a:lnTo>
                  <a:lnTo>
                    <a:pt x="2381250" y="537438"/>
                  </a:lnTo>
                  <a:lnTo>
                    <a:pt x="2381250" y="540067"/>
                  </a:lnTo>
                  <a:lnTo>
                    <a:pt x="2381720" y="541185"/>
                  </a:lnTo>
                  <a:lnTo>
                    <a:pt x="2383586" y="543052"/>
                  </a:lnTo>
                  <a:lnTo>
                    <a:pt x="2384704" y="543509"/>
                  </a:lnTo>
                  <a:lnTo>
                    <a:pt x="2387333" y="543509"/>
                  </a:lnTo>
                  <a:lnTo>
                    <a:pt x="2388451" y="543052"/>
                  </a:lnTo>
                  <a:lnTo>
                    <a:pt x="2390317" y="541185"/>
                  </a:lnTo>
                  <a:lnTo>
                    <a:pt x="2390775" y="540067"/>
                  </a:lnTo>
                  <a:lnTo>
                    <a:pt x="2390775" y="537438"/>
                  </a:lnTo>
                  <a:close/>
                </a:path>
                <a:path w="4819650" h="2679700">
                  <a:moveTo>
                    <a:pt x="2390775" y="3441"/>
                  </a:moveTo>
                  <a:lnTo>
                    <a:pt x="2390317" y="2324"/>
                  </a:lnTo>
                  <a:lnTo>
                    <a:pt x="2388451" y="469"/>
                  </a:lnTo>
                  <a:lnTo>
                    <a:pt x="2387333" y="0"/>
                  </a:lnTo>
                  <a:lnTo>
                    <a:pt x="2384704" y="0"/>
                  </a:lnTo>
                  <a:lnTo>
                    <a:pt x="2383586" y="469"/>
                  </a:lnTo>
                  <a:lnTo>
                    <a:pt x="2381720" y="2324"/>
                  </a:lnTo>
                  <a:lnTo>
                    <a:pt x="2381250" y="3441"/>
                  </a:lnTo>
                  <a:lnTo>
                    <a:pt x="2381250" y="6070"/>
                  </a:lnTo>
                  <a:lnTo>
                    <a:pt x="2381720" y="7200"/>
                  </a:lnTo>
                  <a:lnTo>
                    <a:pt x="2383586" y="9055"/>
                  </a:lnTo>
                  <a:lnTo>
                    <a:pt x="2384704" y="9525"/>
                  </a:lnTo>
                  <a:lnTo>
                    <a:pt x="2387333" y="9525"/>
                  </a:lnTo>
                  <a:lnTo>
                    <a:pt x="2388451" y="9055"/>
                  </a:lnTo>
                  <a:lnTo>
                    <a:pt x="2390317" y="7200"/>
                  </a:lnTo>
                  <a:lnTo>
                    <a:pt x="2390775" y="6070"/>
                  </a:lnTo>
                  <a:lnTo>
                    <a:pt x="2390775" y="3441"/>
                  </a:lnTo>
                  <a:close/>
                </a:path>
                <a:path w="4819650" h="2679700">
                  <a:moveTo>
                    <a:pt x="2438400" y="2673400"/>
                  </a:moveTo>
                  <a:lnTo>
                    <a:pt x="2437942" y="2672283"/>
                  </a:lnTo>
                  <a:lnTo>
                    <a:pt x="2436076" y="2670416"/>
                  </a:lnTo>
                  <a:lnTo>
                    <a:pt x="2434958" y="2669946"/>
                  </a:lnTo>
                  <a:lnTo>
                    <a:pt x="2432329" y="2669946"/>
                  </a:lnTo>
                  <a:lnTo>
                    <a:pt x="2431211" y="2670416"/>
                  </a:lnTo>
                  <a:lnTo>
                    <a:pt x="2429345" y="2672283"/>
                  </a:lnTo>
                  <a:lnTo>
                    <a:pt x="2428875" y="2673400"/>
                  </a:lnTo>
                  <a:lnTo>
                    <a:pt x="2428875" y="2676029"/>
                  </a:lnTo>
                  <a:lnTo>
                    <a:pt x="2429345" y="2677147"/>
                  </a:lnTo>
                  <a:lnTo>
                    <a:pt x="2431211" y="2679014"/>
                  </a:lnTo>
                  <a:lnTo>
                    <a:pt x="2432329" y="2679471"/>
                  </a:lnTo>
                  <a:lnTo>
                    <a:pt x="2434958" y="2679471"/>
                  </a:lnTo>
                  <a:lnTo>
                    <a:pt x="2436076" y="2679014"/>
                  </a:lnTo>
                  <a:lnTo>
                    <a:pt x="2437942" y="2677147"/>
                  </a:lnTo>
                  <a:lnTo>
                    <a:pt x="2438400" y="2676029"/>
                  </a:lnTo>
                  <a:lnTo>
                    <a:pt x="2438400" y="2673400"/>
                  </a:lnTo>
                  <a:close/>
                </a:path>
                <a:path w="4819650" h="2679700">
                  <a:moveTo>
                    <a:pt x="2438400" y="2139404"/>
                  </a:moveTo>
                  <a:lnTo>
                    <a:pt x="2437942" y="2138286"/>
                  </a:lnTo>
                  <a:lnTo>
                    <a:pt x="2436076" y="2136432"/>
                  </a:lnTo>
                  <a:lnTo>
                    <a:pt x="2434958" y="2135962"/>
                  </a:lnTo>
                  <a:lnTo>
                    <a:pt x="2432329" y="2135962"/>
                  </a:lnTo>
                  <a:lnTo>
                    <a:pt x="2431211" y="2136432"/>
                  </a:lnTo>
                  <a:lnTo>
                    <a:pt x="2429345" y="2138286"/>
                  </a:lnTo>
                  <a:lnTo>
                    <a:pt x="2428875" y="2139404"/>
                  </a:lnTo>
                  <a:lnTo>
                    <a:pt x="2428875" y="2142045"/>
                  </a:lnTo>
                  <a:lnTo>
                    <a:pt x="2429345" y="2143163"/>
                  </a:lnTo>
                  <a:lnTo>
                    <a:pt x="2431211" y="2145017"/>
                  </a:lnTo>
                  <a:lnTo>
                    <a:pt x="2432329" y="2145487"/>
                  </a:lnTo>
                  <a:lnTo>
                    <a:pt x="2434958" y="2145487"/>
                  </a:lnTo>
                  <a:lnTo>
                    <a:pt x="2436076" y="2145017"/>
                  </a:lnTo>
                  <a:lnTo>
                    <a:pt x="2437942" y="2143163"/>
                  </a:lnTo>
                  <a:lnTo>
                    <a:pt x="2438400" y="2142045"/>
                  </a:lnTo>
                  <a:lnTo>
                    <a:pt x="2438400" y="2139404"/>
                  </a:lnTo>
                  <a:close/>
                </a:path>
                <a:path w="4819650" h="2679700">
                  <a:moveTo>
                    <a:pt x="2438400" y="1605419"/>
                  </a:moveTo>
                  <a:lnTo>
                    <a:pt x="2437942" y="1604302"/>
                  </a:lnTo>
                  <a:lnTo>
                    <a:pt x="2436076" y="1602435"/>
                  </a:lnTo>
                  <a:lnTo>
                    <a:pt x="2434958" y="1601965"/>
                  </a:lnTo>
                  <a:lnTo>
                    <a:pt x="2432329" y="1601965"/>
                  </a:lnTo>
                  <a:lnTo>
                    <a:pt x="2431211" y="1602435"/>
                  </a:lnTo>
                  <a:lnTo>
                    <a:pt x="2429345" y="1604302"/>
                  </a:lnTo>
                  <a:lnTo>
                    <a:pt x="2428875" y="1605419"/>
                  </a:lnTo>
                  <a:lnTo>
                    <a:pt x="2428875" y="1608048"/>
                  </a:lnTo>
                  <a:lnTo>
                    <a:pt x="2429345" y="1609166"/>
                  </a:lnTo>
                  <a:lnTo>
                    <a:pt x="2431211" y="1611033"/>
                  </a:lnTo>
                  <a:lnTo>
                    <a:pt x="2432329" y="1611490"/>
                  </a:lnTo>
                  <a:lnTo>
                    <a:pt x="2434958" y="1611490"/>
                  </a:lnTo>
                  <a:lnTo>
                    <a:pt x="2436076" y="1611033"/>
                  </a:lnTo>
                  <a:lnTo>
                    <a:pt x="2437942" y="1609166"/>
                  </a:lnTo>
                  <a:lnTo>
                    <a:pt x="2438400" y="1608048"/>
                  </a:lnTo>
                  <a:lnTo>
                    <a:pt x="2438400" y="1605419"/>
                  </a:lnTo>
                  <a:close/>
                </a:path>
                <a:path w="4819650" h="2679700">
                  <a:moveTo>
                    <a:pt x="2438400" y="1071422"/>
                  </a:moveTo>
                  <a:lnTo>
                    <a:pt x="2437942" y="1070305"/>
                  </a:lnTo>
                  <a:lnTo>
                    <a:pt x="2436076" y="1068451"/>
                  </a:lnTo>
                  <a:lnTo>
                    <a:pt x="2434958" y="1067981"/>
                  </a:lnTo>
                  <a:lnTo>
                    <a:pt x="2432329" y="1067981"/>
                  </a:lnTo>
                  <a:lnTo>
                    <a:pt x="2431211" y="1068451"/>
                  </a:lnTo>
                  <a:lnTo>
                    <a:pt x="2429345" y="1070305"/>
                  </a:lnTo>
                  <a:lnTo>
                    <a:pt x="2428875" y="1071422"/>
                  </a:lnTo>
                  <a:lnTo>
                    <a:pt x="2428875" y="1074051"/>
                  </a:lnTo>
                  <a:lnTo>
                    <a:pt x="2429345" y="1075182"/>
                  </a:lnTo>
                  <a:lnTo>
                    <a:pt x="2431211" y="1077036"/>
                  </a:lnTo>
                  <a:lnTo>
                    <a:pt x="2432329" y="1077506"/>
                  </a:lnTo>
                  <a:lnTo>
                    <a:pt x="2434958" y="1077506"/>
                  </a:lnTo>
                  <a:lnTo>
                    <a:pt x="2436076" y="1077036"/>
                  </a:lnTo>
                  <a:lnTo>
                    <a:pt x="2437942" y="1075182"/>
                  </a:lnTo>
                  <a:lnTo>
                    <a:pt x="2438400" y="1074051"/>
                  </a:lnTo>
                  <a:lnTo>
                    <a:pt x="2438400" y="1071422"/>
                  </a:lnTo>
                  <a:close/>
                </a:path>
                <a:path w="4819650" h="2679700">
                  <a:moveTo>
                    <a:pt x="2438400" y="537438"/>
                  </a:moveTo>
                  <a:lnTo>
                    <a:pt x="2437942" y="536308"/>
                  </a:lnTo>
                  <a:lnTo>
                    <a:pt x="2436076" y="534454"/>
                  </a:lnTo>
                  <a:lnTo>
                    <a:pt x="2434958" y="533984"/>
                  </a:lnTo>
                  <a:lnTo>
                    <a:pt x="2432329" y="533984"/>
                  </a:lnTo>
                  <a:lnTo>
                    <a:pt x="2431211" y="534454"/>
                  </a:lnTo>
                  <a:lnTo>
                    <a:pt x="2429345" y="536308"/>
                  </a:lnTo>
                  <a:lnTo>
                    <a:pt x="2428875" y="537438"/>
                  </a:lnTo>
                  <a:lnTo>
                    <a:pt x="2428875" y="540067"/>
                  </a:lnTo>
                  <a:lnTo>
                    <a:pt x="2429345" y="541185"/>
                  </a:lnTo>
                  <a:lnTo>
                    <a:pt x="2431211" y="543052"/>
                  </a:lnTo>
                  <a:lnTo>
                    <a:pt x="2432329" y="543509"/>
                  </a:lnTo>
                  <a:lnTo>
                    <a:pt x="2434958" y="543509"/>
                  </a:lnTo>
                  <a:lnTo>
                    <a:pt x="2436076" y="543052"/>
                  </a:lnTo>
                  <a:lnTo>
                    <a:pt x="2437942" y="541185"/>
                  </a:lnTo>
                  <a:lnTo>
                    <a:pt x="2438400" y="540067"/>
                  </a:lnTo>
                  <a:lnTo>
                    <a:pt x="2438400" y="537438"/>
                  </a:lnTo>
                  <a:close/>
                </a:path>
                <a:path w="4819650" h="2679700">
                  <a:moveTo>
                    <a:pt x="2438400" y="3441"/>
                  </a:moveTo>
                  <a:lnTo>
                    <a:pt x="2437942" y="2324"/>
                  </a:lnTo>
                  <a:lnTo>
                    <a:pt x="2436076" y="469"/>
                  </a:lnTo>
                  <a:lnTo>
                    <a:pt x="2434958" y="0"/>
                  </a:lnTo>
                  <a:lnTo>
                    <a:pt x="2432329" y="0"/>
                  </a:lnTo>
                  <a:lnTo>
                    <a:pt x="2431211" y="469"/>
                  </a:lnTo>
                  <a:lnTo>
                    <a:pt x="2429345" y="2324"/>
                  </a:lnTo>
                  <a:lnTo>
                    <a:pt x="2428875" y="3441"/>
                  </a:lnTo>
                  <a:lnTo>
                    <a:pt x="2428875" y="6070"/>
                  </a:lnTo>
                  <a:lnTo>
                    <a:pt x="2429345" y="7200"/>
                  </a:lnTo>
                  <a:lnTo>
                    <a:pt x="2431211" y="9055"/>
                  </a:lnTo>
                  <a:lnTo>
                    <a:pt x="2432329" y="9525"/>
                  </a:lnTo>
                  <a:lnTo>
                    <a:pt x="2434958" y="9525"/>
                  </a:lnTo>
                  <a:lnTo>
                    <a:pt x="2436076" y="9055"/>
                  </a:lnTo>
                  <a:lnTo>
                    <a:pt x="2437942" y="7200"/>
                  </a:lnTo>
                  <a:lnTo>
                    <a:pt x="2438400" y="6070"/>
                  </a:lnTo>
                  <a:lnTo>
                    <a:pt x="2438400" y="3441"/>
                  </a:lnTo>
                  <a:close/>
                </a:path>
                <a:path w="4819650" h="2679700">
                  <a:moveTo>
                    <a:pt x="2486025" y="2673400"/>
                  </a:moveTo>
                  <a:lnTo>
                    <a:pt x="2485567" y="2672283"/>
                  </a:lnTo>
                  <a:lnTo>
                    <a:pt x="2483701" y="2670416"/>
                  </a:lnTo>
                  <a:lnTo>
                    <a:pt x="2482583" y="2669946"/>
                  </a:lnTo>
                  <a:lnTo>
                    <a:pt x="2479954" y="2669946"/>
                  </a:lnTo>
                  <a:lnTo>
                    <a:pt x="2478836" y="2670416"/>
                  </a:lnTo>
                  <a:lnTo>
                    <a:pt x="2476970" y="2672283"/>
                  </a:lnTo>
                  <a:lnTo>
                    <a:pt x="2476500" y="2673400"/>
                  </a:lnTo>
                  <a:lnTo>
                    <a:pt x="2476500" y="2676029"/>
                  </a:lnTo>
                  <a:lnTo>
                    <a:pt x="2476970" y="2677147"/>
                  </a:lnTo>
                  <a:lnTo>
                    <a:pt x="2478836" y="2679014"/>
                  </a:lnTo>
                  <a:lnTo>
                    <a:pt x="2479954" y="2679471"/>
                  </a:lnTo>
                  <a:lnTo>
                    <a:pt x="2482583" y="2679471"/>
                  </a:lnTo>
                  <a:lnTo>
                    <a:pt x="2483701" y="2679014"/>
                  </a:lnTo>
                  <a:lnTo>
                    <a:pt x="2485567" y="2677147"/>
                  </a:lnTo>
                  <a:lnTo>
                    <a:pt x="2486025" y="2676029"/>
                  </a:lnTo>
                  <a:lnTo>
                    <a:pt x="2486025" y="2673400"/>
                  </a:lnTo>
                  <a:close/>
                </a:path>
                <a:path w="4819650" h="2679700">
                  <a:moveTo>
                    <a:pt x="2486025" y="2139404"/>
                  </a:moveTo>
                  <a:lnTo>
                    <a:pt x="2485567" y="2138286"/>
                  </a:lnTo>
                  <a:lnTo>
                    <a:pt x="2483701" y="2136432"/>
                  </a:lnTo>
                  <a:lnTo>
                    <a:pt x="2482583" y="2135962"/>
                  </a:lnTo>
                  <a:lnTo>
                    <a:pt x="2479954" y="2135962"/>
                  </a:lnTo>
                  <a:lnTo>
                    <a:pt x="2478836" y="2136432"/>
                  </a:lnTo>
                  <a:lnTo>
                    <a:pt x="2476970" y="2138286"/>
                  </a:lnTo>
                  <a:lnTo>
                    <a:pt x="2476500" y="2139404"/>
                  </a:lnTo>
                  <a:lnTo>
                    <a:pt x="2476500" y="2142045"/>
                  </a:lnTo>
                  <a:lnTo>
                    <a:pt x="2476970" y="2143163"/>
                  </a:lnTo>
                  <a:lnTo>
                    <a:pt x="2478836" y="2145017"/>
                  </a:lnTo>
                  <a:lnTo>
                    <a:pt x="2479954" y="2145487"/>
                  </a:lnTo>
                  <a:lnTo>
                    <a:pt x="2482583" y="2145487"/>
                  </a:lnTo>
                  <a:lnTo>
                    <a:pt x="2483701" y="2145017"/>
                  </a:lnTo>
                  <a:lnTo>
                    <a:pt x="2485567" y="2143163"/>
                  </a:lnTo>
                  <a:lnTo>
                    <a:pt x="2486025" y="2142045"/>
                  </a:lnTo>
                  <a:lnTo>
                    <a:pt x="2486025" y="2139404"/>
                  </a:lnTo>
                  <a:close/>
                </a:path>
                <a:path w="4819650" h="2679700">
                  <a:moveTo>
                    <a:pt x="2486025" y="1605419"/>
                  </a:moveTo>
                  <a:lnTo>
                    <a:pt x="2485567" y="1604302"/>
                  </a:lnTo>
                  <a:lnTo>
                    <a:pt x="2483701" y="1602435"/>
                  </a:lnTo>
                  <a:lnTo>
                    <a:pt x="2482583" y="1601965"/>
                  </a:lnTo>
                  <a:lnTo>
                    <a:pt x="2479954" y="1601965"/>
                  </a:lnTo>
                  <a:lnTo>
                    <a:pt x="2478836" y="1602435"/>
                  </a:lnTo>
                  <a:lnTo>
                    <a:pt x="2476970" y="1604302"/>
                  </a:lnTo>
                  <a:lnTo>
                    <a:pt x="2476500" y="1605419"/>
                  </a:lnTo>
                  <a:lnTo>
                    <a:pt x="2476500" y="1608048"/>
                  </a:lnTo>
                  <a:lnTo>
                    <a:pt x="2476970" y="1609166"/>
                  </a:lnTo>
                  <a:lnTo>
                    <a:pt x="2478836" y="1611033"/>
                  </a:lnTo>
                  <a:lnTo>
                    <a:pt x="2479954" y="1611490"/>
                  </a:lnTo>
                  <a:lnTo>
                    <a:pt x="2482583" y="1611490"/>
                  </a:lnTo>
                  <a:lnTo>
                    <a:pt x="2483701" y="1611033"/>
                  </a:lnTo>
                  <a:lnTo>
                    <a:pt x="2485567" y="1609166"/>
                  </a:lnTo>
                  <a:lnTo>
                    <a:pt x="2486025" y="1608048"/>
                  </a:lnTo>
                  <a:lnTo>
                    <a:pt x="2486025" y="1605419"/>
                  </a:lnTo>
                  <a:close/>
                </a:path>
                <a:path w="4819650" h="2679700">
                  <a:moveTo>
                    <a:pt x="2486025" y="1071422"/>
                  </a:moveTo>
                  <a:lnTo>
                    <a:pt x="2485567" y="1070305"/>
                  </a:lnTo>
                  <a:lnTo>
                    <a:pt x="2483701" y="1068451"/>
                  </a:lnTo>
                  <a:lnTo>
                    <a:pt x="2482583" y="1067981"/>
                  </a:lnTo>
                  <a:lnTo>
                    <a:pt x="2479954" y="1067981"/>
                  </a:lnTo>
                  <a:lnTo>
                    <a:pt x="2478836" y="1068451"/>
                  </a:lnTo>
                  <a:lnTo>
                    <a:pt x="2476970" y="1070305"/>
                  </a:lnTo>
                  <a:lnTo>
                    <a:pt x="2476500" y="1071422"/>
                  </a:lnTo>
                  <a:lnTo>
                    <a:pt x="2476500" y="1074051"/>
                  </a:lnTo>
                  <a:lnTo>
                    <a:pt x="2476970" y="1075182"/>
                  </a:lnTo>
                  <a:lnTo>
                    <a:pt x="2478836" y="1077036"/>
                  </a:lnTo>
                  <a:lnTo>
                    <a:pt x="2479954" y="1077506"/>
                  </a:lnTo>
                  <a:lnTo>
                    <a:pt x="2482583" y="1077506"/>
                  </a:lnTo>
                  <a:lnTo>
                    <a:pt x="2483701" y="1077036"/>
                  </a:lnTo>
                  <a:lnTo>
                    <a:pt x="2485567" y="1075182"/>
                  </a:lnTo>
                  <a:lnTo>
                    <a:pt x="2486025" y="1074051"/>
                  </a:lnTo>
                  <a:lnTo>
                    <a:pt x="2486025" y="1071422"/>
                  </a:lnTo>
                  <a:close/>
                </a:path>
                <a:path w="4819650" h="2679700">
                  <a:moveTo>
                    <a:pt x="2486025" y="537438"/>
                  </a:moveTo>
                  <a:lnTo>
                    <a:pt x="2485567" y="536308"/>
                  </a:lnTo>
                  <a:lnTo>
                    <a:pt x="2483701" y="534454"/>
                  </a:lnTo>
                  <a:lnTo>
                    <a:pt x="2482583" y="533984"/>
                  </a:lnTo>
                  <a:lnTo>
                    <a:pt x="2479954" y="533984"/>
                  </a:lnTo>
                  <a:lnTo>
                    <a:pt x="2478836" y="534454"/>
                  </a:lnTo>
                  <a:lnTo>
                    <a:pt x="2476970" y="536308"/>
                  </a:lnTo>
                  <a:lnTo>
                    <a:pt x="2476500" y="537438"/>
                  </a:lnTo>
                  <a:lnTo>
                    <a:pt x="2476500" y="540067"/>
                  </a:lnTo>
                  <a:lnTo>
                    <a:pt x="2476970" y="541185"/>
                  </a:lnTo>
                  <a:lnTo>
                    <a:pt x="2478836" y="543052"/>
                  </a:lnTo>
                  <a:lnTo>
                    <a:pt x="2479954" y="543509"/>
                  </a:lnTo>
                  <a:lnTo>
                    <a:pt x="2482583" y="543509"/>
                  </a:lnTo>
                  <a:lnTo>
                    <a:pt x="2483701" y="543052"/>
                  </a:lnTo>
                  <a:lnTo>
                    <a:pt x="2485567" y="541185"/>
                  </a:lnTo>
                  <a:lnTo>
                    <a:pt x="2486025" y="540067"/>
                  </a:lnTo>
                  <a:lnTo>
                    <a:pt x="2486025" y="537438"/>
                  </a:lnTo>
                  <a:close/>
                </a:path>
                <a:path w="4819650" h="2679700">
                  <a:moveTo>
                    <a:pt x="2486025" y="3441"/>
                  </a:moveTo>
                  <a:lnTo>
                    <a:pt x="2485567" y="2324"/>
                  </a:lnTo>
                  <a:lnTo>
                    <a:pt x="2483701" y="469"/>
                  </a:lnTo>
                  <a:lnTo>
                    <a:pt x="2482583" y="0"/>
                  </a:lnTo>
                  <a:lnTo>
                    <a:pt x="2479954" y="0"/>
                  </a:lnTo>
                  <a:lnTo>
                    <a:pt x="2478836" y="469"/>
                  </a:lnTo>
                  <a:lnTo>
                    <a:pt x="2476970" y="2324"/>
                  </a:lnTo>
                  <a:lnTo>
                    <a:pt x="2476500" y="3441"/>
                  </a:lnTo>
                  <a:lnTo>
                    <a:pt x="2476500" y="6070"/>
                  </a:lnTo>
                  <a:lnTo>
                    <a:pt x="2476970" y="7200"/>
                  </a:lnTo>
                  <a:lnTo>
                    <a:pt x="2478836" y="9055"/>
                  </a:lnTo>
                  <a:lnTo>
                    <a:pt x="2479954" y="9525"/>
                  </a:lnTo>
                  <a:lnTo>
                    <a:pt x="2482583" y="9525"/>
                  </a:lnTo>
                  <a:lnTo>
                    <a:pt x="2483701" y="9055"/>
                  </a:lnTo>
                  <a:lnTo>
                    <a:pt x="2485567" y="7200"/>
                  </a:lnTo>
                  <a:lnTo>
                    <a:pt x="2486025" y="6070"/>
                  </a:lnTo>
                  <a:lnTo>
                    <a:pt x="2486025" y="3441"/>
                  </a:lnTo>
                  <a:close/>
                </a:path>
                <a:path w="4819650" h="2679700">
                  <a:moveTo>
                    <a:pt x="2533650" y="2673400"/>
                  </a:moveTo>
                  <a:lnTo>
                    <a:pt x="2533192" y="2672283"/>
                  </a:lnTo>
                  <a:lnTo>
                    <a:pt x="2531326" y="2670416"/>
                  </a:lnTo>
                  <a:lnTo>
                    <a:pt x="2530208" y="2669946"/>
                  </a:lnTo>
                  <a:lnTo>
                    <a:pt x="2527579" y="2669946"/>
                  </a:lnTo>
                  <a:lnTo>
                    <a:pt x="2526461" y="2670416"/>
                  </a:lnTo>
                  <a:lnTo>
                    <a:pt x="2524595" y="2672283"/>
                  </a:lnTo>
                  <a:lnTo>
                    <a:pt x="2524125" y="2673400"/>
                  </a:lnTo>
                  <a:lnTo>
                    <a:pt x="2524125" y="2676029"/>
                  </a:lnTo>
                  <a:lnTo>
                    <a:pt x="2524595" y="2677147"/>
                  </a:lnTo>
                  <a:lnTo>
                    <a:pt x="2526461" y="2679014"/>
                  </a:lnTo>
                  <a:lnTo>
                    <a:pt x="2527579" y="2679471"/>
                  </a:lnTo>
                  <a:lnTo>
                    <a:pt x="2530208" y="2679471"/>
                  </a:lnTo>
                  <a:lnTo>
                    <a:pt x="2531326" y="2679014"/>
                  </a:lnTo>
                  <a:lnTo>
                    <a:pt x="2533192" y="2677147"/>
                  </a:lnTo>
                  <a:lnTo>
                    <a:pt x="2533650" y="2676029"/>
                  </a:lnTo>
                  <a:lnTo>
                    <a:pt x="2533650" y="2673400"/>
                  </a:lnTo>
                  <a:close/>
                </a:path>
                <a:path w="4819650" h="2679700">
                  <a:moveTo>
                    <a:pt x="2533650" y="2139404"/>
                  </a:moveTo>
                  <a:lnTo>
                    <a:pt x="2533192" y="2138286"/>
                  </a:lnTo>
                  <a:lnTo>
                    <a:pt x="2531326" y="2136432"/>
                  </a:lnTo>
                  <a:lnTo>
                    <a:pt x="2530208" y="2135962"/>
                  </a:lnTo>
                  <a:lnTo>
                    <a:pt x="2527579" y="2135962"/>
                  </a:lnTo>
                  <a:lnTo>
                    <a:pt x="2526461" y="2136432"/>
                  </a:lnTo>
                  <a:lnTo>
                    <a:pt x="2524595" y="2138286"/>
                  </a:lnTo>
                  <a:lnTo>
                    <a:pt x="2524125" y="2139404"/>
                  </a:lnTo>
                  <a:lnTo>
                    <a:pt x="2524125" y="2142045"/>
                  </a:lnTo>
                  <a:lnTo>
                    <a:pt x="2524595" y="2143163"/>
                  </a:lnTo>
                  <a:lnTo>
                    <a:pt x="2526461" y="2145017"/>
                  </a:lnTo>
                  <a:lnTo>
                    <a:pt x="2527579" y="2145487"/>
                  </a:lnTo>
                  <a:lnTo>
                    <a:pt x="2530208" y="2145487"/>
                  </a:lnTo>
                  <a:lnTo>
                    <a:pt x="2531326" y="2145017"/>
                  </a:lnTo>
                  <a:lnTo>
                    <a:pt x="2533192" y="2143163"/>
                  </a:lnTo>
                  <a:lnTo>
                    <a:pt x="2533650" y="2142045"/>
                  </a:lnTo>
                  <a:lnTo>
                    <a:pt x="2533650" y="2139404"/>
                  </a:lnTo>
                  <a:close/>
                </a:path>
                <a:path w="4819650" h="2679700">
                  <a:moveTo>
                    <a:pt x="2533650" y="1605419"/>
                  </a:moveTo>
                  <a:lnTo>
                    <a:pt x="2533192" y="1604302"/>
                  </a:lnTo>
                  <a:lnTo>
                    <a:pt x="2531326" y="1602435"/>
                  </a:lnTo>
                  <a:lnTo>
                    <a:pt x="2530208" y="1601965"/>
                  </a:lnTo>
                  <a:lnTo>
                    <a:pt x="2527579" y="1601965"/>
                  </a:lnTo>
                  <a:lnTo>
                    <a:pt x="2526461" y="1602435"/>
                  </a:lnTo>
                  <a:lnTo>
                    <a:pt x="2524595" y="1604302"/>
                  </a:lnTo>
                  <a:lnTo>
                    <a:pt x="2524125" y="1605419"/>
                  </a:lnTo>
                  <a:lnTo>
                    <a:pt x="2524125" y="1608048"/>
                  </a:lnTo>
                  <a:lnTo>
                    <a:pt x="2524595" y="1609166"/>
                  </a:lnTo>
                  <a:lnTo>
                    <a:pt x="2526461" y="1611033"/>
                  </a:lnTo>
                  <a:lnTo>
                    <a:pt x="2527579" y="1611490"/>
                  </a:lnTo>
                  <a:lnTo>
                    <a:pt x="2530208" y="1611490"/>
                  </a:lnTo>
                  <a:lnTo>
                    <a:pt x="2531326" y="1611033"/>
                  </a:lnTo>
                  <a:lnTo>
                    <a:pt x="2533192" y="1609166"/>
                  </a:lnTo>
                  <a:lnTo>
                    <a:pt x="2533650" y="1608048"/>
                  </a:lnTo>
                  <a:lnTo>
                    <a:pt x="2533650" y="1605419"/>
                  </a:lnTo>
                  <a:close/>
                </a:path>
                <a:path w="4819650" h="2679700">
                  <a:moveTo>
                    <a:pt x="2533650" y="1071422"/>
                  </a:moveTo>
                  <a:lnTo>
                    <a:pt x="2533192" y="1070305"/>
                  </a:lnTo>
                  <a:lnTo>
                    <a:pt x="2531326" y="1068451"/>
                  </a:lnTo>
                  <a:lnTo>
                    <a:pt x="2530208" y="1067981"/>
                  </a:lnTo>
                  <a:lnTo>
                    <a:pt x="2527579" y="1067981"/>
                  </a:lnTo>
                  <a:lnTo>
                    <a:pt x="2526461" y="1068451"/>
                  </a:lnTo>
                  <a:lnTo>
                    <a:pt x="2524595" y="1070305"/>
                  </a:lnTo>
                  <a:lnTo>
                    <a:pt x="2524125" y="1071422"/>
                  </a:lnTo>
                  <a:lnTo>
                    <a:pt x="2524125" y="1074051"/>
                  </a:lnTo>
                  <a:lnTo>
                    <a:pt x="2524595" y="1075182"/>
                  </a:lnTo>
                  <a:lnTo>
                    <a:pt x="2526461" y="1077036"/>
                  </a:lnTo>
                  <a:lnTo>
                    <a:pt x="2527579" y="1077506"/>
                  </a:lnTo>
                  <a:lnTo>
                    <a:pt x="2530208" y="1077506"/>
                  </a:lnTo>
                  <a:lnTo>
                    <a:pt x="2531326" y="1077036"/>
                  </a:lnTo>
                  <a:lnTo>
                    <a:pt x="2533192" y="1075182"/>
                  </a:lnTo>
                  <a:lnTo>
                    <a:pt x="2533650" y="1074051"/>
                  </a:lnTo>
                  <a:lnTo>
                    <a:pt x="2533650" y="1071422"/>
                  </a:lnTo>
                  <a:close/>
                </a:path>
                <a:path w="4819650" h="2679700">
                  <a:moveTo>
                    <a:pt x="2533650" y="537438"/>
                  </a:moveTo>
                  <a:lnTo>
                    <a:pt x="2533192" y="536308"/>
                  </a:lnTo>
                  <a:lnTo>
                    <a:pt x="2531326" y="534454"/>
                  </a:lnTo>
                  <a:lnTo>
                    <a:pt x="2530208" y="533984"/>
                  </a:lnTo>
                  <a:lnTo>
                    <a:pt x="2527579" y="533984"/>
                  </a:lnTo>
                  <a:lnTo>
                    <a:pt x="2526461" y="534454"/>
                  </a:lnTo>
                  <a:lnTo>
                    <a:pt x="2524595" y="536308"/>
                  </a:lnTo>
                  <a:lnTo>
                    <a:pt x="2524125" y="537438"/>
                  </a:lnTo>
                  <a:lnTo>
                    <a:pt x="2524125" y="540067"/>
                  </a:lnTo>
                  <a:lnTo>
                    <a:pt x="2524595" y="541185"/>
                  </a:lnTo>
                  <a:lnTo>
                    <a:pt x="2526461" y="543052"/>
                  </a:lnTo>
                  <a:lnTo>
                    <a:pt x="2527579" y="543509"/>
                  </a:lnTo>
                  <a:lnTo>
                    <a:pt x="2530208" y="543509"/>
                  </a:lnTo>
                  <a:lnTo>
                    <a:pt x="2531326" y="543052"/>
                  </a:lnTo>
                  <a:lnTo>
                    <a:pt x="2533192" y="541185"/>
                  </a:lnTo>
                  <a:lnTo>
                    <a:pt x="2533650" y="540067"/>
                  </a:lnTo>
                  <a:lnTo>
                    <a:pt x="2533650" y="537438"/>
                  </a:lnTo>
                  <a:close/>
                </a:path>
                <a:path w="4819650" h="2679700">
                  <a:moveTo>
                    <a:pt x="2533650" y="3441"/>
                  </a:moveTo>
                  <a:lnTo>
                    <a:pt x="2533192" y="2324"/>
                  </a:lnTo>
                  <a:lnTo>
                    <a:pt x="2531326" y="469"/>
                  </a:lnTo>
                  <a:lnTo>
                    <a:pt x="2530208" y="0"/>
                  </a:lnTo>
                  <a:lnTo>
                    <a:pt x="2527579" y="0"/>
                  </a:lnTo>
                  <a:lnTo>
                    <a:pt x="2526461" y="469"/>
                  </a:lnTo>
                  <a:lnTo>
                    <a:pt x="2524595" y="2324"/>
                  </a:lnTo>
                  <a:lnTo>
                    <a:pt x="2524125" y="3441"/>
                  </a:lnTo>
                  <a:lnTo>
                    <a:pt x="2524125" y="6070"/>
                  </a:lnTo>
                  <a:lnTo>
                    <a:pt x="2524595" y="7200"/>
                  </a:lnTo>
                  <a:lnTo>
                    <a:pt x="2526461" y="9055"/>
                  </a:lnTo>
                  <a:lnTo>
                    <a:pt x="2527579" y="9525"/>
                  </a:lnTo>
                  <a:lnTo>
                    <a:pt x="2530208" y="9525"/>
                  </a:lnTo>
                  <a:lnTo>
                    <a:pt x="2531326" y="9055"/>
                  </a:lnTo>
                  <a:lnTo>
                    <a:pt x="2533192" y="7200"/>
                  </a:lnTo>
                  <a:lnTo>
                    <a:pt x="2533650" y="6070"/>
                  </a:lnTo>
                  <a:lnTo>
                    <a:pt x="2533650" y="3441"/>
                  </a:lnTo>
                  <a:close/>
                </a:path>
                <a:path w="4819650" h="2679700">
                  <a:moveTo>
                    <a:pt x="2581275" y="2673400"/>
                  </a:moveTo>
                  <a:lnTo>
                    <a:pt x="2580817" y="2672283"/>
                  </a:lnTo>
                  <a:lnTo>
                    <a:pt x="2578951" y="2670416"/>
                  </a:lnTo>
                  <a:lnTo>
                    <a:pt x="2577833" y="2669946"/>
                  </a:lnTo>
                  <a:lnTo>
                    <a:pt x="2575204" y="2669946"/>
                  </a:lnTo>
                  <a:lnTo>
                    <a:pt x="2574086" y="2670416"/>
                  </a:lnTo>
                  <a:lnTo>
                    <a:pt x="2572220" y="2672283"/>
                  </a:lnTo>
                  <a:lnTo>
                    <a:pt x="2571750" y="2673400"/>
                  </a:lnTo>
                  <a:lnTo>
                    <a:pt x="2571750" y="2676029"/>
                  </a:lnTo>
                  <a:lnTo>
                    <a:pt x="2572220" y="2677147"/>
                  </a:lnTo>
                  <a:lnTo>
                    <a:pt x="2574086" y="2679014"/>
                  </a:lnTo>
                  <a:lnTo>
                    <a:pt x="2575204" y="2679471"/>
                  </a:lnTo>
                  <a:lnTo>
                    <a:pt x="2577833" y="2679471"/>
                  </a:lnTo>
                  <a:lnTo>
                    <a:pt x="2578951" y="2679014"/>
                  </a:lnTo>
                  <a:lnTo>
                    <a:pt x="2580817" y="2677147"/>
                  </a:lnTo>
                  <a:lnTo>
                    <a:pt x="2581275" y="2676029"/>
                  </a:lnTo>
                  <a:lnTo>
                    <a:pt x="2581275" y="2673400"/>
                  </a:lnTo>
                  <a:close/>
                </a:path>
                <a:path w="4819650" h="2679700">
                  <a:moveTo>
                    <a:pt x="2581275" y="2139404"/>
                  </a:moveTo>
                  <a:lnTo>
                    <a:pt x="2580817" y="2138286"/>
                  </a:lnTo>
                  <a:lnTo>
                    <a:pt x="2578951" y="2136432"/>
                  </a:lnTo>
                  <a:lnTo>
                    <a:pt x="2577833" y="2135962"/>
                  </a:lnTo>
                  <a:lnTo>
                    <a:pt x="2575204" y="2135962"/>
                  </a:lnTo>
                  <a:lnTo>
                    <a:pt x="2574086" y="2136432"/>
                  </a:lnTo>
                  <a:lnTo>
                    <a:pt x="2572220" y="2138286"/>
                  </a:lnTo>
                  <a:lnTo>
                    <a:pt x="2571750" y="2139404"/>
                  </a:lnTo>
                  <a:lnTo>
                    <a:pt x="2571750" y="2142045"/>
                  </a:lnTo>
                  <a:lnTo>
                    <a:pt x="2572220" y="2143163"/>
                  </a:lnTo>
                  <a:lnTo>
                    <a:pt x="2574086" y="2145017"/>
                  </a:lnTo>
                  <a:lnTo>
                    <a:pt x="2575204" y="2145487"/>
                  </a:lnTo>
                  <a:lnTo>
                    <a:pt x="2577833" y="2145487"/>
                  </a:lnTo>
                  <a:lnTo>
                    <a:pt x="2578951" y="2145017"/>
                  </a:lnTo>
                  <a:lnTo>
                    <a:pt x="2580817" y="2143163"/>
                  </a:lnTo>
                  <a:lnTo>
                    <a:pt x="2581275" y="2142045"/>
                  </a:lnTo>
                  <a:lnTo>
                    <a:pt x="2581275" y="2139404"/>
                  </a:lnTo>
                  <a:close/>
                </a:path>
                <a:path w="4819650" h="2679700">
                  <a:moveTo>
                    <a:pt x="2581275" y="1605419"/>
                  </a:moveTo>
                  <a:lnTo>
                    <a:pt x="2580817" y="1604302"/>
                  </a:lnTo>
                  <a:lnTo>
                    <a:pt x="2578951" y="1602435"/>
                  </a:lnTo>
                  <a:lnTo>
                    <a:pt x="2577833" y="1601965"/>
                  </a:lnTo>
                  <a:lnTo>
                    <a:pt x="2575204" y="1601965"/>
                  </a:lnTo>
                  <a:lnTo>
                    <a:pt x="2574086" y="1602435"/>
                  </a:lnTo>
                  <a:lnTo>
                    <a:pt x="2572220" y="1604302"/>
                  </a:lnTo>
                  <a:lnTo>
                    <a:pt x="2571750" y="1605419"/>
                  </a:lnTo>
                  <a:lnTo>
                    <a:pt x="2571750" y="1608048"/>
                  </a:lnTo>
                  <a:lnTo>
                    <a:pt x="2572220" y="1609166"/>
                  </a:lnTo>
                  <a:lnTo>
                    <a:pt x="2574086" y="1611033"/>
                  </a:lnTo>
                  <a:lnTo>
                    <a:pt x="2575204" y="1611490"/>
                  </a:lnTo>
                  <a:lnTo>
                    <a:pt x="2577833" y="1611490"/>
                  </a:lnTo>
                  <a:lnTo>
                    <a:pt x="2578951" y="1611033"/>
                  </a:lnTo>
                  <a:lnTo>
                    <a:pt x="2580817" y="1609166"/>
                  </a:lnTo>
                  <a:lnTo>
                    <a:pt x="2581275" y="1608048"/>
                  </a:lnTo>
                  <a:lnTo>
                    <a:pt x="2581275" y="1605419"/>
                  </a:lnTo>
                  <a:close/>
                </a:path>
                <a:path w="4819650" h="2679700">
                  <a:moveTo>
                    <a:pt x="2581275" y="1071422"/>
                  </a:moveTo>
                  <a:lnTo>
                    <a:pt x="2580817" y="1070305"/>
                  </a:lnTo>
                  <a:lnTo>
                    <a:pt x="2578951" y="1068451"/>
                  </a:lnTo>
                  <a:lnTo>
                    <a:pt x="2577833" y="1067981"/>
                  </a:lnTo>
                  <a:lnTo>
                    <a:pt x="2575204" y="1067981"/>
                  </a:lnTo>
                  <a:lnTo>
                    <a:pt x="2574086" y="1068451"/>
                  </a:lnTo>
                  <a:lnTo>
                    <a:pt x="2572220" y="1070305"/>
                  </a:lnTo>
                  <a:lnTo>
                    <a:pt x="2571750" y="1071422"/>
                  </a:lnTo>
                  <a:lnTo>
                    <a:pt x="2571750" y="1074051"/>
                  </a:lnTo>
                  <a:lnTo>
                    <a:pt x="2572220" y="1075182"/>
                  </a:lnTo>
                  <a:lnTo>
                    <a:pt x="2574086" y="1077036"/>
                  </a:lnTo>
                  <a:lnTo>
                    <a:pt x="2575204" y="1077506"/>
                  </a:lnTo>
                  <a:lnTo>
                    <a:pt x="2577833" y="1077506"/>
                  </a:lnTo>
                  <a:lnTo>
                    <a:pt x="2578951" y="1077036"/>
                  </a:lnTo>
                  <a:lnTo>
                    <a:pt x="2580817" y="1075182"/>
                  </a:lnTo>
                  <a:lnTo>
                    <a:pt x="2581275" y="1074051"/>
                  </a:lnTo>
                  <a:lnTo>
                    <a:pt x="2581275" y="1071422"/>
                  </a:lnTo>
                  <a:close/>
                </a:path>
                <a:path w="4819650" h="2679700">
                  <a:moveTo>
                    <a:pt x="2581275" y="537438"/>
                  </a:moveTo>
                  <a:lnTo>
                    <a:pt x="2580817" y="536308"/>
                  </a:lnTo>
                  <a:lnTo>
                    <a:pt x="2578951" y="534454"/>
                  </a:lnTo>
                  <a:lnTo>
                    <a:pt x="2577833" y="533984"/>
                  </a:lnTo>
                  <a:lnTo>
                    <a:pt x="2575204" y="533984"/>
                  </a:lnTo>
                  <a:lnTo>
                    <a:pt x="2574086" y="534454"/>
                  </a:lnTo>
                  <a:lnTo>
                    <a:pt x="2572220" y="536308"/>
                  </a:lnTo>
                  <a:lnTo>
                    <a:pt x="2571750" y="537438"/>
                  </a:lnTo>
                  <a:lnTo>
                    <a:pt x="2571750" y="540067"/>
                  </a:lnTo>
                  <a:lnTo>
                    <a:pt x="2572220" y="541185"/>
                  </a:lnTo>
                  <a:lnTo>
                    <a:pt x="2574086" y="543052"/>
                  </a:lnTo>
                  <a:lnTo>
                    <a:pt x="2575204" y="543509"/>
                  </a:lnTo>
                  <a:lnTo>
                    <a:pt x="2577833" y="543509"/>
                  </a:lnTo>
                  <a:lnTo>
                    <a:pt x="2578951" y="543052"/>
                  </a:lnTo>
                  <a:lnTo>
                    <a:pt x="2580817" y="541185"/>
                  </a:lnTo>
                  <a:lnTo>
                    <a:pt x="2581275" y="540067"/>
                  </a:lnTo>
                  <a:lnTo>
                    <a:pt x="2581275" y="537438"/>
                  </a:lnTo>
                  <a:close/>
                </a:path>
                <a:path w="4819650" h="2679700">
                  <a:moveTo>
                    <a:pt x="2581275" y="3441"/>
                  </a:moveTo>
                  <a:lnTo>
                    <a:pt x="2580817" y="2324"/>
                  </a:lnTo>
                  <a:lnTo>
                    <a:pt x="2578951" y="469"/>
                  </a:lnTo>
                  <a:lnTo>
                    <a:pt x="2577833" y="0"/>
                  </a:lnTo>
                  <a:lnTo>
                    <a:pt x="2575204" y="0"/>
                  </a:lnTo>
                  <a:lnTo>
                    <a:pt x="2574086" y="469"/>
                  </a:lnTo>
                  <a:lnTo>
                    <a:pt x="2572220" y="2324"/>
                  </a:lnTo>
                  <a:lnTo>
                    <a:pt x="2571750" y="3441"/>
                  </a:lnTo>
                  <a:lnTo>
                    <a:pt x="2571750" y="6070"/>
                  </a:lnTo>
                  <a:lnTo>
                    <a:pt x="2572220" y="7200"/>
                  </a:lnTo>
                  <a:lnTo>
                    <a:pt x="2574086" y="9055"/>
                  </a:lnTo>
                  <a:lnTo>
                    <a:pt x="2575204" y="9525"/>
                  </a:lnTo>
                  <a:lnTo>
                    <a:pt x="2577833" y="9525"/>
                  </a:lnTo>
                  <a:lnTo>
                    <a:pt x="2578951" y="9055"/>
                  </a:lnTo>
                  <a:lnTo>
                    <a:pt x="2580817" y="7200"/>
                  </a:lnTo>
                  <a:lnTo>
                    <a:pt x="2581275" y="6070"/>
                  </a:lnTo>
                  <a:lnTo>
                    <a:pt x="2581275" y="3441"/>
                  </a:lnTo>
                  <a:close/>
                </a:path>
                <a:path w="4819650" h="2679700">
                  <a:moveTo>
                    <a:pt x="2628900" y="2673400"/>
                  </a:moveTo>
                  <a:lnTo>
                    <a:pt x="2628442" y="2672283"/>
                  </a:lnTo>
                  <a:lnTo>
                    <a:pt x="2626576" y="2670416"/>
                  </a:lnTo>
                  <a:lnTo>
                    <a:pt x="2625458" y="2669946"/>
                  </a:lnTo>
                  <a:lnTo>
                    <a:pt x="2622829" y="2669946"/>
                  </a:lnTo>
                  <a:lnTo>
                    <a:pt x="2621711" y="2670416"/>
                  </a:lnTo>
                  <a:lnTo>
                    <a:pt x="2619845" y="2672283"/>
                  </a:lnTo>
                  <a:lnTo>
                    <a:pt x="2619375" y="2673400"/>
                  </a:lnTo>
                  <a:lnTo>
                    <a:pt x="2619375" y="2676029"/>
                  </a:lnTo>
                  <a:lnTo>
                    <a:pt x="2619845" y="2677147"/>
                  </a:lnTo>
                  <a:lnTo>
                    <a:pt x="2621711" y="2679014"/>
                  </a:lnTo>
                  <a:lnTo>
                    <a:pt x="2622829" y="2679471"/>
                  </a:lnTo>
                  <a:lnTo>
                    <a:pt x="2625458" y="2679471"/>
                  </a:lnTo>
                  <a:lnTo>
                    <a:pt x="2626576" y="2679014"/>
                  </a:lnTo>
                  <a:lnTo>
                    <a:pt x="2628442" y="2677147"/>
                  </a:lnTo>
                  <a:lnTo>
                    <a:pt x="2628900" y="2676029"/>
                  </a:lnTo>
                  <a:lnTo>
                    <a:pt x="2628900" y="2673400"/>
                  </a:lnTo>
                  <a:close/>
                </a:path>
                <a:path w="4819650" h="2679700">
                  <a:moveTo>
                    <a:pt x="2628900" y="2139404"/>
                  </a:moveTo>
                  <a:lnTo>
                    <a:pt x="2628442" y="2138286"/>
                  </a:lnTo>
                  <a:lnTo>
                    <a:pt x="2626576" y="2136432"/>
                  </a:lnTo>
                  <a:lnTo>
                    <a:pt x="2625458" y="2135962"/>
                  </a:lnTo>
                  <a:lnTo>
                    <a:pt x="2622829" y="2135962"/>
                  </a:lnTo>
                  <a:lnTo>
                    <a:pt x="2621711" y="2136432"/>
                  </a:lnTo>
                  <a:lnTo>
                    <a:pt x="2619845" y="2138286"/>
                  </a:lnTo>
                  <a:lnTo>
                    <a:pt x="2619375" y="2139404"/>
                  </a:lnTo>
                  <a:lnTo>
                    <a:pt x="2619375" y="2142045"/>
                  </a:lnTo>
                  <a:lnTo>
                    <a:pt x="2619845" y="2143163"/>
                  </a:lnTo>
                  <a:lnTo>
                    <a:pt x="2621711" y="2145017"/>
                  </a:lnTo>
                  <a:lnTo>
                    <a:pt x="2622829" y="2145487"/>
                  </a:lnTo>
                  <a:lnTo>
                    <a:pt x="2625458" y="2145487"/>
                  </a:lnTo>
                  <a:lnTo>
                    <a:pt x="2626576" y="2145017"/>
                  </a:lnTo>
                  <a:lnTo>
                    <a:pt x="2628442" y="2143163"/>
                  </a:lnTo>
                  <a:lnTo>
                    <a:pt x="2628900" y="2142045"/>
                  </a:lnTo>
                  <a:lnTo>
                    <a:pt x="2628900" y="2139404"/>
                  </a:lnTo>
                  <a:close/>
                </a:path>
                <a:path w="4819650" h="2679700">
                  <a:moveTo>
                    <a:pt x="2628900" y="1605419"/>
                  </a:moveTo>
                  <a:lnTo>
                    <a:pt x="2628442" y="1604302"/>
                  </a:lnTo>
                  <a:lnTo>
                    <a:pt x="2626576" y="1602435"/>
                  </a:lnTo>
                  <a:lnTo>
                    <a:pt x="2625458" y="1601965"/>
                  </a:lnTo>
                  <a:lnTo>
                    <a:pt x="2622829" y="1601965"/>
                  </a:lnTo>
                  <a:lnTo>
                    <a:pt x="2621711" y="1602435"/>
                  </a:lnTo>
                  <a:lnTo>
                    <a:pt x="2619845" y="1604302"/>
                  </a:lnTo>
                  <a:lnTo>
                    <a:pt x="2619375" y="1605419"/>
                  </a:lnTo>
                  <a:lnTo>
                    <a:pt x="2619375" y="1608048"/>
                  </a:lnTo>
                  <a:lnTo>
                    <a:pt x="2619845" y="1609166"/>
                  </a:lnTo>
                  <a:lnTo>
                    <a:pt x="2621711" y="1611033"/>
                  </a:lnTo>
                  <a:lnTo>
                    <a:pt x="2622829" y="1611490"/>
                  </a:lnTo>
                  <a:lnTo>
                    <a:pt x="2625458" y="1611490"/>
                  </a:lnTo>
                  <a:lnTo>
                    <a:pt x="2626576" y="1611033"/>
                  </a:lnTo>
                  <a:lnTo>
                    <a:pt x="2628442" y="1609166"/>
                  </a:lnTo>
                  <a:lnTo>
                    <a:pt x="2628900" y="1608048"/>
                  </a:lnTo>
                  <a:lnTo>
                    <a:pt x="2628900" y="1605419"/>
                  </a:lnTo>
                  <a:close/>
                </a:path>
                <a:path w="4819650" h="2679700">
                  <a:moveTo>
                    <a:pt x="2628900" y="1071422"/>
                  </a:moveTo>
                  <a:lnTo>
                    <a:pt x="2628442" y="1070305"/>
                  </a:lnTo>
                  <a:lnTo>
                    <a:pt x="2626576" y="1068451"/>
                  </a:lnTo>
                  <a:lnTo>
                    <a:pt x="2625458" y="1067981"/>
                  </a:lnTo>
                  <a:lnTo>
                    <a:pt x="2622829" y="1067981"/>
                  </a:lnTo>
                  <a:lnTo>
                    <a:pt x="2621711" y="1068451"/>
                  </a:lnTo>
                  <a:lnTo>
                    <a:pt x="2619845" y="1070305"/>
                  </a:lnTo>
                  <a:lnTo>
                    <a:pt x="2619375" y="1071422"/>
                  </a:lnTo>
                  <a:lnTo>
                    <a:pt x="2619375" y="1074051"/>
                  </a:lnTo>
                  <a:lnTo>
                    <a:pt x="2619845" y="1075182"/>
                  </a:lnTo>
                  <a:lnTo>
                    <a:pt x="2621711" y="1077036"/>
                  </a:lnTo>
                  <a:lnTo>
                    <a:pt x="2622829" y="1077506"/>
                  </a:lnTo>
                  <a:lnTo>
                    <a:pt x="2625458" y="1077506"/>
                  </a:lnTo>
                  <a:lnTo>
                    <a:pt x="2626576" y="1077036"/>
                  </a:lnTo>
                  <a:lnTo>
                    <a:pt x="2628442" y="1075182"/>
                  </a:lnTo>
                  <a:lnTo>
                    <a:pt x="2628900" y="1074051"/>
                  </a:lnTo>
                  <a:lnTo>
                    <a:pt x="2628900" y="1071422"/>
                  </a:lnTo>
                  <a:close/>
                </a:path>
                <a:path w="4819650" h="2679700">
                  <a:moveTo>
                    <a:pt x="2628900" y="537438"/>
                  </a:moveTo>
                  <a:lnTo>
                    <a:pt x="2628442" y="536308"/>
                  </a:lnTo>
                  <a:lnTo>
                    <a:pt x="2626576" y="534454"/>
                  </a:lnTo>
                  <a:lnTo>
                    <a:pt x="2625458" y="533984"/>
                  </a:lnTo>
                  <a:lnTo>
                    <a:pt x="2622829" y="533984"/>
                  </a:lnTo>
                  <a:lnTo>
                    <a:pt x="2621711" y="534454"/>
                  </a:lnTo>
                  <a:lnTo>
                    <a:pt x="2619845" y="536308"/>
                  </a:lnTo>
                  <a:lnTo>
                    <a:pt x="2619375" y="537438"/>
                  </a:lnTo>
                  <a:lnTo>
                    <a:pt x="2619375" y="540067"/>
                  </a:lnTo>
                  <a:lnTo>
                    <a:pt x="2619845" y="541185"/>
                  </a:lnTo>
                  <a:lnTo>
                    <a:pt x="2621711" y="543052"/>
                  </a:lnTo>
                  <a:lnTo>
                    <a:pt x="2622829" y="543509"/>
                  </a:lnTo>
                  <a:lnTo>
                    <a:pt x="2625458" y="543509"/>
                  </a:lnTo>
                  <a:lnTo>
                    <a:pt x="2626576" y="543052"/>
                  </a:lnTo>
                  <a:lnTo>
                    <a:pt x="2628442" y="541185"/>
                  </a:lnTo>
                  <a:lnTo>
                    <a:pt x="2628900" y="540067"/>
                  </a:lnTo>
                  <a:lnTo>
                    <a:pt x="2628900" y="537438"/>
                  </a:lnTo>
                  <a:close/>
                </a:path>
                <a:path w="4819650" h="2679700">
                  <a:moveTo>
                    <a:pt x="2628900" y="3441"/>
                  </a:moveTo>
                  <a:lnTo>
                    <a:pt x="2628442" y="2324"/>
                  </a:lnTo>
                  <a:lnTo>
                    <a:pt x="2626576" y="469"/>
                  </a:lnTo>
                  <a:lnTo>
                    <a:pt x="2625458" y="0"/>
                  </a:lnTo>
                  <a:lnTo>
                    <a:pt x="2622829" y="0"/>
                  </a:lnTo>
                  <a:lnTo>
                    <a:pt x="2621711" y="469"/>
                  </a:lnTo>
                  <a:lnTo>
                    <a:pt x="2619845" y="2324"/>
                  </a:lnTo>
                  <a:lnTo>
                    <a:pt x="2619375" y="3441"/>
                  </a:lnTo>
                  <a:lnTo>
                    <a:pt x="2619375" y="6070"/>
                  </a:lnTo>
                  <a:lnTo>
                    <a:pt x="2619845" y="7200"/>
                  </a:lnTo>
                  <a:lnTo>
                    <a:pt x="2621711" y="9055"/>
                  </a:lnTo>
                  <a:lnTo>
                    <a:pt x="2622829" y="9525"/>
                  </a:lnTo>
                  <a:lnTo>
                    <a:pt x="2625458" y="9525"/>
                  </a:lnTo>
                  <a:lnTo>
                    <a:pt x="2626576" y="9055"/>
                  </a:lnTo>
                  <a:lnTo>
                    <a:pt x="2628442" y="7200"/>
                  </a:lnTo>
                  <a:lnTo>
                    <a:pt x="2628900" y="6070"/>
                  </a:lnTo>
                  <a:lnTo>
                    <a:pt x="2628900" y="3441"/>
                  </a:lnTo>
                  <a:close/>
                </a:path>
                <a:path w="4819650" h="2679700">
                  <a:moveTo>
                    <a:pt x="2676525" y="2673400"/>
                  </a:moveTo>
                  <a:lnTo>
                    <a:pt x="2676067" y="2672283"/>
                  </a:lnTo>
                  <a:lnTo>
                    <a:pt x="2674201" y="2670416"/>
                  </a:lnTo>
                  <a:lnTo>
                    <a:pt x="2673083" y="2669946"/>
                  </a:lnTo>
                  <a:lnTo>
                    <a:pt x="2670454" y="2669946"/>
                  </a:lnTo>
                  <a:lnTo>
                    <a:pt x="2669336" y="2670416"/>
                  </a:lnTo>
                  <a:lnTo>
                    <a:pt x="2667470" y="2672283"/>
                  </a:lnTo>
                  <a:lnTo>
                    <a:pt x="2667000" y="2673400"/>
                  </a:lnTo>
                  <a:lnTo>
                    <a:pt x="2667000" y="2676029"/>
                  </a:lnTo>
                  <a:lnTo>
                    <a:pt x="2667470" y="2677147"/>
                  </a:lnTo>
                  <a:lnTo>
                    <a:pt x="2669336" y="2679014"/>
                  </a:lnTo>
                  <a:lnTo>
                    <a:pt x="2670454" y="2679471"/>
                  </a:lnTo>
                  <a:lnTo>
                    <a:pt x="2673083" y="2679471"/>
                  </a:lnTo>
                  <a:lnTo>
                    <a:pt x="2674201" y="2679014"/>
                  </a:lnTo>
                  <a:lnTo>
                    <a:pt x="2676067" y="2677147"/>
                  </a:lnTo>
                  <a:lnTo>
                    <a:pt x="2676525" y="2676029"/>
                  </a:lnTo>
                  <a:lnTo>
                    <a:pt x="2676525" y="2673400"/>
                  </a:lnTo>
                  <a:close/>
                </a:path>
                <a:path w="4819650" h="2679700">
                  <a:moveTo>
                    <a:pt x="2676525" y="2139404"/>
                  </a:moveTo>
                  <a:lnTo>
                    <a:pt x="2676067" y="2138286"/>
                  </a:lnTo>
                  <a:lnTo>
                    <a:pt x="2674201" y="2136432"/>
                  </a:lnTo>
                  <a:lnTo>
                    <a:pt x="2673083" y="2135962"/>
                  </a:lnTo>
                  <a:lnTo>
                    <a:pt x="2670454" y="2135962"/>
                  </a:lnTo>
                  <a:lnTo>
                    <a:pt x="2669336" y="2136432"/>
                  </a:lnTo>
                  <a:lnTo>
                    <a:pt x="2667470" y="2138286"/>
                  </a:lnTo>
                  <a:lnTo>
                    <a:pt x="2667000" y="2139404"/>
                  </a:lnTo>
                  <a:lnTo>
                    <a:pt x="2667000" y="2142045"/>
                  </a:lnTo>
                  <a:lnTo>
                    <a:pt x="2667470" y="2143163"/>
                  </a:lnTo>
                  <a:lnTo>
                    <a:pt x="2669336" y="2145017"/>
                  </a:lnTo>
                  <a:lnTo>
                    <a:pt x="2670454" y="2145487"/>
                  </a:lnTo>
                  <a:lnTo>
                    <a:pt x="2673083" y="2145487"/>
                  </a:lnTo>
                  <a:lnTo>
                    <a:pt x="2674201" y="2145017"/>
                  </a:lnTo>
                  <a:lnTo>
                    <a:pt x="2676067" y="2143163"/>
                  </a:lnTo>
                  <a:lnTo>
                    <a:pt x="2676525" y="2142045"/>
                  </a:lnTo>
                  <a:lnTo>
                    <a:pt x="2676525" y="2139404"/>
                  </a:lnTo>
                  <a:close/>
                </a:path>
                <a:path w="4819650" h="2679700">
                  <a:moveTo>
                    <a:pt x="2676525" y="1605419"/>
                  </a:moveTo>
                  <a:lnTo>
                    <a:pt x="2676067" y="1604302"/>
                  </a:lnTo>
                  <a:lnTo>
                    <a:pt x="2674201" y="1602435"/>
                  </a:lnTo>
                  <a:lnTo>
                    <a:pt x="2673083" y="1601965"/>
                  </a:lnTo>
                  <a:lnTo>
                    <a:pt x="2670454" y="1601965"/>
                  </a:lnTo>
                  <a:lnTo>
                    <a:pt x="2669336" y="1602435"/>
                  </a:lnTo>
                  <a:lnTo>
                    <a:pt x="2667470" y="1604302"/>
                  </a:lnTo>
                  <a:lnTo>
                    <a:pt x="2667000" y="1605419"/>
                  </a:lnTo>
                  <a:lnTo>
                    <a:pt x="2667000" y="1608048"/>
                  </a:lnTo>
                  <a:lnTo>
                    <a:pt x="2667470" y="1609166"/>
                  </a:lnTo>
                  <a:lnTo>
                    <a:pt x="2669336" y="1611033"/>
                  </a:lnTo>
                  <a:lnTo>
                    <a:pt x="2670454" y="1611490"/>
                  </a:lnTo>
                  <a:lnTo>
                    <a:pt x="2673083" y="1611490"/>
                  </a:lnTo>
                  <a:lnTo>
                    <a:pt x="2674201" y="1611033"/>
                  </a:lnTo>
                  <a:lnTo>
                    <a:pt x="2676067" y="1609166"/>
                  </a:lnTo>
                  <a:lnTo>
                    <a:pt x="2676525" y="1608048"/>
                  </a:lnTo>
                  <a:lnTo>
                    <a:pt x="2676525" y="1605419"/>
                  </a:lnTo>
                  <a:close/>
                </a:path>
                <a:path w="4819650" h="2679700">
                  <a:moveTo>
                    <a:pt x="2676525" y="1071422"/>
                  </a:moveTo>
                  <a:lnTo>
                    <a:pt x="2676067" y="1070305"/>
                  </a:lnTo>
                  <a:lnTo>
                    <a:pt x="2674201" y="1068451"/>
                  </a:lnTo>
                  <a:lnTo>
                    <a:pt x="2673083" y="1067981"/>
                  </a:lnTo>
                  <a:lnTo>
                    <a:pt x="2670454" y="1067981"/>
                  </a:lnTo>
                  <a:lnTo>
                    <a:pt x="2669336" y="1068451"/>
                  </a:lnTo>
                  <a:lnTo>
                    <a:pt x="2667470" y="1070305"/>
                  </a:lnTo>
                  <a:lnTo>
                    <a:pt x="2667000" y="1071422"/>
                  </a:lnTo>
                  <a:lnTo>
                    <a:pt x="2667000" y="1074051"/>
                  </a:lnTo>
                  <a:lnTo>
                    <a:pt x="2667470" y="1075182"/>
                  </a:lnTo>
                  <a:lnTo>
                    <a:pt x="2669336" y="1077036"/>
                  </a:lnTo>
                  <a:lnTo>
                    <a:pt x="2670454" y="1077506"/>
                  </a:lnTo>
                  <a:lnTo>
                    <a:pt x="2673083" y="1077506"/>
                  </a:lnTo>
                  <a:lnTo>
                    <a:pt x="2674201" y="1077036"/>
                  </a:lnTo>
                  <a:lnTo>
                    <a:pt x="2676067" y="1075182"/>
                  </a:lnTo>
                  <a:lnTo>
                    <a:pt x="2676525" y="1074051"/>
                  </a:lnTo>
                  <a:lnTo>
                    <a:pt x="2676525" y="1071422"/>
                  </a:lnTo>
                  <a:close/>
                </a:path>
                <a:path w="4819650" h="2679700">
                  <a:moveTo>
                    <a:pt x="2676525" y="537438"/>
                  </a:moveTo>
                  <a:lnTo>
                    <a:pt x="2676067" y="536308"/>
                  </a:lnTo>
                  <a:lnTo>
                    <a:pt x="2674201" y="534454"/>
                  </a:lnTo>
                  <a:lnTo>
                    <a:pt x="2673083" y="533984"/>
                  </a:lnTo>
                  <a:lnTo>
                    <a:pt x="2670454" y="533984"/>
                  </a:lnTo>
                  <a:lnTo>
                    <a:pt x="2669336" y="534454"/>
                  </a:lnTo>
                  <a:lnTo>
                    <a:pt x="2667470" y="536308"/>
                  </a:lnTo>
                  <a:lnTo>
                    <a:pt x="2667000" y="537438"/>
                  </a:lnTo>
                  <a:lnTo>
                    <a:pt x="2667000" y="540067"/>
                  </a:lnTo>
                  <a:lnTo>
                    <a:pt x="2667470" y="541185"/>
                  </a:lnTo>
                  <a:lnTo>
                    <a:pt x="2669336" y="543052"/>
                  </a:lnTo>
                  <a:lnTo>
                    <a:pt x="2670454" y="543509"/>
                  </a:lnTo>
                  <a:lnTo>
                    <a:pt x="2673083" y="543509"/>
                  </a:lnTo>
                  <a:lnTo>
                    <a:pt x="2674201" y="543052"/>
                  </a:lnTo>
                  <a:lnTo>
                    <a:pt x="2676067" y="541185"/>
                  </a:lnTo>
                  <a:lnTo>
                    <a:pt x="2676525" y="540067"/>
                  </a:lnTo>
                  <a:lnTo>
                    <a:pt x="2676525" y="537438"/>
                  </a:lnTo>
                  <a:close/>
                </a:path>
                <a:path w="4819650" h="2679700">
                  <a:moveTo>
                    <a:pt x="2676525" y="3441"/>
                  </a:moveTo>
                  <a:lnTo>
                    <a:pt x="2676067" y="2324"/>
                  </a:lnTo>
                  <a:lnTo>
                    <a:pt x="2674201" y="469"/>
                  </a:lnTo>
                  <a:lnTo>
                    <a:pt x="2673083" y="0"/>
                  </a:lnTo>
                  <a:lnTo>
                    <a:pt x="2670454" y="0"/>
                  </a:lnTo>
                  <a:lnTo>
                    <a:pt x="2669336" y="469"/>
                  </a:lnTo>
                  <a:lnTo>
                    <a:pt x="2667470" y="2324"/>
                  </a:lnTo>
                  <a:lnTo>
                    <a:pt x="2667000" y="3441"/>
                  </a:lnTo>
                  <a:lnTo>
                    <a:pt x="2667000" y="6070"/>
                  </a:lnTo>
                  <a:lnTo>
                    <a:pt x="2667470" y="7200"/>
                  </a:lnTo>
                  <a:lnTo>
                    <a:pt x="2669336" y="9055"/>
                  </a:lnTo>
                  <a:lnTo>
                    <a:pt x="2670454" y="9525"/>
                  </a:lnTo>
                  <a:lnTo>
                    <a:pt x="2673083" y="9525"/>
                  </a:lnTo>
                  <a:lnTo>
                    <a:pt x="2674201" y="9055"/>
                  </a:lnTo>
                  <a:lnTo>
                    <a:pt x="2676067" y="7200"/>
                  </a:lnTo>
                  <a:lnTo>
                    <a:pt x="2676525" y="6070"/>
                  </a:lnTo>
                  <a:lnTo>
                    <a:pt x="2676525" y="3441"/>
                  </a:lnTo>
                  <a:close/>
                </a:path>
                <a:path w="4819650" h="2679700">
                  <a:moveTo>
                    <a:pt x="2724150" y="2673400"/>
                  </a:moveTo>
                  <a:lnTo>
                    <a:pt x="2723692" y="2672283"/>
                  </a:lnTo>
                  <a:lnTo>
                    <a:pt x="2721826" y="2670416"/>
                  </a:lnTo>
                  <a:lnTo>
                    <a:pt x="2720708" y="2669946"/>
                  </a:lnTo>
                  <a:lnTo>
                    <a:pt x="2718079" y="2669946"/>
                  </a:lnTo>
                  <a:lnTo>
                    <a:pt x="2716961" y="2670416"/>
                  </a:lnTo>
                  <a:lnTo>
                    <a:pt x="2715095" y="2672283"/>
                  </a:lnTo>
                  <a:lnTo>
                    <a:pt x="2714625" y="2673400"/>
                  </a:lnTo>
                  <a:lnTo>
                    <a:pt x="2714625" y="2676029"/>
                  </a:lnTo>
                  <a:lnTo>
                    <a:pt x="2715095" y="2677147"/>
                  </a:lnTo>
                  <a:lnTo>
                    <a:pt x="2716961" y="2679014"/>
                  </a:lnTo>
                  <a:lnTo>
                    <a:pt x="2718079" y="2679471"/>
                  </a:lnTo>
                  <a:lnTo>
                    <a:pt x="2720708" y="2679471"/>
                  </a:lnTo>
                  <a:lnTo>
                    <a:pt x="2721826" y="2679014"/>
                  </a:lnTo>
                  <a:lnTo>
                    <a:pt x="2723692" y="2677147"/>
                  </a:lnTo>
                  <a:lnTo>
                    <a:pt x="2724150" y="2676029"/>
                  </a:lnTo>
                  <a:lnTo>
                    <a:pt x="2724150" y="2673400"/>
                  </a:lnTo>
                  <a:close/>
                </a:path>
                <a:path w="4819650" h="2679700">
                  <a:moveTo>
                    <a:pt x="2724150" y="2139404"/>
                  </a:moveTo>
                  <a:lnTo>
                    <a:pt x="2723692" y="2138286"/>
                  </a:lnTo>
                  <a:lnTo>
                    <a:pt x="2721826" y="2136432"/>
                  </a:lnTo>
                  <a:lnTo>
                    <a:pt x="2720708" y="2135962"/>
                  </a:lnTo>
                  <a:lnTo>
                    <a:pt x="2718079" y="2135962"/>
                  </a:lnTo>
                  <a:lnTo>
                    <a:pt x="2716961" y="2136432"/>
                  </a:lnTo>
                  <a:lnTo>
                    <a:pt x="2715095" y="2138286"/>
                  </a:lnTo>
                  <a:lnTo>
                    <a:pt x="2714625" y="2139404"/>
                  </a:lnTo>
                  <a:lnTo>
                    <a:pt x="2714625" y="2142045"/>
                  </a:lnTo>
                  <a:lnTo>
                    <a:pt x="2715095" y="2143163"/>
                  </a:lnTo>
                  <a:lnTo>
                    <a:pt x="2716961" y="2145017"/>
                  </a:lnTo>
                  <a:lnTo>
                    <a:pt x="2718079" y="2145487"/>
                  </a:lnTo>
                  <a:lnTo>
                    <a:pt x="2720708" y="2145487"/>
                  </a:lnTo>
                  <a:lnTo>
                    <a:pt x="2721826" y="2145017"/>
                  </a:lnTo>
                  <a:lnTo>
                    <a:pt x="2723692" y="2143163"/>
                  </a:lnTo>
                  <a:lnTo>
                    <a:pt x="2724150" y="2142045"/>
                  </a:lnTo>
                  <a:lnTo>
                    <a:pt x="2724150" y="2139404"/>
                  </a:lnTo>
                  <a:close/>
                </a:path>
                <a:path w="4819650" h="2679700">
                  <a:moveTo>
                    <a:pt x="2724150" y="1605419"/>
                  </a:moveTo>
                  <a:lnTo>
                    <a:pt x="2723692" y="1604302"/>
                  </a:lnTo>
                  <a:lnTo>
                    <a:pt x="2721826" y="1602435"/>
                  </a:lnTo>
                  <a:lnTo>
                    <a:pt x="2720708" y="1601965"/>
                  </a:lnTo>
                  <a:lnTo>
                    <a:pt x="2718079" y="1601965"/>
                  </a:lnTo>
                  <a:lnTo>
                    <a:pt x="2716961" y="1602435"/>
                  </a:lnTo>
                  <a:lnTo>
                    <a:pt x="2715095" y="1604302"/>
                  </a:lnTo>
                  <a:lnTo>
                    <a:pt x="2714625" y="1605419"/>
                  </a:lnTo>
                  <a:lnTo>
                    <a:pt x="2714625" y="1608048"/>
                  </a:lnTo>
                  <a:lnTo>
                    <a:pt x="2715095" y="1609166"/>
                  </a:lnTo>
                  <a:lnTo>
                    <a:pt x="2716961" y="1611033"/>
                  </a:lnTo>
                  <a:lnTo>
                    <a:pt x="2718079" y="1611490"/>
                  </a:lnTo>
                  <a:lnTo>
                    <a:pt x="2720708" y="1611490"/>
                  </a:lnTo>
                  <a:lnTo>
                    <a:pt x="2721826" y="1611033"/>
                  </a:lnTo>
                  <a:lnTo>
                    <a:pt x="2723692" y="1609166"/>
                  </a:lnTo>
                  <a:lnTo>
                    <a:pt x="2724150" y="1608048"/>
                  </a:lnTo>
                  <a:lnTo>
                    <a:pt x="2724150" y="1605419"/>
                  </a:lnTo>
                  <a:close/>
                </a:path>
                <a:path w="4819650" h="2679700">
                  <a:moveTo>
                    <a:pt x="2724150" y="1071422"/>
                  </a:moveTo>
                  <a:lnTo>
                    <a:pt x="2723692" y="1070305"/>
                  </a:lnTo>
                  <a:lnTo>
                    <a:pt x="2721826" y="1068451"/>
                  </a:lnTo>
                  <a:lnTo>
                    <a:pt x="2720708" y="1067981"/>
                  </a:lnTo>
                  <a:lnTo>
                    <a:pt x="2718079" y="1067981"/>
                  </a:lnTo>
                  <a:lnTo>
                    <a:pt x="2716961" y="1068451"/>
                  </a:lnTo>
                  <a:lnTo>
                    <a:pt x="2715095" y="1070305"/>
                  </a:lnTo>
                  <a:lnTo>
                    <a:pt x="2714625" y="1071422"/>
                  </a:lnTo>
                  <a:lnTo>
                    <a:pt x="2714625" y="1074051"/>
                  </a:lnTo>
                  <a:lnTo>
                    <a:pt x="2715095" y="1075182"/>
                  </a:lnTo>
                  <a:lnTo>
                    <a:pt x="2716961" y="1077036"/>
                  </a:lnTo>
                  <a:lnTo>
                    <a:pt x="2718079" y="1077506"/>
                  </a:lnTo>
                  <a:lnTo>
                    <a:pt x="2720708" y="1077506"/>
                  </a:lnTo>
                  <a:lnTo>
                    <a:pt x="2721826" y="1077036"/>
                  </a:lnTo>
                  <a:lnTo>
                    <a:pt x="2723692" y="1075182"/>
                  </a:lnTo>
                  <a:lnTo>
                    <a:pt x="2724150" y="1074051"/>
                  </a:lnTo>
                  <a:lnTo>
                    <a:pt x="2724150" y="1071422"/>
                  </a:lnTo>
                  <a:close/>
                </a:path>
                <a:path w="4819650" h="2679700">
                  <a:moveTo>
                    <a:pt x="2724150" y="537438"/>
                  </a:moveTo>
                  <a:lnTo>
                    <a:pt x="2723692" y="536308"/>
                  </a:lnTo>
                  <a:lnTo>
                    <a:pt x="2721826" y="534454"/>
                  </a:lnTo>
                  <a:lnTo>
                    <a:pt x="2720708" y="533984"/>
                  </a:lnTo>
                  <a:lnTo>
                    <a:pt x="2718079" y="533984"/>
                  </a:lnTo>
                  <a:lnTo>
                    <a:pt x="2716961" y="534454"/>
                  </a:lnTo>
                  <a:lnTo>
                    <a:pt x="2715095" y="536308"/>
                  </a:lnTo>
                  <a:lnTo>
                    <a:pt x="2714625" y="537438"/>
                  </a:lnTo>
                  <a:lnTo>
                    <a:pt x="2714625" y="540067"/>
                  </a:lnTo>
                  <a:lnTo>
                    <a:pt x="2715095" y="541185"/>
                  </a:lnTo>
                  <a:lnTo>
                    <a:pt x="2716961" y="543052"/>
                  </a:lnTo>
                  <a:lnTo>
                    <a:pt x="2718079" y="543509"/>
                  </a:lnTo>
                  <a:lnTo>
                    <a:pt x="2720708" y="543509"/>
                  </a:lnTo>
                  <a:lnTo>
                    <a:pt x="2721826" y="543052"/>
                  </a:lnTo>
                  <a:lnTo>
                    <a:pt x="2723692" y="541185"/>
                  </a:lnTo>
                  <a:lnTo>
                    <a:pt x="2724150" y="540067"/>
                  </a:lnTo>
                  <a:lnTo>
                    <a:pt x="2724150" y="537438"/>
                  </a:lnTo>
                  <a:close/>
                </a:path>
                <a:path w="4819650" h="2679700">
                  <a:moveTo>
                    <a:pt x="2724150" y="3441"/>
                  </a:moveTo>
                  <a:lnTo>
                    <a:pt x="2723692" y="2324"/>
                  </a:lnTo>
                  <a:lnTo>
                    <a:pt x="2721826" y="469"/>
                  </a:lnTo>
                  <a:lnTo>
                    <a:pt x="2720708" y="0"/>
                  </a:lnTo>
                  <a:lnTo>
                    <a:pt x="2718079" y="0"/>
                  </a:lnTo>
                  <a:lnTo>
                    <a:pt x="2716961" y="469"/>
                  </a:lnTo>
                  <a:lnTo>
                    <a:pt x="2715095" y="2324"/>
                  </a:lnTo>
                  <a:lnTo>
                    <a:pt x="2714625" y="3441"/>
                  </a:lnTo>
                  <a:lnTo>
                    <a:pt x="2714625" y="6070"/>
                  </a:lnTo>
                  <a:lnTo>
                    <a:pt x="2715095" y="7200"/>
                  </a:lnTo>
                  <a:lnTo>
                    <a:pt x="2716961" y="9055"/>
                  </a:lnTo>
                  <a:lnTo>
                    <a:pt x="2718079" y="9525"/>
                  </a:lnTo>
                  <a:lnTo>
                    <a:pt x="2720708" y="9525"/>
                  </a:lnTo>
                  <a:lnTo>
                    <a:pt x="2721826" y="9055"/>
                  </a:lnTo>
                  <a:lnTo>
                    <a:pt x="2723692" y="7200"/>
                  </a:lnTo>
                  <a:lnTo>
                    <a:pt x="2724150" y="6070"/>
                  </a:lnTo>
                  <a:lnTo>
                    <a:pt x="2724150" y="3441"/>
                  </a:lnTo>
                  <a:close/>
                </a:path>
                <a:path w="4819650" h="2679700">
                  <a:moveTo>
                    <a:pt x="2771775" y="2673400"/>
                  </a:moveTo>
                  <a:lnTo>
                    <a:pt x="2771317" y="2672283"/>
                  </a:lnTo>
                  <a:lnTo>
                    <a:pt x="2769451" y="2670416"/>
                  </a:lnTo>
                  <a:lnTo>
                    <a:pt x="2768333" y="2669946"/>
                  </a:lnTo>
                  <a:lnTo>
                    <a:pt x="2765704" y="2669946"/>
                  </a:lnTo>
                  <a:lnTo>
                    <a:pt x="2764586" y="2670416"/>
                  </a:lnTo>
                  <a:lnTo>
                    <a:pt x="2762720" y="2672283"/>
                  </a:lnTo>
                  <a:lnTo>
                    <a:pt x="2762250" y="2673400"/>
                  </a:lnTo>
                  <a:lnTo>
                    <a:pt x="2762250" y="2676029"/>
                  </a:lnTo>
                  <a:lnTo>
                    <a:pt x="2762720" y="2677147"/>
                  </a:lnTo>
                  <a:lnTo>
                    <a:pt x="2764586" y="2679014"/>
                  </a:lnTo>
                  <a:lnTo>
                    <a:pt x="2765704" y="2679471"/>
                  </a:lnTo>
                  <a:lnTo>
                    <a:pt x="2768333" y="2679471"/>
                  </a:lnTo>
                  <a:lnTo>
                    <a:pt x="2769451" y="2679014"/>
                  </a:lnTo>
                  <a:lnTo>
                    <a:pt x="2771317" y="2677147"/>
                  </a:lnTo>
                  <a:lnTo>
                    <a:pt x="2771775" y="2676029"/>
                  </a:lnTo>
                  <a:lnTo>
                    <a:pt x="2771775" y="2673400"/>
                  </a:lnTo>
                  <a:close/>
                </a:path>
                <a:path w="4819650" h="2679700">
                  <a:moveTo>
                    <a:pt x="2771775" y="2139404"/>
                  </a:moveTo>
                  <a:lnTo>
                    <a:pt x="2771317" y="2138286"/>
                  </a:lnTo>
                  <a:lnTo>
                    <a:pt x="2769451" y="2136432"/>
                  </a:lnTo>
                  <a:lnTo>
                    <a:pt x="2768333" y="2135962"/>
                  </a:lnTo>
                  <a:lnTo>
                    <a:pt x="2765704" y="2135962"/>
                  </a:lnTo>
                  <a:lnTo>
                    <a:pt x="2764586" y="2136432"/>
                  </a:lnTo>
                  <a:lnTo>
                    <a:pt x="2762720" y="2138286"/>
                  </a:lnTo>
                  <a:lnTo>
                    <a:pt x="2762250" y="2139404"/>
                  </a:lnTo>
                  <a:lnTo>
                    <a:pt x="2762250" y="2142045"/>
                  </a:lnTo>
                  <a:lnTo>
                    <a:pt x="2762720" y="2143163"/>
                  </a:lnTo>
                  <a:lnTo>
                    <a:pt x="2764586" y="2145017"/>
                  </a:lnTo>
                  <a:lnTo>
                    <a:pt x="2765704" y="2145487"/>
                  </a:lnTo>
                  <a:lnTo>
                    <a:pt x="2768333" y="2145487"/>
                  </a:lnTo>
                  <a:lnTo>
                    <a:pt x="2769451" y="2145017"/>
                  </a:lnTo>
                  <a:lnTo>
                    <a:pt x="2771317" y="2143163"/>
                  </a:lnTo>
                  <a:lnTo>
                    <a:pt x="2771775" y="2142045"/>
                  </a:lnTo>
                  <a:lnTo>
                    <a:pt x="2771775" y="2139404"/>
                  </a:lnTo>
                  <a:close/>
                </a:path>
                <a:path w="4819650" h="2679700">
                  <a:moveTo>
                    <a:pt x="2771775" y="1605419"/>
                  </a:moveTo>
                  <a:lnTo>
                    <a:pt x="2771317" y="1604302"/>
                  </a:lnTo>
                  <a:lnTo>
                    <a:pt x="2769451" y="1602435"/>
                  </a:lnTo>
                  <a:lnTo>
                    <a:pt x="2768333" y="1601965"/>
                  </a:lnTo>
                  <a:lnTo>
                    <a:pt x="2765704" y="1601965"/>
                  </a:lnTo>
                  <a:lnTo>
                    <a:pt x="2764586" y="1602435"/>
                  </a:lnTo>
                  <a:lnTo>
                    <a:pt x="2762720" y="1604302"/>
                  </a:lnTo>
                  <a:lnTo>
                    <a:pt x="2762250" y="1605419"/>
                  </a:lnTo>
                  <a:lnTo>
                    <a:pt x="2762250" y="1608048"/>
                  </a:lnTo>
                  <a:lnTo>
                    <a:pt x="2762720" y="1609166"/>
                  </a:lnTo>
                  <a:lnTo>
                    <a:pt x="2764586" y="1611033"/>
                  </a:lnTo>
                  <a:lnTo>
                    <a:pt x="2765704" y="1611490"/>
                  </a:lnTo>
                  <a:lnTo>
                    <a:pt x="2768333" y="1611490"/>
                  </a:lnTo>
                  <a:lnTo>
                    <a:pt x="2769451" y="1611033"/>
                  </a:lnTo>
                  <a:lnTo>
                    <a:pt x="2771317" y="1609166"/>
                  </a:lnTo>
                  <a:lnTo>
                    <a:pt x="2771775" y="1608048"/>
                  </a:lnTo>
                  <a:lnTo>
                    <a:pt x="2771775" y="1605419"/>
                  </a:lnTo>
                  <a:close/>
                </a:path>
                <a:path w="4819650" h="2679700">
                  <a:moveTo>
                    <a:pt x="2771775" y="1071422"/>
                  </a:moveTo>
                  <a:lnTo>
                    <a:pt x="2771317" y="1070305"/>
                  </a:lnTo>
                  <a:lnTo>
                    <a:pt x="2769451" y="1068451"/>
                  </a:lnTo>
                  <a:lnTo>
                    <a:pt x="2768333" y="1067981"/>
                  </a:lnTo>
                  <a:lnTo>
                    <a:pt x="2765704" y="1067981"/>
                  </a:lnTo>
                  <a:lnTo>
                    <a:pt x="2764586" y="1068451"/>
                  </a:lnTo>
                  <a:lnTo>
                    <a:pt x="2762720" y="1070305"/>
                  </a:lnTo>
                  <a:lnTo>
                    <a:pt x="2762250" y="1071422"/>
                  </a:lnTo>
                  <a:lnTo>
                    <a:pt x="2762250" y="1074051"/>
                  </a:lnTo>
                  <a:lnTo>
                    <a:pt x="2762720" y="1075182"/>
                  </a:lnTo>
                  <a:lnTo>
                    <a:pt x="2764586" y="1077036"/>
                  </a:lnTo>
                  <a:lnTo>
                    <a:pt x="2765704" y="1077506"/>
                  </a:lnTo>
                  <a:lnTo>
                    <a:pt x="2768333" y="1077506"/>
                  </a:lnTo>
                  <a:lnTo>
                    <a:pt x="2769451" y="1077036"/>
                  </a:lnTo>
                  <a:lnTo>
                    <a:pt x="2771317" y="1075182"/>
                  </a:lnTo>
                  <a:lnTo>
                    <a:pt x="2771775" y="1074051"/>
                  </a:lnTo>
                  <a:lnTo>
                    <a:pt x="2771775" y="1071422"/>
                  </a:lnTo>
                  <a:close/>
                </a:path>
                <a:path w="4819650" h="2679700">
                  <a:moveTo>
                    <a:pt x="2771775" y="537438"/>
                  </a:moveTo>
                  <a:lnTo>
                    <a:pt x="2771317" y="536308"/>
                  </a:lnTo>
                  <a:lnTo>
                    <a:pt x="2769451" y="534454"/>
                  </a:lnTo>
                  <a:lnTo>
                    <a:pt x="2768333" y="533984"/>
                  </a:lnTo>
                  <a:lnTo>
                    <a:pt x="2765704" y="533984"/>
                  </a:lnTo>
                  <a:lnTo>
                    <a:pt x="2764586" y="534454"/>
                  </a:lnTo>
                  <a:lnTo>
                    <a:pt x="2762720" y="536308"/>
                  </a:lnTo>
                  <a:lnTo>
                    <a:pt x="2762250" y="537438"/>
                  </a:lnTo>
                  <a:lnTo>
                    <a:pt x="2762250" y="540067"/>
                  </a:lnTo>
                  <a:lnTo>
                    <a:pt x="2762720" y="541185"/>
                  </a:lnTo>
                  <a:lnTo>
                    <a:pt x="2764586" y="543052"/>
                  </a:lnTo>
                  <a:lnTo>
                    <a:pt x="2765704" y="543509"/>
                  </a:lnTo>
                  <a:lnTo>
                    <a:pt x="2768333" y="543509"/>
                  </a:lnTo>
                  <a:lnTo>
                    <a:pt x="2769451" y="543052"/>
                  </a:lnTo>
                  <a:lnTo>
                    <a:pt x="2771317" y="541185"/>
                  </a:lnTo>
                  <a:lnTo>
                    <a:pt x="2771775" y="540067"/>
                  </a:lnTo>
                  <a:lnTo>
                    <a:pt x="2771775" y="537438"/>
                  </a:lnTo>
                  <a:close/>
                </a:path>
                <a:path w="4819650" h="2679700">
                  <a:moveTo>
                    <a:pt x="2771775" y="3441"/>
                  </a:moveTo>
                  <a:lnTo>
                    <a:pt x="2771317" y="2324"/>
                  </a:lnTo>
                  <a:lnTo>
                    <a:pt x="2769451" y="469"/>
                  </a:lnTo>
                  <a:lnTo>
                    <a:pt x="2768333" y="0"/>
                  </a:lnTo>
                  <a:lnTo>
                    <a:pt x="2765704" y="0"/>
                  </a:lnTo>
                  <a:lnTo>
                    <a:pt x="2764586" y="469"/>
                  </a:lnTo>
                  <a:lnTo>
                    <a:pt x="2762720" y="2324"/>
                  </a:lnTo>
                  <a:lnTo>
                    <a:pt x="2762250" y="3441"/>
                  </a:lnTo>
                  <a:lnTo>
                    <a:pt x="2762250" y="6070"/>
                  </a:lnTo>
                  <a:lnTo>
                    <a:pt x="2762720" y="7200"/>
                  </a:lnTo>
                  <a:lnTo>
                    <a:pt x="2764586" y="9055"/>
                  </a:lnTo>
                  <a:lnTo>
                    <a:pt x="2765704" y="9525"/>
                  </a:lnTo>
                  <a:lnTo>
                    <a:pt x="2768333" y="9525"/>
                  </a:lnTo>
                  <a:lnTo>
                    <a:pt x="2769451" y="9055"/>
                  </a:lnTo>
                  <a:lnTo>
                    <a:pt x="2771317" y="7200"/>
                  </a:lnTo>
                  <a:lnTo>
                    <a:pt x="2771775" y="6070"/>
                  </a:lnTo>
                  <a:lnTo>
                    <a:pt x="2771775" y="3441"/>
                  </a:lnTo>
                  <a:close/>
                </a:path>
                <a:path w="4819650" h="2679700">
                  <a:moveTo>
                    <a:pt x="2819400" y="2673400"/>
                  </a:moveTo>
                  <a:lnTo>
                    <a:pt x="2818942" y="2672283"/>
                  </a:lnTo>
                  <a:lnTo>
                    <a:pt x="2817076" y="2670416"/>
                  </a:lnTo>
                  <a:lnTo>
                    <a:pt x="2815958" y="2669946"/>
                  </a:lnTo>
                  <a:lnTo>
                    <a:pt x="2813329" y="2669946"/>
                  </a:lnTo>
                  <a:lnTo>
                    <a:pt x="2812211" y="2670416"/>
                  </a:lnTo>
                  <a:lnTo>
                    <a:pt x="2810345" y="2672283"/>
                  </a:lnTo>
                  <a:lnTo>
                    <a:pt x="2809875" y="2673400"/>
                  </a:lnTo>
                  <a:lnTo>
                    <a:pt x="2809875" y="2676029"/>
                  </a:lnTo>
                  <a:lnTo>
                    <a:pt x="2810345" y="2677147"/>
                  </a:lnTo>
                  <a:lnTo>
                    <a:pt x="2812211" y="2679014"/>
                  </a:lnTo>
                  <a:lnTo>
                    <a:pt x="2813329" y="2679471"/>
                  </a:lnTo>
                  <a:lnTo>
                    <a:pt x="2815958" y="2679471"/>
                  </a:lnTo>
                  <a:lnTo>
                    <a:pt x="2817076" y="2679014"/>
                  </a:lnTo>
                  <a:lnTo>
                    <a:pt x="2818942" y="2677147"/>
                  </a:lnTo>
                  <a:lnTo>
                    <a:pt x="2819400" y="2676029"/>
                  </a:lnTo>
                  <a:lnTo>
                    <a:pt x="2819400" y="2673400"/>
                  </a:lnTo>
                  <a:close/>
                </a:path>
                <a:path w="4819650" h="2679700">
                  <a:moveTo>
                    <a:pt x="2819400" y="2139404"/>
                  </a:moveTo>
                  <a:lnTo>
                    <a:pt x="2818942" y="2138286"/>
                  </a:lnTo>
                  <a:lnTo>
                    <a:pt x="2817076" y="2136432"/>
                  </a:lnTo>
                  <a:lnTo>
                    <a:pt x="2815958" y="2135962"/>
                  </a:lnTo>
                  <a:lnTo>
                    <a:pt x="2813329" y="2135962"/>
                  </a:lnTo>
                  <a:lnTo>
                    <a:pt x="2812211" y="2136432"/>
                  </a:lnTo>
                  <a:lnTo>
                    <a:pt x="2810345" y="2138286"/>
                  </a:lnTo>
                  <a:lnTo>
                    <a:pt x="2809875" y="2139404"/>
                  </a:lnTo>
                  <a:lnTo>
                    <a:pt x="2809875" y="2142045"/>
                  </a:lnTo>
                  <a:lnTo>
                    <a:pt x="2810345" y="2143163"/>
                  </a:lnTo>
                  <a:lnTo>
                    <a:pt x="2812211" y="2145017"/>
                  </a:lnTo>
                  <a:lnTo>
                    <a:pt x="2813329" y="2145487"/>
                  </a:lnTo>
                  <a:lnTo>
                    <a:pt x="2815958" y="2145487"/>
                  </a:lnTo>
                  <a:lnTo>
                    <a:pt x="2817076" y="2145017"/>
                  </a:lnTo>
                  <a:lnTo>
                    <a:pt x="2818942" y="2143163"/>
                  </a:lnTo>
                  <a:lnTo>
                    <a:pt x="2819400" y="2142045"/>
                  </a:lnTo>
                  <a:lnTo>
                    <a:pt x="2819400" y="2139404"/>
                  </a:lnTo>
                  <a:close/>
                </a:path>
                <a:path w="4819650" h="2679700">
                  <a:moveTo>
                    <a:pt x="2819400" y="1605419"/>
                  </a:moveTo>
                  <a:lnTo>
                    <a:pt x="2818942" y="1604302"/>
                  </a:lnTo>
                  <a:lnTo>
                    <a:pt x="2817076" y="1602435"/>
                  </a:lnTo>
                  <a:lnTo>
                    <a:pt x="2815958" y="1601965"/>
                  </a:lnTo>
                  <a:lnTo>
                    <a:pt x="2813329" y="1601965"/>
                  </a:lnTo>
                  <a:lnTo>
                    <a:pt x="2812211" y="1602435"/>
                  </a:lnTo>
                  <a:lnTo>
                    <a:pt x="2810345" y="1604302"/>
                  </a:lnTo>
                  <a:lnTo>
                    <a:pt x="2809875" y="1605419"/>
                  </a:lnTo>
                  <a:lnTo>
                    <a:pt x="2809875" y="1608048"/>
                  </a:lnTo>
                  <a:lnTo>
                    <a:pt x="2810345" y="1609166"/>
                  </a:lnTo>
                  <a:lnTo>
                    <a:pt x="2812211" y="1611033"/>
                  </a:lnTo>
                  <a:lnTo>
                    <a:pt x="2813329" y="1611490"/>
                  </a:lnTo>
                  <a:lnTo>
                    <a:pt x="2815958" y="1611490"/>
                  </a:lnTo>
                  <a:lnTo>
                    <a:pt x="2817076" y="1611033"/>
                  </a:lnTo>
                  <a:lnTo>
                    <a:pt x="2818942" y="1609166"/>
                  </a:lnTo>
                  <a:lnTo>
                    <a:pt x="2819400" y="1608048"/>
                  </a:lnTo>
                  <a:lnTo>
                    <a:pt x="2819400" y="1605419"/>
                  </a:lnTo>
                  <a:close/>
                </a:path>
                <a:path w="4819650" h="2679700">
                  <a:moveTo>
                    <a:pt x="2819400" y="1071422"/>
                  </a:moveTo>
                  <a:lnTo>
                    <a:pt x="2818942" y="1070305"/>
                  </a:lnTo>
                  <a:lnTo>
                    <a:pt x="2817076" y="1068451"/>
                  </a:lnTo>
                  <a:lnTo>
                    <a:pt x="2815958" y="1067981"/>
                  </a:lnTo>
                  <a:lnTo>
                    <a:pt x="2813329" y="1067981"/>
                  </a:lnTo>
                  <a:lnTo>
                    <a:pt x="2812211" y="1068451"/>
                  </a:lnTo>
                  <a:lnTo>
                    <a:pt x="2810345" y="1070305"/>
                  </a:lnTo>
                  <a:lnTo>
                    <a:pt x="2809875" y="1071422"/>
                  </a:lnTo>
                  <a:lnTo>
                    <a:pt x="2809875" y="1074051"/>
                  </a:lnTo>
                  <a:lnTo>
                    <a:pt x="2810345" y="1075182"/>
                  </a:lnTo>
                  <a:lnTo>
                    <a:pt x="2812211" y="1077036"/>
                  </a:lnTo>
                  <a:lnTo>
                    <a:pt x="2813329" y="1077506"/>
                  </a:lnTo>
                  <a:lnTo>
                    <a:pt x="2815958" y="1077506"/>
                  </a:lnTo>
                  <a:lnTo>
                    <a:pt x="2817076" y="1077036"/>
                  </a:lnTo>
                  <a:lnTo>
                    <a:pt x="2818942" y="1075182"/>
                  </a:lnTo>
                  <a:lnTo>
                    <a:pt x="2819400" y="1074051"/>
                  </a:lnTo>
                  <a:lnTo>
                    <a:pt x="2819400" y="1071422"/>
                  </a:lnTo>
                  <a:close/>
                </a:path>
                <a:path w="4819650" h="2679700">
                  <a:moveTo>
                    <a:pt x="2819400" y="537438"/>
                  </a:moveTo>
                  <a:lnTo>
                    <a:pt x="2818942" y="536308"/>
                  </a:lnTo>
                  <a:lnTo>
                    <a:pt x="2817076" y="534454"/>
                  </a:lnTo>
                  <a:lnTo>
                    <a:pt x="2815958" y="533984"/>
                  </a:lnTo>
                  <a:lnTo>
                    <a:pt x="2813329" y="533984"/>
                  </a:lnTo>
                  <a:lnTo>
                    <a:pt x="2812211" y="534454"/>
                  </a:lnTo>
                  <a:lnTo>
                    <a:pt x="2810345" y="536308"/>
                  </a:lnTo>
                  <a:lnTo>
                    <a:pt x="2809875" y="537438"/>
                  </a:lnTo>
                  <a:lnTo>
                    <a:pt x="2809875" y="540067"/>
                  </a:lnTo>
                  <a:lnTo>
                    <a:pt x="2810345" y="541185"/>
                  </a:lnTo>
                  <a:lnTo>
                    <a:pt x="2812211" y="543052"/>
                  </a:lnTo>
                  <a:lnTo>
                    <a:pt x="2813329" y="543509"/>
                  </a:lnTo>
                  <a:lnTo>
                    <a:pt x="2815958" y="543509"/>
                  </a:lnTo>
                  <a:lnTo>
                    <a:pt x="2817076" y="543052"/>
                  </a:lnTo>
                  <a:lnTo>
                    <a:pt x="2818942" y="541185"/>
                  </a:lnTo>
                  <a:lnTo>
                    <a:pt x="2819400" y="540067"/>
                  </a:lnTo>
                  <a:lnTo>
                    <a:pt x="2819400" y="537438"/>
                  </a:lnTo>
                  <a:close/>
                </a:path>
                <a:path w="4819650" h="2679700">
                  <a:moveTo>
                    <a:pt x="2819400" y="3441"/>
                  </a:moveTo>
                  <a:lnTo>
                    <a:pt x="2818942" y="2324"/>
                  </a:lnTo>
                  <a:lnTo>
                    <a:pt x="2817076" y="469"/>
                  </a:lnTo>
                  <a:lnTo>
                    <a:pt x="2815958" y="0"/>
                  </a:lnTo>
                  <a:lnTo>
                    <a:pt x="2813329" y="0"/>
                  </a:lnTo>
                  <a:lnTo>
                    <a:pt x="2812211" y="469"/>
                  </a:lnTo>
                  <a:lnTo>
                    <a:pt x="2810345" y="2324"/>
                  </a:lnTo>
                  <a:lnTo>
                    <a:pt x="2809875" y="3441"/>
                  </a:lnTo>
                  <a:lnTo>
                    <a:pt x="2809875" y="6070"/>
                  </a:lnTo>
                  <a:lnTo>
                    <a:pt x="2810345" y="7200"/>
                  </a:lnTo>
                  <a:lnTo>
                    <a:pt x="2812211" y="9055"/>
                  </a:lnTo>
                  <a:lnTo>
                    <a:pt x="2813329" y="9525"/>
                  </a:lnTo>
                  <a:lnTo>
                    <a:pt x="2815958" y="9525"/>
                  </a:lnTo>
                  <a:lnTo>
                    <a:pt x="2817076" y="9055"/>
                  </a:lnTo>
                  <a:lnTo>
                    <a:pt x="2818942" y="7200"/>
                  </a:lnTo>
                  <a:lnTo>
                    <a:pt x="2819400" y="6070"/>
                  </a:lnTo>
                  <a:lnTo>
                    <a:pt x="2819400" y="3441"/>
                  </a:lnTo>
                  <a:close/>
                </a:path>
                <a:path w="4819650" h="2679700">
                  <a:moveTo>
                    <a:pt x="2867025" y="2673400"/>
                  </a:moveTo>
                  <a:lnTo>
                    <a:pt x="2866567" y="2672283"/>
                  </a:lnTo>
                  <a:lnTo>
                    <a:pt x="2864701" y="2670416"/>
                  </a:lnTo>
                  <a:lnTo>
                    <a:pt x="2863583" y="2669946"/>
                  </a:lnTo>
                  <a:lnTo>
                    <a:pt x="2860954" y="2669946"/>
                  </a:lnTo>
                  <a:lnTo>
                    <a:pt x="2859836" y="2670416"/>
                  </a:lnTo>
                  <a:lnTo>
                    <a:pt x="2857970" y="2672283"/>
                  </a:lnTo>
                  <a:lnTo>
                    <a:pt x="2857500" y="2673400"/>
                  </a:lnTo>
                  <a:lnTo>
                    <a:pt x="2857500" y="2676029"/>
                  </a:lnTo>
                  <a:lnTo>
                    <a:pt x="2857970" y="2677147"/>
                  </a:lnTo>
                  <a:lnTo>
                    <a:pt x="2859836" y="2679014"/>
                  </a:lnTo>
                  <a:lnTo>
                    <a:pt x="2860954" y="2679471"/>
                  </a:lnTo>
                  <a:lnTo>
                    <a:pt x="2863583" y="2679471"/>
                  </a:lnTo>
                  <a:lnTo>
                    <a:pt x="2864701" y="2679014"/>
                  </a:lnTo>
                  <a:lnTo>
                    <a:pt x="2866567" y="2677147"/>
                  </a:lnTo>
                  <a:lnTo>
                    <a:pt x="2867025" y="2676029"/>
                  </a:lnTo>
                  <a:lnTo>
                    <a:pt x="2867025" y="2673400"/>
                  </a:lnTo>
                  <a:close/>
                </a:path>
                <a:path w="4819650" h="2679700">
                  <a:moveTo>
                    <a:pt x="2867025" y="2139404"/>
                  </a:moveTo>
                  <a:lnTo>
                    <a:pt x="2866567" y="2138286"/>
                  </a:lnTo>
                  <a:lnTo>
                    <a:pt x="2864701" y="2136432"/>
                  </a:lnTo>
                  <a:lnTo>
                    <a:pt x="2863583" y="2135962"/>
                  </a:lnTo>
                  <a:lnTo>
                    <a:pt x="2860954" y="2135962"/>
                  </a:lnTo>
                  <a:lnTo>
                    <a:pt x="2859836" y="2136432"/>
                  </a:lnTo>
                  <a:lnTo>
                    <a:pt x="2857970" y="2138286"/>
                  </a:lnTo>
                  <a:lnTo>
                    <a:pt x="2857500" y="2139404"/>
                  </a:lnTo>
                  <a:lnTo>
                    <a:pt x="2857500" y="2142045"/>
                  </a:lnTo>
                  <a:lnTo>
                    <a:pt x="2857970" y="2143163"/>
                  </a:lnTo>
                  <a:lnTo>
                    <a:pt x="2859836" y="2145017"/>
                  </a:lnTo>
                  <a:lnTo>
                    <a:pt x="2860954" y="2145487"/>
                  </a:lnTo>
                  <a:lnTo>
                    <a:pt x="2863583" y="2145487"/>
                  </a:lnTo>
                  <a:lnTo>
                    <a:pt x="2864701" y="2145017"/>
                  </a:lnTo>
                  <a:lnTo>
                    <a:pt x="2866567" y="2143163"/>
                  </a:lnTo>
                  <a:lnTo>
                    <a:pt x="2867025" y="2142045"/>
                  </a:lnTo>
                  <a:lnTo>
                    <a:pt x="2867025" y="2139404"/>
                  </a:lnTo>
                  <a:close/>
                </a:path>
                <a:path w="4819650" h="2679700">
                  <a:moveTo>
                    <a:pt x="2867025" y="1605419"/>
                  </a:moveTo>
                  <a:lnTo>
                    <a:pt x="2866567" y="1604302"/>
                  </a:lnTo>
                  <a:lnTo>
                    <a:pt x="2864701" y="1602435"/>
                  </a:lnTo>
                  <a:lnTo>
                    <a:pt x="2863583" y="1601965"/>
                  </a:lnTo>
                  <a:lnTo>
                    <a:pt x="2860954" y="1601965"/>
                  </a:lnTo>
                  <a:lnTo>
                    <a:pt x="2859836" y="1602435"/>
                  </a:lnTo>
                  <a:lnTo>
                    <a:pt x="2857970" y="1604302"/>
                  </a:lnTo>
                  <a:lnTo>
                    <a:pt x="2857500" y="1605419"/>
                  </a:lnTo>
                  <a:lnTo>
                    <a:pt x="2857500" y="1608048"/>
                  </a:lnTo>
                  <a:lnTo>
                    <a:pt x="2857970" y="1609166"/>
                  </a:lnTo>
                  <a:lnTo>
                    <a:pt x="2859836" y="1611033"/>
                  </a:lnTo>
                  <a:lnTo>
                    <a:pt x="2860954" y="1611490"/>
                  </a:lnTo>
                  <a:lnTo>
                    <a:pt x="2863583" y="1611490"/>
                  </a:lnTo>
                  <a:lnTo>
                    <a:pt x="2864701" y="1611033"/>
                  </a:lnTo>
                  <a:lnTo>
                    <a:pt x="2866567" y="1609166"/>
                  </a:lnTo>
                  <a:lnTo>
                    <a:pt x="2867025" y="1608048"/>
                  </a:lnTo>
                  <a:lnTo>
                    <a:pt x="2867025" y="1605419"/>
                  </a:lnTo>
                  <a:close/>
                </a:path>
                <a:path w="4819650" h="2679700">
                  <a:moveTo>
                    <a:pt x="2867025" y="1071422"/>
                  </a:moveTo>
                  <a:lnTo>
                    <a:pt x="2866567" y="1070305"/>
                  </a:lnTo>
                  <a:lnTo>
                    <a:pt x="2864701" y="1068451"/>
                  </a:lnTo>
                  <a:lnTo>
                    <a:pt x="2863583" y="1067981"/>
                  </a:lnTo>
                  <a:lnTo>
                    <a:pt x="2860954" y="1067981"/>
                  </a:lnTo>
                  <a:lnTo>
                    <a:pt x="2859836" y="1068451"/>
                  </a:lnTo>
                  <a:lnTo>
                    <a:pt x="2857970" y="1070305"/>
                  </a:lnTo>
                  <a:lnTo>
                    <a:pt x="2857500" y="1071422"/>
                  </a:lnTo>
                  <a:lnTo>
                    <a:pt x="2857500" y="1074051"/>
                  </a:lnTo>
                  <a:lnTo>
                    <a:pt x="2857970" y="1075182"/>
                  </a:lnTo>
                  <a:lnTo>
                    <a:pt x="2859836" y="1077036"/>
                  </a:lnTo>
                  <a:lnTo>
                    <a:pt x="2860954" y="1077506"/>
                  </a:lnTo>
                  <a:lnTo>
                    <a:pt x="2863583" y="1077506"/>
                  </a:lnTo>
                  <a:lnTo>
                    <a:pt x="2864701" y="1077036"/>
                  </a:lnTo>
                  <a:lnTo>
                    <a:pt x="2866567" y="1075182"/>
                  </a:lnTo>
                  <a:lnTo>
                    <a:pt x="2867025" y="1074051"/>
                  </a:lnTo>
                  <a:lnTo>
                    <a:pt x="2867025" y="1071422"/>
                  </a:lnTo>
                  <a:close/>
                </a:path>
                <a:path w="4819650" h="2679700">
                  <a:moveTo>
                    <a:pt x="2867025" y="537438"/>
                  </a:moveTo>
                  <a:lnTo>
                    <a:pt x="2866567" y="536308"/>
                  </a:lnTo>
                  <a:lnTo>
                    <a:pt x="2864701" y="534454"/>
                  </a:lnTo>
                  <a:lnTo>
                    <a:pt x="2863583" y="533984"/>
                  </a:lnTo>
                  <a:lnTo>
                    <a:pt x="2860954" y="533984"/>
                  </a:lnTo>
                  <a:lnTo>
                    <a:pt x="2859836" y="534454"/>
                  </a:lnTo>
                  <a:lnTo>
                    <a:pt x="2857970" y="536308"/>
                  </a:lnTo>
                  <a:lnTo>
                    <a:pt x="2857500" y="537438"/>
                  </a:lnTo>
                  <a:lnTo>
                    <a:pt x="2857500" y="540067"/>
                  </a:lnTo>
                  <a:lnTo>
                    <a:pt x="2857970" y="541185"/>
                  </a:lnTo>
                  <a:lnTo>
                    <a:pt x="2859836" y="543052"/>
                  </a:lnTo>
                  <a:lnTo>
                    <a:pt x="2860954" y="543509"/>
                  </a:lnTo>
                  <a:lnTo>
                    <a:pt x="2863583" y="543509"/>
                  </a:lnTo>
                  <a:lnTo>
                    <a:pt x="2864701" y="543052"/>
                  </a:lnTo>
                  <a:lnTo>
                    <a:pt x="2866567" y="541185"/>
                  </a:lnTo>
                  <a:lnTo>
                    <a:pt x="2867025" y="540067"/>
                  </a:lnTo>
                  <a:lnTo>
                    <a:pt x="2867025" y="537438"/>
                  </a:lnTo>
                  <a:close/>
                </a:path>
                <a:path w="4819650" h="2679700">
                  <a:moveTo>
                    <a:pt x="2867025" y="3441"/>
                  </a:moveTo>
                  <a:lnTo>
                    <a:pt x="2866567" y="2324"/>
                  </a:lnTo>
                  <a:lnTo>
                    <a:pt x="2864701" y="469"/>
                  </a:lnTo>
                  <a:lnTo>
                    <a:pt x="2863583" y="0"/>
                  </a:lnTo>
                  <a:lnTo>
                    <a:pt x="2860954" y="0"/>
                  </a:lnTo>
                  <a:lnTo>
                    <a:pt x="2859836" y="469"/>
                  </a:lnTo>
                  <a:lnTo>
                    <a:pt x="2857970" y="2324"/>
                  </a:lnTo>
                  <a:lnTo>
                    <a:pt x="2857500" y="3441"/>
                  </a:lnTo>
                  <a:lnTo>
                    <a:pt x="2857500" y="6070"/>
                  </a:lnTo>
                  <a:lnTo>
                    <a:pt x="2857970" y="7200"/>
                  </a:lnTo>
                  <a:lnTo>
                    <a:pt x="2859836" y="9055"/>
                  </a:lnTo>
                  <a:lnTo>
                    <a:pt x="2860954" y="9525"/>
                  </a:lnTo>
                  <a:lnTo>
                    <a:pt x="2863583" y="9525"/>
                  </a:lnTo>
                  <a:lnTo>
                    <a:pt x="2864701" y="9055"/>
                  </a:lnTo>
                  <a:lnTo>
                    <a:pt x="2866567" y="7200"/>
                  </a:lnTo>
                  <a:lnTo>
                    <a:pt x="2867025" y="6070"/>
                  </a:lnTo>
                  <a:lnTo>
                    <a:pt x="2867025" y="3441"/>
                  </a:lnTo>
                  <a:close/>
                </a:path>
                <a:path w="4819650" h="2679700">
                  <a:moveTo>
                    <a:pt x="2914650" y="2673400"/>
                  </a:moveTo>
                  <a:lnTo>
                    <a:pt x="2914192" y="2672283"/>
                  </a:lnTo>
                  <a:lnTo>
                    <a:pt x="2912326" y="2670416"/>
                  </a:lnTo>
                  <a:lnTo>
                    <a:pt x="2911208" y="2669946"/>
                  </a:lnTo>
                  <a:lnTo>
                    <a:pt x="2908579" y="2669946"/>
                  </a:lnTo>
                  <a:lnTo>
                    <a:pt x="2907461" y="2670416"/>
                  </a:lnTo>
                  <a:lnTo>
                    <a:pt x="2905595" y="2672283"/>
                  </a:lnTo>
                  <a:lnTo>
                    <a:pt x="2905125" y="2673400"/>
                  </a:lnTo>
                  <a:lnTo>
                    <a:pt x="2905125" y="2676029"/>
                  </a:lnTo>
                  <a:lnTo>
                    <a:pt x="2905595" y="2677147"/>
                  </a:lnTo>
                  <a:lnTo>
                    <a:pt x="2907461" y="2679014"/>
                  </a:lnTo>
                  <a:lnTo>
                    <a:pt x="2908579" y="2679471"/>
                  </a:lnTo>
                  <a:lnTo>
                    <a:pt x="2911208" y="2679471"/>
                  </a:lnTo>
                  <a:lnTo>
                    <a:pt x="2912326" y="2679014"/>
                  </a:lnTo>
                  <a:lnTo>
                    <a:pt x="2914192" y="2677147"/>
                  </a:lnTo>
                  <a:lnTo>
                    <a:pt x="2914650" y="2676029"/>
                  </a:lnTo>
                  <a:lnTo>
                    <a:pt x="2914650" y="2673400"/>
                  </a:lnTo>
                  <a:close/>
                </a:path>
                <a:path w="4819650" h="2679700">
                  <a:moveTo>
                    <a:pt x="2914650" y="2139404"/>
                  </a:moveTo>
                  <a:lnTo>
                    <a:pt x="2914192" y="2138286"/>
                  </a:lnTo>
                  <a:lnTo>
                    <a:pt x="2912326" y="2136432"/>
                  </a:lnTo>
                  <a:lnTo>
                    <a:pt x="2911208" y="2135962"/>
                  </a:lnTo>
                  <a:lnTo>
                    <a:pt x="2908579" y="2135962"/>
                  </a:lnTo>
                  <a:lnTo>
                    <a:pt x="2907461" y="2136432"/>
                  </a:lnTo>
                  <a:lnTo>
                    <a:pt x="2905595" y="2138286"/>
                  </a:lnTo>
                  <a:lnTo>
                    <a:pt x="2905125" y="2139404"/>
                  </a:lnTo>
                  <a:lnTo>
                    <a:pt x="2905125" y="2142045"/>
                  </a:lnTo>
                  <a:lnTo>
                    <a:pt x="2905595" y="2143163"/>
                  </a:lnTo>
                  <a:lnTo>
                    <a:pt x="2907461" y="2145017"/>
                  </a:lnTo>
                  <a:lnTo>
                    <a:pt x="2908579" y="2145487"/>
                  </a:lnTo>
                  <a:lnTo>
                    <a:pt x="2911208" y="2145487"/>
                  </a:lnTo>
                  <a:lnTo>
                    <a:pt x="2912326" y="2145017"/>
                  </a:lnTo>
                  <a:lnTo>
                    <a:pt x="2914192" y="2143163"/>
                  </a:lnTo>
                  <a:lnTo>
                    <a:pt x="2914650" y="2142045"/>
                  </a:lnTo>
                  <a:lnTo>
                    <a:pt x="2914650" y="2139404"/>
                  </a:lnTo>
                  <a:close/>
                </a:path>
                <a:path w="4819650" h="2679700">
                  <a:moveTo>
                    <a:pt x="2914650" y="1605419"/>
                  </a:moveTo>
                  <a:lnTo>
                    <a:pt x="2914192" y="1604302"/>
                  </a:lnTo>
                  <a:lnTo>
                    <a:pt x="2912326" y="1602435"/>
                  </a:lnTo>
                  <a:lnTo>
                    <a:pt x="2911208" y="1601965"/>
                  </a:lnTo>
                  <a:lnTo>
                    <a:pt x="2908579" y="1601965"/>
                  </a:lnTo>
                  <a:lnTo>
                    <a:pt x="2907461" y="1602435"/>
                  </a:lnTo>
                  <a:lnTo>
                    <a:pt x="2905595" y="1604302"/>
                  </a:lnTo>
                  <a:lnTo>
                    <a:pt x="2905125" y="1605419"/>
                  </a:lnTo>
                  <a:lnTo>
                    <a:pt x="2905125" y="1608048"/>
                  </a:lnTo>
                  <a:lnTo>
                    <a:pt x="2905595" y="1609166"/>
                  </a:lnTo>
                  <a:lnTo>
                    <a:pt x="2907461" y="1611033"/>
                  </a:lnTo>
                  <a:lnTo>
                    <a:pt x="2908579" y="1611490"/>
                  </a:lnTo>
                  <a:lnTo>
                    <a:pt x="2911208" y="1611490"/>
                  </a:lnTo>
                  <a:lnTo>
                    <a:pt x="2912326" y="1611033"/>
                  </a:lnTo>
                  <a:lnTo>
                    <a:pt x="2914192" y="1609166"/>
                  </a:lnTo>
                  <a:lnTo>
                    <a:pt x="2914650" y="1608048"/>
                  </a:lnTo>
                  <a:lnTo>
                    <a:pt x="2914650" y="1605419"/>
                  </a:lnTo>
                  <a:close/>
                </a:path>
                <a:path w="4819650" h="2679700">
                  <a:moveTo>
                    <a:pt x="2914650" y="1071422"/>
                  </a:moveTo>
                  <a:lnTo>
                    <a:pt x="2914192" y="1070305"/>
                  </a:lnTo>
                  <a:lnTo>
                    <a:pt x="2912326" y="1068451"/>
                  </a:lnTo>
                  <a:lnTo>
                    <a:pt x="2911208" y="1067981"/>
                  </a:lnTo>
                  <a:lnTo>
                    <a:pt x="2908579" y="1067981"/>
                  </a:lnTo>
                  <a:lnTo>
                    <a:pt x="2907461" y="1068451"/>
                  </a:lnTo>
                  <a:lnTo>
                    <a:pt x="2905595" y="1070305"/>
                  </a:lnTo>
                  <a:lnTo>
                    <a:pt x="2905125" y="1071422"/>
                  </a:lnTo>
                  <a:lnTo>
                    <a:pt x="2905125" y="1074051"/>
                  </a:lnTo>
                  <a:lnTo>
                    <a:pt x="2905595" y="1075182"/>
                  </a:lnTo>
                  <a:lnTo>
                    <a:pt x="2907461" y="1077036"/>
                  </a:lnTo>
                  <a:lnTo>
                    <a:pt x="2908579" y="1077506"/>
                  </a:lnTo>
                  <a:lnTo>
                    <a:pt x="2911208" y="1077506"/>
                  </a:lnTo>
                  <a:lnTo>
                    <a:pt x="2912326" y="1077036"/>
                  </a:lnTo>
                  <a:lnTo>
                    <a:pt x="2914192" y="1075182"/>
                  </a:lnTo>
                  <a:lnTo>
                    <a:pt x="2914650" y="1074051"/>
                  </a:lnTo>
                  <a:lnTo>
                    <a:pt x="2914650" y="1071422"/>
                  </a:lnTo>
                  <a:close/>
                </a:path>
                <a:path w="4819650" h="2679700">
                  <a:moveTo>
                    <a:pt x="2914650" y="537438"/>
                  </a:moveTo>
                  <a:lnTo>
                    <a:pt x="2914192" y="536308"/>
                  </a:lnTo>
                  <a:lnTo>
                    <a:pt x="2912326" y="534454"/>
                  </a:lnTo>
                  <a:lnTo>
                    <a:pt x="2911208" y="533984"/>
                  </a:lnTo>
                  <a:lnTo>
                    <a:pt x="2908579" y="533984"/>
                  </a:lnTo>
                  <a:lnTo>
                    <a:pt x="2907461" y="534454"/>
                  </a:lnTo>
                  <a:lnTo>
                    <a:pt x="2905595" y="536308"/>
                  </a:lnTo>
                  <a:lnTo>
                    <a:pt x="2905125" y="537438"/>
                  </a:lnTo>
                  <a:lnTo>
                    <a:pt x="2905125" y="540067"/>
                  </a:lnTo>
                  <a:lnTo>
                    <a:pt x="2905595" y="541185"/>
                  </a:lnTo>
                  <a:lnTo>
                    <a:pt x="2907461" y="543052"/>
                  </a:lnTo>
                  <a:lnTo>
                    <a:pt x="2908579" y="543509"/>
                  </a:lnTo>
                  <a:lnTo>
                    <a:pt x="2911208" y="543509"/>
                  </a:lnTo>
                  <a:lnTo>
                    <a:pt x="2912326" y="543052"/>
                  </a:lnTo>
                  <a:lnTo>
                    <a:pt x="2914192" y="541185"/>
                  </a:lnTo>
                  <a:lnTo>
                    <a:pt x="2914650" y="540067"/>
                  </a:lnTo>
                  <a:lnTo>
                    <a:pt x="2914650" y="537438"/>
                  </a:lnTo>
                  <a:close/>
                </a:path>
                <a:path w="4819650" h="2679700">
                  <a:moveTo>
                    <a:pt x="2914650" y="3441"/>
                  </a:moveTo>
                  <a:lnTo>
                    <a:pt x="2914192" y="2324"/>
                  </a:lnTo>
                  <a:lnTo>
                    <a:pt x="2912326" y="469"/>
                  </a:lnTo>
                  <a:lnTo>
                    <a:pt x="2911208" y="0"/>
                  </a:lnTo>
                  <a:lnTo>
                    <a:pt x="2908579" y="0"/>
                  </a:lnTo>
                  <a:lnTo>
                    <a:pt x="2907461" y="469"/>
                  </a:lnTo>
                  <a:lnTo>
                    <a:pt x="2905595" y="2324"/>
                  </a:lnTo>
                  <a:lnTo>
                    <a:pt x="2905125" y="3441"/>
                  </a:lnTo>
                  <a:lnTo>
                    <a:pt x="2905125" y="6070"/>
                  </a:lnTo>
                  <a:lnTo>
                    <a:pt x="2905595" y="7200"/>
                  </a:lnTo>
                  <a:lnTo>
                    <a:pt x="2907461" y="9055"/>
                  </a:lnTo>
                  <a:lnTo>
                    <a:pt x="2908579" y="9525"/>
                  </a:lnTo>
                  <a:lnTo>
                    <a:pt x="2911208" y="9525"/>
                  </a:lnTo>
                  <a:lnTo>
                    <a:pt x="2912326" y="9055"/>
                  </a:lnTo>
                  <a:lnTo>
                    <a:pt x="2914192" y="7200"/>
                  </a:lnTo>
                  <a:lnTo>
                    <a:pt x="2914650" y="6070"/>
                  </a:lnTo>
                  <a:lnTo>
                    <a:pt x="2914650" y="3441"/>
                  </a:lnTo>
                  <a:close/>
                </a:path>
                <a:path w="4819650" h="2679700">
                  <a:moveTo>
                    <a:pt x="2962275" y="2673400"/>
                  </a:moveTo>
                  <a:lnTo>
                    <a:pt x="2961817" y="2672283"/>
                  </a:lnTo>
                  <a:lnTo>
                    <a:pt x="2959951" y="2670416"/>
                  </a:lnTo>
                  <a:lnTo>
                    <a:pt x="2958833" y="2669946"/>
                  </a:lnTo>
                  <a:lnTo>
                    <a:pt x="2956204" y="2669946"/>
                  </a:lnTo>
                  <a:lnTo>
                    <a:pt x="2955086" y="2670416"/>
                  </a:lnTo>
                  <a:lnTo>
                    <a:pt x="2953220" y="2672283"/>
                  </a:lnTo>
                  <a:lnTo>
                    <a:pt x="2952750" y="2673400"/>
                  </a:lnTo>
                  <a:lnTo>
                    <a:pt x="2952750" y="2676029"/>
                  </a:lnTo>
                  <a:lnTo>
                    <a:pt x="2953220" y="2677147"/>
                  </a:lnTo>
                  <a:lnTo>
                    <a:pt x="2955086" y="2679014"/>
                  </a:lnTo>
                  <a:lnTo>
                    <a:pt x="2956204" y="2679471"/>
                  </a:lnTo>
                  <a:lnTo>
                    <a:pt x="2958833" y="2679471"/>
                  </a:lnTo>
                  <a:lnTo>
                    <a:pt x="2959951" y="2679014"/>
                  </a:lnTo>
                  <a:lnTo>
                    <a:pt x="2961817" y="2677147"/>
                  </a:lnTo>
                  <a:lnTo>
                    <a:pt x="2962275" y="2676029"/>
                  </a:lnTo>
                  <a:lnTo>
                    <a:pt x="2962275" y="2673400"/>
                  </a:lnTo>
                  <a:close/>
                </a:path>
                <a:path w="4819650" h="2679700">
                  <a:moveTo>
                    <a:pt x="2962275" y="2139404"/>
                  </a:moveTo>
                  <a:lnTo>
                    <a:pt x="2961817" y="2138286"/>
                  </a:lnTo>
                  <a:lnTo>
                    <a:pt x="2959951" y="2136432"/>
                  </a:lnTo>
                  <a:lnTo>
                    <a:pt x="2958833" y="2135962"/>
                  </a:lnTo>
                  <a:lnTo>
                    <a:pt x="2956204" y="2135962"/>
                  </a:lnTo>
                  <a:lnTo>
                    <a:pt x="2955086" y="2136432"/>
                  </a:lnTo>
                  <a:lnTo>
                    <a:pt x="2953220" y="2138286"/>
                  </a:lnTo>
                  <a:lnTo>
                    <a:pt x="2952750" y="2139404"/>
                  </a:lnTo>
                  <a:lnTo>
                    <a:pt x="2952750" y="2142045"/>
                  </a:lnTo>
                  <a:lnTo>
                    <a:pt x="2953220" y="2143163"/>
                  </a:lnTo>
                  <a:lnTo>
                    <a:pt x="2955086" y="2145017"/>
                  </a:lnTo>
                  <a:lnTo>
                    <a:pt x="2956204" y="2145487"/>
                  </a:lnTo>
                  <a:lnTo>
                    <a:pt x="2958833" y="2145487"/>
                  </a:lnTo>
                  <a:lnTo>
                    <a:pt x="2959951" y="2145017"/>
                  </a:lnTo>
                  <a:lnTo>
                    <a:pt x="2961817" y="2143163"/>
                  </a:lnTo>
                  <a:lnTo>
                    <a:pt x="2962275" y="2142045"/>
                  </a:lnTo>
                  <a:lnTo>
                    <a:pt x="2962275" y="2139404"/>
                  </a:lnTo>
                  <a:close/>
                </a:path>
                <a:path w="4819650" h="2679700">
                  <a:moveTo>
                    <a:pt x="2962275" y="1605419"/>
                  </a:moveTo>
                  <a:lnTo>
                    <a:pt x="2961817" y="1604302"/>
                  </a:lnTo>
                  <a:lnTo>
                    <a:pt x="2959951" y="1602435"/>
                  </a:lnTo>
                  <a:lnTo>
                    <a:pt x="2958833" y="1601965"/>
                  </a:lnTo>
                  <a:lnTo>
                    <a:pt x="2956204" y="1601965"/>
                  </a:lnTo>
                  <a:lnTo>
                    <a:pt x="2955086" y="1602435"/>
                  </a:lnTo>
                  <a:lnTo>
                    <a:pt x="2953220" y="1604302"/>
                  </a:lnTo>
                  <a:lnTo>
                    <a:pt x="2952750" y="1605419"/>
                  </a:lnTo>
                  <a:lnTo>
                    <a:pt x="2952750" y="1608048"/>
                  </a:lnTo>
                  <a:lnTo>
                    <a:pt x="2953220" y="1609166"/>
                  </a:lnTo>
                  <a:lnTo>
                    <a:pt x="2955086" y="1611033"/>
                  </a:lnTo>
                  <a:lnTo>
                    <a:pt x="2956204" y="1611490"/>
                  </a:lnTo>
                  <a:lnTo>
                    <a:pt x="2958833" y="1611490"/>
                  </a:lnTo>
                  <a:lnTo>
                    <a:pt x="2959951" y="1611033"/>
                  </a:lnTo>
                  <a:lnTo>
                    <a:pt x="2961817" y="1609166"/>
                  </a:lnTo>
                  <a:lnTo>
                    <a:pt x="2962275" y="1608048"/>
                  </a:lnTo>
                  <a:lnTo>
                    <a:pt x="2962275" y="1605419"/>
                  </a:lnTo>
                  <a:close/>
                </a:path>
                <a:path w="4819650" h="2679700">
                  <a:moveTo>
                    <a:pt x="2962275" y="1071422"/>
                  </a:moveTo>
                  <a:lnTo>
                    <a:pt x="2961817" y="1070305"/>
                  </a:lnTo>
                  <a:lnTo>
                    <a:pt x="2959951" y="1068451"/>
                  </a:lnTo>
                  <a:lnTo>
                    <a:pt x="2958833" y="1067981"/>
                  </a:lnTo>
                  <a:lnTo>
                    <a:pt x="2956204" y="1067981"/>
                  </a:lnTo>
                  <a:lnTo>
                    <a:pt x="2955086" y="1068451"/>
                  </a:lnTo>
                  <a:lnTo>
                    <a:pt x="2953220" y="1070305"/>
                  </a:lnTo>
                  <a:lnTo>
                    <a:pt x="2952750" y="1071422"/>
                  </a:lnTo>
                  <a:lnTo>
                    <a:pt x="2952750" y="1074051"/>
                  </a:lnTo>
                  <a:lnTo>
                    <a:pt x="2953220" y="1075182"/>
                  </a:lnTo>
                  <a:lnTo>
                    <a:pt x="2955086" y="1077036"/>
                  </a:lnTo>
                  <a:lnTo>
                    <a:pt x="2956204" y="1077506"/>
                  </a:lnTo>
                  <a:lnTo>
                    <a:pt x="2958833" y="1077506"/>
                  </a:lnTo>
                  <a:lnTo>
                    <a:pt x="2959951" y="1077036"/>
                  </a:lnTo>
                  <a:lnTo>
                    <a:pt x="2961817" y="1075182"/>
                  </a:lnTo>
                  <a:lnTo>
                    <a:pt x="2962275" y="1074051"/>
                  </a:lnTo>
                  <a:lnTo>
                    <a:pt x="2962275" y="1071422"/>
                  </a:lnTo>
                  <a:close/>
                </a:path>
                <a:path w="4819650" h="2679700">
                  <a:moveTo>
                    <a:pt x="2962275" y="537438"/>
                  </a:moveTo>
                  <a:lnTo>
                    <a:pt x="2961817" y="536308"/>
                  </a:lnTo>
                  <a:lnTo>
                    <a:pt x="2959951" y="534454"/>
                  </a:lnTo>
                  <a:lnTo>
                    <a:pt x="2958833" y="533984"/>
                  </a:lnTo>
                  <a:lnTo>
                    <a:pt x="2956204" y="533984"/>
                  </a:lnTo>
                  <a:lnTo>
                    <a:pt x="2955086" y="534454"/>
                  </a:lnTo>
                  <a:lnTo>
                    <a:pt x="2953220" y="536308"/>
                  </a:lnTo>
                  <a:lnTo>
                    <a:pt x="2952750" y="537438"/>
                  </a:lnTo>
                  <a:lnTo>
                    <a:pt x="2952750" y="540067"/>
                  </a:lnTo>
                  <a:lnTo>
                    <a:pt x="2953220" y="541185"/>
                  </a:lnTo>
                  <a:lnTo>
                    <a:pt x="2955086" y="543052"/>
                  </a:lnTo>
                  <a:lnTo>
                    <a:pt x="2956204" y="543509"/>
                  </a:lnTo>
                  <a:lnTo>
                    <a:pt x="2958833" y="543509"/>
                  </a:lnTo>
                  <a:lnTo>
                    <a:pt x="2959951" y="543052"/>
                  </a:lnTo>
                  <a:lnTo>
                    <a:pt x="2961817" y="541185"/>
                  </a:lnTo>
                  <a:lnTo>
                    <a:pt x="2962275" y="540067"/>
                  </a:lnTo>
                  <a:lnTo>
                    <a:pt x="2962275" y="537438"/>
                  </a:lnTo>
                  <a:close/>
                </a:path>
                <a:path w="4819650" h="2679700">
                  <a:moveTo>
                    <a:pt x="2962275" y="3441"/>
                  </a:moveTo>
                  <a:lnTo>
                    <a:pt x="2961817" y="2324"/>
                  </a:lnTo>
                  <a:lnTo>
                    <a:pt x="2959951" y="469"/>
                  </a:lnTo>
                  <a:lnTo>
                    <a:pt x="2958833" y="0"/>
                  </a:lnTo>
                  <a:lnTo>
                    <a:pt x="2956204" y="0"/>
                  </a:lnTo>
                  <a:lnTo>
                    <a:pt x="2955086" y="469"/>
                  </a:lnTo>
                  <a:lnTo>
                    <a:pt x="2953220" y="2324"/>
                  </a:lnTo>
                  <a:lnTo>
                    <a:pt x="2952750" y="3441"/>
                  </a:lnTo>
                  <a:lnTo>
                    <a:pt x="2952750" y="6070"/>
                  </a:lnTo>
                  <a:lnTo>
                    <a:pt x="2953220" y="7200"/>
                  </a:lnTo>
                  <a:lnTo>
                    <a:pt x="2955086" y="9055"/>
                  </a:lnTo>
                  <a:lnTo>
                    <a:pt x="2956204" y="9525"/>
                  </a:lnTo>
                  <a:lnTo>
                    <a:pt x="2958833" y="9525"/>
                  </a:lnTo>
                  <a:lnTo>
                    <a:pt x="2959951" y="9055"/>
                  </a:lnTo>
                  <a:lnTo>
                    <a:pt x="2961817" y="7200"/>
                  </a:lnTo>
                  <a:lnTo>
                    <a:pt x="2962275" y="6070"/>
                  </a:lnTo>
                  <a:lnTo>
                    <a:pt x="2962275" y="3441"/>
                  </a:lnTo>
                  <a:close/>
                </a:path>
                <a:path w="4819650" h="2679700">
                  <a:moveTo>
                    <a:pt x="3009900" y="2673400"/>
                  </a:moveTo>
                  <a:lnTo>
                    <a:pt x="3009442" y="2672283"/>
                  </a:lnTo>
                  <a:lnTo>
                    <a:pt x="3007576" y="2670416"/>
                  </a:lnTo>
                  <a:lnTo>
                    <a:pt x="3006458" y="2669946"/>
                  </a:lnTo>
                  <a:lnTo>
                    <a:pt x="3003829" y="2669946"/>
                  </a:lnTo>
                  <a:lnTo>
                    <a:pt x="3002711" y="2670416"/>
                  </a:lnTo>
                  <a:lnTo>
                    <a:pt x="3000845" y="2672283"/>
                  </a:lnTo>
                  <a:lnTo>
                    <a:pt x="3000375" y="2673400"/>
                  </a:lnTo>
                  <a:lnTo>
                    <a:pt x="3000375" y="2676029"/>
                  </a:lnTo>
                  <a:lnTo>
                    <a:pt x="3000845" y="2677147"/>
                  </a:lnTo>
                  <a:lnTo>
                    <a:pt x="3002711" y="2679014"/>
                  </a:lnTo>
                  <a:lnTo>
                    <a:pt x="3003829" y="2679471"/>
                  </a:lnTo>
                  <a:lnTo>
                    <a:pt x="3006458" y="2679471"/>
                  </a:lnTo>
                  <a:lnTo>
                    <a:pt x="3007576" y="2679014"/>
                  </a:lnTo>
                  <a:lnTo>
                    <a:pt x="3009442" y="2677147"/>
                  </a:lnTo>
                  <a:lnTo>
                    <a:pt x="3009900" y="2676029"/>
                  </a:lnTo>
                  <a:lnTo>
                    <a:pt x="3009900" y="2673400"/>
                  </a:lnTo>
                  <a:close/>
                </a:path>
                <a:path w="4819650" h="2679700">
                  <a:moveTo>
                    <a:pt x="3009900" y="2139404"/>
                  </a:moveTo>
                  <a:lnTo>
                    <a:pt x="3009442" y="2138286"/>
                  </a:lnTo>
                  <a:lnTo>
                    <a:pt x="3007576" y="2136432"/>
                  </a:lnTo>
                  <a:lnTo>
                    <a:pt x="3006458" y="2135962"/>
                  </a:lnTo>
                  <a:lnTo>
                    <a:pt x="3003829" y="2135962"/>
                  </a:lnTo>
                  <a:lnTo>
                    <a:pt x="3002711" y="2136432"/>
                  </a:lnTo>
                  <a:lnTo>
                    <a:pt x="3000845" y="2138286"/>
                  </a:lnTo>
                  <a:lnTo>
                    <a:pt x="3000375" y="2139404"/>
                  </a:lnTo>
                  <a:lnTo>
                    <a:pt x="3000375" y="2142045"/>
                  </a:lnTo>
                  <a:lnTo>
                    <a:pt x="3000845" y="2143163"/>
                  </a:lnTo>
                  <a:lnTo>
                    <a:pt x="3002711" y="2145017"/>
                  </a:lnTo>
                  <a:lnTo>
                    <a:pt x="3003829" y="2145487"/>
                  </a:lnTo>
                  <a:lnTo>
                    <a:pt x="3006458" y="2145487"/>
                  </a:lnTo>
                  <a:lnTo>
                    <a:pt x="3007576" y="2145017"/>
                  </a:lnTo>
                  <a:lnTo>
                    <a:pt x="3009442" y="2143163"/>
                  </a:lnTo>
                  <a:lnTo>
                    <a:pt x="3009900" y="2142045"/>
                  </a:lnTo>
                  <a:lnTo>
                    <a:pt x="3009900" y="2139404"/>
                  </a:lnTo>
                  <a:close/>
                </a:path>
                <a:path w="4819650" h="2679700">
                  <a:moveTo>
                    <a:pt x="3009900" y="1605419"/>
                  </a:moveTo>
                  <a:lnTo>
                    <a:pt x="3009442" y="1604302"/>
                  </a:lnTo>
                  <a:lnTo>
                    <a:pt x="3007576" y="1602435"/>
                  </a:lnTo>
                  <a:lnTo>
                    <a:pt x="3006458" y="1601965"/>
                  </a:lnTo>
                  <a:lnTo>
                    <a:pt x="3003829" y="1601965"/>
                  </a:lnTo>
                  <a:lnTo>
                    <a:pt x="3002711" y="1602435"/>
                  </a:lnTo>
                  <a:lnTo>
                    <a:pt x="3000845" y="1604302"/>
                  </a:lnTo>
                  <a:lnTo>
                    <a:pt x="3000375" y="1605419"/>
                  </a:lnTo>
                  <a:lnTo>
                    <a:pt x="3000375" y="1608048"/>
                  </a:lnTo>
                  <a:lnTo>
                    <a:pt x="3000845" y="1609166"/>
                  </a:lnTo>
                  <a:lnTo>
                    <a:pt x="3002711" y="1611033"/>
                  </a:lnTo>
                  <a:lnTo>
                    <a:pt x="3003829" y="1611490"/>
                  </a:lnTo>
                  <a:lnTo>
                    <a:pt x="3006458" y="1611490"/>
                  </a:lnTo>
                  <a:lnTo>
                    <a:pt x="3007576" y="1611033"/>
                  </a:lnTo>
                  <a:lnTo>
                    <a:pt x="3009442" y="1609166"/>
                  </a:lnTo>
                  <a:lnTo>
                    <a:pt x="3009900" y="1608048"/>
                  </a:lnTo>
                  <a:lnTo>
                    <a:pt x="3009900" y="1605419"/>
                  </a:lnTo>
                  <a:close/>
                </a:path>
                <a:path w="4819650" h="2679700">
                  <a:moveTo>
                    <a:pt x="3009900" y="1071422"/>
                  </a:moveTo>
                  <a:lnTo>
                    <a:pt x="3009442" y="1070305"/>
                  </a:lnTo>
                  <a:lnTo>
                    <a:pt x="3007576" y="1068451"/>
                  </a:lnTo>
                  <a:lnTo>
                    <a:pt x="3006458" y="1067981"/>
                  </a:lnTo>
                  <a:lnTo>
                    <a:pt x="3003829" y="1067981"/>
                  </a:lnTo>
                  <a:lnTo>
                    <a:pt x="3002711" y="1068451"/>
                  </a:lnTo>
                  <a:lnTo>
                    <a:pt x="3000845" y="1070305"/>
                  </a:lnTo>
                  <a:lnTo>
                    <a:pt x="3000375" y="1071422"/>
                  </a:lnTo>
                  <a:lnTo>
                    <a:pt x="3000375" y="1074051"/>
                  </a:lnTo>
                  <a:lnTo>
                    <a:pt x="3000845" y="1075182"/>
                  </a:lnTo>
                  <a:lnTo>
                    <a:pt x="3002711" y="1077036"/>
                  </a:lnTo>
                  <a:lnTo>
                    <a:pt x="3003829" y="1077506"/>
                  </a:lnTo>
                  <a:lnTo>
                    <a:pt x="3006458" y="1077506"/>
                  </a:lnTo>
                  <a:lnTo>
                    <a:pt x="3007576" y="1077036"/>
                  </a:lnTo>
                  <a:lnTo>
                    <a:pt x="3009442" y="1075182"/>
                  </a:lnTo>
                  <a:lnTo>
                    <a:pt x="3009900" y="1074051"/>
                  </a:lnTo>
                  <a:lnTo>
                    <a:pt x="3009900" y="1071422"/>
                  </a:lnTo>
                  <a:close/>
                </a:path>
                <a:path w="4819650" h="2679700">
                  <a:moveTo>
                    <a:pt x="3009900" y="537438"/>
                  </a:moveTo>
                  <a:lnTo>
                    <a:pt x="3009442" y="536308"/>
                  </a:lnTo>
                  <a:lnTo>
                    <a:pt x="3007576" y="534454"/>
                  </a:lnTo>
                  <a:lnTo>
                    <a:pt x="3006458" y="533984"/>
                  </a:lnTo>
                  <a:lnTo>
                    <a:pt x="3003829" y="533984"/>
                  </a:lnTo>
                  <a:lnTo>
                    <a:pt x="3002711" y="534454"/>
                  </a:lnTo>
                  <a:lnTo>
                    <a:pt x="3000845" y="536308"/>
                  </a:lnTo>
                  <a:lnTo>
                    <a:pt x="3000375" y="537438"/>
                  </a:lnTo>
                  <a:lnTo>
                    <a:pt x="3000375" y="540067"/>
                  </a:lnTo>
                  <a:lnTo>
                    <a:pt x="3000845" y="541185"/>
                  </a:lnTo>
                  <a:lnTo>
                    <a:pt x="3002711" y="543052"/>
                  </a:lnTo>
                  <a:lnTo>
                    <a:pt x="3003829" y="543509"/>
                  </a:lnTo>
                  <a:lnTo>
                    <a:pt x="3006458" y="543509"/>
                  </a:lnTo>
                  <a:lnTo>
                    <a:pt x="3007576" y="543052"/>
                  </a:lnTo>
                  <a:lnTo>
                    <a:pt x="3009442" y="541185"/>
                  </a:lnTo>
                  <a:lnTo>
                    <a:pt x="3009900" y="540067"/>
                  </a:lnTo>
                  <a:lnTo>
                    <a:pt x="3009900" y="537438"/>
                  </a:lnTo>
                  <a:close/>
                </a:path>
                <a:path w="4819650" h="2679700">
                  <a:moveTo>
                    <a:pt x="3009900" y="3441"/>
                  </a:moveTo>
                  <a:lnTo>
                    <a:pt x="3009442" y="2324"/>
                  </a:lnTo>
                  <a:lnTo>
                    <a:pt x="3007576" y="469"/>
                  </a:lnTo>
                  <a:lnTo>
                    <a:pt x="3006458" y="0"/>
                  </a:lnTo>
                  <a:lnTo>
                    <a:pt x="3003829" y="0"/>
                  </a:lnTo>
                  <a:lnTo>
                    <a:pt x="3002711" y="469"/>
                  </a:lnTo>
                  <a:lnTo>
                    <a:pt x="3000845" y="2324"/>
                  </a:lnTo>
                  <a:lnTo>
                    <a:pt x="3000375" y="3441"/>
                  </a:lnTo>
                  <a:lnTo>
                    <a:pt x="3000375" y="6070"/>
                  </a:lnTo>
                  <a:lnTo>
                    <a:pt x="3000845" y="7200"/>
                  </a:lnTo>
                  <a:lnTo>
                    <a:pt x="3002711" y="9055"/>
                  </a:lnTo>
                  <a:lnTo>
                    <a:pt x="3003829" y="9525"/>
                  </a:lnTo>
                  <a:lnTo>
                    <a:pt x="3006458" y="9525"/>
                  </a:lnTo>
                  <a:lnTo>
                    <a:pt x="3007576" y="9055"/>
                  </a:lnTo>
                  <a:lnTo>
                    <a:pt x="3009442" y="7200"/>
                  </a:lnTo>
                  <a:lnTo>
                    <a:pt x="3009900" y="6070"/>
                  </a:lnTo>
                  <a:lnTo>
                    <a:pt x="3009900" y="3441"/>
                  </a:lnTo>
                  <a:close/>
                </a:path>
                <a:path w="4819650" h="2679700">
                  <a:moveTo>
                    <a:pt x="3057525" y="2673400"/>
                  </a:moveTo>
                  <a:lnTo>
                    <a:pt x="3057067" y="2672283"/>
                  </a:lnTo>
                  <a:lnTo>
                    <a:pt x="3055201" y="2670416"/>
                  </a:lnTo>
                  <a:lnTo>
                    <a:pt x="3054083" y="2669946"/>
                  </a:lnTo>
                  <a:lnTo>
                    <a:pt x="3051454" y="2669946"/>
                  </a:lnTo>
                  <a:lnTo>
                    <a:pt x="3050336" y="2670416"/>
                  </a:lnTo>
                  <a:lnTo>
                    <a:pt x="3048470" y="2672283"/>
                  </a:lnTo>
                  <a:lnTo>
                    <a:pt x="3048000" y="2673400"/>
                  </a:lnTo>
                  <a:lnTo>
                    <a:pt x="3048000" y="2676029"/>
                  </a:lnTo>
                  <a:lnTo>
                    <a:pt x="3048470" y="2677147"/>
                  </a:lnTo>
                  <a:lnTo>
                    <a:pt x="3050336" y="2679014"/>
                  </a:lnTo>
                  <a:lnTo>
                    <a:pt x="3051454" y="2679471"/>
                  </a:lnTo>
                  <a:lnTo>
                    <a:pt x="3054083" y="2679471"/>
                  </a:lnTo>
                  <a:lnTo>
                    <a:pt x="3055201" y="2679014"/>
                  </a:lnTo>
                  <a:lnTo>
                    <a:pt x="3057067" y="2677147"/>
                  </a:lnTo>
                  <a:lnTo>
                    <a:pt x="3057525" y="2676029"/>
                  </a:lnTo>
                  <a:lnTo>
                    <a:pt x="3057525" y="2673400"/>
                  </a:lnTo>
                  <a:close/>
                </a:path>
                <a:path w="4819650" h="2679700">
                  <a:moveTo>
                    <a:pt x="3057525" y="2139404"/>
                  </a:moveTo>
                  <a:lnTo>
                    <a:pt x="3057067" y="2138286"/>
                  </a:lnTo>
                  <a:lnTo>
                    <a:pt x="3055201" y="2136432"/>
                  </a:lnTo>
                  <a:lnTo>
                    <a:pt x="3054083" y="2135962"/>
                  </a:lnTo>
                  <a:lnTo>
                    <a:pt x="3051454" y="2135962"/>
                  </a:lnTo>
                  <a:lnTo>
                    <a:pt x="3050336" y="2136432"/>
                  </a:lnTo>
                  <a:lnTo>
                    <a:pt x="3048470" y="2138286"/>
                  </a:lnTo>
                  <a:lnTo>
                    <a:pt x="3048000" y="2139404"/>
                  </a:lnTo>
                  <a:lnTo>
                    <a:pt x="3048000" y="2142045"/>
                  </a:lnTo>
                  <a:lnTo>
                    <a:pt x="3048470" y="2143163"/>
                  </a:lnTo>
                  <a:lnTo>
                    <a:pt x="3050336" y="2145017"/>
                  </a:lnTo>
                  <a:lnTo>
                    <a:pt x="3051454" y="2145487"/>
                  </a:lnTo>
                  <a:lnTo>
                    <a:pt x="3054083" y="2145487"/>
                  </a:lnTo>
                  <a:lnTo>
                    <a:pt x="3055201" y="2145017"/>
                  </a:lnTo>
                  <a:lnTo>
                    <a:pt x="3057067" y="2143163"/>
                  </a:lnTo>
                  <a:lnTo>
                    <a:pt x="3057525" y="2142045"/>
                  </a:lnTo>
                  <a:lnTo>
                    <a:pt x="3057525" y="2139404"/>
                  </a:lnTo>
                  <a:close/>
                </a:path>
                <a:path w="4819650" h="2679700">
                  <a:moveTo>
                    <a:pt x="3057525" y="1605419"/>
                  </a:moveTo>
                  <a:lnTo>
                    <a:pt x="3057067" y="1604302"/>
                  </a:lnTo>
                  <a:lnTo>
                    <a:pt x="3055201" y="1602435"/>
                  </a:lnTo>
                  <a:lnTo>
                    <a:pt x="3054083" y="1601965"/>
                  </a:lnTo>
                  <a:lnTo>
                    <a:pt x="3051454" y="1601965"/>
                  </a:lnTo>
                  <a:lnTo>
                    <a:pt x="3050336" y="1602435"/>
                  </a:lnTo>
                  <a:lnTo>
                    <a:pt x="3048470" y="1604302"/>
                  </a:lnTo>
                  <a:lnTo>
                    <a:pt x="3048000" y="1605419"/>
                  </a:lnTo>
                  <a:lnTo>
                    <a:pt x="3048000" y="1608048"/>
                  </a:lnTo>
                  <a:lnTo>
                    <a:pt x="3048470" y="1609166"/>
                  </a:lnTo>
                  <a:lnTo>
                    <a:pt x="3050336" y="1611033"/>
                  </a:lnTo>
                  <a:lnTo>
                    <a:pt x="3051454" y="1611490"/>
                  </a:lnTo>
                  <a:lnTo>
                    <a:pt x="3054083" y="1611490"/>
                  </a:lnTo>
                  <a:lnTo>
                    <a:pt x="3055201" y="1611033"/>
                  </a:lnTo>
                  <a:lnTo>
                    <a:pt x="3057067" y="1609166"/>
                  </a:lnTo>
                  <a:lnTo>
                    <a:pt x="3057525" y="1608048"/>
                  </a:lnTo>
                  <a:lnTo>
                    <a:pt x="3057525" y="1605419"/>
                  </a:lnTo>
                  <a:close/>
                </a:path>
                <a:path w="4819650" h="2679700">
                  <a:moveTo>
                    <a:pt x="3057525" y="1071422"/>
                  </a:moveTo>
                  <a:lnTo>
                    <a:pt x="3057067" y="1070305"/>
                  </a:lnTo>
                  <a:lnTo>
                    <a:pt x="3055201" y="1068451"/>
                  </a:lnTo>
                  <a:lnTo>
                    <a:pt x="3054083" y="1067981"/>
                  </a:lnTo>
                  <a:lnTo>
                    <a:pt x="3051454" y="1067981"/>
                  </a:lnTo>
                  <a:lnTo>
                    <a:pt x="3050336" y="1068451"/>
                  </a:lnTo>
                  <a:lnTo>
                    <a:pt x="3048470" y="1070305"/>
                  </a:lnTo>
                  <a:lnTo>
                    <a:pt x="3048000" y="1071422"/>
                  </a:lnTo>
                  <a:lnTo>
                    <a:pt x="3048000" y="1074051"/>
                  </a:lnTo>
                  <a:lnTo>
                    <a:pt x="3048470" y="1075182"/>
                  </a:lnTo>
                  <a:lnTo>
                    <a:pt x="3050336" y="1077036"/>
                  </a:lnTo>
                  <a:lnTo>
                    <a:pt x="3051454" y="1077506"/>
                  </a:lnTo>
                  <a:lnTo>
                    <a:pt x="3054083" y="1077506"/>
                  </a:lnTo>
                  <a:lnTo>
                    <a:pt x="3055201" y="1077036"/>
                  </a:lnTo>
                  <a:lnTo>
                    <a:pt x="3057067" y="1075182"/>
                  </a:lnTo>
                  <a:lnTo>
                    <a:pt x="3057525" y="1074051"/>
                  </a:lnTo>
                  <a:lnTo>
                    <a:pt x="3057525" y="1071422"/>
                  </a:lnTo>
                  <a:close/>
                </a:path>
                <a:path w="4819650" h="2679700">
                  <a:moveTo>
                    <a:pt x="3057525" y="537438"/>
                  </a:moveTo>
                  <a:lnTo>
                    <a:pt x="3057067" y="536308"/>
                  </a:lnTo>
                  <a:lnTo>
                    <a:pt x="3055201" y="534454"/>
                  </a:lnTo>
                  <a:lnTo>
                    <a:pt x="3054083" y="533984"/>
                  </a:lnTo>
                  <a:lnTo>
                    <a:pt x="3051454" y="533984"/>
                  </a:lnTo>
                  <a:lnTo>
                    <a:pt x="3050336" y="534454"/>
                  </a:lnTo>
                  <a:lnTo>
                    <a:pt x="3048470" y="536308"/>
                  </a:lnTo>
                  <a:lnTo>
                    <a:pt x="3048000" y="537438"/>
                  </a:lnTo>
                  <a:lnTo>
                    <a:pt x="3048000" y="540067"/>
                  </a:lnTo>
                  <a:lnTo>
                    <a:pt x="3048470" y="541185"/>
                  </a:lnTo>
                  <a:lnTo>
                    <a:pt x="3050336" y="543052"/>
                  </a:lnTo>
                  <a:lnTo>
                    <a:pt x="3051454" y="543509"/>
                  </a:lnTo>
                  <a:lnTo>
                    <a:pt x="3054083" y="543509"/>
                  </a:lnTo>
                  <a:lnTo>
                    <a:pt x="3055201" y="543052"/>
                  </a:lnTo>
                  <a:lnTo>
                    <a:pt x="3057067" y="541185"/>
                  </a:lnTo>
                  <a:lnTo>
                    <a:pt x="3057525" y="540067"/>
                  </a:lnTo>
                  <a:lnTo>
                    <a:pt x="3057525" y="537438"/>
                  </a:lnTo>
                  <a:close/>
                </a:path>
                <a:path w="4819650" h="2679700">
                  <a:moveTo>
                    <a:pt x="3057525" y="3441"/>
                  </a:moveTo>
                  <a:lnTo>
                    <a:pt x="3057067" y="2324"/>
                  </a:lnTo>
                  <a:lnTo>
                    <a:pt x="3055201" y="469"/>
                  </a:lnTo>
                  <a:lnTo>
                    <a:pt x="3054083" y="0"/>
                  </a:lnTo>
                  <a:lnTo>
                    <a:pt x="3051454" y="0"/>
                  </a:lnTo>
                  <a:lnTo>
                    <a:pt x="3050336" y="469"/>
                  </a:lnTo>
                  <a:lnTo>
                    <a:pt x="3048470" y="2324"/>
                  </a:lnTo>
                  <a:lnTo>
                    <a:pt x="3048000" y="3441"/>
                  </a:lnTo>
                  <a:lnTo>
                    <a:pt x="3048000" y="6070"/>
                  </a:lnTo>
                  <a:lnTo>
                    <a:pt x="3048470" y="7200"/>
                  </a:lnTo>
                  <a:lnTo>
                    <a:pt x="3050336" y="9055"/>
                  </a:lnTo>
                  <a:lnTo>
                    <a:pt x="3051454" y="9525"/>
                  </a:lnTo>
                  <a:lnTo>
                    <a:pt x="3054083" y="9525"/>
                  </a:lnTo>
                  <a:lnTo>
                    <a:pt x="3055201" y="9055"/>
                  </a:lnTo>
                  <a:lnTo>
                    <a:pt x="3057067" y="7200"/>
                  </a:lnTo>
                  <a:lnTo>
                    <a:pt x="3057525" y="6070"/>
                  </a:lnTo>
                  <a:lnTo>
                    <a:pt x="3057525" y="3441"/>
                  </a:lnTo>
                  <a:close/>
                </a:path>
                <a:path w="4819650" h="2679700">
                  <a:moveTo>
                    <a:pt x="3105150" y="2673400"/>
                  </a:moveTo>
                  <a:lnTo>
                    <a:pt x="3104692" y="2672283"/>
                  </a:lnTo>
                  <a:lnTo>
                    <a:pt x="3102826" y="2670416"/>
                  </a:lnTo>
                  <a:lnTo>
                    <a:pt x="3101708" y="2669946"/>
                  </a:lnTo>
                  <a:lnTo>
                    <a:pt x="3099079" y="2669946"/>
                  </a:lnTo>
                  <a:lnTo>
                    <a:pt x="3097961" y="2670416"/>
                  </a:lnTo>
                  <a:lnTo>
                    <a:pt x="3096095" y="2672283"/>
                  </a:lnTo>
                  <a:lnTo>
                    <a:pt x="3095625" y="2673400"/>
                  </a:lnTo>
                  <a:lnTo>
                    <a:pt x="3095625" y="2676029"/>
                  </a:lnTo>
                  <a:lnTo>
                    <a:pt x="3096095" y="2677147"/>
                  </a:lnTo>
                  <a:lnTo>
                    <a:pt x="3097961" y="2679014"/>
                  </a:lnTo>
                  <a:lnTo>
                    <a:pt x="3099079" y="2679471"/>
                  </a:lnTo>
                  <a:lnTo>
                    <a:pt x="3101708" y="2679471"/>
                  </a:lnTo>
                  <a:lnTo>
                    <a:pt x="3102826" y="2679014"/>
                  </a:lnTo>
                  <a:lnTo>
                    <a:pt x="3104692" y="2677147"/>
                  </a:lnTo>
                  <a:lnTo>
                    <a:pt x="3105150" y="2676029"/>
                  </a:lnTo>
                  <a:lnTo>
                    <a:pt x="3105150" y="2673400"/>
                  </a:lnTo>
                  <a:close/>
                </a:path>
                <a:path w="4819650" h="2679700">
                  <a:moveTo>
                    <a:pt x="3105150" y="2139404"/>
                  </a:moveTo>
                  <a:lnTo>
                    <a:pt x="3104692" y="2138286"/>
                  </a:lnTo>
                  <a:lnTo>
                    <a:pt x="3102826" y="2136432"/>
                  </a:lnTo>
                  <a:lnTo>
                    <a:pt x="3101708" y="2135962"/>
                  </a:lnTo>
                  <a:lnTo>
                    <a:pt x="3099079" y="2135962"/>
                  </a:lnTo>
                  <a:lnTo>
                    <a:pt x="3097961" y="2136432"/>
                  </a:lnTo>
                  <a:lnTo>
                    <a:pt x="3096095" y="2138286"/>
                  </a:lnTo>
                  <a:lnTo>
                    <a:pt x="3095625" y="2139404"/>
                  </a:lnTo>
                  <a:lnTo>
                    <a:pt x="3095625" y="2142045"/>
                  </a:lnTo>
                  <a:lnTo>
                    <a:pt x="3096095" y="2143163"/>
                  </a:lnTo>
                  <a:lnTo>
                    <a:pt x="3097961" y="2145017"/>
                  </a:lnTo>
                  <a:lnTo>
                    <a:pt x="3099079" y="2145487"/>
                  </a:lnTo>
                  <a:lnTo>
                    <a:pt x="3101708" y="2145487"/>
                  </a:lnTo>
                  <a:lnTo>
                    <a:pt x="3102826" y="2145017"/>
                  </a:lnTo>
                  <a:lnTo>
                    <a:pt x="3104692" y="2143163"/>
                  </a:lnTo>
                  <a:lnTo>
                    <a:pt x="3105150" y="2142045"/>
                  </a:lnTo>
                  <a:lnTo>
                    <a:pt x="3105150" y="2139404"/>
                  </a:lnTo>
                  <a:close/>
                </a:path>
                <a:path w="4819650" h="2679700">
                  <a:moveTo>
                    <a:pt x="3105150" y="1605419"/>
                  </a:moveTo>
                  <a:lnTo>
                    <a:pt x="3104692" y="1604302"/>
                  </a:lnTo>
                  <a:lnTo>
                    <a:pt x="3102826" y="1602435"/>
                  </a:lnTo>
                  <a:lnTo>
                    <a:pt x="3101708" y="1601965"/>
                  </a:lnTo>
                  <a:lnTo>
                    <a:pt x="3099079" y="1601965"/>
                  </a:lnTo>
                  <a:lnTo>
                    <a:pt x="3097961" y="1602435"/>
                  </a:lnTo>
                  <a:lnTo>
                    <a:pt x="3096095" y="1604302"/>
                  </a:lnTo>
                  <a:lnTo>
                    <a:pt x="3095625" y="1605419"/>
                  </a:lnTo>
                  <a:lnTo>
                    <a:pt x="3095625" y="1608048"/>
                  </a:lnTo>
                  <a:lnTo>
                    <a:pt x="3096095" y="1609166"/>
                  </a:lnTo>
                  <a:lnTo>
                    <a:pt x="3097961" y="1611033"/>
                  </a:lnTo>
                  <a:lnTo>
                    <a:pt x="3099079" y="1611490"/>
                  </a:lnTo>
                  <a:lnTo>
                    <a:pt x="3101708" y="1611490"/>
                  </a:lnTo>
                  <a:lnTo>
                    <a:pt x="3102826" y="1611033"/>
                  </a:lnTo>
                  <a:lnTo>
                    <a:pt x="3104692" y="1609166"/>
                  </a:lnTo>
                  <a:lnTo>
                    <a:pt x="3105150" y="1608048"/>
                  </a:lnTo>
                  <a:lnTo>
                    <a:pt x="3105150" y="1605419"/>
                  </a:lnTo>
                  <a:close/>
                </a:path>
                <a:path w="4819650" h="2679700">
                  <a:moveTo>
                    <a:pt x="3105150" y="1071422"/>
                  </a:moveTo>
                  <a:lnTo>
                    <a:pt x="3104692" y="1070305"/>
                  </a:lnTo>
                  <a:lnTo>
                    <a:pt x="3102826" y="1068451"/>
                  </a:lnTo>
                  <a:lnTo>
                    <a:pt x="3101708" y="1067981"/>
                  </a:lnTo>
                  <a:lnTo>
                    <a:pt x="3099079" y="1067981"/>
                  </a:lnTo>
                  <a:lnTo>
                    <a:pt x="3097961" y="1068451"/>
                  </a:lnTo>
                  <a:lnTo>
                    <a:pt x="3096095" y="1070305"/>
                  </a:lnTo>
                  <a:lnTo>
                    <a:pt x="3095625" y="1071422"/>
                  </a:lnTo>
                  <a:lnTo>
                    <a:pt x="3095625" y="1074051"/>
                  </a:lnTo>
                  <a:lnTo>
                    <a:pt x="3096095" y="1075182"/>
                  </a:lnTo>
                  <a:lnTo>
                    <a:pt x="3097961" y="1077036"/>
                  </a:lnTo>
                  <a:lnTo>
                    <a:pt x="3099079" y="1077506"/>
                  </a:lnTo>
                  <a:lnTo>
                    <a:pt x="3101708" y="1077506"/>
                  </a:lnTo>
                  <a:lnTo>
                    <a:pt x="3102826" y="1077036"/>
                  </a:lnTo>
                  <a:lnTo>
                    <a:pt x="3104692" y="1075182"/>
                  </a:lnTo>
                  <a:lnTo>
                    <a:pt x="3105150" y="1074051"/>
                  </a:lnTo>
                  <a:lnTo>
                    <a:pt x="3105150" y="1071422"/>
                  </a:lnTo>
                  <a:close/>
                </a:path>
                <a:path w="4819650" h="2679700">
                  <a:moveTo>
                    <a:pt x="3105150" y="537438"/>
                  </a:moveTo>
                  <a:lnTo>
                    <a:pt x="3104692" y="536308"/>
                  </a:lnTo>
                  <a:lnTo>
                    <a:pt x="3102826" y="534454"/>
                  </a:lnTo>
                  <a:lnTo>
                    <a:pt x="3101708" y="533984"/>
                  </a:lnTo>
                  <a:lnTo>
                    <a:pt x="3099079" y="533984"/>
                  </a:lnTo>
                  <a:lnTo>
                    <a:pt x="3097961" y="534454"/>
                  </a:lnTo>
                  <a:lnTo>
                    <a:pt x="3096095" y="536308"/>
                  </a:lnTo>
                  <a:lnTo>
                    <a:pt x="3095625" y="537438"/>
                  </a:lnTo>
                  <a:lnTo>
                    <a:pt x="3095625" y="540067"/>
                  </a:lnTo>
                  <a:lnTo>
                    <a:pt x="3096095" y="541185"/>
                  </a:lnTo>
                  <a:lnTo>
                    <a:pt x="3097961" y="543052"/>
                  </a:lnTo>
                  <a:lnTo>
                    <a:pt x="3099079" y="543509"/>
                  </a:lnTo>
                  <a:lnTo>
                    <a:pt x="3101708" y="543509"/>
                  </a:lnTo>
                  <a:lnTo>
                    <a:pt x="3102826" y="543052"/>
                  </a:lnTo>
                  <a:lnTo>
                    <a:pt x="3104692" y="541185"/>
                  </a:lnTo>
                  <a:lnTo>
                    <a:pt x="3105150" y="540067"/>
                  </a:lnTo>
                  <a:lnTo>
                    <a:pt x="3105150" y="537438"/>
                  </a:lnTo>
                  <a:close/>
                </a:path>
                <a:path w="4819650" h="2679700">
                  <a:moveTo>
                    <a:pt x="3105150" y="3441"/>
                  </a:moveTo>
                  <a:lnTo>
                    <a:pt x="3104692" y="2324"/>
                  </a:lnTo>
                  <a:lnTo>
                    <a:pt x="3102826" y="469"/>
                  </a:lnTo>
                  <a:lnTo>
                    <a:pt x="3101708" y="0"/>
                  </a:lnTo>
                  <a:lnTo>
                    <a:pt x="3099079" y="0"/>
                  </a:lnTo>
                  <a:lnTo>
                    <a:pt x="3097961" y="469"/>
                  </a:lnTo>
                  <a:lnTo>
                    <a:pt x="3096095" y="2324"/>
                  </a:lnTo>
                  <a:lnTo>
                    <a:pt x="3095625" y="3441"/>
                  </a:lnTo>
                  <a:lnTo>
                    <a:pt x="3095625" y="6070"/>
                  </a:lnTo>
                  <a:lnTo>
                    <a:pt x="3096095" y="7200"/>
                  </a:lnTo>
                  <a:lnTo>
                    <a:pt x="3097961" y="9055"/>
                  </a:lnTo>
                  <a:lnTo>
                    <a:pt x="3099079" y="9525"/>
                  </a:lnTo>
                  <a:lnTo>
                    <a:pt x="3101708" y="9525"/>
                  </a:lnTo>
                  <a:lnTo>
                    <a:pt x="3102826" y="9055"/>
                  </a:lnTo>
                  <a:lnTo>
                    <a:pt x="3104692" y="7200"/>
                  </a:lnTo>
                  <a:lnTo>
                    <a:pt x="3105150" y="6070"/>
                  </a:lnTo>
                  <a:lnTo>
                    <a:pt x="3105150" y="3441"/>
                  </a:lnTo>
                  <a:close/>
                </a:path>
                <a:path w="4819650" h="2679700">
                  <a:moveTo>
                    <a:pt x="3152775" y="2673400"/>
                  </a:moveTo>
                  <a:lnTo>
                    <a:pt x="3152317" y="2672283"/>
                  </a:lnTo>
                  <a:lnTo>
                    <a:pt x="3150451" y="2670416"/>
                  </a:lnTo>
                  <a:lnTo>
                    <a:pt x="3149333" y="2669946"/>
                  </a:lnTo>
                  <a:lnTo>
                    <a:pt x="3146704" y="2669946"/>
                  </a:lnTo>
                  <a:lnTo>
                    <a:pt x="3145586" y="2670416"/>
                  </a:lnTo>
                  <a:lnTo>
                    <a:pt x="3143720" y="2672283"/>
                  </a:lnTo>
                  <a:lnTo>
                    <a:pt x="3143250" y="2673400"/>
                  </a:lnTo>
                  <a:lnTo>
                    <a:pt x="3143250" y="2676029"/>
                  </a:lnTo>
                  <a:lnTo>
                    <a:pt x="3143720" y="2677147"/>
                  </a:lnTo>
                  <a:lnTo>
                    <a:pt x="3145586" y="2679014"/>
                  </a:lnTo>
                  <a:lnTo>
                    <a:pt x="3146704" y="2679471"/>
                  </a:lnTo>
                  <a:lnTo>
                    <a:pt x="3149333" y="2679471"/>
                  </a:lnTo>
                  <a:lnTo>
                    <a:pt x="3150451" y="2679014"/>
                  </a:lnTo>
                  <a:lnTo>
                    <a:pt x="3152317" y="2677147"/>
                  </a:lnTo>
                  <a:lnTo>
                    <a:pt x="3152775" y="2676029"/>
                  </a:lnTo>
                  <a:lnTo>
                    <a:pt x="3152775" y="2673400"/>
                  </a:lnTo>
                  <a:close/>
                </a:path>
                <a:path w="4819650" h="2679700">
                  <a:moveTo>
                    <a:pt x="3152775" y="2139404"/>
                  </a:moveTo>
                  <a:lnTo>
                    <a:pt x="3152317" y="2138286"/>
                  </a:lnTo>
                  <a:lnTo>
                    <a:pt x="3150451" y="2136432"/>
                  </a:lnTo>
                  <a:lnTo>
                    <a:pt x="3149333" y="2135962"/>
                  </a:lnTo>
                  <a:lnTo>
                    <a:pt x="3146704" y="2135962"/>
                  </a:lnTo>
                  <a:lnTo>
                    <a:pt x="3145586" y="2136432"/>
                  </a:lnTo>
                  <a:lnTo>
                    <a:pt x="3143720" y="2138286"/>
                  </a:lnTo>
                  <a:lnTo>
                    <a:pt x="3143250" y="2139404"/>
                  </a:lnTo>
                  <a:lnTo>
                    <a:pt x="3143250" y="2142045"/>
                  </a:lnTo>
                  <a:lnTo>
                    <a:pt x="3143720" y="2143163"/>
                  </a:lnTo>
                  <a:lnTo>
                    <a:pt x="3145586" y="2145017"/>
                  </a:lnTo>
                  <a:lnTo>
                    <a:pt x="3146704" y="2145487"/>
                  </a:lnTo>
                  <a:lnTo>
                    <a:pt x="3149333" y="2145487"/>
                  </a:lnTo>
                  <a:lnTo>
                    <a:pt x="3150451" y="2145017"/>
                  </a:lnTo>
                  <a:lnTo>
                    <a:pt x="3152317" y="2143163"/>
                  </a:lnTo>
                  <a:lnTo>
                    <a:pt x="3152775" y="2142045"/>
                  </a:lnTo>
                  <a:lnTo>
                    <a:pt x="3152775" y="2139404"/>
                  </a:lnTo>
                  <a:close/>
                </a:path>
                <a:path w="4819650" h="2679700">
                  <a:moveTo>
                    <a:pt x="3152775" y="1605419"/>
                  </a:moveTo>
                  <a:lnTo>
                    <a:pt x="3152317" y="1604302"/>
                  </a:lnTo>
                  <a:lnTo>
                    <a:pt x="3150451" y="1602435"/>
                  </a:lnTo>
                  <a:lnTo>
                    <a:pt x="3149333" y="1601965"/>
                  </a:lnTo>
                  <a:lnTo>
                    <a:pt x="3146704" y="1601965"/>
                  </a:lnTo>
                  <a:lnTo>
                    <a:pt x="3145586" y="1602435"/>
                  </a:lnTo>
                  <a:lnTo>
                    <a:pt x="3143720" y="1604302"/>
                  </a:lnTo>
                  <a:lnTo>
                    <a:pt x="3143250" y="1605419"/>
                  </a:lnTo>
                  <a:lnTo>
                    <a:pt x="3143250" y="1608048"/>
                  </a:lnTo>
                  <a:lnTo>
                    <a:pt x="3143720" y="1609166"/>
                  </a:lnTo>
                  <a:lnTo>
                    <a:pt x="3145586" y="1611033"/>
                  </a:lnTo>
                  <a:lnTo>
                    <a:pt x="3146704" y="1611490"/>
                  </a:lnTo>
                  <a:lnTo>
                    <a:pt x="3149333" y="1611490"/>
                  </a:lnTo>
                  <a:lnTo>
                    <a:pt x="3150451" y="1611033"/>
                  </a:lnTo>
                  <a:lnTo>
                    <a:pt x="3152317" y="1609166"/>
                  </a:lnTo>
                  <a:lnTo>
                    <a:pt x="3152775" y="1608048"/>
                  </a:lnTo>
                  <a:lnTo>
                    <a:pt x="3152775" y="1605419"/>
                  </a:lnTo>
                  <a:close/>
                </a:path>
                <a:path w="4819650" h="2679700">
                  <a:moveTo>
                    <a:pt x="3152775" y="1071422"/>
                  </a:moveTo>
                  <a:lnTo>
                    <a:pt x="3152317" y="1070305"/>
                  </a:lnTo>
                  <a:lnTo>
                    <a:pt x="3150451" y="1068451"/>
                  </a:lnTo>
                  <a:lnTo>
                    <a:pt x="3149333" y="1067981"/>
                  </a:lnTo>
                  <a:lnTo>
                    <a:pt x="3146704" y="1067981"/>
                  </a:lnTo>
                  <a:lnTo>
                    <a:pt x="3145586" y="1068451"/>
                  </a:lnTo>
                  <a:lnTo>
                    <a:pt x="3143720" y="1070305"/>
                  </a:lnTo>
                  <a:lnTo>
                    <a:pt x="3143250" y="1071422"/>
                  </a:lnTo>
                  <a:lnTo>
                    <a:pt x="3143250" y="1074051"/>
                  </a:lnTo>
                  <a:lnTo>
                    <a:pt x="3143720" y="1075182"/>
                  </a:lnTo>
                  <a:lnTo>
                    <a:pt x="3145586" y="1077036"/>
                  </a:lnTo>
                  <a:lnTo>
                    <a:pt x="3146704" y="1077506"/>
                  </a:lnTo>
                  <a:lnTo>
                    <a:pt x="3149333" y="1077506"/>
                  </a:lnTo>
                  <a:lnTo>
                    <a:pt x="3150451" y="1077036"/>
                  </a:lnTo>
                  <a:lnTo>
                    <a:pt x="3152317" y="1075182"/>
                  </a:lnTo>
                  <a:lnTo>
                    <a:pt x="3152775" y="1074051"/>
                  </a:lnTo>
                  <a:lnTo>
                    <a:pt x="3152775" y="1071422"/>
                  </a:lnTo>
                  <a:close/>
                </a:path>
                <a:path w="4819650" h="2679700">
                  <a:moveTo>
                    <a:pt x="3152775" y="537438"/>
                  </a:moveTo>
                  <a:lnTo>
                    <a:pt x="3152317" y="536308"/>
                  </a:lnTo>
                  <a:lnTo>
                    <a:pt x="3150451" y="534454"/>
                  </a:lnTo>
                  <a:lnTo>
                    <a:pt x="3149333" y="533984"/>
                  </a:lnTo>
                  <a:lnTo>
                    <a:pt x="3146704" y="533984"/>
                  </a:lnTo>
                  <a:lnTo>
                    <a:pt x="3145586" y="534454"/>
                  </a:lnTo>
                  <a:lnTo>
                    <a:pt x="3143720" y="536308"/>
                  </a:lnTo>
                  <a:lnTo>
                    <a:pt x="3143250" y="537438"/>
                  </a:lnTo>
                  <a:lnTo>
                    <a:pt x="3143250" y="540067"/>
                  </a:lnTo>
                  <a:lnTo>
                    <a:pt x="3143720" y="541185"/>
                  </a:lnTo>
                  <a:lnTo>
                    <a:pt x="3145586" y="543052"/>
                  </a:lnTo>
                  <a:lnTo>
                    <a:pt x="3146704" y="543509"/>
                  </a:lnTo>
                  <a:lnTo>
                    <a:pt x="3149333" y="543509"/>
                  </a:lnTo>
                  <a:lnTo>
                    <a:pt x="3150451" y="543052"/>
                  </a:lnTo>
                  <a:lnTo>
                    <a:pt x="3152317" y="541185"/>
                  </a:lnTo>
                  <a:lnTo>
                    <a:pt x="3152775" y="540067"/>
                  </a:lnTo>
                  <a:lnTo>
                    <a:pt x="3152775" y="537438"/>
                  </a:lnTo>
                  <a:close/>
                </a:path>
                <a:path w="4819650" h="2679700">
                  <a:moveTo>
                    <a:pt x="3152775" y="3441"/>
                  </a:moveTo>
                  <a:lnTo>
                    <a:pt x="3152317" y="2324"/>
                  </a:lnTo>
                  <a:lnTo>
                    <a:pt x="3150451" y="469"/>
                  </a:lnTo>
                  <a:lnTo>
                    <a:pt x="3149333" y="0"/>
                  </a:lnTo>
                  <a:lnTo>
                    <a:pt x="3146704" y="0"/>
                  </a:lnTo>
                  <a:lnTo>
                    <a:pt x="3145586" y="469"/>
                  </a:lnTo>
                  <a:lnTo>
                    <a:pt x="3143720" y="2324"/>
                  </a:lnTo>
                  <a:lnTo>
                    <a:pt x="3143250" y="3441"/>
                  </a:lnTo>
                  <a:lnTo>
                    <a:pt x="3143250" y="6070"/>
                  </a:lnTo>
                  <a:lnTo>
                    <a:pt x="3143720" y="7200"/>
                  </a:lnTo>
                  <a:lnTo>
                    <a:pt x="3145586" y="9055"/>
                  </a:lnTo>
                  <a:lnTo>
                    <a:pt x="3146704" y="9525"/>
                  </a:lnTo>
                  <a:lnTo>
                    <a:pt x="3149333" y="9525"/>
                  </a:lnTo>
                  <a:lnTo>
                    <a:pt x="3150451" y="9055"/>
                  </a:lnTo>
                  <a:lnTo>
                    <a:pt x="3152317" y="7200"/>
                  </a:lnTo>
                  <a:lnTo>
                    <a:pt x="3152775" y="6070"/>
                  </a:lnTo>
                  <a:lnTo>
                    <a:pt x="3152775" y="3441"/>
                  </a:lnTo>
                  <a:close/>
                </a:path>
                <a:path w="4819650" h="2679700">
                  <a:moveTo>
                    <a:pt x="3200400" y="2673400"/>
                  </a:moveTo>
                  <a:lnTo>
                    <a:pt x="3199942" y="2672283"/>
                  </a:lnTo>
                  <a:lnTo>
                    <a:pt x="3198076" y="2670416"/>
                  </a:lnTo>
                  <a:lnTo>
                    <a:pt x="3196958" y="2669946"/>
                  </a:lnTo>
                  <a:lnTo>
                    <a:pt x="3194329" y="2669946"/>
                  </a:lnTo>
                  <a:lnTo>
                    <a:pt x="3193211" y="2670416"/>
                  </a:lnTo>
                  <a:lnTo>
                    <a:pt x="3191345" y="2672283"/>
                  </a:lnTo>
                  <a:lnTo>
                    <a:pt x="3190875" y="2673400"/>
                  </a:lnTo>
                  <a:lnTo>
                    <a:pt x="3190875" y="2676029"/>
                  </a:lnTo>
                  <a:lnTo>
                    <a:pt x="3191345" y="2677147"/>
                  </a:lnTo>
                  <a:lnTo>
                    <a:pt x="3193211" y="2679014"/>
                  </a:lnTo>
                  <a:lnTo>
                    <a:pt x="3194329" y="2679471"/>
                  </a:lnTo>
                  <a:lnTo>
                    <a:pt x="3196958" y="2679471"/>
                  </a:lnTo>
                  <a:lnTo>
                    <a:pt x="3198076" y="2679014"/>
                  </a:lnTo>
                  <a:lnTo>
                    <a:pt x="3199942" y="2677147"/>
                  </a:lnTo>
                  <a:lnTo>
                    <a:pt x="3200400" y="2676029"/>
                  </a:lnTo>
                  <a:lnTo>
                    <a:pt x="3200400" y="2673400"/>
                  </a:lnTo>
                  <a:close/>
                </a:path>
                <a:path w="4819650" h="2679700">
                  <a:moveTo>
                    <a:pt x="3200400" y="2139404"/>
                  </a:moveTo>
                  <a:lnTo>
                    <a:pt x="3199942" y="2138286"/>
                  </a:lnTo>
                  <a:lnTo>
                    <a:pt x="3198076" y="2136432"/>
                  </a:lnTo>
                  <a:lnTo>
                    <a:pt x="3196958" y="2135962"/>
                  </a:lnTo>
                  <a:lnTo>
                    <a:pt x="3194329" y="2135962"/>
                  </a:lnTo>
                  <a:lnTo>
                    <a:pt x="3193211" y="2136432"/>
                  </a:lnTo>
                  <a:lnTo>
                    <a:pt x="3191345" y="2138286"/>
                  </a:lnTo>
                  <a:lnTo>
                    <a:pt x="3190875" y="2139404"/>
                  </a:lnTo>
                  <a:lnTo>
                    <a:pt x="3190875" y="2142045"/>
                  </a:lnTo>
                  <a:lnTo>
                    <a:pt x="3191345" y="2143163"/>
                  </a:lnTo>
                  <a:lnTo>
                    <a:pt x="3193211" y="2145017"/>
                  </a:lnTo>
                  <a:lnTo>
                    <a:pt x="3194329" y="2145487"/>
                  </a:lnTo>
                  <a:lnTo>
                    <a:pt x="3196958" y="2145487"/>
                  </a:lnTo>
                  <a:lnTo>
                    <a:pt x="3198076" y="2145017"/>
                  </a:lnTo>
                  <a:lnTo>
                    <a:pt x="3199942" y="2143163"/>
                  </a:lnTo>
                  <a:lnTo>
                    <a:pt x="3200400" y="2142045"/>
                  </a:lnTo>
                  <a:lnTo>
                    <a:pt x="3200400" y="2139404"/>
                  </a:lnTo>
                  <a:close/>
                </a:path>
                <a:path w="4819650" h="2679700">
                  <a:moveTo>
                    <a:pt x="3200400" y="1605419"/>
                  </a:moveTo>
                  <a:lnTo>
                    <a:pt x="3199942" y="1604302"/>
                  </a:lnTo>
                  <a:lnTo>
                    <a:pt x="3198076" y="1602435"/>
                  </a:lnTo>
                  <a:lnTo>
                    <a:pt x="3196958" y="1601965"/>
                  </a:lnTo>
                  <a:lnTo>
                    <a:pt x="3194329" y="1601965"/>
                  </a:lnTo>
                  <a:lnTo>
                    <a:pt x="3193211" y="1602435"/>
                  </a:lnTo>
                  <a:lnTo>
                    <a:pt x="3191345" y="1604302"/>
                  </a:lnTo>
                  <a:lnTo>
                    <a:pt x="3190875" y="1605419"/>
                  </a:lnTo>
                  <a:lnTo>
                    <a:pt x="3190875" y="1608048"/>
                  </a:lnTo>
                  <a:lnTo>
                    <a:pt x="3191345" y="1609166"/>
                  </a:lnTo>
                  <a:lnTo>
                    <a:pt x="3193211" y="1611033"/>
                  </a:lnTo>
                  <a:lnTo>
                    <a:pt x="3194329" y="1611490"/>
                  </a:lnTo>
                  <a:lnTo>
                    <a:pt x="3196958" y="1611490"/>
                  </a:lnTo>
                  <a:lnTo>
                    <a:pt x="3198076" y="1611033"/>
                  </a:lnTo>
                  <a:lnTo>
                    <a:pt x="3199942" y="1609166"/>
                  </a:lnTo>
                  <a:lnTo>
                    <a:pt x="3200400" y="1608048"/>
                  </a:lnTo>
                  <a:lnTo>
                    <a:pt x="3200400" y="1605419"/>
                  </a:lnTo>
                  <a:close/>
                </a:path>
                <a:path w="4819650" h="2679700">
                  <a:moveTo>
                    <a:pt x="3200400" y="1071422"/>
                  </a:moveTo>
                  <a:lnTo>
                    <a:pt x="3199942" y="1070305"/>
                  </a:lnTo>
                  <a:lnTo>
                    <a:pt x="3198076" y="1068451"/>
                  </a:lnTo>
                  <a:lnTo>
                    <a:pt x="3196958" y="1067981"/>
                  </a:lnTo>
                  <a:lnTo>
                    <a:pt x="3194329" y="1067981"/>
                  </a:lnTo>
                  <a:lnTo>
                    <a:pt x="3193211" y="1068451"/>
                  </a:lnTo>
                  <a:lnTo>
                    <a:pt x="3191345" y="1070305"/>
                  </a:lnTo>
                  <a:lnTo>
                    <a:pt x="3190875" y="1071422"/>
                  </a:lnTo>
                  <a:lnTo>
                    <a:pt x="3190875" y="1074051"/>
                  </a:lnTo>
                  <a:lnTo>
                    <a:pt x="3191345" y="1075182"/>
                  </a:lnTo>
                  <a:lnTo>
                    <a:pt x="3193211" y="1077036"/>
                  </a:lnTo>
                  <a:lnTo>
                    <a:pt x="3194329" y="1077506"/>
                  </a:lnTo>
                  <a:lnTo>
                    <a:pt x="3196958" y="1077506"/>
                  </a:lnTo>
                  <a:lnTo>
                    <a:pt x="3198076" y="1077036"/>
                  </a:lnTo>
                  <a:lnTo>
                    <a:pt x="3199942" y="1075182"/>
                  </a:lnTo>
                  <a:lnTo>
                    <a:pt x="3200400" y="1074051"/>
                  </a:lnTo>
                  <a:lnTo>
                    <a:pt x="3200400" y="1071422"/>
                  </a:lnTo>
                  <a:close/>
                </a:path>
                <a:path w="4819650" h="2679700">
                  <a:moveTo>
                    <a:pt x="3200400" y="537438"/>
                  </a:moveTo>
                  <a:lnTo>
                    <a:pt x="3199942" y="536308"/>
                  </a:lnTo>
                  <a:lnTo>
                    <a:pt x="3198076" y="534454"/>
                  </a:lnTo>
                  <a:lnTo>
                    <a:pt x="3196958" y="533984"/>
                  </a:lnTo>
                  <a:lnTo>
                    <a:pt x="3194329" y="533984"/>
                  </a:lnTo>
                  <a:lnTo>
                    <a:pt x="3193211" y="534454"/>
                  </a:lnTo>
                  <a:lnTo>
                    <a:pt x="3191345" y="536308"/>
                  </a:lnTo>
                  <a:lnTo>
                    <a:pt x="3190875" y="537438"/>
                  </a:lnTo>
                  <a:lnTo>
                    <a:pt x="3190875" y="540067"/>
                  </a:lnTo>
                  <a:lnTo>
                    <a:pt x="3191345" y="541185"/>
                  </a:lnTo>
                  <a:lnTo>
                    <a:pt x="3193211" y="543052"/>
                  </a:lnTo>
                  <a:lnTo>
                    <a:pt x="3194329" y="543509"/>
                  </a:lnTo>
                  <a:lnTo>
                    <a:pt x="3196958" y="543509"/>
                  </a:lnTo>
                  <a:lnTo>
                    <a:pt x="3198076" y="543052"/>
                  </a:lnTo>
                  <a:lnTo>
                    <a:pt x="3199942" y="541185"/>
                  </a:lnTo>
                  <a:lnTo>
                    <a:pt x="3200400" y="540067"/>
                  </a:lnTo>
                  <a:lnTo>
                    <a:pt x="3200400" y="537438"/>
                  </a:lnTo>
                  <a:close/>
                </a:path>
                <a:path w="4819650" h="2679700">
                  <a:moveTo>
                    <a:pt x="3200400" y="3441"/>
                  </a:moveTo>
                  <a:lnTo>
                    <a:pt x="3199942" y="2324"/>
                  </a:lnTo>
                  <a:lnTo>
                    <a:pt x="3198076" y="469"/>
                  </a:lnTo>
                  <a:lnTo>
                    <a:pt x="3196958" y="0"/>
                  </a:lnTo>
                  <a:lnTo>
                    <a:pt x="3194329" y="0"/>
                  </a:lnTo>
                  <a:lnTo>
                    <a:pt x="3193211" y="469"/>
                  </a:lnTo>
                  <a:lnTo>
                    <a:pt x="3191345" y="2324"/>
                  </a:lnTo>
                  <a:lnTo>
                    <a:pt x="3190875" y="3441"/>
                  </a:lnTo>
                  <a:lnTo>
                    <a:pt x="3190875" y="6070"/>
                  </a:lnTo>
                  <a:lnTo>
                    <a:pt x="3191345" y="7200"/>
                  </a:lnTo>
                  <a:lnTo>
                    <a:pt x="3193211" y="9055"/>
                  </a:lnTo>
                  <a:lnTo>
                    <a:pt x="3194329" y="9525"/>
                  </a:lnTo>
                  <a:lnTo>
                    <a:pt x="3196958" y="9525"/>
                  </a:lnTo>
                  <a:lnTo>
                    <a:pt x="3198076" y="9055"/>
                  </a:lnTo>
                  <a:lnTo>
                    <a:pt x="3199942" y="7200"/>
                  </a:lnTo>
                  <a:lnTo>
                    <a:pt x="3200400" y="6070"/>
                  </a:lnTo>
                  <a:lnTo>
                    <a:pt x="3200400" y="3441"/>
                  </a:lnTo>
                  <a:close/>
                </a:path>
                <a:path w="4819650" h="2679700">
                  <a:moveTo>
                    <a:pt x="3248025" y="2673400"/>
                  </a:moveTo>
                  <a:lnTo>
                    <a:pt x="3247567" y="2672283"/>
                  </a:lnTo>
                  <a:lnTo>
                    <a:pt x="3245701" y="2670416"/>
                  </a:lnTo>
                  <a:lnTo>
                    <a:pt x="3244583" y="2669946"/>
                  </a:lnTo>
                  <a:lnTo>
                    <a:pt x="3241954" y="2669946"/>
                  </a:lnTo>
                  <a:lnTo>
                    <a:pt x="3240836" y="2670416"/>
                  </a:lnTo>
                  <a:lnTo>
                    <a:pt x="3238970" y="2672283"/>
                  </a:lnTo>
                  <a:lnTo>
                    <a:pt x="3238500" y="2673400"/>
                  </a:lnTo>
                  <a:lnTo>
                    <a:pt x="3238500" y="2676029"/>
                  </a:lnTo>
                  <a:lnTo>
                    <a:pt x="3238970" y="2677147"/>
                  </a:lnTo>
                  <a:lnTo>
                    <a:pt x="3240836" y="2679014"/>
                  </a:lnTo>
                  <a:lnTo>
                    <a:pt x="3241954" y="2679471"/>
                  </a:lnTo>
                  <a:lnTo>
                    <a:pt x="3244583" y="2679471"/>
                  </a:lnTo>
                  <a:lnTo>
                    <a:pt x="3245701" y="2679014"/>
                  </a:lnTo>
                  <a:lnTo>
                    <a:pt x="3247567" y="2677147"/>
                  </a:lnTo>
                  <a:lnTo>
                    <a:pt x="3248025" y="2676029"/>
                  </a:lnTo>
                  <a:lnTo>
                    <a:pt x="3248025" y="2673400"/>
                  </a:lnTo>
                  <a:close/>
                </a:path>
                <a:path w="4819650" h="2679700">
                  <a:moveTo>
                    <a:pt x="3248025" y="2139404"/>
                  </a:moveTo>
                  <a:lnTo>
                    <a:pt x="3247567" y="2138286"/>
                  </a:lnTo>
                  <a:lnTo>
                    <a:pt x="3245701" y="2136432"/>
                  </a:lnTo>
                  <a:lnTo>
                    <a:pt x="3244583" y="2135962"/>
                  </a:lnTo>
                  <a:lnTo>
                    <a:pt x="3241954" y="2135962"/>
                  </a:lnTo>
                  <a:lnTo>
                    <a:pt x="3240836" y="2136432"/>
                  </a:lnTo>
                  <a:lnTo>
                    <a:pt x="3238970" y="2138286"/>
                  </a:lnTo>
                  <a:lnTo>
                    <a:pt x="3238500" y="2139404"/>
                  </a:lnTo>
                  <a:lnTo>
                    <a:pt x="3238500" y="2142045"/>
                  </a:lnTo>
                  <a:lnTo>
                    <a:pt x="3238970" y="2143163"/>
                  </a:lnTo>
                  <a:lnTo>
                    <a:pt x="3240836" y="2145017"/>
                  </a:lnTo>
                  <a:lnTo>
                    <a:pt x="3241954" y="2145487"/>
                  </a:lnTo>
                  <a:lnTo>
                    <a:pt x="3244583" y="2145487"/>
                  </a:lnTo>
                  <a:lnTo>
                    <a:pt x="3245701" y="2145017"/>
                  </a:lnTo>
                  <a:lnTo>
                    <a:pt x="3247567" y="2143163"/>
                  </a:lnTo>
                  <a:lnTo>
                    <a:pt x="3248025" y="2142045"/>
                  </a:lnTo>
                  <a:lnTo>
                    <a:pt x="3248025" y="2139404"/>
                  </a:lnTo>
                  <a:close/>
                </a:path>
                <a:path w="4819650" h="2679700">
                  <a:moveTo>
                    <a:pt x="3248025" y="1605419"/>
                  </a:moveTo>
                  <a:lnTo>
                    <a:pt x="3247567" y="1604302"/>
                  </a:lnTo>
                  <a:lnTo>
                    <a:pt x="3245701" y="1602435"/>
                  </a:lnTo>
                  <a:lnTo>
                    <a:pt x="3244583" y="1601965"/>
                  </a:lnTo>
                  <a:lnTo>
                    <a:pt x="3241954" y="1601965"/>
                  </a:lnTo>
                  <a:lnTo>
                    <a:pt x="3240836" y="1602435"/>
                  </a:lnTo>
                  <a:lnTo>
                    <a:pt x="3238970" y="1604302"/>
                  </a:lnTo>
                  <a:lnTo>
                    <a:pt x="3238500" y="1605419"/>
                  </a:lnTo>
                  <a:lnTo>
                    <a:pt x="3238500" y="1608048"/>
                  </a:lnTo>
                  <a:lnTo>
                    <a:pt x="3238970" y="1609166"/>
                  </a:lnTo>
                  <a:lnTo>
                    <a:pt x="3240836" y="1611033"/>
                  </a:lnTo>
                  <a:lnTo>
                    <a:pt x="3241954" y="1611490"/>
                  </a:lnTo>
                  <a:lnTo>
                    <a:pt x="3244583" y="1611490"/>
                  </a:lnTo>
                  <a:lnTo>
                    <a:pt x="3245701" y="1611033"/>
                  </a:lnTo>
                  <a:lnTo>
                    <a:pt x="3247567" y="1609166"/>
                  </a:lnTo>
                  <a:lnTo>
                    <a:pt x="3248025" y="1608048"/>
                  </a:lnTo>
                  <a:lnTo>
                    <a:pt x="3248025" y="1605419"/>
                  </a:lnTo>
                  <a:close/>
                </a:path>
                <a:path w="4819650" h="2679700">
                  <a:moveTo>
                    <a:pt x="3248025" y="1071422"/>
                  </a:moveTo>
                  <a:lnTo>
                    <a:pt x="3247567" y="1070305"/>
                  </a:lnTo>
                  <a:lnTo>
                    <a:pt x="3245701" y="1068451"/>
                  </a:lnTo>
                  <a:lnTo>
                    <a:pt x="3244583" y="1067981"/>
                  </a:lnTo>
                  <a:lnTo>
                    <a:pt x="3241954" y="1067981"/>
                  </a:lnTo>
                  <a:lnTo>
                    <a:pt x="3240836" y="1068451"/>
                  </a:lnTo>
                  <a:lnTo>
                    <a:pt x="3238970" y="1070305"/>
                  </a:lnTo>
                  <a:lnTo>
                    <a:pt x="3238500" y="1071422"/>
                  </a:lnTo>
                  <a:lnTo>
                    <a:pt x="3238500" y="1074051"/>
                  </a:lnTo>
                  <a:lnTo>
                    <a:pt x="3238970" y="1075182"/>
                  </a:lnTo>
                  <a:lnTo>
                    <a:pt x="3240836" y="1077036"/>
                  </a:lnTo>
                  <a:lnTo>
                    <a:pt x="3241954" y="1077506"/>
                  </a:lnTo>
                  <a:lnTo>
                    <a:pt x="3244583" y="1077506"/>
                  </a:lnTo>
                  <a:lnTo>
                    <a:pt x="3245701" y="1077036"/>
                  </a:lnTo>
                  <a:lnTo>
                    <a:pt x="3247567" y="1075182"/>
                  </a:lnTo>
                  <a:lnTo>
                    <a:pt x="3248025" y="1074051"/>
                  </a:lnTo>
                  <a:lnTo>
                    <a:pt x="3248025" y="1071422"/>
                  </a:lnTo>
                  <a:close/>
                </a:path>
                <a:path w="4819650" h="2679700">
                  <a:moveTo>
                    <a:pt x="3248025" y="537438"/>
                  </a:moveTo>
                  <a:lnTo>
                    <a:pt x="3247567" y="536308"/>
                  </a:lnTo>
                  <a:lnTo>
                    <a:pt x="3245701" y="534454"/>
                  </a:lnTo>
                  <a:lnTo>
                    <a:pt x="3244583" y="533984"/>
                  </a:lnTo>
                  <a:lnTo>
                    <a:pt x="3241954" y="533984"/>
                  </a:lnTo>
                  <a:lnTo>
                    <a:pt x="3240836" y="534454"/>
                  </a:lnTo>
                  <a:lnTo>
                    <a:pt x="3238970" y="536308"/>
                  </a:lnTo>
                  <a:lnTo>
                    <a:pt x="3238500" y="537438"/>
                  </a:lnTo>
                  <a:lnTo>
                    <a:pt x="3238500" y="540067"/>
                  </a:lnTo>
                  <a:lnTo>
                    <a:pt x="3238970" y="541185"/>
                  </a:lnTo>
                  <a:lnTo>
                    <a:pt x="3240836" y="543052"/>
                  </a:lnTo>
                  <a:lnTo>
                    <a:pt x="3241954" y="543509"/>
                  </a:lnTo>
                  <a:lnTo>
                    <a:pt x="3244583" y="543509"/>
                  </a:lnTo>
                  <a:lnTo>
                    <a:pt x="3245701" y="543052"/>
                  </a:lnTo>
                  <a:lnTo>
                    <a:pt x="3247567" y="541185"/>
                  </a:lnTo>
                  <a:lnTo>
                    <a:pt x="3248025" y="540067"/>
                  </a:lnTo>
                  <a:lnTo>
                    <a:pt x="3248025" y="537438"/>
                  </a:lnTo>
                  <a:close/>
                </a:path>
                <a:path w="4819650" h="2679700">
                  <a:moveTo>
                    <a:pt x="3248025" y="3441"/>
                  </a:moveTo>
                  <a:lnTo>
                    <a:pt x="3247567" y="2324"/>
                  </a:lnTo>
                  <a:lnTo>
                    <a:pt x="3245701" y="469"/>
                  </a:lnTo>
                  <a:lnTo>
                    <a:pt x="3244583" y="0"/>
                  </a:lnTo>
                  <a:lnTo>
                    <a:pt x="3241954" y="0"/>
                  </a:lnTo>
                  <a:lnTo>
                    <a:pt x="3240836" y="469"/>
                  </a:lnTo>
                  <a:lnTo>
                    <a:pt x="3238970" y="2324"/>
                  </a:lnTo>
                  <a:lnTo>
                    <a:pt x="3238500" y="3441"/>
                  </a:lnTo>
                  <a:lnTo>
                    <a:pt x="3238500" y="6070"/>
                  </a:lnTo>
                  <a:lnTo>
                    <a:pt x="3238970" y="7200"/>
                  </a:lnTo>
                  <a:lnTo>
                    <a:pt x="3240836" y="9055"/>
                  </a:lnTo>
                  <a:lnTo>
                    <a:pt x="3241954" y="9525"/>
                  </a:lnTo>
                  <a:lnTo>
                    <a:pt x="3244583" y="9525"/>
                  </a:lnTo>
                  <a:lnTo>
                    <a:pt x="3245701" y="9055"/>
                  </a:lnTo>
                  <a:lnTo>
                    <a:pt x="3247567" y="7200"/>
                  </a:lnTo>
                  <a:lnTo>
                    <a:pt x="3248025" y="6070"/>
                  </a:lnTo>
                  <a:lnTo>
                    <a:pt x="3248025" y="3441"/>
                  </a:lnTo>
                  <a:close/>
                </a:path>
                <a:path w="4819650" h="2679700">
                  <a:moveTo>
                    <a:pt x="3295650" y="2673400"/>
                  </a:moveTo>
                  <a:lnTo>
                    <a:pt x="3295192" y="2672283"/>
                  </a:lnTo>
                  <a:lnTo>
                    <a:pt x="3293326" y="2670416"/>
                  </a:lnTo>
                  <a:lnTo>
                    <a:pt x="3292208" y="2669946"/>
                  </a:lnTo>
                  <a:lnTo>
                    <a:pt x="3289579" y="2669946"/>
                  </a:lnTo>
                  <a:lnTo>
                    <a:pt x="3288461" y="2670416"/>
                  </a:lnTo>
                  <a:lnTo>
                    <a:pt x="3286595" y="2672283"/>
                  </a:lnTo>
                  <a:lnTo>
                    <a:pt x="3286125" y="2673400"/>
                  </a:lnTo>
                  <a:lnTo>
                    <a:pt x="3286125" y="2676029"/>
                  </a:lnTo>
                  <a:lnTo>
                    <a:pt x="3286595" y="2677147"/>
                  </a:lnTo>
                  <a:lnTo>
                    <a:pt x="3288461" y="2679014"/>
                  </a:lnTo>
                  <a:lnTo>
                    <a:pt x="3289579" y="2679471"/>
                  </a:lnTo>
                  <a:lnTo>
                    <a:pt x="3292208" y="2679471"/>
                  </a:lnTo>
                  <a:lnTo>
                    <a:pt x="3293326" y="2679014"/>
                  </a:lnTo>
                  <a:lnTo>
                    <a:pt x="3295192" y="2677147"/>
                  </a:lnTo>
                  <a:lnTo>
                    <a:pt x="3295650" y="2676029"/>
                  </a:lnTo>
                  <a:lnTo>
                    <a:pt x="3295650" y="2673400"/>
                  </a:lnTo>
                  <a:close/>
                </a:path>
                <a:path w="4819650" h="2679700">
                  <a:moveTo>
                    <a:pt x="3295650" y="2139404"/>
                  </a:moveTo>
                  <a:lnTo>
                    <a:pt x="3295192" y="2138286"/>
                  </a:lnTo>
                  <a:lnTo>
                    <a:pt x="3293326" y="2136432"/>
                  </a:lnTo>
                  <a:lnTo>
                    <a:pt x="3292208" y="2135962"/>
                  </a:lnTo>
                  <a:lnTo>
                    <a:pt x="3289579" y="2135962"/>
                  </a:lnTo>
                  <a:lnTo>
                    <a:pt x="3288461" y="2136432"/>
                  </a:lnTo>
                  <a:lnTo>
                    <a:pt x="3286595" y="2138286"/>
                  </a:lnTo>
                  <a:lnTo>
                    <a:pt x="3286125" y="2139404"/>
                  </a:lnTo>
                  <a:lnTo>
                    <a:pt x="3286125" y="2142045"/>
                  </a:lnTo>
                  <a:lnTo>
                    <a:pt x="3286595" y="2143163"/>
                  </a:lnTo>
                  <a:lnTo>
                    <a:pt x="3288461" y="2145017"/>
                  </a:lnTo>
                  <a:lnTo>
                    <a:pt x="3289579" y="2145487"/>
                  </a:lnTo>
                  <a:lnTo>
                    <a:pt x="3292208" y="2145487"/>
                  </a:lnTo>
                  <a:lnTo>
                    <a:pt x="3293326" y="2145017"/>
                  </a:lnTo>
                  <a:lnTo>
                    <a:pt x="3295192" y="2143163"/>
                  </a:lnTo>
                  <a:lnTo>
                    <a:pt x="3295650" y="2142045"/>
                  </a:lnTo>
                  <a:lnTo>
                    <a:pt x="3295650" y="2139404"/>
                  </a:lnTo>
                  <a:close/>
                </a:path>
                <a:path w="4819650" h="2679700">
                  <a:moveTo>
                    <a:pt x="3295650" y="1605419"/>
                  </a:moveTo>
                  <a:lnTo>
                    <a:pt x="3295192" y="1604302"/>
                  </a:lnTo>
                  <a:lnTo>
                    <a:pt x="3293326" y="1602435"/>
                  </a:lnTo>
                  <a:lnTo>
                    <a:pt x="3292208" y="1601965"/>
                  </a:lnTo>
                  <a:lnTo>
                    <a:pt x="3289579" y="1601965"/>
                  </a:lnTo>
                  <a:lnTo>
                    <a:pt x="3288461" y="1602435"/>
                  </a:lnTo>
                  <a:lnTo>
                    <a:pt x="3286595" y="1604302"/>
                  </a:lnTo>
                  <a:lnTo>
                    <a:pt x="3286125" y="1605419"/>
                  </a:lnTo>
                  <a:lnTo>
                    <a:pt x="3286125" y="1608048"/>
                  </a:lnTo>
                  <a:lnTo>
                    <a:pt x="3286595" y="1609166"/>
                  </a:lnTo>
                  <a:lnTo>
                    <a:pt x="3288461" y="1611033"/>
                  </a:lnTo>
                  <a:lnTo>
                    <a:pt x="3289579" y="1611490"/>
                  </a:lnTo>
                  <a:lnTo>
                    <a:pt x="3292208" y="1611490"/>
                  </a:lnTo>
                  <a:lnTo>
                    <a:pt x="3293326" y="1611033"/>
                  </a:lnTo>
                  <a:lnTo>
                    <a:pt x="3295192" y="1609166"/>
                  </a:lnTo>
                  <a:lnTo>
                    <a:pt x="3295650" y="1608048"/>
                  </a:lnTo>
                  <a:lnTo>
                    <a:pt x="3295650" y="1605419"/>
                  </a:lnTo>
                  <a:close/>
                </a:path>
                <a:path w="4819650" h="2679700">
                  <a:moveTo>
                    <a:pt x="3295650" y="1071422"/>
                  </a:moveTo>
                  <a:lnTo>
                    <a:pt x="3295192" y="1070305"/>
                  </a:lnTo>
                  <a:lnTo>
                    <a:pt x="3293326" y="1068451"/>
                  </a:lnTo>
                  <a:lnTo>
                    <a:pt x="3292208" y="1067981"/>
                  </a:lnTo>
                  <a:lnTo>
                    <a:pt x="3289579" y="1067981"/>
                  </a:lnTo>
                  <a:lnTo>
                    <a:pt x="3288461" y="1068451"/>
                  </a:lnTo>
                  <a:lnTo>
                    <a:pt x="3286595" y="1070305"/>
                  </a:lnTo>
                  <a:lnTo>
                    <a:pt x="3286125" y="1071422"/>
                  </a:lnTo>
                  <a:lnTo>
                    <a:pt x="3286125" y="1074051"/>
                  </a:lnTo>
                  <a:lnTo>
                    <a:pt x="3286595" y="1075182"/>
                  </a:lnTo>
                  <a:lnTo>
                    <a:pt x="3288461" y="1077036"/>
                  </a:lnTo>
                  <a:lnTo>
                    <a:pt x="3289579" y="1077506"/>
                  </a:lnTo>
                  <a:lnTo>
                    <a:pt x="3292208" y="1077506"/>
                  </a:lnTo>
                  <a:lnTo>
                    <a:pt x="3293326" y="1077036"/>
                  </a:lnTo>
                  <a:lnTo>
                    <a:pt x="3295192" y="1075182"/>
                  </a:lnTo>
                  <a:lnTo>
                    <a:pt x="3295650" y="1074051"/>
                  </a:lnTo>
                  <a:lnTo>
                    <a:pt x="3295650" y="1071422"/>
                  </a:lnTo>
                  <a:close/>
                </a:path>
                <a:path w="4819650" h="2679700">
                  <a:moveTo>
                    <a:pt x="3295650" y="537438"/>
                  </a:moveTo>
                  <a:lnTo>
                    <a:pt x="3295192" y="536308"/>
                  </a:lnTo>
                  <a:lnTo>
                    <a:pt x="3293326" y="534454"/>
                  </a:lnTo>
                  <a:lnTo>
                    <a:pt x="3292208" y="533984"/>
                  </a:lnTo>
                  <a:lnTo>
                    <a:pt x="3289579" y="533984"/>
                  </a:lnTo>
                  <a:lnTo>
                    <a:pt x="3288461" y="534454"/>
                  </a:lnTo>
                  <a:lnTo>
                    <a:pt x="3286595" y="536308"/>
                  </a:lnTo>
                  <a:lnTo>
                    <a:pt x="3286125" y="537438"/>
                  </a:lnTo>
                  <a:lnTo>
                    <a:pt x="3286125" y="540067"/>
                  </a:lnTo>
                  <a:lnTo>
                    <a:pt x="3286595" y="541185"/>
                  </a:lnTo>
                  <a:lnTo>
                    <a:pt x="3288461" y="543052"/>
                  </a:lnTo>
                  <a:lnTo>
                    <a:pt x="3289579" y="543509"/>
                  </a:lnTo>
                  <a:lnTo>
                    <a:pt x="3292208" y="543509"/>
                  </a:lnTo>
                  <a:lnTo>
                    <a:pt x="3293326" y="543052"/>
                  </a:lnTo>
                  <a:lnTo>
                    <a:pt x="3295192" y="541185"/>
                  </a:lnTo>
                  <a:lnTo>
                    <a:pt x="3295650" y="540067"/>
                  </a:lnTo>
                  <a:lnTo>
                    <a:pt x="3295650" y="537438"/>
                  </a:lnTo>
                  <a:close/>
                </a:path>
                <a:path w="4819650" h="2679700">
                  <a:moveTo>
                    <a:pt x="3295650" y="3441"/>
                  </a:moveTo>
                  <a:lnTo>
                    <a:pt x="3295192" y="2324"/>
                  </a:lnTo>
                  <a:lnTo>
                    <a:pt x="3293326" y="469"/>
                  </a:lnTo>
                  <a:lnTo>
                    <a:pt x="3292208" y="0"/>
                  </a:lnTo>
                  <a:lnTo>
                    <a:pt x="3289579" y="0"/>
                  </a:lnTo>
                  <a:lnTo>
                    <a:pt x="3288461" y="469"/>
                  </a:lnTo>
                  <a:lnTo>
                    <a:pt x="3286595" y="2324"/>
                  </a:lnTo>
                  <a:lnTo>
                    <a:pt x="3286125" y="3441"/>
                  </a:lnTo>
                  <a:lnTo>
                    <a:pt x="3286125" y="6070"/>
                  </a:lnTo>
                  <a:lnTo>
                    <a:pt x="3286595" y="7200"/>
                  </a:lnTo>
                  <a:lnTo>
                    <a:pt x="3288461" y="9055"/>
                  </a:lnTo>
                  <a:lnTo>
                    <a:pt x="3289579" y="9525"/>
                  </a:lnTo>
                  <a:lnTo>
                    <a:pt x="3292208" y="9525"/>
                  </a:lnTo>
                  <a:lnTo>
                    <a:pt x="3293326" y="9055"/>
                  </a:lnTo>
                  <a:lnTo>
                    <a:pt x="3295192" y="7200"/>
                  </a:lnTo>
                  <a:lnTo>
                    <a:pt x="3295650" y="6070"/>
                  </a:lnTo>
                  <a:lnTo>
                    <a:pt x="3295650" y="3441"/>
                  </a:lnTo>
                  <a:close/>
                </a:path>
                <a:path w="4819650" h="2679700">
                  <a:moveTo>
                    <a:pt x="3343275" y="2673400"/>
                  </a:moveTo>
                  <a:lnTo>
                    <a:pt x="3342817" y="2672283"/>
                  </a:lnTo>
                  <a:lnTo>
                    <a:pt x="3340951" y="2670416"/>
                  </a:lnTo>
                  <a:lnTo>
                    <a:pt x="3339833" y="2669946"/>
                  </a:lnTo>
                  <a:lnTo>
                    <a:pt x="3337204" y="2669946"/>
                  </a:lnTo>
                  <a:lnTo>
                    <a:pt x="3336086" y="2670416"/>
                  </a:lnTo>
                  <a:lnTo>
                    <a:pt x="3334220" y="2672283"/>
                  </a:lnTo>
                  <a:lnTo>
                    <a:pt x="3333750" y="2673400"/>
                  </a:lnTo>
                  <a:lnTo>
                    <a:pt x="3333750" y="2676029"/>
                  </a:lnTo>
                  <a:lnTo>
                    <a:pt x="3334220" y="2677147"/>
                  </a:lnTo>
                  <a:lnTo>
                    <a:pt x="3336086" y="2679014"/>
                  </a:lnTo>
                  <a:lnTo>
                    <a:pt x="3337204" y="2679471"/>
                  </a:lnTo>
                  <a:lnTo>
                    <a:pt x="3339833" y="2679471"/>
                  </a:lnTo>
                  <a:lnTo>
                    <a:pt x="3340951" y="2679014"/>
                  </a:lnTo>
                  <a:lnTo>
                    <a:pt x="3342817" y="2677147"/>
                  </a:lnTo>
                  <a:lnTo>
                    <a:pt x="3343275" y="2676029"/>
                  </a:lnTo>
                  <a:lnTo>
                    <a:pt x="3343275" y="2673400"/>
                  </a:lnTo>
                  <a:close/>
                </a:path>
                <a:path w="4819650" h="2679700">
                  <a:moveTo>
                    <a:pt x="3343275" y="2139404"/>
                  </a:moveTo>
                  <a:lnTo>
                    <a:pt x="3342817" y="2138286"/>
                  </a:lnTo>
                  <a:lnTo>
                    <a:pt x="3340951" y="2136432"/>
                  </a:lnTo>
                  <a:lnTo>
                    <a:pt x="3339833" y="2135962"/>
                  </a:lnTo>
                  <a:lnTo>
                    <a:pt x="3337204" y="2135962"/>
                  </a:lnTo>
                  <a:lnTo>
                    <a:pt x="3336086" y="2136432"/>
                  </a:lnTo>
                  <a:lnTo>
                    <a:pt x="3334220" y="2138286"/>
                  </a:lnTo>
                  <a:lnTo>
                    <a:pt x="3333750" y="2139404"/>
                  </a:lnTo>
                  <a:lnTo>
                    <a:pt x="3333750" y="2142045"/>
                  </a:lnTo>
                  <a:lnTo>
                    <a:pt x="3334220" y="2143163"/>
                  </a:lnTo>
                  <a:lnTo>
                    <a:pt x="3336086" y="2145017"/>
                  </a:lnTo>
                  <a:lnTo>
                    <a:pt x="3337204" y="2145487"/>
                  </a:lnTo>
                  <a:lnTo>
                    <a:pt x="3339833" y="2145487"/>
                  </a:lnTo>
                  <a:lnTo>
                    <a:pt x="3340951" y="2145017"/>
                  </a:lnTo>
                  <a:lnTo>
                    <a:pt x="3342817" y="2143163"/>
                  </a:lnTo>
                  <a:lnTo>
                    <a:pt x="3343275" y="2142045"/>
                  </a:lnTo>
                  <a:lnTo>
                    <a:pt x="3343275" y="2139404"/>
                  </a:lnTo>
                  <a:close/>
                </a:path>
                <a:path w="4819650" h="2679700">
                  <a:moveTo>
                    <a:pt x="3343275" y="1605419"/>
                  </a:moveTo>
                  <a:lnTo>
                    <a:pt x="3342817" y="1604302"/>
                  </a:lnTo>
                  <a:lnTo>
                    <a:pt x="3340951" y="1602435"/>
                  </a:lnTo>
                  <a:lnTo>
                    <a:pt x="3339833" y="1601965"/>
                  </a:lnTo>
                  <a:lnTo>
                    <a:pt x="3337204" y="1601965"/>
                  </a:lnTo>
                  <a:lnTo>
                    <a:pt x="3336086" y="1602435"/>
                  </a:lnTo>
                  <a:lnTo>
                    <a:pt x="3334220" y="1604302"/>
                  </a:lnTo>
                  <a:lnTo>
                    <a:pt x="3333750" y="1605419"/>
                  </a:lnTo>
                  <a:lnTo>
                    <a:pt x="3333750" y="1608048"/>
                  </a:lnTo>
                  <a:lnTo>
                    <a:pt x="3334220" y="1609166"/>
                  </a:lnTo>
                  <a:lnTo>
                    <a:pt x="3336086" y="1611033"/>
                  </a:lnTo>
                  <a:lnTo>
                    <a:pt x="3337204" y="1611490"/>
                  </a:lnTo>
                  <a:lnTo>
                    <a:pt x="3339833" y="1611490"/>
                  </a:lnTo>
                  <a:lnTo>
                    <a:pt x="3340951" y="1611033"/>
                  </a:lnTo>
                  <a:lnTo>
                    <a:pt x="3342817" y="1609166"/>
                  </a:lnTo>
                  <a:lnTo>
                    <a:pt x="3343275" y="1608048"/>
                  </a:lnTo>
                  <a:lnTo>
                    <a:pt x="3343275" y="1605419"/>
                  </a:lnTo>
                  <a:close/>
                </a:path>
                <a:path w="4819650" h="2679700">
                  <a:moveTo>
                    <a:pt x="3343275" y="1071422"/>
                  </a:moveTo>
                  <a:lnTo>
                    <a:pt x="3342817" y="1070305"/>
                  </a:lnTo>
                  <a:lnTo>
                    <a:pt x="3340951" y="1068451"/>
                  </a:lnTo>
                  <a:lnTo>
                    <a:pt x="3339833" y="1067981"/>
                  </a:lnTo>
                  <a:lnTo>
                    <a:pt x="3337204" y="1067981"/>
                  </a:lnTo>
                  <a:lnTo>
                    <a:pt x="3336086" y="1068451"/>
                  </a:lnTo>
                  <a:lnTo>
                    <a:pt x="3334220" y="1070305"/>
                  </a:lnTo>
                  <a:lnTo>
                    <a:pt x="3333750" y="1071422"/>
                  </a:lnTo>
                  <a:lnTo>
                    <a:pt x="3333750" y="1074051"/>
                  </a:lnTo>
                  <a:lnTo>
                    <a:pt x="3334220" y="1075182"/>
                  </a:lnTo>
                  <a:lnTo>
                    <a:pt x="3336086" y="1077036"/>
                  </a:lnTo>
                  <a:lnTo>
                    <a:pt x="3337204" y="1077506"/>
                  </a:lnTo>
                  <a:lnTo>
                    <a:pt x="3339833" y="1077506"/>
                  </a:lnTo>
                  <a:lnTo>
                    <a:pt x="3340951" y="1077036"/>
                  </a:lnTo>
                  <a:lnTo>
                    <a:pt x="3342817" y="1075182"/>
                  </a:lnTo>
                  <a:lnTo>
                    <a:pt x="3343275" y="1074051"/>
                  </a:lnTo>
                  <a:lnTo>
                    <a:pt x="3343275" y="1071422"/>
                  </a:lnTo>
                  <a:close/>
                </a:path>
                <a:path w="4819650" h="2679700">
                  <a:moveTo>
                    <a:pt x="3343275" y="537438"/>
                  </a:moveTo>
                  <a:lnTo>
                    <a:pt x="3342817" y="536308"/>
                  </a:lnTo>
                  <a:lnTo>
                    <a:pt x="3340951" y="534454"/>
                  </a:lnTo>
                  <a:lnTo>
                    <a:pt x="3339833" y="533984"/>
                  </a:lnTo>
                  <a:lnTo>
                    <a:pt x="3337204" y="533984"/>
                  </a:lnTo>
                  <a:lnTo>
                    <a:pt x="3336086" y="534454"/>
                  </a:lnTo>
                  <a:lnTo>
                    <a:pt x="3334220" y="536308"/>
                  </a:lnTo>
                  <a:lnTo>
                    <a:pt x="3333750" y="537438"/>
                  </a:lnTo>
                  <a:lnTo>
                    <a:pt x="3333750" y="540067"/>
                  </a:lnTo>
                  <a:lnTo>
                    <a:pt x="3334220" y="541185"/>
                  </a:lnTo>
                  <a:lnTo>
                    <a:pt x="3336086" y="543052"/>
                  </a:lnTo>
                  <a:lnTo>
                    <a:pt x="3337204" y="543509"/>
                  </a:lnTo>
                  <a:lnTo>
                    <a:pt x="3339833" y="543509"/>
                  </a:lnTo>
                  <a:lnTo>
                    <a:pt x="3340951" y="543052"/>
                  </a:lnTo>
                  <a:lnTo>
                    <a:pt x="3342817" y="541185"/>
                  </a:lnTo>
                  <a:lnTo>
                    <a:pt x="3343275" y="540067"/>
                  </a:lnTo>
                  <a:lnTo>
                    <a:pt x="3343275" y="537438"/>
                  </a:lnTo>
                  <a:close/>
                </a:path>
                <a:path w="4819650" h="2679700">
                  <a:moveTo>
                    <a:pt x="3343275" y="3441"/>
                  </a:moveTo>
                  <a:lnTo>
                    <a:pt x="3342817" y="2324"/>
                  </a:lnTo>
                  <a:lnTo>
                    <a:pt x="3340951" y="469"/>
                  </a:lnTo>
                  <a:lnTo>
                    <a:pt x="3339833" y="0"/>
                  </a:lnTo>
                  <a:lnTo>
                    <a:pt x="3337204" y="0"/>
                  </a:lnTo>
                  <a:lnTo>
                    <a:pt x="3336086" y="469"/>
                  </a:lnTo>
                  <a:lnTo>
                    <a:pt x="3334220" y="2324"/>
                  </a:lnTo>
                  <a:lnTo>
                    <a:pt x="3333750" y="3441"/>
                  </a:lnTo>
                  <a:lnTo>
                    <a:pt x="3333750" y="6070"/>
                  </a:lnTo>
                  <a:lnTo>
                    <a:pt x="3334220" y="7200"/>
                  </a:lnTo>
                  <a:lnTo>
                    <a:pt x="3336086" y="9055"/>
                  </a:lnTo>
                  <a:lnTo>
                    <a:pt x="3337204" y="9525"/>
                  </a:lnTo>
                  <a:lnTo>
                    <a:pt x="3339833" y="9525"/>
                  </a:lnTo>
                  <a:lnTo>
                    <a:pt x="3340951" y="9055"/>
                  </a:lnTo>
                  <a:lnTo>
                    <a:pt x="3342817" y="7200"/>
                  </a:lnTo>
                  <a:lnTo>
                    <a:pt x="3343275" y="6070"/>
                  </a:lnTo>
                  <a:lnTo>
                    <a:pt x="3343275" y="3441"/>
                  </a:lnTo>
                  <a:close/>
                </a:path>
                <a:path w="4819650" h="2679700">
                  <a:moveTo>
                    <a:pt x="3390900" y="2673400"/>
                  </a:moveTo>
                  <a:lnTo>
                    <a:pt x="3390442" y="2672283"/>
                  </a:lnTo>
                  <a:lnTo>
                    <a:pt x="3388576" y="2670416"/>
                  </a:lnTo>
                  <a:lnTo>
                    <a:pt x="3387458" y="2669946"/>
                  </a:lnTo>
                  <a:lnTo>
                    <a:pt x="3384829" y="2669946"/>
                  </a:lnTo>
                  <a:lnTo>
                    <a:pt x="3383711" y="2670416"/>
                  </a:lnTo>
                  <a:lnTo>
                    <a:pt x="3381845" y="2672283"/>
                  </a:lnTo>
                  <a:lnTo>
                    <a:pt x="3381375" y="2673400"/>
                  </a:lnTo>
                  <a:lnTo>
                    <a:pt x="3381375" y="2676029"/>
                  </a:lnTo>
                  <a:lnTo>
                    <a:pt x="3381845" y="2677147"/>
                  </a:lnTo>
                  <a:lnTo>
                    <a:pt x="3383711" y="2679014"/>
                  </a:lnTo>
                  <a:lnTo>
                    <a:pt x="3384829" y="2679471"/>
                  </a:lnTo>
                  <a:lnTo>
                    <a:pt x="3387458" y="2679471"/>
                  </a:lnTo>
                  <a:lnTo>
                    <a:pt x="3388576" y="2679014"/>
                  </a:lnTo>
                  <a:lnTo>
                    <a:pt x="3390442" y="2677147"/>
                  </a:lnTo>
                  <a:lnTo>
                    <a:pt x="3390900" y="2676029"/>
                  </a:lnTo>
                  <a:lnTo>
                    <a:pt x="3390900" y="2673400"/>
                  </a:lnTo>
                  <a:close/>
                </a:path>
                <a:path w="4819650" h="2679700">
                  <a:moveTo>
                    <a:pt x="3390900" y="2139404"/>
                  </a:moveTo>
                  <a:lnTo>
                    <a:pt x="3390442" y="2138286"/>
                  </a:lnTo>
                  <a:lnTo>
                    <a:pt x="3388576" y="2136432"/>
                  </a:lnTo>
                  <a:lnTo>
                    <a:pt x="3387458" y="2135962"/>
                  </a:lnTo>
                  <a:lnTo>
                    <a:pt x="3384829" y="2135962"/>
                  </a:lnTo>
                  <a:lnTo>
                    <a:pt x="3383711" y="2136432"/>
                  </a:lnTo>
                  <a:lnTo>
                    <a:pt x="3381845" y="2138286"/>
                  </a:lnTo>
                  <a:lnTo>
                    <a:pt x="3381375" y="2139404"/>
                  </a:lnTo>
                  <a:lnTo>
                    <a:pt x="3381375" y="2142045"/>
                  </a:lnTo>
                  <a:lnTo>
                    <a:pt x="3381845" y="2143163"/>
                  </a:lnTo>
                  <a:lnTo>
                    <a:pt x="3383711" y="2145017"/>
                  </a:lnTo>
                  <a:lnTo>
                    <a:pt x="3384829" y="2145487"/>
                  </a:lnTo>
                  <a:lnTo>
                    <a:pt x="3387458" y="2145487"/>
                  </a:lnTo>
                  <a:lnTo>
                    <a:pt x="3388576" y="2145017"/>
                  </a:lnTo>
                  <a:lnTo>
                    <a:pt x="3390442" y="2143163"/>
                  </a:lnTo>
                  <a:lnTo>
                    <a:pt x="3390900" y="2142045"/>
                  </a:lnTo>
                  <a:lnTo>
                    <a:pt x="3390900" y="2139404"/>
                  </a:lnTo>
                  <a:close/>
                </a:path>
                <a:path w="4819650" h="2679700">
                  <a:moveTo>
                    <a:pt x="3390900" y="1605419"/>
                  </a:moveTo>
                  <a:lnTo>
                    <a:pt x="3390442" y="1604302"/>
                  </a:lnTo>
                  <a:lnTo>
                    <a:pt x="3388576" y="1602435"/>
                  </a:lnTo>
                  <a:lnTo>
                    <a:pt x="3387458" y="1601965"/>
                  </a:lnTo>
                  <a:lnTo>
                    <a:pt x="3384829" y="1601965"/>
                  </a:lnTo>
                  <a:lnTo>
                    <a:pt x="3383711" y="1602435"/>
                  </a:lnTo>
                  <a:lnTo>
                    <a:pt x="3381845" y="1604302"/>
                  </a:lnTo>
                  <a:lnTo>
                    <a:pt x="3381375" y="1605419"/>
                  </a:lnTo>
                  <a:lnTo>
                    <a:pt x="3381375" y="1608048"/>
                  </a:lnTo>
                  <a:lnTo>
                    <a:pt x="3381845" y="1609166"/>
                  </a:lnTo>
                  <a:lnTo>
                    <a:pt x="3383711" y="1611033"/>
                  </a:lnTo>
                  <a:lnTo>
                    <a:pt x="3384829" y="1611490"/>
                  </a:lnTo>
                  <a:lnTo>
                    <a:pt x="3387458" y="1611490"/>
                  </a:lnTo>
                  <a:lnTo>
                    <a:pt x="3388576" y="1611033"/>
                  </a:lnTo>
                  <a:lnTo>
                    <a:pt x="3390442" y="1609166"/>
                  </a:lnTo>
                  <a:lnTo>
                    <a:pt x="3390900" y="1608048"/>
                  </a:lnTo>
                  <a:lnTo>
                    <a:pt x="3390900" y="1605419"/>
                  </a:lnTo>
                  <a:close/>
                </a:path>
                <a:path w="4819650" h="2679700">
                  <a:moveTo>
                    <a:pt x="3390900" y="1071422"/>
                  </a:moveTo>
                  <a:lnTo>
                    <a:pt x="3390442" y="1070305"/>
                  </a:lnTo>
                  <a:lnTo>
                    <a:pt x="3388576" y="1068451"/>
                  </a:lnTo>
                  <a:lnTo>
                    <a:pt x="3387458" y="1067981"/>
                  </a:lnTo>
                  <a:lnTo>
                    <a:pt x="3384829" y="1067981"/>
                  </a:lnTo>
                  <a:lnTo>
                    <a:pt x="3383711" y="1068451"/>
                  </a:lnTo>
                  <a:lnTo>
                    <a:pt x="3381845" y="1070305"/>
                  </a:lnTo>
                  <a:lnTo>
                    <a:pt x="3381375" y="1071422"/>
                  </a:lnTo>
                  <a:lnTo>
                    <a:pt x="3381375" y="1074051"/>
                  </a:lnTo>
                  <a:lnTo>
                    <a:pt x="3381845" y="1075182"/>
                  </a:lnTo>
                  <a:lnTo>
                    <a:pt x="3383711" y="1077036"/>
                  </a:lnTo>
                  <a:lnTo>
                    <a:pt x="3384829" y="1077506"/>
                  </a:lnTo>
                  <a:lnTo>
                    <a:pt x="3387458" y="1077506"/>
                  </a:lnTo>
                  <a:lnTo>
                    <a:pt x="3388576" y="1077036"/>
                  </a:lnTo>
                  <a:lnTo>
                    <a:pt x="3390442" y="1075182"/>
                  </a:lnTo>
                  <a:lnTo>
                    <a:pt x="3390900" y="1074051"/>
                  </a:lnTo>
                  <a:lnTo>
                    <a:pt x="3390900" y="1071422"/>
                  </a:lnTo>
                  <a:close/>
                </a:path>
                <a:path w="4819650" h="2679700">
                  <a:moveTo>
                    <a:pt x="3390900" y="537438"/>
                  </a:moveTo>
                  <a:lnTo>
                    <a:pt x="3390442" y="536308"/>
                  </a:lnTo>
                  <a:lnTo>
                    <a:pt x="3388576" y="534454"/>
                  </a:lnTo>
                  <a:lnTo>
                    <a:pt x="3387458" y="533984"/>
                  </a:lnTo>
                  <a:lnTo>
                    <a:pt x="3384829" y="533984"/>
                  </a:lnTo>
                  <a:lnTo>
                    <a:pt x="3383711" y="534454"/>
                  </a:lnTo>
                  <a:lnTo>
                    <a:pt x="3381845" y="536308"/>
                  </a:lnTo>
                  <a:lnTo>
                    <a:pt x="3381375" y="537438"/>
                  </a:lnTo>
                  <a:lnTo>
                    <a:pt x="3381375" y="540067"/>
                  </a:lnTo>
                  <a:lnTo>
                    <a:pt x="3381845" y="541185"/>
                  </a:lnTo>
                  <a:lnTo>
                    <a:pt x="3383711" y="543052"/>
                  </a:lnTo>
                  <a:lnTo>
                    <a:pt x="3384829" y="543509"/>
                  </a:lnTo>
                  <a:lnTo>
                    <a:pt x="3387458" y="543509"/>
                  </a:lnTo>
                  <a:lnTo>
                    <a:pt x="3388576" y="543052"/>
                  </a:lnTo>
                  <a:lnTo>
                    <a:pt x="3390442" y="541185"/>
                  </a:lnTo>
                  <a:lnTo>
                    <a:pt x="3390900" y="540067"/>
                  </a:lnTo>
                  <a:lnTo>
                    <a:pt x="3390900" y="537438"/>
                  </a:lnTo>
                  <a:close/>
                </a:path>
                <a:path w="4819650" h="2679700">
                  <a:moveTo>
                    <a:pt x="3390900" y="3441"/>
                  </a:moveTo>
                  <a:lnTo>
                    <a:pt x="3390442" y="2324"/>
                  </a:lnTo>
                  <a:lnTo>
                    <a:pt x="3388576" y="469"/>
                  </a:lnTo>
                  <a:lnTo>
                    <a:pt x="3387458" y="0"/>
                  </a:lnTo>
                  <a:lnTo>
                    <a:pt x="3384829" y="0"/>
                  </a:lnTo>
                  <a:lnTo>
                    <a:pt x="3383711" y="469"/>
                  </a:lnTo>
                  <a:lnTo>
                    <a:pt x="3381845" y="2324"/>
                  </a:lnTo>
                  <a:lnTo>
                    <a:pt x="3381375" y="3441"/>
                  </a:lnTo>
                  <a:lnTo>
                    <a:pt x="3381375" y="6070"/>
                  </a:lnTo>
                  <a:lnTo>
                    <a:pt x="3381845" y="7200"/>
                  </a:lnTo>
                  <a:lnTo>
                    <a:pt x="3383711" y="9055"/>
                  </a:lnTo>
                  <a:lnTo>
                    <a:pt x="3384829" y="9525"/>
                  </a:lnTo>
                  <a:lnTo>
                    <a:pt x="3387458" y="9525"/>
                  </a:lnTo>
                  <a:lnTo>
                    <a:pt x="3388576" y="9055"/>
                  </a:lnTo>
                  <a:lnTo>
                    <a:pt x="3390442" y="7200"/>
                  </a:lnTo>
                  <a:lnTo>
                    <a:pt x="3390900" y="6070"/>
                  </a:lnTo>
                  <a:lnTo>
                    <a:pt x="3390900" y="3441"/>
                  </a:lnTo>
                  <a:close/>
                </a:path>
                <a:path w="4819650" h="2679700">
                  <a:moveTo>
                    <a:pt x="3438525" y="2673400"/>
                  </a:moveTo>
                  <a:lnTo>
                    <a:pt x="3438067" y="2672283"/>
                  </a:lnTo>
                  <a:lnTo>
                    <a:pt x="3436201" y="2670416"/>
                  </a:lnTo>
                  <a:lnTo>
                    <a:pt x="3435083" y="2669946"/>
                  </a:lnTo>
                  <a:lnTo>
                    <a:pt x="3432454" y="2669946"/>
                  </a:lnTo>
                  <a:lnTo>
                    <a:pt x="3431336" y="2670416"/>
                  </a:lnTo>
                  <a:lnTo>
                    <a:pt x="3429470" y="2672283"/>
                  </a:lnTo>
                  <a:lnTo>
                    <a:pt x="3429000" y="2673400"/>
                  </a:lnTo>
                  <a:lnTo>
                    <a:pt x="3429000" y="2676029"/>
                  </a:lnTo>
                  <a:lnTo>
                    <a:pt x="3429470" y="2677147"/>
                  </a:lnTo>
                  <a:lnTo>
                    <a:pt x="3431336" y="2679014"/>
                  </a:lnTo>
                  <a:lnTo>
                    <a:pt x="3432454" y="2679471"/>
                  </a:lnTo>
                  <a:lnTo>
                    <a:pt x="3435083" y="2679471"/>
                  </a:lnTo>
                  <a:lnTo>
                    <a:pt x="3436201" y="2679014"/>
                  </a:lnTo>
                  <a:lnTo>
                    <a:pt x="3438067" y="2677147"/>
                  </a:lnTo>
                  <a:lnTo>
                    <a:pt x="3438525" y="2676029"/>
                  </a:lnTo>
                  <a:lnTo>
                    <a:pt x="3438525" y="2673400"/>
                  </a:lnTo>
                  <a:close/>
                </a:path>
                <a:path w="4819650" h="2679700">
                  <a:moveTo>
                    <a:pt x="3438525" y="2139404"/>
                  </a:moveTo>
                  <a:lnTo>
                    <a:pt x="3438067" y="2138286"/>
                  </a:lnTo>
                  <a:lnTo>
                    <a:pt x="3436201" y="2136432"/>
                  </a:lnTo>
                  <a:lnTo>
                    <a:pt x="3435083" y="2135962"/>
                  </a:lnTo>
                  <a:lnTo>
                    <a:pt x="3432454" y="2135962"/>
                  </a:lnTo>
                  <a:lnTo>
                    <a:pt x="3431336" y="2136432"/>
                  </a:lnTo>
                  <a:lnTo>
                    <a:pt x="3429470" y="2138286"/>
                  </a:lnTo>
                  <a:lnTo>
                    <a:pt x="3429000" y="2139404"/>
                  </a:lnTo>
                  <a:lnTo>
                    <a:pt x="3429000" y="2142045"/>
                  </a:lnTo>
                  <a:lnTo>
                    <a:pt x="3429470" y="2143163"/>
                  </a:lnTo>
                  <a:lnTo>
                    <a:pt x="3431336" y="2145017"/>
                  </a:lnTo>
                  <a:lnTo>
                    <a:pt x="3432454" y="2145487"/>
                  </a:lnTo>
                  <a:lnTo>
                    <a:pt x="3435083" y="2145487"/>
                  </a:lnTo>
                  <a:lnTo>
                    <a:pt x="3436201" y="2145017"/>
                  </a:lnTo>
                  <a:lnTo>
                    <a:pt x="3438067" y="2143163"/>
                  </a:lnTo>
                  <a:lnTo>
                    <a:pt x="3438525" y="2142045"/>
                  </a:lnTo>
                  <a:lnTo>
                    <a:pt x="3438525" y="2139404"/>
                  </a:lnTo>
                  <a:close/>
                </a:path>
                <a:path w="4819650" h="2679700">
                  <a:moveTo>
                    <a:pt x="3438525" y="1605419"/>
                  </a:moveTo>
                  <a:lnTo>
                    <a:pt x="3438067" y="1604302"/>
                  </a:lnTo>
                  <a:lnTo>
                    <a:pt x="3436201" y="1602435"/>
                  </a:lnTo>
                  <a:lnTo>
                    <a:pt x="3435083" y="1601965"/>
                  </a:lnTo>
                  <a:lnTo>
                    <a:pt x="3432454" y="1601965"/>
                  </a:lnTo>
                  <a:lnTo>
                    <a:pt x="3431336" y="1602435"/>
                  </a:lnTo>
                  <a:lnTo>
                    <a:pt x="3429470" y="1604302"/>
                  </a:lnTo>
                  <a:lnTo>
                    <a:pt x="3429000" y="1605419"/>
                  </a:lnTo>
                  <a:lnTo>
                    <a:pt x="3429000" y="1608048"/>
                  </a:lnTo>
                  <a:lnTo>
                    <a:pt x="3429470" y="1609166"/>
                  </a:lnTo>
                  <a:lnTo>
                    <a:pt x="3431336" y="1611033"/>
                  </a:lnTo>
                  <a:lnTo>
                    <a:pt x="3432454" y="1611490"/>
                  </a:lnTo>
                  <a:lnTo>
                    <a:pt x="3435083" y="1611490"/>
                  </a:lnTo>
                  <a:lnTo>
                    <a:pt x="3436201" y="1611033"/>
                  </a:lnTo>
                  <a:lnTo>
                    <a:pt x="3438067" y="1609166"/>
                  </a:lnTo>
                  <a:lnTo>
                    <a:pt x="3438525" y="1608048"/>
                  </a:lnTo>
                  <a:lnTo>
                    <a:pt x="3438525" y="1605419"/>
                  </a:lnTo>
                  <a:close/>
                </a:path>
                <a:path w="4819650" h="2679700">
                  <a:moveTo>
                    <a:pt x="3438525" y="1071422"/>
                  </a:moveTo>
                  <a:lnTo>
                    <a:pt x="3438067" y="1070305"/>
                  </a:lnTo>
                  <a:lnTo>
                    <a:pt x="3436201" y="1068451"/>
                  </a:lnTo>
                  <a:lnTo>
                    <a:pt x="3435083" y="1067981"/>
                  </a:lnTo>
                  <a:lnTo>
                    <a:pt x="3432454" y="1067981"/>
                  </a:lnTo>
                  <a:lnTo>
                    <a:pt x="3431336" y="1068451"/>
                  </a:lnTo>
                  <a:lnTo>
                    <a:pt x="3429470" y="1070305"/>
                  </a:lnTo>
                  <a:lnTo>
                    <a:pt x="3429000" y="1071422"/>
                  </a:lnTo>
                  <a:lnTo>
                    <a:pt x="3429000" y="1074051"/>
                  </a:lnTo>
                  <a:lnTo>
                    <a:pt x="3429470" y="1075182"/>
                  </a:lnTo>
                  <a:lnTo>
                    <a:pt x="3431336" y="1077036"/>
                  </a:lnTo>
                  <a:lnTo>
                    <a:pt x="3432454" y="1077506"/>
                  </a:lnTo>
                  <a:lnTo>
                    <a:pt x="3435083" y="1077506"/>
                  </a:lnTo>
                  <a:lnTo>
                    <a:pt x="3436201" y="1077036"/>
                  </a:lnTo>
                  <a:lnTo>
                    <a:pt x="3438067" y="1075182"/>
                  </a:lnTo>
                  <a:lnTo>
                    <a:pt x="3438525" y="1074051"/>
                  </a:lnTo>
                  <a:lnTo>
                    <a:pt x="3438525" y="1071422"/>
                  </a:lnTo>
                  <a:close/>
                </a:path>
                <a:path w="4819650" h="2679700">
                  <a:moveTo>
                    <a:pt x="3438525" y="537438"/>
                  </a:moveTo>
                  <a:lnTo>
                    <a:pt x="3438067" y="536308"/>
                  </a:lnTo>
                  <a:lnTo>
                    <a:pt x="3436201" y="534454"/>
                  </a:lnTo>
                  <a:lnTo>
                    <a:pt x="3435083" y="533984"/>
                  </a:lnTo>
                  <a:lnTo>
                    <a:pt x="3432454" y="533984"/>
                  </a:lnTo>
                  <a:lnTo>
                    <a:pt x="3431336" y="534454"/>
                  </a:lnTo>
                  <a:lnTo>
                    <a:pt x="3429470" y="536308"/>
                  </a:lnTo>
                  <a:lnTo>
                    <a:pt x="3429000" y="537438"/>
                  </a:lnTo>
                  <a:lnTo>
                    <a:pt x="3429000" y="540067"/>
                  </a:lnTo>
                  <a:lnTo>
                    <a:pt x="3429470" y="541185"/>
                  </a:lnTo>
                  <a:lnTo>
                    <a:pt x="3431336" y="543052"/>
                  </a:lnTo>
                  <a:lnTo>
                    <a:pt x="3432454" y="543509"/>
                  </a:lnTo>
                  <a:lnTo>
                    <a:pt x="3435083" y="543509"/>
                  </a:lnTo>
                  <a:lnTo>
                    <a:pt x="3436201" y="543052"/>
                  </a:lnTo>
                  <a:lnTo>
                    <a:pt x="3438067" y="541185"/>
                  </a:lnTo>
                  <a:lnTo>
                    <a:pt x="3438525" y="540067"/>
                  </a:lnTo>
                  <a:lnTo>
                    <a:pt x="3438525" y="537438"/>
                  </a:lnTo>
                  <a:close/>
                </a:path>
                <a:path w="4819650" h="2679700">
                  <a:moveTo>
                    <a:pt x="3438525" y="3441"/>
                  </a:moveTo>
                  <a:lnTo>
                    <a:pt x="3438067" y="2324"/>
                  </a:lnTo>
                  <a:lnTo>
                    <a:pt x="3436201" y="469"/>
                  </a:lnTo>
                  <a:lnTo>
                    <a:pt x="3435083" y="0"/>
                  </a:lnTo>
                  <a:lnTo>
                    <a:pt x="3432454" y="0"/>
                  </a:lnTo>
                  <a:lnTo>
                    <a:pt x="3431336" y="469"/>
                  </a:lnTo>
                  <a:lnTo>
                    <a:pt x="3429470" y="2324"/>
                  </a:lnTo>
                  <a:lnTo>
                    <a:pt x="3429000" y="3441"/>
                  </a:lnTo>
                  <a:lnTo>
                    <a:pt x="3429000" y="6070"/>
                  </a:lnTo>
                  <a:lnTo>
                    <a:pt x="3429470" y="7200"/>
                  </a:lnTo>
                  <a:lnTo>
                    <a:pt x="3431336" y="9055"/>
                  </a:lnTo>
                  <a:lnTo>
                    <a:pt x="3432454" y="9525"/>
                  </a:lnTo>
                  <a:lnTo>
                    <a:pt x="3435083" y="9525"/>
                  </a:lnTo>
                  <a:lnTo>
                    <a:pt x="3436201" y="9055"/>
                  </a:lnTo>
                  <a:lnTo>
                    <a:pt x="3438067" y="7200"/>
                  </a:lnTo>
                  <a:lnTo>
                    <a:pt x="3438525" y="6070"/>
                  </a:lnTo>
                  <a:lnTo>
                    <a:pt x="3438525" y="3441"/>
                  </a:lnTo>
                  <a:close/>
                </a:path>
                <a:path w="4819650" h="2679700">
                  <a:moveTo>
                    <a:pt x="3486150" y="2673400"/>
                  </a:moveTo>
                  <a:lnTo>
                    <a:pt x="3485692" y="2672283"/>
                  </a:lnTo>
                  <a:lnTo>
                    <a:pt x="3483826" y="2670416"/>
                  </a:lnTo>
                  <a:lnTo>
                    <a:pt x="3482708" y="2669946"/>
                  </a:lnTo>
                  <a:lnTo>
                    <a:pt x="3480079" y="2669946"/>
                  </a:lnTo>
                  <a:lnTo>
                    <a:pt x="3478961" y="2670416"/>
                  </a:lnTo>
                  <a:lnTo>
                    <a:pt x="3477095" y="2672283"/>
                  </a:lnTo>
                  <a:lnTo>
                    <a:pt x="3476625" y="2673400"/>
                  </a:lnTo>
                  <a:lnTo>
                    <a:pt x="3476625" y="2676029"/>
                  </a:lnTo>
                  <a:lnTo>
                    <a:pt x="3477095" y="2677147"/>
                  </a:lnTo>
                  <a:lnTo>
                    <a:pt x="3478961" y="2679014"/>
                  </a:lnTo>
                  <a:lnTo>
                    <a:pt x="3480079" y="2679471"/>
                  </a:lnTo>
                  <a:lnTo>
                    <a:pt x="3482708" y="2679471"/>
                  </a:lnTo>
                  <a:lnTo>
                    <a:pt x="3483826" y="2679014"/>
                  </a:lnTo>
                  <a:lnTo>
                    <a:pt x="3485692" y="2677147"/>
                  </a:lnTo>
                  <a:lnTo>
                    <a:pt x="3486150" y="2676029"/>
                  </a:lnTo>
                  <a:lnTo>
                    <a:pt x="3486150" y="2673400"/>
                  </a:lnTo>
                  <a:close/>
                </a:path>
                <a:path w="4819650" h="2679700">
                  <a:moveTo>
                    <a:pt x="3486150" y="2139404"/>
                  </a:moveTo>
                  <a:lnTo>
                    <a:pt x="3485692" y="2138286"/>
                  </a:lnTo>
                  <a:lnTo>
                    <a:pt x="3483826" y="2136432"/>
                  </a:lnTo>
                  <a:lnTo>
                    <a:pt x="3482708" y="2135962"/>
                  </a:lnTo>
                  <a:lnTo>
                    <a:pt x="3480079" y="2135962"/>
                  </a:lnTo>
                  <a:lnTo>
                    <a:pt x="3478961" y="2136432"/>
                  </a:lnTo>
                  <a:lnTo>
                    <a:pt x="3477095" y="2138286"/>
                  </a:lnTo>
                  <a:lnTo>
                    <a:pt x="3476625" y="2139404"/>
                  </a:lnTo>
                  <a:lnTo>
                    <a:pt x="3476625" y="2142045"/>
                  </a:lnTo>
                  <a:lnTo>
                    <a:pt x="3477095" y="2143163"/>
                  </a:lnTo>
                  <a:lnTo>
                    <a:pt x="3478961" y="2145017"/>
                  </a:lnTo>
                  <a:lnTo>
                    <a:pt x="3480079" y="2145487"/>
                  </a:lnTo>
                  <a:lnTo>
                    <a:pt x="3482708" y="2145487"/>
                  </a:lnTo>
                  <a:lnTo>
                    <a:pt x="3483826" y="2145017"/>
                  </a:lnTo>
                  <a:lnTo>
                    <a:pt x="3485692" y="2143163"/>
                  </a:lnTo>
                  <a:lnTo>
                    <a:pt x="3486150" y="2142045"/>
                  </a:lnTo>
                  <a:lnTo>
                    <a:pt x="3486150" y="2139404"/>
                  </a:lnTo>
                  <a:close/>
                </a:path>
                <a:path w="4819650" h="2679700">
                  <a:moveTo>
                    <a:pt x="3486150" y="1605419"/>
                  </a:moveTo>
                  <a:lnTo>
                    <a:pt x="3485692" y="1604302"/>
                  </a:lnTo>
                  <a:lnTo>
                    <a:pt x="3483826" y="1602435"/>
                  </a:lnTo>
                  <a:lnTo>
                    <a:pt x="3482708" y="1601965"/>
                  </a:lnTo>
                  <a:lnTo>
                    <a:pt x="3480079" y="1601965"/>
                  </a:lnTo>
                  <a:lnTo>
                    <a:pt x="3478961" y="1602435"/>
                  </a:lnTo>
                  <a:lnTo>
                    <a:pt x="3477095" y="1604302"/>
                  </a:lnTo>
                  <a:lnTo>
                    <a:pt x="3476625" y="1605419"/>
                  </a:lnTo>
                  <a:lnTo>
                    <a:pt x="3476625" y="1608048"/>
                  </a:lnTo>
                  <a:lnTo>
                    <a:pt x="3477095" y="1609166"/>
                  </a:lnTo>
                  <a:lnTo>
                    <a:pt x="3478961" y="1611033"/>
                  </a:lnTo>
                  <a:lnTo>
                    <a:pt x="3480079" y="1611490"/>
                  </a:lnTo>
                  <a:lnTo>
                    <a:pt x="3482708" y="1611490"/>
                  </a:lnTo>
                  <a:lnTo>
                    <a:pt x="3483826" y="1611033"/>
                  </a:lnTo>
                  <a:lnTo>
                    <a:pt x="3485692" y="1609166"/>
                  </a:lnTo>
                  <a:lnTo>
                    <a:pt x="3486150" y="1608048"/>
                  </a:lnTo>
                  <a:lnTo>
                    <a:pt x="3486150" y="1605419"/>
                  </a:lnTo>
                  <a:close/>
                </a:path>
                <a:path w="4819650" h="2679700">
                  <a:moveTo>
                    <a:pt x="3486150" y="1071422"/>
                  </a:moveTo>
                  <a:lnTo>
                    <a:pt x="3485692" y="1070305"/>
                  </a:lnTo>
                  <a:lnTo>
                    <a:pt x="3483826" y="1068451"/>
                  </a:lnTo>
                  <a:lnTo>
                    <a:pt x="3482708" y="1067981"/>
                  </a:lnTo>
                  <a:lnTo>
                    <a:pt x="3480079" y="1067981"/>
                  </a:lnTo>
                  <a:lnTo>
                    <a:pt x="3478961" y="1068451"/>
                  </a:lnTo>
                  <a:lnTo>
                    <a:pt x="3477095" y="1070305"/>
                  </a:lnTo>
                  <a:lnTo>
                    <a:pt x="3476625" y="1071422"/>
                  </a:lnTo>
                  <a:lnTo>
                    <a:pt x="3476625" y="1074051"/>
                  </a:lnTo>
                  <a:lnTo>
                    <a:pt x="3477095" y="1075182"/>
                  </a:lnTo>
                  <a:lnTo>
                    <a:pt x="3478961" y="1077036"/>
                  </a:lnTo>
                  <a:lnTo>
                    <a:pt x="3480079" y="1077506"/>
                  </a:lnTo>
                  <a:lnTo>
                    <a:pt x="3482708" y="1077506"/>
                  </a:lnTo>
                  <a:lnTo>
                    <a:pt x="3483826" y="1077036"/>
                  </a:lnTo>
                  <a:lnTo>
                    <a:pt x="3485692" y="1075182"/>
                  </a:lnTo>
                  <a:lnTo>
                    <a:pt x="3486150" y="1074051"/>
                  </a:lnTo>
                  <a:lnTo>
                    <a:pt x="3486150" y="1071422"/>
                  </a:lnTo>
                  <a:close/>
                </a:path>
                <a:path w="4819650" h="2679700">
                  <a:moveTo>
                    <a:pt x="3486150" y="537438"/>
                  </a:moveTo>
                  <a:lnTo>
                    <a:pt x="3485692" y="536308"/>
                  </a:lnTo>
                  <a:lnTo>
                    <a:pt x="3483826" y="534454"/>
                  </a:lnTo>
                  <a:lnTo>
                    <a:pt x="3482708" y="533984"/>
                  </a:lnTo>
                  <a:lnTo>
                    <a:pt x="3480079" y="533984"/>
                  </a:lnTo>
                  <a:lnTo>
                    <a:pt x="3478961" y="534454"/>
                  </a:lnTo>
                  <a:lnTo>
                    <a:pt x="3477095" y="536308"/>
                  </a:lnTo>
                  <a:lnTo>
                    <a:pt x="3476625" y="537438"/>
                  </a:lnTo>
                  <a:lnTo>
                    <a:pt x="3476625" y="540067"/>
                  </a:lnTo>
                  <a:lnTo>
                    <a:pt x="3477095" y="541185"/>
                  </a:lnTo>
                  <a:lnTo>
                    <a:pt x="3478961" y="543052"/>
                  </a:lnTo>
                  <a:lnTo>
                    <a:pt x="3480079" y="543509"/>
                  </a:lnTo>
                  <a:lnTo>
                    <a:pt x="3482708" y="543509"/>
                  </a:lnTo>
                  <a:lnTo>
                    <a:pt x="3483826" y="543052"/>
                  </a:lnTo>
                  <a:lnTo>
                    <a:pt x="3485692" y="541185"/>
                  </a:lnTo>
                  <a:lnTo>
                    <a:pt x="3486150" y="540067"/>
                  </a:lnTo>
                  <a:lnTo>
                    <a:pt x="3486150" y="537438"/>
                  </a:lnTo>
                  <a:close/>
                </a:path>
                <a:path w="4819650" h="2679700">
                  <a:moveTo>
                    <a:pt x="3486150" y="3441"/>
                  </a:moveTo>
                  <a:lnTo>
                    <a:pt x="3485692" y="2324"/>
                  </a:lnTo>
                  <a:lnTo>
                    <a:pt x="3483826" y="469"/>
                  </a:lnTo>
                  <a:lnTo>
                    <a:pt x="3482708" y="0"/>
                  </a:lnTo>
                  <a:lnTo>
                    <a:pt x="3480079" y="0"/>
                  </a:lnTo>
                  <a:lnTo>
                    <a:pt x="3478961" y="469"/>
                  </a:lnTo>
                  <a:lnTo>
                    <a:pt x="3477095" y="2324"/>
                  </a:lnTo>
                  <a:lnTo>
                    <a:pt x="3476625" y="3441"/>
                  </a:lnTo>
                  <a:lnTo>
                    <a:pt x="3476625" y="6070"/>
                  </a:lnTo>
                  <a:lnTo>
                    <a:pt x="3477095" y="7200"/>
                  </a:lnTo>
                  <a:lnTo>
                    <a:pt x="3478961" y="9055"/>
                  </a:lnTo>
                  <a:lnTo>
                    <a:pt x="3480079" y="9525"/>
                  </a:lnTo>
                  <a:lnTo>
                    <a:pt x="3482708" y="9525"/>
                  </a:lnTo>
                  <a:lnTo>
                    <a:pt x="3483826" y="9055"/>
                  </a:lnTo>
                  <a:lnTo>
                    <a:pt x="3485692" y="7200"/>
                  </a:lnTo>
                  <a:lnTo>
                    <a:pt x="3486150" y="6070"/>
                  </a:lnTo>
                  <a:lnTo>
                    <a:pt x="3486150" y="3441"/>
                  </a:lnTo>
                  <a:close/>
                </a:path>
                <a:path w="4819650" h="2679700">
                  <a:moveTo>
                    <a:pt x="3533775" y="2673400"/>
                  </a:moveTo>
                  <a:lnTo>
                    <a:pt x="3533317" y="2672283"/>
                  </a:lnTo>
                  <a:lnTo>
                    <a:pt x="3531451" y="2670416"/>
                  </a:lnTo>
                  <a:lnTo>
                    <a:pt x="3530333" y="2669946"/>
                  </a:lnTo>
                  <a:lnTo>
                    <a:pt x="3527704" y="2669946"/>
                  </a:lnTo>
                  <a:lnTo>
                    <a:pt x="3526586" y="2670416"/>
                  </a:lnTo>
                  <a:lnTo>
                    <a:pt x="3524720" y="2672283"/>
                  </a:lnTo>
                  <a:lnTo>
                    <a:pt x="3524250" y="2673400"/>
                  </a:lnTo>
                  <a:lnTo>
                    <a:pt x="3524250" y="2676029"/>
                  </a:lnTo>
                  <a:lnTo>
                    <a:pt x="3524720" y="2677147"/>
                  </a:lnTo>
                  <a:lnTo>
                    <a:pt x="3526586" y="2679014"/>
                  </a:lnTo>
                  <a:lnTo>
                    <a:pt x="3527704" y="2679471"/>
                  </a:lnTo>
                  <a:lnTo>
                    <a:pt x="3530333" y="2679471"/>
                  </a:lnTo>
                  <a:lnTo>
                    <a:pt x="3531451" y="2679014"/>
                  </a:lnTo>
                  <a:lnTo>
                    <a:pt x="3533317" y="2677147"/>
                  </a:lnTo>
                  <a:lnTo>
                    <a:pt x="3533775" y="2676029"/>
                  </a:lnTo>
                  <a:lnTo>
                    <a:pt x="3533775" y="2673400"/>
                  </a:lnTo>
                  <a:close/>
                </a:path>
                <a:path w="4819650" h="2679700">
                  <a:moveTo>
                    <a:pt x="3533775" y="2139404"/>
                  </a:moveTo>
                  <a:lnTo>
                    <a:pt x="3533317" y="2138286"/>
                  </a:lnTo>
                  <a:lnTo>
                    <a:pt x="3531451" y="2136432"/>
                  </a:lnTo>
                  <a:lnTo>
                    <a:pt x="3530333" y="2135962"/>
                  </a:lnTo>
                  <a:lnTo>
                    <a:pt x="3527704" y="2135962"/>
                  </a:lnTo>
                  <a:lnTo>
                    <a:pt x="3526586" y="2136432"/>
                  </a:lnTo>
                  <a:lnTo>
                    <a:pt x="3524720" y="2138286"/>
                  </a:lnTo>
                  <a:lnTo>
                    <a:pt x="3524250" y="2139404"/>
                  </a:lnTo>
                  <a:lnTo>
                    <a:pt x="3524250" y="2142045"/>
                  </a:lnTo>
                  <a:lnTo>
                    <a:pt x="3524720" y="2143163"/>
                  </a:lnTo>
                  <a:lnTo>
                    <a:pt x="3526586" y="2145017"/>
                  </a:lnTo>
                  <a:lnTo>
                    <a:pt x="3527704" y="2145487"/>
                  </a:lnTo>
                  <a:lnTo>
                    <a:pt x="3530333" y="2145487"/>
                  </a:lnTo>
                  <a:lnTo>
                    <a:pt x="3531451" y="2145017"/>
                  </a:lnTo>
                  <a:lnTo>
                    <a:pt x="3533317" y="2143163"/>
                  </a:lnTo>
                  <a:lnTo>
                    <a:pt x="3533775" y="2142045"/>
                  </a:lnTo>
                  <a:lnTo>
                    <a:pt x="3533775" y="2139404"/>
                  </a:lnTo>
                  <a:close/>
                </a:path>
                <a:path w="4819650" h="2679700">
                  <a:moveTo>
                    <a:pt x="3533775" y="1605419"/>
                  </a:moveTo>
                  <a:lnTo>
                    <a:pt x="3533317" y="1604302"/>
                  </a:lnTo>
                  <a:lnTo>
                    <a:pt x="3531451" y="1602435"/>
                  </a:lnTo>
                  <a:lnTo>
                    <a:pt x="3530333" y="1601965"/>
                  </a:lnTo>
                  <a:lnTo>
                    <a:pt x="3527704" y="1601965"/>
                  </a:lnTo>
                  <a:lnTo>
                    <a:pt x="3526586" y="1602435"/>
                  </a:lnTo>
                  <a:lnTo>
                    <a:pt x="3524720" y="1604302"/>
                  </a:lnTo>
                  <a:lnTo>
                    <a:pt x="3524250" y="1605419"/>
                  </a:lnTo>
                  <a:lnTo>
                    <a:pt x="3524250" y="1608048"/>
                  </a:lnTo>
                  <a:lnTo>
                    <a:pt x="3524720" y="1609166"/>
                  </a:lnTo>
                  <a:lnTo>
                    <a:pt x="3526586" y="1611033"/>
                  </a:lnTo>
                  <a:lnTo>
                    <a:pt x="3527704" y="1611490"/>
                  </a:lnTo>
                  <a:lnTo>
                    <a:pt x="3530333" y="1611490"/>
                  </a:lnTo>
                  <a:lnTo>
                    <a:pt x="3531451" y="1611033"/>
                  </a:lnTo>
                  <a:lnTo>
                    <a:pt x="3533317" y="1609166"/>
                  </a:lnTo>
                  <a:lnTo>
                    <a:pt x="3533775" y="1608048"/>
                  </a:lnTo>
                  <a:lnTo>
                    <a:pt x="3533775" y="1605419"/>
                  </a:lnTo>
                  <a:close/>
                </a:path>
                <a:path w="4819650" h="2679700">
                  <a:moveTo>
                    <a:pt x="3533775" y="1071422"/>
                  </a:moveTo>
                  <a:lnTo>
                    <a:pt x="3533317" y="1070305"/>
                  </a:lnTo>
                  <a:lnTo>
                    <a:pt x="3531451" y="1068451"/>
                  </a:lnTo>
                  <a:lnTo>
                    <a:pt x="3530333" y="1067981"/>
                  </a:lnTo>
                  <a:lnTo>
                    <a:pt x="3527704" y="1067981"/>
                  </a:lnTo>
                  <a:lnTo>
                    <a:pt x="3526586" y="1068451"/>
                  </a:lnTo>
                  <a:lnTo>
                    <a:pt x="3524720" y="1070305"/>
                  </a:lnTo>
                  <a:lnTo>
                    <a:pt x="3524250" y="1071422"/>
                  </a:lnTo>
                  <a:lnTo>
                    <a:pt x="3524250" y="1074051"/>
                  </a:lnTo>
                  <a:lnTo>
                    <a:pt x="3524720" y="1075182"/>
                  </a:lnTo>
                  <a:lnTo>
                    <a:pt x="3526586" y="1077036"/>
                  </a:lnTo>
                  <a:lnTo>
                    <a:pt x="3527704" y="1077506"/>
                  </a:lnTo>
                  <a:lnTo>
                    <a:pt x="3530333" y="1077506"/>
                  </a:lnTo>
                  <a:lnTo>
                    <a:pt x="3531451" y="1077036"/>
                  </a:lnTo>
                  <a:lnTo>
                    <a:pt x="3533317" y="1075182"/>
                  </a:lnTo>
                  <a:lnTo>
                    <a:pt x="3533775" y="1074051"/>
                  </a:lnTo>
                  <a:lnTo>
                    <a:pt x="3533775" y="1071422"/>
                  </a:lnTo>
                  <a:close/>
                </a:path>
                <a:path w="4819650" h="2679700">
                  <a:moveTo>
                    <a:pt x="3533775" y="537438"/>
                  </a:moveTo>
                  <a:lnTo>
                    <a:pt x="3533317" y="536308"/>
                  </a:lnTo>
                  <a:lnTo>
                    <a:pt x="3531451" y="534454"/>
                  </a:lnTo>
                  <a:lnTo>
                    <a:pt x="3530333" y="533984"/>
                  </a:lnTo>
                  <a:lnTo>
                    <a:pt x="3527704" y="533984"/>
                  </a:lnTo>
                  <a:lnTo>
                    <a:pt x="3526586" y="534454"/>
                  </a:lnTo>
                  <a:lnTo>
                    <a:pt x="3524720" y="536308"/>
                  </a:lnTo>
                  <a:lnTo>
                    <a:pt x="3524250" y="537438"/>
                  </a:lnTo>
                  <a:lnTo>
                    <a:pt x="3524250" y="540067"/>
                  </a:lnTo>
                  <a:lnTo>
                    <a:pt x="3524720" y="541185"/>
                  </a:lnTo>
                  <a:lnTo>
                    <a:pt x="3526586" y="543052"/>
                  </a:lnTo>
                  <a:lnTo>
                    <a:pt x="3527704" y="543509"/>
                  </a:lnTo>
                  <a:lnTo>
                    <a:pt x="3530333" y="543509"/>
                  </a:lnTo>
                  <a:lnTo>
                    <a:pt x="3531451" y="543052"/>
                  </a:lnTo>
                  <a:lnTo>
                    <a:pt x="3533317" y="541185"/>
                  </a:lnTo>
                  <a:lnTo>
                    <a:pt x="3533775" y="540067"/>
                  </a:lnTo>
                  <a:lnTo>
                    <a:pt x="3533775" y="537438"/>
                  </a:lnTo>
                  <a:close/>
                </a:path>
                <a:path w="4819650" h="2679700">
                  <a:moveTo>
                    <a:pt x="3533775" y="3441"/>
                  </a:moveTo>
                  <a:lnTo>
                    <a:pt x="3533317" y="2324"/>
                  </a:lnTo>
                  <a:lnTo>
                    <a:pt x="3531451" y="469"/>
                  </a:lnTo>
                  <a:lnTo>
                    <a:pt x="3530333" y="0"/>
                  </a:lnTo>
                  <a:lnTo>
                    <a:pt x="3527704" y="0"/>
                  </a:lnTo>
                  <a:lnTo>
                    <a:pt x="3526586" y="469"/>
                  </a:lnTo>
                  <a:lnTo>
                    <a:pt x="3524720" y="2324"/>
                  </a:lnTo>
                  <a:lnTo>
                    <a:pt x="3524250" y="3441"/>
                  </a:lnTo>
                  <a:lnTo>
                    <a:pt x="3524250" y="6070"/>
                  </a:lnTo>
                  <a:lnTo>
                    <a:pt x="3524720" y="7200"/>
                  </a:lnTo>
                  <a:lnTo>
                    <a:pt x="3526586" y="9055"/>
                  </a:lnTo>
                  <a:lnTo>
                    <a:pt x="3527704" y="9525"/>
                  </a:lnTo>
                  <a:lnTo>
                    <a:pt x="3530333" y="9525"/>
                  </a:lnTo>
                  <a:lnTo>
                    <a:pt x="3531451" y="9055"/>
                  </a:lnTo>
                  <a:lnTo>
                    <a:pt x="3533317" y="7200"/>
                  </a:lnTo>
                  <a:lnTo>
                    <a:pt x="3533775" y="6070"/>
                  </a:lnTo>
                  <a:lnTo>
                    <a:pt x="3533775" y="3441"/>
                  </a:lnTo>
                  <a:close/>
                </a:path>
                <a:path w="4819650" h="2679700">
                  <a:moveTo>
                    <a:pt x="3581400" y="2673400"/>
                  </a:moveTo>
                  <a:lnTo>
                    <a:pt x="3580942" y="2672283"/>
                  </a:lnTo>
                  <a:lnTo>
                    <a:pt x="3579076" y="2670416"/>
                  </a:lnTo>
                  <a:lnTo>
                    <a:pt x="3577958" y="2669946"/>
                  </a:lnTo>
                  <a:lnTo>
                    <a:pt x="3575329" y="2669946"/>
                  </a:lnTo>
                  <a:lnTo>
                    <a:pt x="3574211" y="2670416"/>
                  </a:lnTo>
                  <a:lnTo>
                    <a:pt x="3572345" y="2672283"/>
                  </a:lnTo>
                  <a:lnTo>
                    <a:pt x="3571875" y="2673400"/>
                  </a:lnTo>
                  <a:lnTo>
                    <a:pt x="3571875" y="2676029"/>
                  </a:lnTo>
                  <a:lnTo>
                    <a:pt x="3572345" y="2677147"/>
                  </a:lnTo>
                  <a:lnTo>
                    <a:pt x="3574211" y="2679014"/>
                  </a:lnTo>
                  <a:lnTo>
                    <a:pt x="3575329" y="2679471"/>
                  </a:lnTo>
                  <a:lnTo>
                    <a:pt x="3577958" y="2679471"/>
                  </a:lnTo>
                  <a:lnTo>
                    <a:pt x="3579076" y="2679014"/>
                  </a:lnTo>
                  <a:lnTo>
                    <a:pt x="3580942" y="2677147"/>
                  </a:lnTo>
                  <a:lnTo>
                    <a:pt x="3581400" y="2676029"/>
                  </a:lnTo>
                  <a:lnTo>
                    <a:pt x="3581400" y="2673400"/>
                  </a:lnTo>
                  <a:close/>
                </a:path>
                <a:path w="4819650" h="2679700">
                  <a:moveTo>
                    <a:pt x="3581400" y="2139404"/>
                  </a:moveTo>
                  <a:lnTo>
                    <a:pt x="3580942" y="2138286"/>
                  </a:lnTo>
                  <a:lnTo>
                    <a:pt x="3579076" y="2136432"/>
                  </a:lnTo>
                  <a:lnTo>
                    <a:pt x="3577958" y="2135962"/>
                  </a:lnTo>
                  <a:lnTo>
                    <a:pt x="3575329" y="2135962"/>
                  </a:lnTo>
                  <a:lnTo>
                    <a:pt x="3574211" y="2136432"/>
                  </a:lnTo>
                  <a:lnTo>
                    <a:pt x="3572345" y="2138286"/>
                  </a:lnTo>
                  <a:lnTo>
                    <a:pt x="3571875" y="2139404"/>
                  </a:lnTo>
                  <a:lnTo>
                    <a:pt x="3571875" y="2142045"/>
                  </a:lnTo>
                  <a:lnTo>
                    <a:pt x="3572345" y="2143163"/>
                  </a:lnTo>
                  <a:lnTo>
                    <a:pt x="3574211" y="2145017"/>
                  </a:lnTo>
                  <a:lnTo>
                    <a:pt x="3575329" y="2145487"/>
                  </a:lnTo>
                  <a:lnTo>
                    <a:pt x="3577958" y="2145487"/>
                  </a:lnTo>
                  <a:lnTo>
                    <a:pt x="3579076" y="2145017"/>
                  </a:lnTo>
                  <a:lnTo>
                    <a:pt x="3580942" y="2143163"/>
                  </a:lnTo>
                  <a:lnTo>
                    <a:pt x="3581400" y="2142045"/>
                  </a:lnTo>
                  <a:lnTo>
                    <a:pt x="3581400" y="2139404"/>
                  </a:lnTo>
                  <a:close/>
                </a:path>
                <a:path w="4819650" h="2679700">
                  <a:moveTo>
                    <a:pt x="3581400" y="1605419"/>
                  </a:moveTo>
                  <a:lnTo>
                    <a:pt x="3580942" y="1604302"/>
                  </a:lnTo>
                  <a:lnTo>
                    <a:pt x="3579076" y="1602435"/>
                  </a:lnTo>
                  <a:lnTo>
                    <a:pt x="3577958" y="1601965"/>
                  </a:lnTo>
                  <a:lnTo>
                    <a:pt x="3575329" y="1601965"/>
                  </a:lnTo>
                  <a:lnTo>
                    <a:pt x="3574211" y="1602435"/>
                  </a:lnTo>
                  <a:lnTo>
                    <a:pt x="3572345" y="1604302"/>
                  </a:lnTo>
                  <a:lnTo>
                    <a:pt x="3571875" y="1605419"/>
                  </a:lnTo>
                  <a:lnTo>
                    <a:pt x="3571875" y="1608048"/>
                  </a:lnTo>
                  <a:lnTo>
                    <a:pt x="3572345" y="1609166"/>
                  </a:lnTo>
                  <a:lnTo>
                    <a:pt x="3574211" y="1611033"/>
                  </a:lnTo>
                  <a:lnTo>
                    <a:pt x="3575329" y="1611490"/>
                  </a:lnTo>
                  <a:lnTo>
                    <a:pt x="3577958" y="1611490"/>
                  </a:lnTo>
                  <a:lnTo>
                    <a:pt x="3579076" y="1611033"/>
                  </a:lnTo>
                  <a:lnTo>
                    <a:pt x="3580942" y="1609166"/>
                  </a:lnTo>
                  <a:lnTo>
                    <a:pt x="3581400" y="1608048"/>
                  </a:lnTo>
                  <a:lnTo>
                    <a:pt x="3581400" y="1605419"/>
                  </a:lnTo>
                  <a:close/>
                </a:path>
                <a:path w="4819650" h="2679700">
                  <a:moveTo>
                    <a:pt x="3581400" y="1071422"/>
                  </a:moveTo>
                  <a:lnTo>
                    <a:pt x="3580942" y="1070305"/>
                  </a:lnTo>
                  <a:lnTo>
                    <a:pt x="3579076" y="1068451"/>
                  </a:lnTo>
                  <a:lnTo>
                    <a:pt x="3577958" y="1067981"/>
                  </a:lnTo>
                  <a:lnTo>
                    <a:pt x="3575329" y="1067981"/>
                  </a:lnTo>
                  <a:lnTo>
                    <a:pt x="3574211" y="1068451"/>
                  </a:lnTo>
                  <a:lnTo>
                    <a:pt x="3572345" y="1070305"/>
                  </a:lnTo>
                  <a:lnTo>
                    <a:pt x="3571875" y="1071422"/>
                  </a:lnTo>
                  <a:lnTo>
                    <a:pt x="3571875" y="1074051"/>
                  </a:lnTo>
                  <a:lnTo>
                    <a:pt x="3572345" y="1075182"/>
                  </a:lnTo>
                  <a:lnTo>
                    <a:pt x="3574211" y="1077036"/>
                  </a:lnTo>
                  <a:lnTo>
                    <a:pt x="3575329" y="1077506"/>
                  </a:lnTo>
                  <a:lnTo>
                    <a:pt x="3577958" y="1077506"/>
                  </a:lnTo>
                  <a:lnTo>
                    <a:pt x="3579076" y="1077036"/>
                  </a:lnTo>
                  <a:lnTo>
                    <a:pt x="3580942" y="1075182"/>
                  </a:lnTo>
                  <a:lnTo>
                    <a:pt x="3581400" y="1074051"/>
                  </a:lnTo>
                  <a:lnTo>
                    <a:pt x="3581400" y="1071422"/>
                  </a:lnTo>
                  <a:close/>
                </a:path>
                <a:path w="4819650" h="2679700">
                  <a:moveTo>
                    <a:pt x="3581400" y="537438"/>
                  </a:moveTo>
                  <a:lnTo>
                    <a:pt x="3580942" y="536308"/>
                  </a:lnTo>
                  <a:lnTo>
                    <a:pt x="3579076" y="534454"/>
                  </a:lnTo>
                  <a:lnTo>
                    <a:pt x="3577958" y="533984"/>
                  </a:lnTo>
                  <a:lnTo>
                    <a:pt x="3575329" y="533984"/>
                  </a:lnTo>
                  <a:lnTo>
                    <a:pt x="3574211" y="534454"/>
                  </a:lnTo>
                  <a:lnTo>
                    <a:pt x="3572345" y="536308"/>
                  </a:lnTo>
                  <a:lnTo>
                    <a:pt x="3571875" y="537438"/>
                  </a:lnTo>
                  <a:lnTo>
                    <a:pt x="3571875" y="540067"/>
                  </a:lnTo>
                  <a:lnTo>
                    <a:pt x="3572345" y="541185"/>
                  </a:lnTo>
                  <a:lnTo>
                    <a:pt x="3574211" y="543052"/>
                  </a:lnTo>
                  <a:lnTo>
                    <a:pt x="3575329" y="543509"/>
                  </a:lnTo>
                  <a:lnTo>
                    <a:pt x="3577958" y="543509"/>
                  </a:lnTo>
                  <a:lnTo>
                    <a:pt x="3579076" y="543052"/>
                  </a:lnTo>
                  <a:lnTo>
                    <a:pt x="3580942" y="541185"/>
                  </a:lnTo>
                  <a:lnTo>
                    <a:pt x="3581400" y="540067"/>
                  </a:lnTo>
                  <a:lnTo>
                    <a:pt x="3581400" y="537438"/>
                  </a:lnTo>
                  <a:close/>
                </a:path>
                <a:path w="4819650" h="2679700">
                  <a:moveTo>
                    <a:pt x="3581400" y="3441"/>
                  </a:moveTo>
                  <a:lnTo>
                    <a:pt x="3580942" y="2324"/>
                  </a:lnTo>
                  <a:lnTo>
                    <a:pt x="3579076" y="469"/>
                  </a:lnTo>
                  <a:lnTo>
                    <a:pt x="3577958" y="0"/>
                  </a:lnTo>
                  <a:lnTo>
                    <a:pt x="3575329" y="0"/>
                  </a:lnTo>
                  <a:lnTo>
                    <a:pt x="3574211" y="469"/>
                  </a:lnTo>
                  <a:lnTo>
                    <a:pt x="3572345" y="2324"/>
                  </a:lnTo>
                  <a:lnTo>
                    <a:pt x="3571875" y="3441"/>
                  </a:lnTo>
                  <a:lnTo>
                    <a:pt x="3571875" y="6070"/>
                  </a:lnTo>
                  <a:lnTo>
                    <a:pt x="3572345" y="7200"/>
                  </a:lnTo>
                  <a:lnTo>
                    <a:pt x="3574211" y="9055"/>
                  </a:lnTo>
                  <a:lnTo>
                    <a:pt x="3575329" y="9525"/>
                  </a:lnTo>
                  <a:lnTo>
                    <a:pt x="3577958" y="9525"/>
                  </a:lnTo>
                  <a:lnTo>
                    <a:pt x="3579076" y="9055"/>
                  </a:lnTo>
                  <a:lnTo>
                    <a:pt x="3580942" y="7200"/>
                  </a:lnTo>
                  <a:lnTo>
                    <a:pt x="3581400" y="6070"/>
                  </a:lnTo>
                  <a:lnTo>
                    <a:pt x="3581400" y="3441"/>
                  </a:lnTo>
                  <a:close/>
                </a:path>
                <a:path w="4819650" h="2679700">
                  <a:moveTo>
                    <a:pt x="3629025" y="2673400"/>
                  </a:moveTo>
                  <a:lnTo>
                    <a:pt x="3628567" y="2672283"/>
                  </a:lnTo>
                  <a:lnTo>
                    <a:pt x="3626701" y="2670416"/>
                  </a:lnTo>
                  <a:lnTo>
                    <a:pt x="3625583" y="2669946"/>
                  </a:lnTo>
                  <a:lnTo>
                    <a:pt x="3622954" y="2669946"/>
                  </a:lnTo>
                  <a:lnTo>
                    <a:pt x="3621836" y="2670416"/>
                  </a:lnTo>
                  <a:lnTo>
                    <a:pt x="3619970" y="2672283"/>
                  </a:lnTo>
                  <a:lnTo>
                    <a:pt x="3619500" y="2673400"/>
                  </a:lnTo>
                  <a:lnTo>
                    <a:pt x="3619500" y="2676029"/>
                  </a:lnTo>
                  <a:lnTo>
                    <a:pt x="3619970" y="2677147"/>
                  </a:lnTo>
                  <a:lnTo>
                    <a:pt x="3621836" y="2679014"/>
                  </a:lnTo>
                  <a:lnTo>
                    <a:pt x="3622954" y="2679471"/>
                  </a:lnTo>
                  <a:lnTo>
                    <a:pt x="3625583" y="2679471"/>
                  </a:lnTo>
                  <a:lnTo>
                    <a:pt x="3626701" y="2679014"/>
                  </a:lnTo>
                  <a:lnTo>
                    <a:pt x="3628567" y="2677147"/>
                  </a:lnTo>
                  <a:lnTo>
                    <a:pt x="3629025" y="2676029"/>
                  </a:lnTo>
                  <a:lnTo>
                    <a:pt x="3629025" y="2673400"/>
                  </a:lnTo>
                  <a:close/>
                </a:path>
                <a:path w="4819650" h="2679700">
                  <a:moveTo>
                    <a:pt x="3629025" y="2139404"/>
                  </a:moveTo>
                  <a:lnTo>
                    <a:pt x="3628567" y="2138286"/>
                  </a:lnTo>
                  <a:lnTo>
                    <a:pt x="3626701" y="2136432"/>
                  </a:lnTo>
                  <a:lnTo>
                    <a:pt x="3625583" y="2135962"/>
                  </a:lnTo>
                  <a:lnTo>
                    <a:pt x="3622954" y="2135962"/>
                  </a:lnTo>
                  <a:lnTo>
                    <a:pt x="3621836" y="2136432"/>
                  </a:lnTo>
                  <a:lnTo>
                    <a:pt x="3619970" y="2138286"/>
                  </a:lnTo>
                  <a:lnTo>
                    <a:pt x="3619500" y="2139404"/>
                  </a:lnTo>
                  <a:lnTo>
                    <a:pt x="3619500" y="2142045"/>
                  </a:lnTo>
                  <a:lnTo>
                    <a:pt x="3619970" y="2143163"/>
                  </a:lnTo>
                  <a:lnTo>
                    <a:pt x="3621836" y="2145017"/>
                  </a:lnTo>
                  <a:lnTo>
                    <a:pt x="3622954" y="2145487"/>
                  </a:lnTo>
                  <a:lnTo>
                    <a:pt x="3625583" y="2145487"/>
                  </a:lnTo>
                  <a:lnTo>
                    <a:pt x="3626701" y="2145017"/>
                  </a:lnTo>
                  <a:lnTo>
                    <a:pt x="3628567" y="2143163"/>
                  </a:lnTo>
                  <a:lnTo>
                    <a:pt x="3629025" y="2142045"/>
                  </a:lnTo>
                  <a:lnTo>
                    <a:pt x="3629025" y="2139404"/>
                  </a:lnTo>
                  <a:close/>
                </a:path>
                <a:path w="4819650" h="2679700">
                  <a:moveTo>
                    <a:pt x="3629025" y="1605419"/>
                  </a:moveTo>
                  <a:lnTo>
                    <a:pt x="3628567" y="1604302"/>
                  </a:lnTo>
                  <a:lnTo>
                    <a:pt x="3626701" y="1602435"/>
                  </a:lnTo>
                  <a:lnTo>
                    <a:pt x="3625583" y="1601965"/>
                  </a:lnTo>
                  <a:lnTo>
                    <a:pt x="3622954" y="1601965"/>
                  </a:lnTo>
                  <a:lnTo>
                    <a:pt x="3621836" y="1602435"/>
                  </a:lnTo>
                  <a:lnTo>
                    <a:pt x="3619970" y="1604302"/>
                  </a:lnTo>
                  <a:lnTo>
                    <a:pt x="3619500" y="1605419"/>
                  </a:lnTo>
                  <a:lnTo>
                    <a:pt x="3619500" y="1608048"/>
                  </a:lnTo>
                  <a:lnTo>
                    <a:pt x="3619970" y="1609166"/>
                  </a:lnTo>
                  <a:lnTo>
                    <a:pt x="3621836" y="1611033"/>
                  </a:lnTo>
                  <a:lnTo>
                    <a:pt x="3622954" y="1611490"/>
                  </a:lnTo>
                  <a:lnTo>
                    <a:pt x="3625583" y="1611490"/>
                  </a:lnTo>
                  <a:lnTo>
                    <a:pt x="3626701" y="1611033"/>
                  </a:lnTo>
                  <a:lnTo>
                    <a:pt x="3628567" y="1609166"/>
                  </a:lnTo>
                  <a:lnTo>
                    <a:pt x="3629025" y="1608048"/>
                  </a:lnTo>
                  <a:lnTo>
                    <a:pt x="3629025" y="1605419"/>
                  </a:lnTo>
                  <a:close/>
                </a:path>
                <a:path w="4819650" h="2679700">
                  <a:moveTo>
                    <a:pt x="3629025" y="1071422"/>
                  </a:moveTo>
                  <a:lnTo>
                    <a:pt x="3628567" y="1070305"/>
                  </a:lnTo>
                  <a:lnTo>
                    <a:pt x="3626701" y="1068451"/>
                  </a:lnTo>
                  <a:lnTo>
                    <a:pt x="3625583" y="1067981"/>
                  </a:lnTo>
                  <a:lnTo>
                    <a:pt x="3622954" y="1067981"/>
                  </a:lnTo>
                  <a:lnTo>
                    <a:pt x="3621836" y="1068451"/>
                  </a:lnTo>
                  <a:lnTo>
                    <a:pt x="3619970" y="1070305"/>
                  </a:lnTo>
                  <a:lnTo>
                    <a:pt x="3619500" y="1071422"/>
                  </a:lnTo>
                  <a:lnTo>
                    <a:pt x="3619500" y="1074051"/>
                  </a:lnTo>
                  <a:lnTo>
                    <a:pt x="3619970" y="1075182"/>
                  </a:lnTo>
                  <a:lnTo>
                    <a:pt x="3621836" y="1077036"/>
                  </a:lnTo>
                  <a:lnTo>
                    <a:pt x="3622954" y="1077506"/>
                  </a:lnTo>
                  <a:lnTo>
                    <a:pt x="3625583" y="1077506"/>
                  </a:lnTo>
                  <a:lnTo>
                    <a:pt x="3626701" y="1077036"/>
                  </a:lnTo>
                  <a:lnTo>
                    <a:pt x="3628567" y="1075182"/>
                  </a:lnTo>
                  <a:lnTo>
                    <a:pt x="3629025" y="1074051"/>
                  </a:lnTo>
                  <a:lnTo>
                    <a:pt x="3629025" y="1071422"/>
                  </a:lnTo>
                  <a:close/>
                </a:path>
                <a:path w="4819650" h="2679700">
                  <a:moveTo>
                    <a:pt x="3629025" y="537438"/>
                  </a:moveTo>
                  <a:lnTo>
                    <a:pt x="3628567" y="536308"/>
                  </a:lnTo>
                  <a:lnTo>
                    <a:pt x="3626701" y="534454"/>
                  </a:lnTo>
                  <a:lnTo>
                    <a:pt x="3625583" y="533984"/>
                  </a:lnTo>
                  <a:lnTo>
                    <a:pt x="3622954" y="533984"/>
                  </a:lnTo>
                  <a:lnTo>
                    <a:pt x="3621836" y="534454"/>
                  </a:lnTo>
                  <a:lnTo>
                    <a:pt x="3619970" y="536308"/>
                  </a:lnTo>
                  <a:lnTo>
                    <a:pt x="3619500" y="537438"/>
                  </a:lnTo>
                  <a:lnTo>
                    <a:pt x="3619500" y="540067"/>
                  </a:lnTo>
                  <a:lnTo>
                    <a:pt x="3619970" y="541185"/>
                  </a:lnTo>
                  <a:lnTo>
                    <a:pt x="3621836" y="543052"/>
                  </a:lnTo>
                  <a:lnTo>
                    <a:pt x="3622954" y="543509"/>
                  </a:lnTo>
                  <a:lnTo>
                    <a:pt x="3625583" y="543509"/>
                  </a:lnTo>
                  <a:lnTo>
                    <a:pt x="3626701" y="543052"/>
                  </a:lnTo>
                  <a:lnTo>
                    <a:pt x="3628567" y="541185"/>
                  </a:lnTo>
                  <a:lnTo>
                    <a:pt x="3629025" y="540067"/>
                  </a:lnTo>
                  <a:lnTo>
                    <a:pt x="3629025" y="537438"/>
                  </a:lnTo>
                  <a:close/>
                </a:path>
                <a:path w="4819650" h="2679700">
                  <a:moveTo>
                    <a:pt x="3629025" y="3441"/>
                  </a:moveTo>
                  <a:lnTo>
                    <a:pt x="3628567" y="2324"/>
                  </a:lnTo>
                  <a:lnTo>
                    <a:pt x="3626701" y="469"/>
                  </a:lnTo>
                  <a:lnTo>
                    <a:pt x="3625583" y="0"/>
                  </a:lnTo>
                  <a:lnTo>
                    <a:pt x="3622954" y="0"/>
                  </a:lnTo>
                  <a:lnTo>
                    <a:pt x="3621836" y="469"/>
                  </a:lnTo>
                  <a:lnTo>
                    <a:pt x="3619970" y="2324"/>
                  </a:lnTo>
                  <a:lnTo>
                    <a:pt x="3619500" y="3441"/>
                  </a:lnTo>
                  <a:lnTo>
                    <a:pt x="3619500" y="6070"/>
                  </a:lnTo>
                  <a:lnTo>
                    <a:pt x="3619970" y="7200"/>
                  </a:lnTo>
                  <a:lnTo>
                    <a:pt x="3621836" y="9055"/>
                  </a:lnTo>
                  <a:lnTo>
                    <a:pt x="3622954" y="9525"/>
                  </a:lnTo>
                  <a:lnTo>
                    <a:pt x="3625583" y="9525"/>
                  </a:lnTo>
                  <a:lnTo>
                    <a:pt x="3626701" y="9055"/>
                  </a:lnTo>
                  <a:lnTo>
                    <a:pt x="3628567" y="7200"/>
                  </a:lnTo>
                  <a:lnTo>
                    <a:pt x="3629025" y="6070"/>
                  </a:lnTo>
                  <a:lnTo>
                    <a:pt x="3629025" y="3441"/>
                  </a:lnTo>
                  <a:close/>
                </a:path>
                <a:path w="4819650" h="2679700">
                  <a:moveTo>
                    <a:pt x="3676650" y="2673400"/>
                  </a:moveTo>
                  <a:lnTo>
                    <a:pt x="3676192" y="2672283"/>
                  </a:lnTo>
                  <a:lnTo>
                    <a:pt x="3674326" y="2670416"/>
                  </a:lnTo>
                  <a:lnTo>
                    <a:pt x="3673208" y="2669946"/>
                  </a:lnTo>
                  <a:lnTo>
                    <a:pt x="3670579" y="2669946"/>
                  </a:lnTo>
                  <a:lnTo>
                    <a:pt x="3669461" y="2670416"/>
                  </a:lnTo>
                  <a:lnTo>
                    <a:pt x="3667595" y="2672283"/>
                  </a:lnTo>
                  <a:lnTo>
                    <a:pt x="3667125" y="2673400"/>
                  </a:lnTo>
                  <a:lnTo>
                    <a:pt x="3667125" y="2676029"/>
                  </a:lnTo>
                  <a:lnTo>
                    <a:pt x="3667595" y="2677147"/>
                  </a:lnTo>
                  <a:lnTo>
                    <a:pt x="3669461" y="2679014"/>
                  </a:lnTo>
                  <a:lnTo>
                    <a:pt x="3670579" y="2679471"/>
                  </a:lnTo>
                  <a:lnTo>
                    <a:pt x="3673208" y="2679471"/>
                  </a:lnTo>
                  <a:lnTo>
                    <a:pt x="3674326" y="2679014"/>
                  </a:lnTo>
                  <a:lnTo>
                    <a:pt x="3676192" y="2677147"/>
                  </a:lnTo>
                  <a:lnTo>
                    <a:pt x="3676650" y="2676029"/>
                  </a:lnTo>
                  <a:lnTo>
                    <a:pt x="3676650" y="2673400"/>
                  </a:lnTo>
                  <a:close/>
                </a:path>
                <a:path w="4819650" h="2679700">
                  <a:moveTo>
                    <a:pt x="3676650" y="2139404"/>
                  </a:moveTo>
                  <a:lnTo>
                    <a:pt x="3676192" y="2138286"/>
                  </a:lnTo>
                  <a:lnTo>
                    <a:pt x="3674326" y="2136432"/>
                  </a:lnTo>
                  <a:lnTo>
                    <a:pt x="3673208" y="2135962"/>
                  </a:lnTo>
                  <a:lnTo>
                    <a:pt x="3670579" y="2135962"/>
                  </a:lnTo>
                  <a:lnTo>
                    <a:pt x="3669461" y="2136432"/>
                  </a:lnTo>
                  <a:lnTo>
                    <a:pt x="3667595" y="2138286"/>
                  </a:lnTo>
                  <a:lnTo>
                    <a:pt x="3667125" y="2139404"/>
                  </a:lnTo>
                  <a:lnTo>
                    <a:pt x="3667125" y="2142045"/>
                  </a:lnTo>
                  <a:lnTo>
                    <a:pt x="3667595" y="2143163"/>
                  </a:lnTo>
                  <a:lnTo>
                    <a:pt x="3669461" y="2145017"/>
                  </a:lnTo>
                  <a:lnTo>
                    <a:pt x="3670579" y="2145487"/>
                  </a:lnTo>
                  <a:lnTo>
                    <a:pt x="3673208" y="2145487"/>
                  </a:lnTo>
                  <a:lnTo>
                    <a:pt x="3674326" y="2145017"/>
                  </a:lnTo>
                  <a:lnTo>
                    <a:pt x="3676192" y="2143163"/>
                  </a:lnTo>
                  <a:lnTo>
                    <a:pt x="3676650" y="2142045"/>
                  </a:lnTo>
                  <a:lnTo>
                    <a:pt x="3676650" y="2139404"/>
                  </a:lnTo>
                  <a:close/>
                </a:path>
                <a:path w="4819650" h="2679700">
                  <a:moveTo>
                    <a:pt x="3676650" y="1605419"/>
                  </a:moveTo>
                  <a:lnTo>
                    <a:pt x="3676192" y="1604302"/>
                  </a:lnTo>
                  <a:lnTo>
                    <a:pt x="3674326" y="1602435"/>
                  </a:lnTo>
                  <a:lnTo>
                    <a:pt x="3673208" y="1601965"/>
                  </a:lnTo>
                  <a:lnTo>
                    <a:pt x="3670579" y="1601965"/>
                  </a:lnTo>
                  <a:lnTo>
                    <a:pt x="3669461" y="1602435"/>
                  </a:lnTo>
                  <a:lnTo>
                    <a:pt x="3667595" y="1604302"/>
                  </a:lnTo>
                  <a:lnTo>
                    <a:pt x="3667125" y="1605419"/>
                  </a:lnTo>
                  <a:lnTo>
                    <a:pt x="3667125" y="1608048"/>
                  </a:lnTo>
                  <a:lnTo>
                    <a:pt x="3667595" y="1609166"/>
                  </a:lnTo>
                  <a:lnTo>
                    <a:pt x="3669461" y="1611033"/>
                  </a:lnTo>
                  <a:lnTo>
                    <a:pt x="3670579" y="1611490"/>
                  </a:lnTo>
                  <a:lnTo>
                    <a:pt x="3673208" y="1611490"/>
                  </a:lnTo>
                  <a:lnTo>
                    <a:pt x="3674326" y="1611033"/>
                  </a:lnTo>
                  <a:lnTo>
                    <a:pt x="3676192" y="1609166"/>
                  </a:lnTo>
                  <a:lnTo>
                    <a:pt x="3676650" y="1608048"/>
                  </a:lnTo>
                  <a:lnTo>
                    <a:pt x="3676650" y="1605419"/>
                  </a:lnTo>
                  <a:close/>
                </a:path>
                <a:path w="4819650" h="2679700">
                  <a:moveTo>
                    <a:pt x="3676650" y="1071422"/>
                  </a:moveTo>
                  <a:lnTo>
                    <a:pt x="3676192" y="1070305"/>
                  </a:lnTo>
                  <a:lnTo>
                    <a:pt x="3674326" y="1068451"/>
                  </a:lnTo>
                  <a:lnTo>
                    <a:pt x="3673208" y="1067981"/>
                  </a:lnTo>
                  <a:lnTo>
                    <a:pt x="3670579" y="1067981"/>
                  </a:lnTo>
                  <a:lnTo>
                    <a:pt x="3669461" y="1068451"/>
                  </a:lnTo>
                  <a:lnTo>
                    <a:pt x="3667595" y="1070305"/>
                  </a:lnTo>
                  <a:lnTo>
                    <a:pt x="3667125" y="1071422"/>
                  </a:lnTo>
                  <a:lnTo>
                    <a:pt x="3667125" y="1074051"/>
                  </a:lnTo>
                  <a:lnTo>
                    <a:pt x="3667595" y="1075182"/>
                  </a:lnTo>
                  <a:lnTo>
                    <a:pt x="3669461" y="1077036"/>
                  </a:lnTo>
                  <a:lnTo>
                    <a:pt x="3670579" y="1077506"/>
                  </a:lnTo>
                  <a:lnTo>
                    <a:pt x="3673208" y="1077506"/>
                  </a:lnTo>
                  <a:lnTo>
                    <a:pt x="3674326" y="1077036"/>
                  </a:lnTo>
                  <a:lnTo>
                    <a:pt x="3676192" y="1075182"/>
                  </a:lnTo>
                  <a:lnTo>
                    <a:pt x="3676650" y="1074051"/>
                  </a:lnTo>
                  <a:lnTo>
                    <a:pt x="3676650" y="1071422"/>
                  </a:lnTo>
                  <a:close/>
                </a:path>
                <a:path w="4819650" h="2679700">
                  <a:moveTo>
                    <a:pt x="3676650" y="537438"/>
                  </a:moveTo>
                  <a:lnTo>
                    <a:pt x="3676192" y="536308"/>
                  </a:lnTo>
                  <a:lnTo>
                    <a:pt x="3674326" y="534454"/>
                  </a:lnTo>
                  <a:lnTo>
                    <a:pt x="3673208" y="533984"/>
                  </a:lnTo>
                  <a:lnTo>
                    <a:pt x="3670579" y="533984"/>
                  </a:lnTo>
                  <a:lnTo>
                    <a:pt x="3669461" y="534454"/>
                  </a:lnTo>
                  <a:lnTo>
                    <a:pt x="3667595" y="536308"/>
                  </a:lnTo>
                  <a:lnTo>
                    <a:pt x="3667125" y="537438"/>
                  </a:lnTo>
                  <a:lnTo>
                    <a:pt x="3667125" y="540067"/>
                  </a:lnTo>
                  <a:lnTo>
                    <a:pt x="3667595" y="541185"/>
                  </a:lnTo>
                  <a:lnTo>
                    <a:pt x="3669461" y="543052"/>
                  </a:lnTo>
                  <a:lnTo>
                    <a:pt x="3670579" y="543509"/>
                  </a:lnTo>
                  <a:lnTo>
                    <a:pt x="3673208" y="543509"/>
                  </a:lnTo>
                  <a:lnTo>
                    <a:pt x="3674326" y="543052"/>
                  </a:lnTo>
                  <a:lnTo>
                    <a:pt x="3676192" y="541185"/>
                  </a:lnTo>
                  <a:lnTo>
                    <a:pt x="3676650" y="540067"/>
                  </a:lnTo>
                  <a:lnTo>
                    <a:pt x="3676650" y="537438"/>
                  </a:lnTo>
                  <a:close/>
                </a:path>
                <a:path w="4819650" h="2679700">
                  <a:moveTo>
                    <a:pt x="3676650" y="3441"/>
                  </a:moveTo>
                  <a:lnTo>
                    <a:pt x="3676192" y="2324"/>
                  </a:lnTo>
                  <a:lnTo>
                    <a:pt x="3674326" y="469"/>
                  </a:lnTo>
                  <a:lnTo>
                    <a:pt x="3673208" y="0"/>
                  </a:lnTo>
                  <a:lnTo>
                    <a:pt x="3670579" y="0"/>
                  </a:lnTo>
                  <a:lnTo>
                    <a:pt x="3669461" y="469"/>
                  </a:lnTo>
                  <a:lnTo>
                    <a:pt x="3667595" y="2324"/>
                  </a:lnTo>
                  <a:lnTo>
                    <a:pt x="3667125" y="3441"/>
                  </a:lnTo>
                  <a:lnTo>
                    <a:pt x="3667125" y="6070"/>
                  </a:lnTo>
                  <a:lnTo>
                    <a:pt x="3667595" y="7200"/>
                  </a:lnTo>
                  <a:lnTo>
                    <a:pt x="3669461" y="9055"/>
                  </a:lnTo>
                  <a:lnTo>
                    <a:pt x="3670579" y="9525"/>
                  </a:lnTo>
                  <a:lnTo>
                    <a:pt x="3673208" y="9525"/>
                  </a:lnTo>
                  <a:lnTo>
                    <a:pt x="3674326" y="9055"/>
                  </a:lnTo>
                  <a:lnTo>
                    <a:pt x="3676192" y="7200"/>
                  </a:lnTo>
                  <a:lnTo>
                    <a:pt x="3676650" y="6070"/>
                  </a:lnTo>
                  <a:lnTo>
                    <a:pt x="3676650" y="3441"/>
                  </a:lnTo>
                  <a:close/>
                </a:path>
                <a:path w="4819650" h="2679700">
                  <a:moveTo>
                    <a:pt x="3724275" y="2673400"/>
                  </a:moveTo>
                  <a:lnTo>
                    <a:pt x="3723817" y="2672283"/>
                  </a:lnTo>
                  <a:lnTo>
                    <a:pt x="3721951" y="2670416"/>
                  </a:lnTo>
                  <a:lnTo>
                    <a:pt x="3720833" y="2669946"/>
                  </a:lnTo>
                  <a:lnTo>
                    <a:pt x="3718204" y="2669946"/>
                  </a:lnTo>
                  <a:lnTo>
                    <a:pt x="3717086" y="2670416"/>
                  </a:lnTo>
                  <a:lnTo>
                    <a:pt x="3715220" y="2672283"/>
                  </a:lnTo>
                  <a:lnTo>
                    <a:pt x="3714750" y="2673400"/>
                  </a:lnTo>
                  <a:lnTo>
                    <a:pt x="3714750" y="2676029"/>
                  </a:lnTo>
                  <a:lnTo>
                    <a:pt x="3715220" y="2677147"/>
                  </a:lnTo>
                  <a:lnTo>
                    <a:pt x="3717086" y="2679014"/>
                  </a:lnTo>
                  <a:lnTo>
                    <a:pt x="3718204" y="2679471"/>
                  </a:lnTo>
                  <a:lnTo>
                    <a:pt x="3720833" y="2679471"/>
                  </a:lnTo>
                  <a:lnTo>
                    <a:pt x="3721951" y="2679014"/>
                  </a:lnTo>
                  <a:lnTo>
                    <a:pt x="3723817" y="2677147"/>
                  </a:lnTo>
                  <a:lnTo>
                    <a:pt x="3724275" y="2676029"/>
                  </a:lnTo>
                  <a:lnTo>
                    <a:pt x="3724275" y="2673400"/>
                  </a:lnTo>
                  <a:close/>
                </a:path>
                <a:path w="4819650" h="2679700">
                  <a:moveTo>
                    <a:pt x="3724275" y="2139404"/>
                  </a:moveTo>
                  <a:lnTo>
                    <a:pt x="3723817" y="2138286"/>
                  </a:lnTo>
                  <a:lnTo>
                    <a:pt x="3721951" y="2136432"/>
                  </a:lnTo>
                  <a:lnTo>
                    <a:pt x="3720833" y="2135962"/>
                  </a:lnTo>
                  <a:lnTo>
                    <a:pt x="3718204" y="2135962"/>
                  </a:lnTo>
                  <a:lnTo>
                    <a:pt x="3717086" y="2136432"/>
                  </a:lnTo>
                  <a:lnTo>
                    <a:pt x="3715220" y="2138286"/>
                  </a:lnTo>
                  <a:lnTo>
                    <a:pt x="3714750" y="2139404"/>
                  </a:lnTo>
                  <a:lnTo>
                    <a:pt x="3714750" y="2142045"/>
                  </a:lnTo>
                  <a:lnTo>
                    <a:pt x="3715220" y="2143163"/>
                  </a:lnTo>
                  <a:lnTo>
                    <a:pt x="3717086" y="2145017"/>
                  </a:lnTo>
                  <a:lnTo>
                    <a:pt x="3718204" y="2145487"/>
                  </a:lnTo>
                  <a:lnTo>
                    <a:pt x="3720833" y="2145487"/>
                  </a:lnTo>
                  <a:lnTo>
                    <a:pt x="3721951" y="2145017"/>
                  </a:lnTo>
                  <a:lnTo>
                    <a:pt x="3723817" y="2143163"/>
                  </a:lnTo>
                  <a:lnTo>
                    <a:pt x="3724275" y="2142045"/>
                  </a:lnTo>
                  <a:lnTo>
                    <a:pt x="3724275" y="2139404"/>
                  </a:lnTo>
                  <a:close/>
                </a:path>
                <a:path w="4819650" h="2679700">
                  <a:moveTo>
                    <a:pt x="3724275" y="1605419"/>
                  </a:moveTo>
                  <a:lnTo>
                    <a:pt x="3723817" y="1604302"/>
                  </a:lnTo>
                  <a:lnTo>
                    <a:pt x="3721951" y="1602435"/>
                  </a:lnTo>
                  <a:lnTo>
                    <a:pt x="3720833" y="1601965"/>
                  </a:lnTo>
                  <a:lnTo>
                    <a:pt x="3718204" y="1601965"/>
                  </a:lnTo>
                  <a:lnTo>
                    <a:pt x="3717086" y="1602435"/>
                  </a:lnTo>
                  <a:lnTo>
                    <a:pt x="3715220" y="1604302"/>
                  </a:lnTo>
                  <a:lnTo>
                    <a:pt x="3714750" y="1605419"/>
                  </a:lnTo>
                  <a:lnTo>
                    <a:pt x="3714750" y="1608048"/>
                  </a:lnTo>
                  <a:lnTo>
                    <a:pt x="3715220" y="1609166"/>
                  </a:lnTo>
                  <a:lnTo>
                    <a:pt x="3717086" y="1611033"/>
                  </a:lnTo>
                  <a:lnTo>
                    <a:pt x="3718204" y="1611490"/>
                  </a:lnTo>
                  <a:lnTo>
                    <a:pt x="3720833" y="1611490"/>
                  </a:lnTo>
                  <a:lnTo>
                    <a:pt x="3721951" y="1611033"/>
                  </a:lnTo>
                  <a:lnTo>
                    <a:pt x="3723817" y="1609166"/>
                  </a:lnTo>
                  <a:lnTo>
                    <a:pt x="3724275" y="1608048"/>
                  </a:lnTo>
                  <a:lnTo>
                    <a:pt x="3724275" y="1605419"/>
                  </a:lnTo>
                  <a:close/>
                </a:path>
                <a:path w="4819650" h="2679700">
                  <a:moveTo>
                    <a:pt x="3724275" y="1071422"/>
                  </a:moveTo>
                  <a:lnTo>
                    <a:pt x="3723817" y="1070305"/>
                  </a:lnTo>
                  <a:lnTo>
                    <a:pt x="3721951" y="1068451"/>
                  </a:lnTo>
                  <a:lnTo>
                    <a:pt x="3720833" y="1067981"/>
                  </a:lnTo>
                  <a:lnTo>
                    <a:pt x="3718204" y="1067981"/>
                  </a:lnTo>
                  <a:lnTo>
                    <a:pt x="3717086" y="1068451"/>
                  </a:lnTo>
                  <a:lnTo>
                    <a:pt x="3715220" y="1070305"/>
                  </a:lnTo>
                  <a:lnTo>
                    <a:pt x="3714750" y="1071422"/>
                  </a:lnTo>
                  <a:lnTo>
                    <a:pt x="3714750" y="1074051"/>
                  </a:lnTo>
                  <a:lnTo>
                    <a:pt x="3715220" y="1075182"/>
                  </a:lnTo>
                  <a:lnTo>
                    <a:pt x="3717086" y="1077036"/>
                  </a:lnTo>
                  <a:lnTo>
                    <a:pt x="3718204" y="1077506"/>
                  </a:lnTo>
                  <a:lnTo>
                    <a:pt x="3720833" y="1077506"/>
                  </a:lnTo>
                  <a:lnTo>
                    <a:pt x="3721951" y="1077036"/>
                  </a:lnTo>
                  <a:lnTo>
                    <a:pt x="3723817" y="1075182"/>
                  </a:lnTo>
                  <a:lnTo>
                    <a:pt x="3724275" y="1074051"/>
                  </a:lnTo>
                  <a:lnTo>
                    <a:pt x="3724275" y="1071422"/>
                  </a:lnTo>
                  <a:close/>
                </a:path>
                <a:path w="4819650" h="2679700">
                  <a:moveTo>
                    <a:pt x="3724275" y="537438"/>
                  </a:moveTo>
                  <a:lnTo>
                    <a:pt x="3723817" y="536308"/>
                  </a:lnTo>
                  <a:lnTo>
                    <a:pt x="3721951" y="534454"/>
                  </a:lnTo>
                  <a:lnTo>
                    <a:pt x="3720833" y="533984"/>
                  </a:lnTo>
                  <a:lnTo>
                    <a:pt x="3718204" y="533984"/>
                  </a:lnTo>
                  <a:lnTo>
                    <a:pt x="3717086" y="534454"/>
                  </a:lnTo>
                  <a:lnTo>
                    <a:pt x="3715220" y="536308"/>
                  </a:lnTo>
                  <a:lnTo>
                    <a:pt x="3714750" y="537438"/>
                  </a:lnTo>
                  <a:lnTo>
                    <a:pt x="3714750" y="540067"/>
                  </a:lnTo>
                  <a:lnTo>
                    <a:pt x="3715220" y="541185"/>
                  </a:lnTo>
                  <a:lnTo>
                    <a:pt x="3717086" y="543052"/>
                  </a:lnTo>
                  <a:lnTo>
                    <a:pt x="3718204" y="543509"/>
                  </a:lnTo>
                  <a:lnTo>
                    <a:pt x="3720833" y="543509"/>
                  </a:lnTo>
                  <a:lnTo>
                    <a:pt x="3721951" y="543052"/>
                  </a:lnTo>
                  <a:lnTo>
                    <a:pt x="3723817" y="541185"/>
                  </a:lnTo>
                  <a:lnTo>
                    <a:pt x="3724275" y="540067"/>
                  </a:lnTo>
                  <a:lnTo>
                    <a:pt x="3724275" y="537438"/>
                  </a:lnTo>
                  <a:close/>
                </a:path>
                <a:path w="4819650" h="2679700">
                  <a:moveTo>
                    <a:pt x="3724275" y="3441"/>
                  </a:moveTo>
                  <a:lnTo>
                    <a:pt x="3723817" y="2324"/>
                  </a:lnTo>
                  <a:lnTo>
                    <a:pt x="3721951" y="469"/>
                  </a:lnTo>
                  <a:lnTo>
                    <a:pt x="3720833" y="0"/>
                  </a:lnTo>
                  <a:lnTo>
                    <a:pt x="3718204" y="0"/>
                  </a:lnTo>
                  <a:lnTo>
                    <a:pt x="3717086" y="469"/>
                  </a:lnTo>
                  <a:lnTo>
                    <a:pt x="3715220" y="2324"/>
                  </a:lnTo>
                  <a:lnTo>
                    <a:pt x="3714750" y="3441"/>
                  </a:lnTo>
                  <a:lnTo>
                    <a:pt x="3714750" y="6070"/>
                  </a:lnTo>
                  <a:lnTo>
                    <a:pt x="3715220" y="7200"/>
                  </a:lnTo>
                  <a:lnTo>
                    <a:pt x="3717086" y="9055"/>
                  </a:lnTo>
                  <a:lnTo>
                    <a:pt x="3718204" y="9525"/>
                  </a:lnTo>
                  <a:lnTo>
                    <a:pt x="3720833" y="9525"/>
                  </a:lnTo>
                  <a:lnTo>
                    <a:pt x="3721951" y="9055"/>
                  </a:lnTo>
                  <a:lnTo>
                    <a:pt x="3723817" y="7200"/>
                  </a:lnTo>
                  <a:lnTo>
                    <a:pt x="3724275" y="6070"/>
                  </a:lnTo>
                  <a:lnTo>
                    <a:pt x="3724275" y="3441"/>
                  </a:lnTo>
                  <a:close/>
                </a:path>
                <a:path w="4819650" h="2679700">
                  <a:moveTo>
                    <a:pt x="3771900" y="2673400"/>
                  </a:moveTo>
                  <a:lnTo>
                    <a:pt x="3771442" y="2672283"/>
                  </a:lnTo>
                  <a:lnTo>
                    <a:pt x="3769576" y="2670416"/>
                  </a:lnTo>
                  <a:lnTo>
                    <a:pt x="3768458" y="2669946"/>
                  </a:lnTo>
                  <a:lnTo>
                    <a:pt x="3765829" y="2669946"/>
                  </a:lnTo>
                  <a:lnTo>
                    <a:pt x="3764711" y="2670416"/>
                  </a:lnTo>
                  <a:lnTo>
                    <a:pt x="3762845" y="2672283"/>
                  </a:lnTo>
                  <a:lnTo>
                    <a:pt x="3762375" y="2673400"/>
                  </a:lnTo>
                  <a:lnTo>
                    <a:pt x="3762375" y="2676029"/>
                  </a:lnTo>
                  <a:lnTo>
                    <a:pt x="3762845" y="2677147"/>
                  </a:lnTo>
                  <a:lnTo>
                    <a:pt x="3764711" y="2679014"/>
                  </a:lnTo>
                  <a:lnTo>
                    <a:pt x="3765829" y="2679471"/>
                  </a:lnTo>
                  <a:lnTo>
                    <a:pt x="3768458" y="2679471"/>
                  </a:lnTo>
                  <a:lnTo>
                    <a:pt x="3769576" y="2679014"/>
                  </a:lnTo>
                  <a:lnTo>
                    <a:pt x="3771442" y="2677147"/>
                  </a:lnTo>
                  <a:lnTo>
                    <a:pt x="3771900" y="2676029"/>
                  </a:lnTo>
                  <a:lnTo>
                    <a:pt x="3771900" y="2673400"/>
                  </a:lnTo>
                  <a:close/>
                </a:path>
                <a:path w="4819650" h="2679700">
                  <a:moveTo>
                    <a:pt x="3771900" y="2139404"/>
                  </a:moveTo>
                  <a:lnTo>
                    <a:pt x="3771442" y="2138286"/>
                  </a:lnTo>
                  <a:lnTo>
                    <a:pt x="3769576" y="2136432"/>
                  </a:lnTo>
                  <a:lnTo>
                    <a:pt x="3768458" y="2135962"/>
                  </a:lnTo>
                  <a:lnTo>
                    <a:pt x="3765829" y="2135962"/>
                  </a:lnTo>
                  <a:lnTo>
                    <a:pt x="3764711" y="2136432"/>
                  </a:lnTo>
                  <a:lnTo>
                    <a:pt x="3762845" y="2138286"/>
                  </a:lnTo>
                  <a:lnTo>
                    <a:pt x="3762375" y="2139404"/>
                  </a:lnTo>
                  <a:lnTo>
                    <a:pt x="3762375" y="2142045"/>
                  </a:lnTo>
                  <a:lnTo>
                    <a:pt x="3762845" y="2143163"/>
                  </a:lnTo>
                  <a:lnTo>
                    <a:pt x="3764711" y="2145017"/>
                  </a:lnTo>
                  <a:lnTo>
                    <a:pt x="3765829" y="2145487"/>
                  </a:lnTo>
                  <a:lnTo>
                    <a:pt x="3768458" y="2145487"/>
                  </a:lnTo>
                  <a:lnTo>
                    <a:pt x="3769576" y="2145017"/>
                  </a:lnTo>
                  <a:lnTo>
                    <a:pt x="3771442" y="2143163"/>
                  </a:lnTo>
                  <a:lnTo>
                    <a:pt x="3771900" y="2142045"/>
                  </a:lnTo>
                  <a:lnTo>
                    <a:pt x="3771900" y="2139404"/>
                  </a:lnTo>
                  <a:close/>
                </a:path>
                <a:path w="4819650" h="2679700">
                  <a:moveTo>
                    <a:pt x="3771900" y="1605419"/>
                  </a:moveTo>
                  <a:lnTo>
                    <a:pt x="3771442" y="1604302"/>
                  </a:lnTo>
                  <a:lnTo>
                    <a:pt x="3769576" y="1602435"/>
                  </a:lnTo>
                  <a:lnTo>
                    <a:pt x="3768458" y="1601965"/>
                  </a:lnTo>
                  <a:lnTo>
                    <a:pt x="3765829" y="1601965"/>
                  </a:lnTo>
                  <a:lnTo>
                    <a:pt x="3764711" y="1602435"/>
                  </a:lnTo>
                  <a:lnTo>
                    <a:pt x="3762845" y="1604302"/>
                  </a:lnTo>
                  <a:lnTo>
                    <a:pt x="3762375" y="1605419"/>
                  </a:lnTo>
                  <a:lnTo>
                    <a:pt x="3762375" y="1608048"/>
                  </a:lnTo>
                  <a:lnTo>
                    <a:pt x="3762845" y="1609166"/>
                  </a:lnTo>
                  <a:lnTo>
                    <a:pt x="3764711" y="1611033"/>
                  </a:lnTo>
                  <a:lnTo>
                    <a:pt x="3765829" y="1611490"/>
                  </a:lnTo>
                  <a:lnTo>
                    <a:pt x="3768458" y="1611490"/>
                  </a:lnTo>
                  <a:lnTo>
                    <a:pt x="3769576" y="1611033"/>
                  </a:lnTo>
                  <a:lnTo>
                    <a:pt x="3771442" y="1609166"/>
                  </a:lnTo>
                  <a:lnTo>
                    <a:pt x="3771900" y="1608048"/>
                  </a:lnTo>
                  <a:lnTo>
                    <a:pt x="3771900" y="1605419"/>
                  </a:lnTo>
                  <a:close/>
                </a:path>
                <a:path w="4819650" h="2679700">
                  <a:moveTo>
                    <a:pt x="3771900" y="1071422"/>
                  </a:moveTo>
                  <a:lnTo>
                    <a:pt x="3771442" y="1070305"/>
                  </a:lnTo>
                  <a:lnTo>
                    <a:pt x="3769576" y="1068451"/>
                  </a:lnTo>
                  <a:lnTo>
                    <a:pt x="3768458" y="1067981"/>
                  </a:lnTo>
                  <a:lnTo>
                    <a:pt x="3765829" y="1067981"/>
                  </a:lnTo>
                  <a:lnTo>
                    <a:pt x="3764711" y="1068451"/>
                  </a:lnTo>
                  <a:lnTo>
                    <a:pt x="3762845" y="1070305"/>
                  </a:lnTo>
                  <a:lnTo>
                    <a:pt x="3762375" y="1071422"/>
                  </a:lnTo>
                  <a:lnTo>
                    <a:pt x="3762375" y="1074051"/>
                  </a:lnTo>
                  <a:lnTo>
                    <a:pt x="3762845" y="1075182"/>
                  </a:lnTo>
                  <a:lnTo>
                    <a:pt x="3764711" y="1077036"/>
                  </a:lnTo>
                  <a:lnTo>
                    <a:pt x="3765829" y="1077506"/>
                  </a:lnTo>
                  <a:lnTo>
                    <a:pt x="3768458" y="1077506"/>
                  </a:lnTo>
                  <a:lnTo>
                    <a:pt x="3769576" y="1077036"/>
                  </a:lnTo>
                  <a:lnTo>
                    <a:pt x="3771442" y="1075182"/>
                  </a:lnTo>
                  <a:lnTo>
                    <a:pt x="3771900" y="1074051"/>
                  </a:lnTo>
                  <a:lnTo>
                    <a:pt x="3771900" y="1071422"/>
                  </a:lnTo>
                  <a:close/>
                </a:path>
                <a:path w="4819650" h="2679700">
                  <a:moveTo>
                    <a:pt x="3771900" y="537438"/>
                  </a:moveTo>
                  <a:lnTo>
                    <a:pt x="3771442" y="536308"/>
                  </a:lnTo>
                  <a:lnTo>
                    <a:pt x="3769576" y="534454"/>
                  </a:lnTo>
                  <a:lnTo>
                    <a:pt x="3768458" y="533984"/>
                  </a:lnTo>
                  <a:lnTo>
                    <a:pt x="3765829" y="533984"/>
                  </a:lnTo>
                  <a:lnTo>
                    <a:pt x="3764711" y="534454"/>
                  </a:lnTo>
                  <a:lnTo>
                    <a:pt x="3762845" y="536308"/>
                  </a:lnTo>
                  <a:lnTo>
                    <a:pt x="3762375" y="537438"/>
                  </a:lnTo>
                  <a:lnTo>
                    <a:pt x="3762375" y="540067"/>
                  </a:lnTo>
                  <a:lnTo>
                    <a:pt x="3762845" y="541185"/>
                  </a:lnTo>
                  <a:lnTo>
                    <a:pt x="3764711" y="543052"/>
                  </a:lnTo>
                  <a:lnTo>
                    <a:pt x="3765829" y="543509"/>
                  </a:lnTo>
                  <a:lnTo>
                    <a:pt x="3768458" y="543509"/>
                  </a:lnTo>
                  <a:lnTo>
                    <a:pt x="3769576" y="543052"/>
                  </a:lnTo>
                  <a:lnTo>
                    <a:pt x="3771442" y="541185"/>
                  </a:lnTo>
                  <a:lnTo>
                    <a:pt x="3771900" y="540067"/>
                  </a:lnTo>
                  <a:lnTo>
                    <a:pt x="3771900" y="537438"/>
                  </a:lnTo>
                  <a:close/>
                </a:path>
                <a:path w="4819650" h="2679700">
                  <a:moveTo>
                    <a:pt x="3771900" y="3441"/>
                  </a:moveTo>
                  <a:lnTo>
                    <a:pt x="3771442" y="2324"/>
                  </a:lnTo>
                  <a:lnTo>
                    <a:pt x="3769576" y="469"/>
                  </a:lnTo>
                  <a:lnTo>
                    <a:pt x="3768458" y="0"/>
                  </a:lnTo>
                  <a:lnTo>
                    <a:pt x="3765829" y="0"/>
                  </a:lnTo>
                  <a:lnTo>
                    <a:pt x="3764711" y="469"/>
                  </a:lnTo>
                  <a:lnTo>
                    <a:pt x="3762845" y="2324"/>
                  </a:lnTo>
                  <a:lnTo>
                    <a:pt x="3762375" y="3441"/>
                  </a:lnTo>
                  <a:lnTo>
                    <a:pt x="3762375" y="6070"/>
                  </a:lnTo>
                  <a:lnTo>
                    <a:pt x="3762845" y="7200"/>
                  </a:lnTo>
                  <a:lnTo>
                    <a:pt x="3764711" y="9055"/>
                  </a:lnTo>
                  <a:lnTo>
                    <a:pt x="3765829" y="9525"/>
                  </a:lnTo>
                  <a:lnTo>
                    <a:pt x="3768458" y="9525"/>
                  </a:lnTo>
                  <a:lnTo>
                    <a:pt x="3769576" y="9055"/>
                  </a:lnTo>
                  <a:lnTo>
                    <a:pt x="3771442" y="7200"/>
                  </a:lnTo>
                  <a:lnTo>
                    <a:pt x="3771900" y="6070"/>
                  </a:lnTo>
                  <a:lnTo>
                    <a:pt x="3771900" y="3441"/>
                  </a:lnTo>
                  <a:close/>
                </a:path>
                <a:path w="4819650" h="2679700">
                  <a:moveTo>
                    <a:pt x="3819525" y="2673400"/>
                  </a:moveTo>
                  <a:lnTo>
                    <a:pt x="3819067" y="2672283"/>
                  </a:lnTo>
                  <a:lnTo>
                    <a:pt x="3817201" y="2670416"/>
                  </a:lnTo>
                  <a:lnTo>
                    <a:pt x="3816083" y="2669946"/>
                  </a:lnTo>
                  <a:lnTo>
                    <a:pt x="3813454" y="2669946"/>
                  </a:lnTo>
                  <a:lnTo>
                    <a:pt x="3812336" y="2670416"/>
                  </a:lnTo>
                  <a:lnTo>
                    <a:pt x="3810470" y="2672283"/>
                  </a:lnTo>
                  <a:lnTo>
                    <a:pt x="3810000" y="2673400"/>
                  </a:lnTo>
                  <a:lnTo>
                    <a:pt x="3810000" y="2676029"/>
                  </a:lnTo>
                  <a:lnTo>
                    <a:pt x="3810470" y="2677147"/>
                  </a:lnTo>
                  <a:lnTo>
                    <a:pt x="3812336" y="2679014"/>
                  </a:lnTo>
                  <a:lnTo>
                    <a:pt x="3813454" y="2679471"/>
                  </a:lnTo>
                  <a:lnTo>
                    <a:pt x="3816083" y="2679471"/>
                  </a:lnTo>
                  <a:lnTo>
                    <a:pt x="3817201" y="2679014"/>
                  </a:lnTo>
                  <a:lnTo>
                    <a:pt x="3819067" y="2677147"/>
                  </a:lnTo>
                  <a:lnTo>
                    <a:pt x="3819525" y="2676029"/>
                  </a:lnTo>
                  <a:lnTo>
                    <a:pt x="3819525" y="2673400"/>
                  </a:lnTo>
                  <a:close/>
                </a:path>
                <a:path w="4819650" h="2679700">
                  <a:moveTo>
                    <a:pt x="3819525" y="2139404"/>
                  </a:moveTo>
                  <a:lnTo>
                    <a:pt x="3819067" y="2138286"/>
                  </a:lnTo>
                  <a:lnTo>
                    <a:pt x="3817201" y="2136432"/>
                  </a:lnTo>
                  <a:lnTo>
                    <a:pt x="3816083" y="2135962"/>
                  </a:lnTo>
                  <a:lnTo>
                    <a:pt x="3813454" y="2135962"/>
                  </a:lnTo>
                  <a:lnTo>
                    <a:pt x="3812336" y="2136432"/>
                  </a:lnTo>
                  <a:lnTo>
                    <a:pt x="3810470" y="2138286"/>
                  </a:lnTo>
                  <a:lnTo>
                    <a:pt x="3810000" y="2139404"/>
                  </a:lnTo>
                  <a:lnTo>
                    <a:pt x="3810000" y="2142045"/>
                  </a:lnTo>
                  <a:lnTo>
                    <a:pt x="3810470" y="2143163"/>
                  </a:lnTo>
                  <a:lnTo>
                    <a:pt x="3812336" y="2145017"/>
                  </a:lnTo>
                  <a:lnTo>
                    <a:pt x="3813454" y="2145487"/>
                  </a:lnTo>
                  <a:lnTo>
                    <a:pt x="3816083" y="2145487"/>
                  </a:lnTo>
                  <a:lnTo>
                    <a:pt x="3817201" y="2145017"/>
                  </a:lnTo>
                  <a:lnTo>
                    <a:pt x="3819067" y="2143163"/>
                  </a:lnTo>
                  <a:lnTo>
                    <a:pt x="3819525" y="2142045"/>
                  </a:lnTo>
                  <a:lnTo>
                    <a:pt x="3819525" y="2139404"/>
                  </a:lnTo>
                  <a:close/>
                </a:path>
                <a:path w="4819650" h="2679700">
                  <a:moveTo>
                    <a:pt x="3819525" y="1605419"/>
                  </a:moveTo>
                  <a:lnTo>
                    <a:pt x="3819067" y="1604302"/>
                  </a:lnTo>
                  <a:lnTo>
                    <a:pt x="3817201" y="1602435"/>
                  </a:lnTo>
                  <a:lnTo>
                    <a:pt x="3816083" y="1601965"/>
                  </a:lnTo>
                  <a:lnTo>
                    <a:pt x="3813454" y="1601965"/>
                  </a:lnTo>
                  <a:lnTo>
                    <a:pt x="3812336" y="1602435"/>
                  </a:lnTo>
                  <a:lnTo>
                    <a:pt x="3810470" y="1604302"/>
                  </a:lnTo>
                  <a:lnTo>
                    <a:pt x="3810000" y="1605419"/>
                  </a:lnTo>
                  <a:lnTo>
                    <a:pt x="3810000" y="1608048"/>
                  </a:lnTo>
                  <a:lnTo>
                    <a:pt x="3810470" y="1609166"/>
                  </a:lnTo>
                  <a:lnTo>
                    <a:pt x="3812336" y="1611033"/>
                  </a:lnTo>
                  <a:lnTo>
                    <a:pt x="3813454" y="1611490"/>
                  </a:lnTo>
                  <a:lnTo>
                    <a:pt x="3816083" y="1611490"/>
                  </a:lnTo>
                  <a:lnTo>
                    <a:pt x="3817201" y="1611033"/>
                  </a:lnTo>
                  <a:lnTo>
                    <a:pt x="3819067" y="1609166"/>
                  </a:lnTo>
                  <a:lnTo>
                    <a:pt x="3819525" y="1608048"/>
                  </a:lnTo>
                  <a:lnTo>
                    <a:pt x="3819525" y="1605419"/>
                  </a:lnTo>
                  <a:close/>
                </a:path>
                <a:path w="4819650" h="2679700">
                  <a:moveTo>
                    <a:pt x="3819525" y="1071422"/>
                  </a:moveTo>
                  <a:lnTo>
                    <a:pt x="3819067" y="1070305"/>
                  </a:lnTo>
                  <a:lnTo>
                    <a:pt x="3817201" y="1068451"/>
                  </a:lnTo>
                  <a:lnTo>
                    <a:pt x="3816083" y="1067981"/>
                  </a:lnTo>
                  <a:lnTo>
                    <a:pt x="3813454" y="1067981"/>
                  </a:lnTo>
                  <a:lnTo>
                    <a:pt x="3812336" y="1068451"/>
                  </a:lnTo>
                  <a:lnTo>
                    <a:pt x="3810470" y="1070305"/>
                  </a:lnTo>
                  <a:lnTo>
                    <a:pt x="3810000" y="1071422"/>
                  </a:lnTo>
                  <a:lnTo>
                    <a:pt x="3810000" y="1074051"/>
                  </a:lnTo>
                  <a:lnTo>
                    <a:pt x="3810470" y="1075182"/>
                  </a:lnTo>
                  <a:lnTo>
                    <a:pt x="3812336" y="1077036"/>
                  </a:lnTo>
                  <a:lnTo>
                    <a:pt x="3813454" y="1077506"/>
                  </a:lnTo>
                  <a:lnTo>
                    <a:pt x="3816083" y="1077506"/>
                  </a:lnTo>
                  <a:lnTo>
                    <a:pt x="3817201" y="1077036"/>
                  </a:lnTo>
                  <a:lnTo>
                    <a:pt x="3819067" y="1075182"/>
                  </a:lnTo>
                  <a:lnTo>
                    <a:pt x="3819525" y="1074051"/>
                  </a:lnTo>
                  <a:lnTo>
                    <a:pt x="3819525" y="1071422"/>
                  </a:lnTo>
                  <a:close/>
                </a:path>
                <a:path w="4819650" h="2679700">
                  <a:moveTo>
                    <a:pt x="3819525" y="537438"/>
                  </a:moveTo>
                  <a:lnTo>
                    <a:pt x="3819067" y="536308"/>
                  </a:lnTo>
                  <a:lnTo>
                    <a:pt x="3817201" y="534454"/>
                  </a:lnTo>
                  <a:lnTo>
                    <a:pt x="3816083" y="533984"/>
                  </a:lnTo>
                  <a:lnTo>
                    <a:pt x="3813454" y="533984"/>
                  </a:lnTo>
                  <a:lnTo>
                    <a:pt x="3812336" y="534454"/>
                  </a:lnTo>
                  <a:lnTo>
                    <a:pt x="3810470" y="536308"/>
                  </a:lnTo>
                  <a:lnTo>
                    <a:pt x="3810000" y="537438"/>
                  </a:lnTo>
                  <a:lnTo>
                    <a:pt x="3810000" y="540067"/>
                  </a:lnTo>
                  <a:lnTo>
                    <a:pt x="3810470" y="541185"/>
                  </a:lnTo>
                  <a:lnTo>
                    <a:pt x="3812336" y="543052"/>
                  </a:lnTo>
                  <a:lnTo>
                    <a:pt x="3813454" y="543509"/>
                  </a:lnTo>
                  <a:lnTo>
                    <a:pt x="3816083" y="543509"/>
                  </a:lnTo>
                  <a:lnTo>
                    <a:pt x="3817201" y="543052"/>
                  </a:lnTo>
                  <a:lnTo>
                    <a:pt x="3819067" y="541185"/>
                  </a:lnTo>
                  <a:lnTo>
                    <a:pt x="3819525" y="540067"/>
                  </a:lnTo>
                  <a:lnTo>
                    <a:pt x="3819525" y="537438"/>
                  </a:lnTo>
                  <a:close/>
                </a:path>
                <a:path w="4819650" h="2679700">
                  <a:moveTo>
                    <a:pt x="3819525" y="3441"/>
                  </a:moveTo>
                  <a:lnTo>
                    <a:pt x="3819067" y="2324"/>
                  </a:lnTo>
                  <a:lnTo>
                    <a:pt x="3817201" y="469"/>
                  </a:lnTo>
                  <a:lnTo>
                    <a:pt x="3816083" y="0"/>
                  </a:lnTo>
                  <a:lnTo>
                    <a:pt x="3813454" y="0"/>
                  </a:lnTo>
                  <a:lnTo>
                    <a:pt x="3812336" y="469"/>
                  </a:lnTo>
                  <a:lnTo>
                    <a:pt x="3810470" y="2324"/>
                  </a:lnTo>
                  <a:lnTo>
                    <a:pt x="3810000" y="3441"/>
                  </a:lnTo>
                  <a:lnTo>
                    <a:pt x="3810000" y="6070"/>
                  </a:lnTo>
                  <a:lnTo>
                    <a:pt x="3810470" y="7200"/>
                  </a:lnTo>
                  <a:lnTo>
                    <a:pt x="3812336" y="9055"/>
                  </a:lnTo>
                  <a:lnTo>
                    <a:pt x="3813454" y="9525"/>
                  </a:lnTo>
                  <a:lnTo>
                    <a:pt x="3816083" y="9525"/>
                  </a:lnTo>
                  <a:lnTo>
                    <a:pt x="3817201" y="9055"/>
                  </a:lnTo>
                  <a:lnTo>
                    <a:pt x="3819067" y="7200"/>
                  </a:lnTo>
                  <a:lnTo>
                    <a:pt x="3819525" y="6070"/>
                  </a:lnTo>
                  <a:lnTo>
                    <a:pt x="3819525" y="3441"/>
                  </a:lnTo>
                  <a:close/>
                </a:path>
                <a:path w="4819650" h="2679700">
                  <a:moveTo>
                    <a:pt x="3867150" y="2673400"/>
                  </a:moveTo>
                  <a:lnTo>
                    <a:pt x="3866692" y="2672283"/>
                  </a:lnTo>
                  <a:lnTo>
                    <a:pt x="3864826" y="2670416"/>
                  </a:lnTo>
                  <a:lnTo>
                    <a:pt x="3863708" y="2669946"/>
                  </a:lnTo>
                  <a:lnTo>
                    <a:pt x="3861079" y="2669946"/>
                  </a:lnTo>
                  <a:lnTo>
                    <a:pt x="3859949" y="2670416"/>
                  </a:lnTo>
                  <a:lnTo>
                    <a:pt x="3858095" y="2672283"/>
                  </a:lnTo>
                  <a:lnTo>
                    <a:pt x="3857625" y="2673400"/>
                  </a:lnTo>
                  <a:lnTo>
                    <a:pt x="3857625" y="2676029"/>
                  </a:lnTo>
                  <a:lnTo>
                    <a:pt x="3858095" y="2677147"/>
                  </a:lnTo>
                  <a:lnTo>
                    <a:pt x="3859949" y="2679014"/>
                  </a:lnTo>
                  <a:lnTo>
                    <a:pt x="3861079" y="2679471"/>
                  </a:lnTo>
                  <a:lnTo>
                    <a:pt x="3863708" y="2679471"/>
                  </a:lnTo>
                  <a:lnTo>
                    <a:pt x="3864826" y="2679014"/>
                  </a:lnTo>
                  <a:lnTo>
                    <a:pt x="3866692" y="2677147"/>
                  </a:lnTo>
                  <a:lnTo>
                    <a:pt x="3867150" y="2676029"/>
                  </a:lnTo>
                  <a:lnTo>
                    <a:pt x="3867150" y="2673400"/>
                  </a:lnTo>
                  <a:close/>
                </a:path>
                <a:path w="4819650" h="2679700">
                  <a:moveTo>
                    <a:pt x="3867150" y="2139404"/>
                  </a:moveTo>
                  <a:lnTo>
                    <a:pt x="3866692" y="2138286"/>
                  </a:lnTo>
                  <a:lnTo>
                    <a:pt x="3864826" y="2136432"/>
                  </a:lnTo>
                  <a:lnTo>
                    <a:pt x="3863708" y="2135962"/>
                  </a:lnTo>
                  <a:lnTo>
                    <a:pt x="3861079" y="2135962"/>
                  </a:lnTo>
                  <a:lnTo>
                    <a:pt x="3859949" y="2136432"/>
                  </a:lnTo>
                  <a:lnTo>
                    <a:pt x="3858095" y="2138286"/>
                  </a:lnTo>
                  <a:lnTo>
                    <a:pt x="3857625" y="2139404"/>
                  </a:lnTo>
                  <a:lnTo>
                    <a:pt x="3857625" y="2142045"/>
                  </a:lnTo>
                  <a:lnTo>
                    <a:pt x="3858095" y="2143163"/>
                  </a:lnTo>
                  <a:lnTo>
                    <a:pt x="3859949" y="2145017"/>
                  </a:lnTo>
                  <a:lnTo>
                    <a:pt x="3861079" y="2145487"/>
                  </a:lnTo>
                  <a:lnTo>
                    <a:pt x="3863708" y="2145487"/>
                  </a:lnTo>
                  <a:lnTo>
                    <a:pt x="3864826" y="2145017"/>
                  </a:lnTo>
                  <a:lnTo>
                    <a:pt x="3866692" y="2143163"/>
                  </a:lnTo>
                  <a:lnTo>
                    <a:pt x="3867150" y="2142045"/>
                  </a:lnTo>
                  <a:lnTo>
                    <a:pt x="3867150" y="2139404"/>
                  </a:lnTo>
                  <a:close/>
                </a:path>
                <a:path w="4819650" h="2679700">
                  <a:moveTo>
                    <a:pt x="3867150" y="1605419"/>
                  </a:moveTo>
                  <a:lnTo>
                    <a:pt x="3866692" y="1604302"/>
                  </a:lnTo>
                  <a:lnTo>
                    <a:pt x="3864826" y="1602435"/>
                  </a:lnTo>
                  <a:lnTo>
                    <a:pt x="3863708" y="1601965"/>
                  </a:lnTo>
                  <a:lnTo>
                    <a:pt x="3861079" y="1601965"/>
                  </a:lnTo>
                  <a:lnTo>
                    <a:pt x="3859949" y="1602435"/>
                  </a:lnTo>
                  <a:lnTo>
                    <a:pt x="3858095" y="1604302"/>
                  </a:lnTo>
                  <a:lnTo>
                    <a:pt x="3857625" y="1605419"/>
                  </a:lnTo>
                  <a:lnTo>
                    <a:pt x="3857625" y="1608048"/>
                  </a:lnTo>
                  <a:lnTo>
                    <a:pt x="3858095" y="1609166"/>
                  </a:lnTo>
                  <a:lnTo>
                    <a:pt x="3859949" y="1611033"/>
                  </a:lnTo>
                  <a:lnTo>
                    <a:pt x="3861079" y="1611490"/>
                  </a:lnTo>
                  <a:lnTo>
                    <a:pt x="3863708" y="1611490"/>
                  </a:lnTo>
                  <a:lnTo>
                    <a:pt x="3864826" y="1611033"/>
                  </a:lnTo>
                  <a:lnTo>
                    <a:pt x="3866692" y="1609166"/>
                  </a:lnTo>
                  <a:lnTo>
                    <a:pt x="3867150" y="1608048"/>
                  </a:lnTo>
                  <a:lnTo>
                    <a:pt x="3867150" y="1605419"/>
                  </a:lnTo>
                  <a:close/>
                </a:path>
                <a:path w="4819650" h="2679700">
                  <a:moveTo>
                    <a:pt x="3867150" y="1071422"/>
                  </a:moveTo>
                  <a:lnTo>
                    <a:pt x="3866692" y="1070305"/>
                  </a:lnTo>
                  <a:lnTo>
                    <a:pt x="3864826" y="1068451"/>
                  </a:lnTo>
                  <a:lnTo>
                    <a:pt x="3863708" y="1067981"/>
                  </a:lnTo>
                  <a:lnTo>
                    <a:pt x="3861079" y="1067981"/>
                  </a:lnTo>
                  <a:lnTo>
                    <a:pt x="3859949" y="1068451"/>
                  </a:lnTo>
                  <a:lnTo>
                    <a:pt x="3858095" y="1070305"/>
                  </a:lnTo>
                  <a:lnTo>
                    <a:pt x="3857625" y="1071422"/>
                  </a:lnTo>
                  <a:lnTo>
                    <a:pt x="3857625" y="1074051"/>
                  </a:lnTo>
                  <a:lnTo>
                    <a:pt x="3858095" y="1075182"/>
                  </a:lnTo>
                  <a:lnTo>
                    <a:pt x="3859949" y="1077036"/>
                  </a:lnTo>
                  <a:lnTo>
                    <a:pt x="3861079" y="1077506"/>
                  </a:lnTo>
                  <a:lnTo>
                    <a:pt x="3863708" y="1077506"/>
                  </a:lnTo>
                  <a:lnTo>
                    <a:pt x="3864826" y="1077036"/>
                  </a:lnTo>
                  <a:lnTo>
                    <a:pt x="3866692" y="1075182"/>
                  </a:lnTo>
                  <a:lnTo>
                    <a:pt x="3867150" y="1074051"/>
                  </a:lnTo>
                  <a:lnTo>
                    <a:pt x="3867150" y="1071422"/>
                  </a:lnTo>
                  <a:close/>
                </a:path>
                <a:path w="4819650" h="2679700">
                  <a:moveTo>
                    <a:pt x="3867150" y="537438"/>
                  </a:moveTo>
                  <a:lnTo>
                    <a:pt x="3866692" y="536308"/>
                  </a:lnTo>
                  <a:lnTo>
                    <a:pt x="3864826" y="534454"/>
                  </a:lnTo>
                  <a:lnTo>
                    <a:pt x="3863708" y="533984"/>
                  </a:lnTo>
                  <a:lnTo>
                    <a:pt x="3861079" y="533984"/>
                  </a:lnTo>
                  <a:lnTo>
                    <a:pt x="3859949" y="534454"/>
                  </a:lnTo>
                  <a:lnTo>
                    <a:pt x="3858095" y="536308"/>
                  </a:lnTo>
                  <a:lnTo>
                    <a:pt x="3857625" y="537438"/>
                  </a:lnTo>
                  <a:lnTo>
                    <a:pt x="3857625" y="540067"/>
                  </a:lnTo>
                  <a:lnTo>
                    <a:pt x="3858095" y="541185"/>
                  </a:lnTo>
                  <a:lnTo>
                    <a:pt x="3859949" y="543052"/>
                  </a:lnTo>
                  <a:lnTo>
                    <a:pt x="3861079" y="543509"/>
                  </a:lnTo>
                  <a:lnTo>
                    <a:pt x="3863708" y="543509"/>
                  </a:lnTo>
                  <a:lnTo>
                    <a:pt x="3864826" y="543052"/>
                  </a:lnTo>
                  <a:lnTo>
                    <a:pt x="3866692" y="541185"/>
                  </a:lnTo>
                  <a:lnTo>
                    <a:pt x="3867150" y="540067"/>
                  </a:lnTo>
                  <a:lnTo>
                    <a:pt x="3867150" y="537438"/>
                  </a:lnTo>
                  <a:close/>
                </a:path>
                <a:path w="4819650" h="2679700">
                  <a:moveTo>
                    <a:pt x="3867150" y="3441"/>
                  </a:moveTo>
                  <a:lnTo>
                    <a:pt x="3866692" y="2324"/>
                  </a:lnTo>
                  <a:lnTo>
                    <a:pt x="3864826" y="469"/>
                  </a:lnTo>
                  <a:lnTo>
                    <a:pt x="3863708" y="0"/>
                  </a:lnTo>
                  <a:lnTo>
                    <a:pt x="3861079" y="0"/>
                  </a:lnTo>
                  <a:lnTo>
                    <a:pt x="3859949" y="469"/>
                  </a:lnTo>
                  <a:lnTo>
                    <a:pt x="3858095" y="2324"/>
                  </a:lnTo>
                  <a:lnTo>
                    <a:pt x="3857625" y="3441"/>
                  </a:lnTo>
                  <a:lnTo>
                    <a:pt x="3857625" y="6070"/>
                  </a:lnTo>
                  <a:lnTo>
                    <a:pt x="3858095" y="7200"/>
                  </a:lnTo>
                  <a:lnTo>
                    <a:pt x="3859949" y="9055"/>
                  </a:lnTo>
                  <a:lnTo>
                    <a:pt x="3861079" y="9525"/>
                  </a:lnTo>
                  <a:lnTo>
                    <a:pt x="3863708" y="9525"/>
                  </a:lnTo>
                  <a:lnTo>
                    <a:pt x="3864826" y="9055"/>
                  </a:lnTo>
                  <a:lnTo>
                    <a:pt x="3866692" y="7200"/>
                  </a:lnTo>
                  <a:lnTo>
                    <a:pt x="3867150" y="6070"/>
                  </a:lnTo>
                  <a:lnTo>
                    <a:pt x="3867150" y="3441"/>
                  </a:lnTo>
                  <a:close/>
                </a:path>
                <a:path w="4819650" h="2679700">
                  <a:moveTo>
                    <a:pt x="3914775" y="2673400"/>
                  </a:moveTo>
                  <a:lnTo>
                    <a:pt x="3914317" y="2672283"/>
                  </a:lnTo>
                  <a:lnTo>
                    <a:pt x="3912451" y="2670416"/>
                  </a:lnTo>
                  <a:lnTo>
                    <a:pt x="3911333" y="2669946"/>
                  </a:lnTo>
                  <a:lnTo>
                    <a:pt x="3908704" y="2669946"/>
                  </a:lnTo>
                  <a:lnTo>
                    <a:pt x="3907574" y="2670416"/>
                  </a:lnTo>
                  <a:lnTo>
                    <a:pt x="3905720" y="2672283"/>
                  </a:lnTo>
                  <a:lnTo>
                    <a:pt x="3905250" y="2673400"/>
                  </a:lnTo>
                  <a:lnTo>
                    <a:pt x="3905250" y="2676029"/>
                  </a:lnTo>
                  <a:lnTo>
                    <a:pt x="3905720" y="2677147"/>
                  </a:lnTo>
                  <a:lnTo>
                    <a:pt x="3907574" y="2679014"/>
                  </a:lnTo>
                  <a:lnTo>
                    <a:pt x="3908704" y="2679471"/>
                  </a:lnTo>
                  <a:lnTo>
                    <a:pt x="3911333" y="2679471"/>
                  </a:lnTo>
                  <a:lnTo>
                    <a:pt x="3912451" y="2679014"/>
                  </a:lnTo>
                  <a:lnTo>
                    <a:pt x="3914317" y="2677147"/>
                  </a:lnTo>
                  <a:lnTo>
                    <a:pt x="3914775" y="2676029"/>
                  </a:lnTo>
                  <a:lnTo>
                    <a:pt x="3914775" y="2673400"/>
                  </a:lnTo>
                  <a:close/>
                </a:path>
                <a:path w="4819650" h="2679700">
                  <a:moveTo>
                    <a:pt x="3914775" y="2139404"/>
                  </a:moveTo>
                  <a:lnTo>
                    <a:pt x="3914317" y="2138286"/>
                  </a:lnTo>
                  <a:lnTo>
                    <a:pt x="3912451" y="2136432"/>
                  </a:lnTo>
                  <a:lnTo>
                    <a:pt x="3911333" y="2135962"/>
                  </a:lnTo>
                  <a:lnTo>
                    <a:pt x="3908704" y="2135962"/>
                  </a:lnTo>
                  <a:lnTo>
                    <a:pt x="3907574" y="2136432"/>
                  </a:lnTo>
                  <a:lnTo>
                    <a:pt x="3905720" y="2138286"/>
                  </a:lnTo>
                  <a:lnTo>
                    <a:pt x="3905250" y="2139404"/>
                  </a:lnTo>
                  <a:lnTo>
                    <a:pt x="3905250" y="2142045"/>
                  </a:lnTo>
                  <a:lnTo>
                    <a:pt x="3905720" y="2143163"/>
                  </a:lnTo>
                  <a:lnTo>
                    <a:pt x="3907574" y="2145017"/>
                  </a:lnTo>
                  <a:lnTo>
                    <a:pt x="3908704" y="2145487"/>
                  </a:lnTo>
                  <a:lnTo>
                    <a:pt x="3911333" y="2145487"/>
                  </a:lnTo>
                  <a:lnTo>
                    <a:pt x="3912451" y="2145017"/>
                  </a:lnTo>
                  <a:lnTo>
                    <a:pt x="3914317" y="2143163"/>
                  </a:lnTo>
                  <a:lnTo>
                    <a:pt x="3914775" y="2142045"/>
                  </a:lnTo>
                  <a:lnTo>
                    <a:pt x="3914775" y="2139404"/>
                  </a:lnTo>
                  <a:close/>
                </a:path>
                <a:path w="4819650" h="2679700">
                  <a:moveTo>
                    <a:pt x="3914775" y="1605419"/>
                  </a:moveTo>
                  <a:lnTo>
                    <a:pt x="3914317" y="1604302"/>
                  </a:lnTo>
                  <a:lnTo>
                    <a:pt x="3912451" y="1602435"/>
                  </a:lnTo>
                  <a:lnTo>
                    <a:pt x="3911333" y="1601965"/>
                  </a:lnTo>
                  <a:lnTo>
                    <a:pt x="3908704" y="1601965"/>
                  </a:lnTo>
                  <a:lnTo>
                    <a:pt x="3907574" y="1602435"/>
                  </a:lnTo>
                  <a:lnTo>
                    <a:pt x="3905720" y="1604302"/>
                  </a:lnTo>
                  <a:lnTo>
                    <a:pt x="3905250" y="1605419"/>
                  </a:lnTo>
                  <a:lnTo>
                    <a:pt x="3905250" y="1608048"/>
                  </a:lnTo>
                  <a:lnTo>
                    <a:pt x="3905720" y="1609166"/>
                  </a:lnTo>
                  <a:lnTo>
                    <a:pt x="3907574" y="1611033"/>
                  </a:lnTo>
                  <a:lnTo>
                    <a:pt x="3908704" y="1611490"/>
                  </a:lnTo>
                  <a:lnTo>
                    <a:pt x="3911333" y="1611490"/>
                  </a:lnTo>
                  <a:lnTo>
                    <a:pt x="3912451" y="1611033"/>
                  </a:lnTo>
                  <a:lnTo>
                    <a:pt x="3914317" y="1609166"/>
                  </a:lnTo>
                  <a:lnTo>
                    <a:pt x="3914775" y="1608048"/>
                  </a:lnTo>
                  <a:lnTo>
                    <a:pt x="3914775" y="1605419"/>
                  </a:lnTo>
                  <a:close/>
                </a:path>
                <a:path w="4819650" h="2679700">
                  <a:moveTo>
                    <a:pt x="3914775" y="1071422"/>
                  </a:moveTo>
                  <a:lnTo>
                    <a:pt x="3914317" y="1070305"/>
                  </a:lnTo>
                  <a:lnTo>
                    <a:pt x="3912451" y="1068451"/>
                  </a:lnTo>
                  <a:lnTo>
                    <a:pt x="3911333" y="1067981"/>
                  </a:lnTo>
                  <a:lnTo>
                    <a:pt x="3908704" y="1067981"/>
                  </a:lnTo>
                  <a:lnTo>
                    <a:pt x="3907574" y="1068451"/>
                  </a:lnTo>
                  <a:lnTo>
                    <a:pt x="3905720" y="1070305"/>
                  </a:lnTo>
                  <a:lnTo>
                    <a:pt x="3905250" y="1071422"/>
                  </a:lnTo>
                  <a:lnTo>
                    <a:pt x="3905250" y="1074051"/>
                  </a:lnTo>
                  <a:lnTo>
                    <a:pt x="3905720" y="1075182"/>
                  </a:lnTo>
                  <a:lnTo>
                    <a:pt x="3907574" y="1077036"/>
                  </a:lnTo>
                  <a:lnTo>
                    <a:pt x="3908704" y="1077506"/>
                  </a:lnTo>
                  <a:lnTo>
                    <a:pt x="3911333" y="1077506"/>
                  </a:lnTo>
                  <a:lnTo>
                    <a:pt x="3912451" y="1077036"/>
                  </a:lnTo>
                  <a:lnTo>
                    <a:pt x="3914317" y="1075182"/>
                  </a:lnTo>
                  <a:lnTo>
                    <a:pt x="3914775" y="1074051"/>
                  </a:lnTo>
                  <a:lnTo>
                    <a:pt x="3914775" y="1071422"/>
                  </a:lnTo>
                  <a:close/>
                </a:path>
                <a:path w="4819650" h="2679700">
                  <a:moveTo>
                    <a:pt x="3914775" y="537438"/>
                  </a:moveTo>
                  <a:lnTo>
                    <a:pt x="3914317" y="536308"/>
                  </a:lnTo>
                  <a:lnTo>
                    <a:pt x="3912451" y="534454"/>
                  </a:lnTo>
                  <a:lnTo>
                    <a:pt x="3911333" y="533984"/>
                  </a:lnTo>
                  <a:lnTo>
                    <a:pt x="3908704" y="533984"/>
                  </a:lnTo>
                  <a:lnTo>
                    <a:pt x="3907574" y="534454"/>
                  </a:lnTo>
                  <a:lnTo>
                    <a:pt x="3905720" y="536308"/>
                  </a:lnTo>
                  <a:lnTo>
                    <a:pt x="3905250" y="537438"/>
                  </a:lnTo>
                  <a:lnTo>
                    <a:pt x="3905250" y="540067"/>
                  </a:lnTo>
                  <a:lnTo>
                    <a:pt x="3905720" y="541185"/>
                  </a:lnTo>
                  <a:lnTo>
                    <a:pt x="3907574" y="543052"/>
                  </a:lnTo>
                  <a:lnTo>
                    <a:pt x="3908704" y="543509"/>
                  </a:lnTo>
                  <a:lnTo>
                    <a:pt x="3911333" y="543509"/>
                  </a:lnTo>
                  <a:lnTo>
                    <a:pt x="3912451" y="543052"/>
                  </a:lnTo>
                  <a:lnTo>
                    <a:pt x="3914317" y="541185"/>
                  </a:lnTo>
                  <a:lnTo>
                    <a:pt x="3914775" y="540067"/>
                  </a:lnTo>
                  <a:lnTo>
                    <a:pt x="3914775" y="537438"/>
                  </a:lnTo>
                  <a:close/>
                </a:path>
                <a:path w="4819650" h="2679700">
                  <a:moveTo>
                    <a:pt x="3914775" y="3441"/>
                  </a:moveTo>
                  <a:lnTo>
                    <a:pt x="3914317" y="2324"/>
                  </a:lnTo>
                  <a:lnTo>
                    <a:pt x="3912451" y="469"/>
                  </a:lnTo>
                  <a:lnTo>
                    <a:pt x="3911333" y="0"/>
                  </a:lnTo>
                  <a:lnTo>
                    <a:pt x="3908704" y="0"/>
                  </a:lnTo>
                  <a:lnTo>
                    <a:pt x="3907574" y="469"/>
                  </a:lnTo>
                  <a:lnTo>
                    <a:pt x="3905720" y="2324"/>
                  </a:lnTo>
                  <a:lnTo>
                    <a:pt x="3905250" y="3441"/>
                  </a:lnTo>
                  <a:lnTo>
                    <a:pt x="3905250" y="6070"/>
                  </a:lnTo>
                  <a:lnTo>
                    <a:pt x="3905720" y="7200"/>
                  </a:lnTo>
                  <a:lnTo>
                    <a:pt x="3907574" y="9055"/>
                  </a:lnTo>
                  <a:lnTo>
                    <a:pt x="3908704" y="9525"/>
                  </a:lnTo>
                  <a:lnTo>
                    <a:pt x="3911333" y="9525"/>
                  </a:lnTo>
                  <a:lnTo>
                    <a:pt x="3912451" y="9055"/>
                  </a:lnTo>
                  <a:lnTo>
                    <a:pt x="3914317" y="7200"/>
                  </a:lnTo>
                  <a:lnTo>
                    <a:pt x="3914775" y="6070"/>
                  </a:lnTo>
                  <a:lnTo>
                    <a:pt x="3914775" y="3441"/>
                  </a:lnTo>
                  <a:close/>
                </a:path>
                <a:path w="4819650" h="2679700">
                  <a:moveTo>
                    <a:pt x="3962400" y="2673400"/>
                  </a:moveTo>
                  <a:lnTo>
                    <a:pt x="3961942" y="2672283"/>
                  </a:lnTo>
                  <a:lnTo>
                    <a:pt x="3960076" y="2670416"/>
                  </a:lnTo>
                  <a:lnTo>
                    <a:pt x="3958958" y="2669946"/>
                  </a:lnTo>
                  <a:lnTo>
                    <a:pt x="3956329" y="2669946"/>
                  </a:lnTo>
                  <a:lnTo>
                    <a:pt x="3955211" y="2670416"/>
                  </a:lnTo>
                  <a:lnTo>
                    <a:pt x="3953345" y="2672283"/>
                  </a:lnTo>
                  <a:lnTo>
                    <a:pt x="3952875" y="2673400"/>
                  </a:lnTo>
                  <a:lnTo>
                    <a:pt x="3952875" y="2676029"/>
                  </a:lnTo>
                  <a:lnTo>
                    <a:pt x="3953345" y="2677147"/>
                  </a:lnTo>
                  <a:lnTo>
                    <a:pt x="3955211" y="2679014"/>
                  </a:lnTo>
                  <a:lnTo>
                    <a:pt x="3956329" y="2679471"/>
                  </a:lnTo>
                  <a:lnTo>
                    <a:pt x="3958958" y="2679471"/>
                  </a:lnTo>
                  <a:lnTo>
                    <a:pt x="3960076" y="2679014"/>
                  </a:lnTo>
                  <a:lnTo>
                    <a:pt x="3961942" y="2677147"/>
                  </a:lnTo>
                  <a:lnTo>
                    <a:pt x="3962400" y="2676029"/>
                  </a:lnTo>
                  <a:lnTo>
                    <a:pt x="3962400" y="2673400"/>
                  </a:lnTo>
                  <a:close/>
                </a:path>
                <a:path w="4819650" h="2679700">
                  <a:moveTo>
                    <a:pt x="3962400" y="2139404"/>
                  </a:moveTo>
                  <a:lnTo>
                    <a:pt x="3961942" y="2138286"/>
                  </a:lnTo>
                  <a:lnTo>
                    <a:pt x="3960076" y="2136432"/>
                  </a:lnTo>
                  <a:lnTo>
                    <a:pt x="3958958" y="2135962"/>
                  </a:lnTo>
                  <a:lnTo>
                    <a:pt x="3956329" y="2135962"/>
                  </a:lnTo>
                  <a:lnTo>
                    <a:pt x="3955211" y="2136432"/>
                  </a:lnTo>
                  <a:lnTo>
                    <a:pt x="3953345" y="2138286"/>
                  </a:lnTo>
                  <a:lnTo>
                    <a:pt x="3952875" y="2139404"/>
                  </a:lnTo>
                  <a:lnTo>
                    <a:pt x="3952875" y="2142045"/>
                  </a:lnTo>
                  <a:lnTo>
                    <a:pt x="3953345" y="2143163"/>
                  </a:lnTo>
                  <a:lnTo>
                    <a:pt x="3955211" y="2145017"/>
                  </a:lnTo>
                  <a:lnTo>
                    <a:pt x="3956329" y="2145487"/>
                  </a:lnTo>
                  <a:lnTo>
                    <a:pt x="3958958" y="2145487"/>
                  </a:lnTo>
                  <a:lnTo>
                    <a:pt x="3960076" y="2145017"/>
                  </a:lnTo>
                  <a:lnTo>
                    <a:pt x="3961942" y="2143163"/>
                  </a:lnTo>
                  <a:lnTo>
                    <a:pt x="3962400" y="2142045"/>
                  </a:lnTo>
                  <a:lnTo>
                    <a:pt x="3962400" y="2139404"/>
                  </a:lnTo>
                  <a:close/>
                </a:path>
                <a:path w="4819650" h="2679700">
                  <a:moveTo>
                    <a:pt x="3962400" y="1605419"/>
                  </a:moveTo>
                  <a:lnTo>
                    <a:pt x="3961942" y="1604302"/>
                  </a:lnTo>
                  <a:lnTo>
                    <a:pt x="3960076" y="1602435"/>
                  </a:lnTo>
                  <a:lnTo>
                    <a:pt x="3958958" y="1601965"/>
                  </a:lnTo>
                  <a:lnTo>
                    <a:pt x="3956329" y="1601965"/>
                  </a:lnTo>
                  <a:lnTo>
                    <a:pt x="3955211" y="1602435"/>
                  </a:lnTo>
                  <a:lnTo>
                    <a:pt x="3953345" y="1604302"/>
                  </a:lnTo>
                  <a:lnTo>
                    <a:pt x="3952875" y="1605419"/>
                  </a:lnTo>
                  <a:lnTo>
                    <a:pt x="3952875" y="1608048"/>
                  </a:lnTo>
                  <a:lnTo>
                    <a:pt x="3953345" y="1609166"/>
                  </a:lnTo>
                  <a:lnTo>
                    <a:pt x="3955211" y="1611033"/>
                  </a:lnTo>
                  <a:lnTo>
                    <a:pt x="3956329" y="1611490"/>
                  </a:lnTo>
                  <a:lnTo>
                    <a:pt x="3958958" y="1611490"/>
                  </a:lnTo>
                  <a:lnTo>
                    <a:pt x="3960076" y="1611033"/>
                  </a:lnTo>
                  <a:lnTo>
                    <a:pt x="3961942" y="1609166"/>
                  </a:lnTo>
                  <a:lnTo>
                    <a:pt x="3962400" y="1608048"/>
                  </a:lnTo>
                  <a:lnTo>
                    <a:pt x="3962400" y="1605419"/>
                  </a:lnTo>
                  <a:close/>
                </a:path>
                <a:path w="4819650" h="2679700">
                  <a:moveTo>
                    <a:pt x="3962400" y="1071422"/>
                  </a:moveTo>
                  <a:lnTo>
                    <a:pt x="3961942" y="1070305"/>
                  </a:lnTo>
                  <a:lnTo>
                    <a:pt x="3960076" y="1068451"/>
                  </a:lnTo>
                  <a:lnTo>
                    <a:pt x="3958958" y="1067981"/>
                  </a:lnTo>
                  <a:lnTo>
                    <a:pt x="3956329" y="1067981"/>
                  </a:lnTo>
                  <a:lnTo>
                    <a:pt x="3955211" y="1068451"/>
                  </a:lnTo>
                  <a:lnTo>
                    <a:pt x="3953345" y="1070305"/>
                  </a:lnTo>
                  <a:lnTo>
                    <a:pt x="3952875" y="1071422"/>
                  </a:lnTo>
                  <a:lnTo>
                    <a:pt x="3952875" y="1074051"/>
                  </a:lnTo>
                  <a:lnTo>
                    <a:pt x="3953345" y="1075182"/>
                  </a:lnTo>
                  <a:lnTo>
                    <a:pt x="3955211" y="1077036"/>
                  </a:lnTo>
                  <a:lnTo>
                    <a:pt x="3956329" y="1077506"/>
                  </a:lnTo>
                  <a:lnTo>
                    <a:pt x="3958958" y="1077506"/>
                  </a:lnTo>
                  <a:lnTo>
                    <a:pt x="3960076" y="1077036"/>
                  </a:lnTo>
                  <a:lnTo>
                    <a:pt x="3961942" y="1075182"/>
                  </a:lnTo>
                  <a:lnTo>
                    <a:pt x="3962400" y="1074051"/>
                  </a:lnTo>
                  <a:lnTo>
                    <a:pt x="3962400" y="1071422"/>
                  </a:lnTo>
                  <a:close/>
                </a:path>
                <a:path w="4819650" h="2679700">
                  <a:moveTo>
                    <a:pt x="3962400" y="537438"/>
                  </a:moveTo>
                  <a:lnTo>
                    <a:pt x="3961942" y="536308"/>
                  </a:lnTo>
                  <a:lnTo>
                    <a:pt x="3960076" y="534454"/>
                  </a:lnTo>
                  <a:lnTo>
                    <a:pt x="3958958" y="533984"/>
                  </a:lnTo>
                  <a:lnTo>
                    <a:pt x="3956329" y="533984"/>
                  </a:lnTo>
                  <a:lnTo>
                    <a:pt x="3955211" y="534454"/>
                  </a:lnTo>
                  <a:lnTo>
                    <a:pt x="3953345" y="536308"/>
                  </a:lnTo>
                  <a:lnTo>
                    <a:pt x="3952875" y="537438"/>
                  </a:lnTo>
                  <a:lnTo>
                    <a:pt x="3952875" y="540067"/>
                  </a:lnTo>
                  <a:lnTo>
                    <a:pt x="3953345" y="541185"/>
                  </a:lnTo>
                  <a:lnTo>
                    <a:pt x="3955211" y="543052"/>
                  </a:lnTo>
                  <a:lnTo>
                    <a:pt x="3956329" y="543509"/>
                  </a:lnTo>
                  <a:lnTo>
                    <a:pt x="3958958" y="543509"/>
                  </a:lnTo>
                  <a:lnTo>
                    <a:pt x="3960076" y="543052"/>
                  </a:lnTo>
                  <a:lnTo>
                    <a:pt x="3961942" y="541185"/>
                  </a:lnTo>
                  <a:lnTo>
                    <a:pt x="3962400" y="540067"/>
                  </a:lnTo>
                  <a:lnTo>
                    <a:pt x="3962400" y="537438"/>
                  </a:lnTo>
                  <a:close/>
                </a:path>
                <a:path w="4819650" h="2679700">
                  <a:moveTo>
                    <a:pt x="3962400" y="3441"/>
                  </a:moveTo>
                  <a:lnTo>
                    <a:pt x="3961942" y="2324"/>
                  </a:lnTo>
                  <a:lnTo>
                    <a:pt x="3960076" y="469"/>
                  </a:lnTo>
                  <a:lnTo>
                    <a:pt x="3958958" y="0"/>
                  </a:lnTo>
                  <a:lnTo>
                    <a:pt x="3956329" y="0"/>
                  </a:lnTo>
                  <a:lnTo>
                    <a:pt x="3955211" y="469"/>
                  </a:lnTo>
                  <a:lnTo>
                    <a:pt x="3953345" y="2324"/>
                  </a:lnTo>
                  <a:lnTo>
                    <a:pt x="3952875" y="3441"/>
                  </a:lnTo>
                  <a:lnTo>
                    <a:pt x="3952875" y="6070"/>
                  </a:lnTo>
                  <a:lnTo>
                    <a:pt x="3953345" y="7200"/>
                  </a:lnTo>
                  <a:lnTo>
                    <a:pt x="3955211" y="9055"/>
                  </a:lnTo>
                  <a:lnTo>
                    <a:pt x="3956329" y="9525"/>
                  </a:lnTo>
                  <a:lnTo>
                    <a:pt x="3958958" y="9525"/>
                  </a:lnTo>
                  <a:lnTo>
                    <a:pt x="3960076" y="9055"/>
                  </a:lnTo>
                  <a:lnTo>
                    <a:pt x="3961942" y="7200"/>
                  </a:lnTo>
                  <a:lnTo>
                    <a:pt x="3962400" y="6070"/>
                  </a:lnTo>
                  <a:lnTo>
                    <a:pt x="3962400" y="3441"/>
                  </a:lnTo>
                  <a:close/>
                </a:path>
                <a:path w="4819650" h="2679700">
                  <a:moveTo>
                    <a:pt x="4010025" y="2673400"/>
                  </a:moveTo>
                  <a:lnTo>
                    <a:pt x="4009567" y="2672283"/>
                  </a:lnTo>
                  <a:lnTo>
                    <a:pt x="4007701" y="2670416"/>
                  </a:lnTo>
                  <a:lnTo>
                    <a:pt x="4006583" y="2669946"/>
                  </a:lnTo>
                  <a:lnTo>
                    <a:pt x="4003954" y="2669946"/>
                  </a:lnTo>
                  <a:lnTo>
                    <a:pt x="4002836" y="2670416"/>
                  </a:lnTo>
                  <a:lnTo>
                    <a:pt x="4000970" y="2672283"/>
                  </a:lnTo>
                  <a:lnTo>
                    <a:pt x="4000500" y="2673400"/>
                  </a:lnTo>
                  <a:lnTo>
                    <a:pt x="4000500" y="2676029"/>
                  </a:lnTo>
                  <a:lnTo>
                    <a:pt x="4000970" y="2677147"/>
                  </a:lnTo>
                  <a:lnTo>
                    <a:pt x="4002836" y="2679014"/>
                  </a:lnTo>
                  <a:lnTo>
                    <a:pt x="4003954" y="2679471"/>
                  </a:lnTo>
                  <a:lnTo>
                    <a:pt x="4006583" y="2679471"/>
                  </a:lnTo>
                  <a:lnTo>
                    <a:pt x="4007701" y="2679014"/>
                  </a:lnTo>
                  <a:lnTo>
                    <a:pt x="4009567" y="2677147"/>
                  </a:lnTo>
                  <a:lnTo>
                    <a:pt x="4010025" y="2676029"/>
                  </a:lnTo>
                  <a:lnTo>
                    <a:pt x="4010025" y="2673400"/>
                  </a:lnTo>
                  <a:close/>
                </a:path>
                <a:path w="4819650" h="2679700">
                  <a:moveTo>
                    <a:pt x="4010025" y="2139404"/>
                  </a:moveTo>
                  <a:lnTo>
                    <a:pt x="4009567" y="2138286"/>
                  </a:lnTo>
                  <a:lnTo>
                    <a:pt x="4007701" y="2136432"/>
                  </a:lnTo>
                  <a:lnTo>
                    <a:pt x="4006583" y="2135962"/>
                  </a:lnTo>
                  <a:lnTo>
                    <a:pt x="4003954" y="2135962"/>
                  </a:lnTo>
                  <a:lnTo>
                    <a:pt x="4002836" y="2136432"/>
                  </a:lnTo>
                  <a:lnTo>
                    <a:pt x="4000970" y="2138286"/>
                  </a:lnTo>
                  <a:lnTo>
                    <a:pt x="4000500" y="2139404"/>
                  </a:lnTo>
                  <a:lnTo>
                    <a:pt x="4000500" y="2142045"/>
                  </a:lnTo>
                  <a:lnTo>
                    <a:pt x="4000970" y="2143163"/>
                  </a:lnTo>
                  <a:lnTo>
                    <a:pt x="4002836" y="2145017"/>
                  </a:lnTo>
                  <a:lnTo>
                    <a:pt x="4003954" y="2145487"/>
                  </a:lnTo>
                  <a:lnTo>
                    <a:pt x="4006583" y="2145487"/>
                  </a:lnTo>
                  <a:lnTo>
                    <a:pt x="4007701" y="2145017"/>
                  </a:lnTo>
                  <a:lnTo>
                    <a:pt x="4009567" y="2143163"/>
                  </a:lnTo>
                  <a:lnTo>
                    <a:pt x="4010025" y="2142045"/>
                  </a:lnTo>
                  <a:lnTo>
                    <a:pt x="4010025" y="2139404"/>
                  </a:lnTo>
                  <a:close/>
                </a:path>
                <a:path w="4819650" h="2679700">
                  <a:moveTo>
                    <a:pt x="4010025" y="1605419"/>
                  </a:moveTo>
                  <a:lnTo>
                    <a:pt x="4009567" y="1604302"/>
                  </a:lnTo>
                  <a:lnTo>
                    <a:pt x="4007701" y="1602435"/>
                  </a:lnTo>
                  <a:lnTo>
                    <a:pt x="4006583" y="1601965"/>
                  </a:lnTo>
                  <a:lnTo>
                    <a:pt x="4003954" y="1601965"/>
                  </a:lnTo>
                  <a:lnTo>
                    <a:pt x="4002836" y="1602435"/>
                  </a:lnTo>
                  <a:lnTo>
                    <a:pt x="4000970" y="1604302"/>
                  </a:lnTo>
                  <a:lnTo>
                    <a:pt x="4000500" y="1605419"/>
                  </a:lnTo>
                  <a:lnTo>
                    <a:pt x="4000500" y="1608048"/>
                  </a:lnTo>
                  <a:lnTo>
                    <a:pt x="4000970" y="1609166"/>
                  </a:lnTo>
                  <a:lnTo>
                    <a:pt x="4002836" y="1611033"/>
                  </a:lnTo>
                  <a:lnTo>
                    <a:pt x="4003954" y="1611490"/>
                  </a:lnTo>
                  <a:lnTo>
                    <a:pt x="4006583" y="1611490"/>
                  </a:lnTo>
                  <a:lnTo>
                    <a:pt x="4007701" y="1611033"/>
                  </a:lnTo>
                  <a:lnTo>
                    <a:pt x="4009567" y="1609166"/>
                  </a:lnTo>
                  <a:lnTo>
                    <a:pt x="4010025" y="1608048"/>
                  </a:lnTo>
                  <a:lnTo>
                    <a:pt x="4010025" y="1605419"/>
                  </a:lnTo>
                  <a:close/>
                </a:path>
                <a:path w="4819650" h="2679700">
                  <a:moveTo>
                    <a:pt x="4010025" y="1071422"/>
                  </a:moveTo>
                  <a:lnTo>
                    <a:pt x="4009567" y="1070305"/>
                  </a:lnTo>
                  <a:lnTo>
                    <a:pt x="4007701" y="1068451"/>
                  </a:lnTo>
                  <a:lnTo>
                    <a:pt x="4006583" y="1067981"/>
                  </a:lnTo>
                  <a:lnTo>
                    <a:pt x="4003954" y="1067981"/>
                  </a:lnTo>
                  <a:lnTo>
                    <a:pt x="4002836" y="1068451"/>
                  </a:lnTo>
                  <a:lnTo>
                    <a:pt x="4000970" y="1070305"/>
                  </a:lnTo>
                  <a:lnTo>
                    <a:pt x="4000500" y="1071422"/>
                  </a:lnTo>
                  <a:lnTo>
                    <a:pt x="4000500" y="1074051"/>
                  </a:lnTo>
                  <a:lnTo>
                    <a:pt x="4000970" y="1075182"/>
                  </a:lnTo>
                  <a:lnTo>
                    <a:pt x="4002836" y="1077036"/>
                  </a:lnTo>
                  <a:lnTo>
                    <a:pt x="4003954" y="1077506"/>
                  </a:lnTo>
                  <a:lnTo>
                    <a:pt x="4006583" y="1077506"/>
                  </a:lnTo>
                  <a:lnTo>
                    <a:pt x="4007701" y="1077036"/>
                  </a:lnTo>
                  <a:lnTo>
                    <a:pt x="4009567" y="1075182"/>
                  </a:lnTo>
                  <a:lnTo>
                    <a:pt x="4010025" y="1074051"/>
                  </a:lnTo>
                  <a:lnTo>
                    <a:pt x="4010025" y="1071422"/>
                  </a:lnTo>
                  <a:close/>
                </a:path>
                <a:path w="4819650" h="2679700">
                  <a:moveTo>
                    <a:pt x="4010025" y="537438"/>
                  </a:moveTo>
                  <a:lnTo>
                    <a:pt x="4009567" y="536308"/>
                  </a:lnTo>
                  <a:lnTo>
                    <a:pt x="4007701" y="534454"/>
                  </a:lnTo>
                  <a:lnTo>
                    <a:pt x="4006583" y="533984"/>
                  </a:lnTo>
                  <a:lnTo>
                    <a:pt x="4003954" y="533984"/>
                  </a:lnTo>
                  <a:lnTo>
                    <a:pt x="4002836" y="534454"/>
                  </a:lnTo>
                  <a:lnTo>
                    <a:pt x="4000970" y="536308"/>
                  </a:lnTo>
                  <a:lnTo>
                    <a:pt x="4000500" y="537438"/>
                  </a:lnTo>
                  <a:lnTo>
                    <a:pt x="4000500" y="540067"/>
                  </a:lnTo>
                  <a:lnTo>
                    <a:pt x="4000970" y="541185"/>
                  </a:lnTo>
                  <a:lnTo>
                    <a:pt x="4002836" y="543052"/>
                  </a:lnTo>
                  <a:lnTo>
                    <a:pt x="4003954" y="543509"/>
                  </a:lnTo>
                  <a:lnTo>
                    <a:pt x="4006583" y="543509"/>
                  </a:lnTo>
                  <a:lnTo>
                    <a:pt x="4007701" y="543052"/>
                  </a:lnTo>
                  <a:lnTo>
                    <a:pt x="4009567" y="541185"/>
                  </a:lnTo>
                  <a:lnTo>
                    <a:pt x="4010025" y="540067"/>
                  </a:lnTo>
                  <a:lnTo>
                    <a:pt x="4010025" y="537438"/>
                  </a:lnTo>
                  <a:close/>
                </a:path>
                <a:path w="4819650" h="2679700">
                  <a:moveTo>
                    <a:pt x="4010025" y="3441"/>
                  </a:moveTo>
                  <a:lnTo>
                    <a:pt x="4009567" y="2324"/>
                  </a:lnTo>
                  <a:lnTo>
                    <a:pt x="4007701" y="469"/>
                  </a:lnTo>
                  <a:lnTo>
                    <a:pt x="4006583" y="0"/>
                  </a:lnTo>
                  <a:lnTo>
                    <a:pt x="4003954" y="0"/>
                  </a:lnTo>
                  <a:lnTo>
                    <a:pt x="4002836" y="469"/>
                  </a:lnTo>
                  <a:lnTo>
                    <a:pt x="4000970" y="2324"/>
                  </a:lnTo>
                  <a:lnTo>
                    <a:pt x="4000500" y="3441"/>
                  </a:lnTo>
                  <a:lnTo>
                    <a:pt x="4000500" y="6070"/>
                  </a:lnTo>
                  <a:lnTo>
                    <a:pt x="4000970" y="7200"/>
                  </a:lnTo>
                  <a:lnTo>
                    <a:pt x="4002836" y="9055"/>
                  </a:lnTo>
                  <a:lnTo>
                    <a:pt x="4003954" y="9525"/>
                  </a:lnTo>
                  <a:lnTo>
                    <a:pt x="4006583" y="9525"/>
                  </a:lnTo>
                  <a:lnTo>
                    <a:pt x="4007701" y="9055"/>
                  </a:lnTo>
                  <a:lnTo>
                    <a:pt x="4009567" y="7200"/>
                  </a:lnTo>
                  <a:lnTo>
                    <a:pt x="4010025" y="6070"/>
                  </a:lnTo>
                  <a:lnTo>
                    <a:pt x="4010025" y="3441"/>
                  </a:lnTo>
                  <a:close/>
                </a:path>
                <a:path w="4819650" h="2679700">
                  <a:moveTo>
                    <a:pt x="4057650" y="2673400"/>
                  </a:moveTo>
                  <a:lnTo>
                    <a:pt x="4057192" y="2672283"/>
                  </a:lnTo>
                  <a:lnTo>
                    <a:pt x="4055326" y="2670416"/>
                  </a:lnTo>
                  <a:lnTo>
                    <a:pt x="4054208" y="2669946"/>
                  </a:lnTo>
                  <a:lnTo>
                    <a:pt x="4051579" y="2669946"/>
                  </a:lnTo>
                  <a:lnTo>
                    <a:pt x="4050461" y="2670416"/>
                  </a:lnTo>
                  <a:lnTo>
                    <a:pt x="4048595" y="2672283"/>
                  </a:lnTo>
                  <a:lnTo>
                    <a:pt x="4048125" y="2673400"/>
                  </a:lnTo>
                  <a:lnTo>
                    <a:pt x="4048125" y="2676029"/>
                  </a:lnTo>
                  <a:lnTo>
                    <a:pt x="4048595" y="2677147"/>
                  </a:lnTo>
                  <a:lnTo>
                    <a:pt x="4050461" y="2679014"/>
                  </a:lnTo>
                  <a:lnTo>
                    <a:pt x="4051579" y="2679471"/>
                  </a:lnTo>
                  <a:lnTo>
                    <a:pt x="4054208" y="2679471"/>
                  </a:lnTo>
                  <a:lnTo>
                    <a:pt x="4055326" y="2679014"/>
                  </a:lnTo>
                  <a:lnTo>
                    <a:pt x="4057192" y="2677147"/>
                  </a:lnTo>
                  <a:lnTo>
                    <a:pt x="4057650" y="2676029"/>
                  </a:lnTo>
                  <a:lnTo>
                    <a:pt x="4057650" y="2673400"/>
                  </a:lnTo>
                  <a:close/>
                </a:path>
                <a:path w="4819650" h="2679700">
                  <a:moveTo>
                    <a:pt x="4057650" y="2139404"/>
                  </a:moveTo>
                  <a:lnTo>
                    <a:pt x="4057192" y="2138286"/>
                  </a:lnTo>
                  <a:lnTo>
                    <a:pt x="4055326" y="2136432"/>
                  </a:lnTo>
                  <a:lnTo>
                    <a:pt x="4054208" y="2135962"/>
                  </a:lnTo>
                  <a:lnTo>
                    <a:pt x="4051579" y="2135962"/>
                  </a:lnTo>
                  <a:lnTo>
                    <a:pt x="4050461" y="2136432"/>
                  </a:lnTo>
                  <a:lnTo>
                    <a:pt x="4048595" y="2138286"/>
                  </a:lnTo>
                  <a:lnTo>
                    <a:pt x="4048125" y="2139404"/>
                  </a:lnTo>
                  <a:lnTo>
                    <a:pt x="4048125" y="2142045"/>
                  </a:lnTo>
                  <a:lnTo>
                    <a:pt x="4048595" y="2143163"/>
                  </a:lnTo>
                  <a:lnTo>
                    <a:pt x="4050461" y="2145017"/>
                  </a:lnTo>
                  <a:lnTo>
                    <a:pt x="4051579" y="2145487"/>
                  </a:lnTo>
                  <a:lnTo>
                    <a:pt x="4054208" y="2145487"/>
                  </a:lnTo>
                  <a:lnTo>
                    <a:pt x="4055326" y="2145017"/>
                  </a:lnTo>
                  <a:lnTo>
                    <a:pt x="4057192" y="2143163"/>
                  </a:lnTo>
                  <a:lnTo>
                    <a:pt x="4057650" y="2142045"/>
                  </a:lnTo>
                  <a:lnTo>
                    <a:pt x="4057650" y="2139404"/>
                  </a:lnTo>
                  <a:close/>
                </a:path>
                <a:path w="4819650" h="2679700">
                  <a:moveTo>
                    <a:pt x="4057650" y="1605419"/>
                  </a:moveTo>
                  <a:lnTo>
                    <a:pt x="4057192" y="1604302"/>
                  </a:lnTo>
                  <a:lnTo>
                    <a:pt x="4055326" y="1602435"/>
                  </a:lnTo>
                  <a:lnTo>
                    <a:pt x="4054208" y="1601965"/>
                  </a:lnTo>
                  <a:lnTo>
                    <a:pt x="4051579" y="1601965"/>
                  </a:lnTo>
                  <a:lnTo>
                    <a:pt x="4050461" y="1602435"/>
                  </a:lnTo>
                  <a:lnTo>
                    <a:pt x="4048595" y="1604302"/>
                  </a:lnTo>
                  <a:lnTo>
                    <a:pt x="4048125" y="1605419"/>
                  </a:lnTo>
                  <a:lnTo>
                    <a:pt x="4048125" y="1608048"/>
                  </a:lnTo>
                  <a:lnTo>
                    <a:pt x="4048595" y="1609166"/>
                  </a:lnTo>
                  <a:lnTo>
                    <a:pt x="4050461" y="1611033"/>
                  </a:lnTo>
                  <a:lnTo>
                    <a:pt x="4051579" y="1611490"/>
                  </a:lnTo>
                  <a:lnTo>
                    <a:pt x="4054208" y="1611490"/>
                  </a:lnTo>
                  <a:lnTo>
                    <a:pt x="4055326" y="1611033"/>
                  </a:lnTo>
                  <a:lnTo>
                    <a:pt x="4057192" y="1609166"/>
                  </a:lnTo>
                  <a:lnTo>
                    <a:pt x="4057650" y="1608048"/>
                  </a:lnTo>
                  <a:lnTo>
                    <a:pt x="4057650" y="1605419"/>
                  </a:lnTo>
                  <a:close/>
                </a:path>
                <a:path w="4819650" h="2679700">
                  <a:moveTo>
                    <a:pt x="4057650" y="1071422"/>
                  </a:moveTo>
                  <a:lnTo>
                    <a:pt x="4057192" y="1070305"/>
                  </a:lnTo>
                  <a:lnTo>
                    <a:pt x="4055326" y="1068451"/>
                  </a:lnTo>
                  <a:lnTo>
                    <a:pt x="4054208" y="1067981"/>
                  </a:lnTo>
                  <a:lnTo>
                    <a:pt x="4051579" y="1067981"/>
                  </a:lnTo>
                  <a:lnTo>
                    <a:pt x="4050461" y="1068451"/>
                  </a:lnTo>
                  <a:lnTo>
                    <a:pt x="4048595" y="1070305"/>
                  </a:lnTo>
                  <a:lnTo>
                    <a:pt x="4048125" y="1071422"/>
                  </a:lnTo>
                  <a:lnTo>
                    <a:pt x="4048125" y="1074051"/>
                  </a:lnTo>
                  <a:lnTo>
                    <a:pt x="4048595" y="1075182"/>
                  </a:lnTo>
                  <a:lnTo>
                    <a:pt x="4050461" y="1077036"/>
                  </a:lnTo>
                  <a:lnTo>
                    <a:pt x="4051579" y="1077506"/>
                  </a:lnTo>
                  <a:lnTo>
                    <a:pt x="4054208" y="1077506"/>
                  </a:lnTo>
                  <a:lnTo>
                    <a:pt x="4055326" y="1077036"/>
                  </a:lnTo>
                  <a:lnTo>
                    <a:pt x="4057192" y="1075182"/>
                  </a:lnTo>
                  <a:lnTo>
                    <a:pt x="4057650" y="1074051"/>
                  </a:lnTo>
                  <a:lnTo>
                    <a:pt x="4057650" y="1071422"/>
                  </a:lnTo>
                  <a:close/>
                </a:path>
                <a:path w="4819650" h="2679700">
                  <a:moveTo>
                    <a:pt x="4057650" y="537438"/>
                  </a:moveTo>
                  <a:lnTo>
                    <a:pt x="4057192" y="536308"/>
                  </a:lnTo>
                  <a:lnTo>
                    <a:pt x="4055326" y="534454"/>
                  </a:lnTo>
                  <a:lnTo>
                    <a:pt x="4054208" y="533984"/>
                  </a:lnTo>
                  <a:lnTo>
                    <a:pt x="4051579" y="533984"/>
                  </a:lnTo>
                  <a:lnTo>
                    <a:pt x="4050461" y="534454"/>
                  </a:lnTo>
                  <a:lnTo>
                    <a:pt x="4048595" y="536308"/>
                  </a:lnTo>
                  <a:lnTo>
                    <a:pt x="4048125" y="537438"/>
                  </a:lnTo>
                  <a:lnTo>
                    <a:pt x="4048125" y="540067"/>
                  </a:lnTo>
                  <a:lnTo>
                    <a:pt x="4048595" y="541185"/>
                  </a:lnTo>
                  <a:lnTo>
                    <a:pt x="4050461" y="543052"/>
                  </a:lnTo>
                  <a:lnTo>
                    <a:pt x="4051579" y="543509"/>
                  </a:lnTo>
                  <a:lnTo>
                    <a:pt x="4054208" y="543509"/>
                  </a:lnTo>
                  <a:lnTo>
                    <a:pt x="4055326" y="543052"/>
                  </a:lnTo>
                  <a:lnTo>
                    <a:pt x="4057192" y="541185"/>
                  </a:lnTo>
                  <a:lnTo>
                    <a:pt x="4057650" y="540067"/>
                  </a:lnTo>
                  <a:lnTo>
                    <a:pt x="4057650" y="537438"/>
                  </a:lnTo>
                  <a:close/>
                </a:path>
                <a:path w="4819650" h="2679700">
                  <a:moveTo>
                    <a:pt x="4057650" y="3441"/>
                  </a:moveTo>
                  <a:lnTo>
                    <a:pt x="4057192" y="2324"/>
                  </a:lnTo>
                  <a:lnTo>
                    <a:pt x="4055326" y="469"/>
                  </a:lnTo>
                  <a:lnTo>
                    <a:pt x="4054208" y="0"/>
                  </a:lnTo>
                  <a:lnTo>
                    <a:pt x="4051579" y="0"/>
                  </a:lnTo>
                  <a:lnTo>
                    <a:pt x="4050461" y="469"/>
                  </a:lnTo>
                  <a:lnTo>
                    <a:pt x="4048595" y="2324"/>
                  </a:lnTo>
                  <a:lnTo>
                    <a:pt x="4048125" y="3441"/>
                  </a:lnTo>
                  <a:lnTo>
                    <a:pt x="4048125" y="6070"/>
                  </a:lnTo>
                  <a:lnTo>
                    <a:pt x="4048595" y="7200"/>
                  </a:lnTo>
                  <a:lnTo>
                    <a:pt x="4050461" y="9055"/>
                  </a:lnTo>
                  <a:lnTo>
                    <a:pt x="4051579" y="9525"/>
                  </a:lnTo>
                  <a:lnTo>
                    <a:pt x="4054208" y="9525"/>
                  </a:lnTo>
                  <a:lnTo>
                    <a:pt x="4055326" y="9055"/>
                  </a:lnTo>
                  <a:lnTo>
                    <a:pt x="4057192" y="7200"/>
                  </a:lnTo>
                  <a:lnTo>
                    <a:pt x="4057650" y="6070"/>
                  </a:lnTo>
                  <a:lnTo>
                    <a:pt x="4057650" y="3441"/>
                  </a:lnTo>
                  <a:close/>
                </a:path>
                <a:path w="4819650" h="2679700">
                  <a:moveTo>
                    <a:pt x="4105275" y="2673400"/>
                  </a:moveTo>
                  <a:lnTo>
                    <a:pt x="4104817" y="2672283"/>
                  </a:lnTo>
                  <a:lnTo>
                    <a:pt x="4102951" y="2670416"/>
                  </a:lnTo>
                  <a:lnTo>
                    <a:pt x="4101833" y="2669946"/>
                  </a:lnTo>
                  <a:lnTo>
                    <a:pt x="4099204" y="2669946"/>
                  </a:lnTo>
                  <a:lnTo>
                    <a:pt x="4098086" y="2670416"/>
                  </a:lnTo>
                  <a:lnTo>
                    <a:pt x="4096220" y="2672283"/>
                  </a:lnTo>
                  <a:lnTo>
                    <a:pt x="4095750" y="2673400"/>
                  </a:lnTo>
                  <a:lnTo>
                    <a:pt x="4095750" y="2676029"/>
                  </a:lnTo>
                  <a:lnTo>
                    <a:pt x="4096220" y="2677147"/>
                  </a:lnTo>
                  <a:lnTo>
                    <a:pt x="4098086" y="2679014"/>
                  </a:lnTo>
                  <a:lnTo>
                    <a:pt x="4099204" y="2679471"/>
                  </a:lnTo>
                  <a:lnTo>
                    <a:pt x="4101833" y="2679471"/>
                  </a:lnTo>
                  <a:lnTo>
                    <a:pt x="4102951" y="2679014"/>
                  </a:lnTo>
                  <a:lnTo>
                    <a:pt x="4104817" y="2677147"/>
                  </a:lnTo>
                  <a:lnTo>
                    <a:pt x="4105275" y="2676029"/>
                  </a:lnTo>
                  <a:lnTo>
                    <a:pt x="4105275" y="2673400"/>
                  </a:lnTo>
                  <a:close/>
                </a:path>
                <a:path w="4819650" h="2679700">
                  <a:moveTo>
                    <a:pt x="4105275" y="2139404"/>
                  </a:moveTo>
                  <a:lnTo>
                    <a:pt x="4104817" y="2138286"/>
                  </a:lnTo>
                  <a:lnTo>
                    <a:pt x="4102951" y="2136432"/>
                  </a:lnTo>
                  <a:lnTo>
                    <a:pt x="4101833" y="2135962"/>
                  </a:lnTo>
                  <a:lnTo>
                    <a:pt x="4099204" y="2135962"/>
                  </a:lnTo>
                  <a:lnTo>
                    <a:pt x="4098086" y="2136432"/>
                  </a:lnTo>
                  <a:lnTo>
                    <a:pt x="4096220" y="2138286"/>
                  </a:lnTo>
                  <a:lnTo>
                    <a:pt x="4095750" y="2139404"/>
                  </a:lnTo>
                  <a:lnTo>
                    <a:pt x="4095750" y="2142045"/>
                  </a:lnTo>
                  <a:lnTo>
                    <a:pt x="4096220" y="2143163"/>
                  </a:lnTo>
                  <a:lnTo>
                    <a:pt x="4098086" y="2145017"/>
                  </a:lnTo>
                  <a:lnTo>
                    <a:pt x="4099204" y="2145487"/>
                  </a:lnTo>
                  <a:lnTo>
                    <a:pt x="4101833" y="2145487"/>
                  </a:lnTo>
                  <a:lnTo>
                    <a:pt x="4102951" y="2145017"/>
                  </a:lnTo>
                  <a:lnTo>
                    <a:pt x="4104817" y="2143163"/>
                  </a:lnTo>
                  <a:lnTo>
                    <a:pt x="4105275" y="2142045"/>
                  </a:lnTo>
                  <a:lnTo>
                    <a:pt x="4105275" y="2139404"/>
                  </a:lnTo>
                  <a:close/>
                </a:path>
                <a:path w="4819650" h="2679700">
                  <a:moveTo>
                    <a:pt x="4105275" y="1605419"/>
                  </a:moveTo>
                  <a:lnTo>
                    <a:pt x="4104817" y="1604302"/>
                  </a:lnTo>
                  <a:lnTo>
                    <a:pt x="4102951" y="1602435"/>
                  </a:lnTo>
                  <a:lnTo>
                    <a:pt x="4101833" y="1601965"/>
                  </a:lnTo>
                  <a:lnTo>
                    <a:pt x="4099204" y="1601965"/>
                  </a:lnTo>
                  <a:lnTo>
                    <a:pt x="4098086" y="1602435"/>
                  </a:lnTo>
                  <a:lnTo>
                    <a:pt x="4096220" y="1604302"/>
                  </a:lnTo>
                  <a:lnTo>
                    <a:pt x="4095750" y="1605419"/>
                  </a:lnTo>
                  <a:lnTo>
                    <a:pt x="4095750" y="1608048"/>
                  </a:lnTo>
                  <a:lnTo>
                    <a:pt x="4096220" y="1609166"/>
                  </a:lnTo>
                  <a:lnTo>
                    <a:pt x="4098086" y="1611033"/>
                  </a:lnTo>
                  <a:lnTo>
                    <a:pt x="4099204" y="1611490"/>
                  </a:lnTo>
                  <a:lnTo>
                    <a:pt x="4101833" y="1611490"/>
                  </a:lnTo>
                  <a:lnTo>
                    <a:pt x="4102951" y="1611033"/>
                  </a:lnTo>
                  <a:lnTo>
                    <a:pt x="4104817" y="1609166"/>
                  </a:lnTo>
                  <a:lnTo>
                    <a:pt x="4105275" y="1608048"/>
                  </a:lnTo>
                  <a:lnTo>
                    <a:pt x="4105275" y="1605419"/>
                  </a:lnTo>
                  <a:close/>
                </a:path>
                <a:path w="4819650" h="2679700">
                  <a:moveTo>
                    <a:pt x="4105275" y="1071422"/>
                  </a:moveTo>
                  <a:lnTo>
                    <a:pt x="4104817" y="1070305"/>
                  </a:lnTo>
                  <a:lnTo>
                    <a:pt x="4102951" y="1068451"/>
                  </a:lnTo>
                  <a:lnTo>
                    <a:pt x="4101833" y="1067981"/>
                  </a:lnTo>
                  <a:lnTo>
                    <a:pt x="4099204" y="1067981"/>
                  </a:lnTo>
                  <a:lnTo>
                    <a:pt x="4098086" y="1068451"/>
                  </a:lnTo>
                  <a:lnTo>
                    <a:pt x="4096220" y="1070305"/>
                  </a:lnTo>
                  <a:lnTo>
                    <a:pt x="4095750" y="1071422"/>
                  </a:lnTo>
                  <a:lnTo>
                    <a:pt x="4095750" y="1074051"/>
                  </a:lnTo>
                  <a:lnTo>
                    <a:pt x="4096220" y="1075182"/>
                  </a:lnTo>
                  <a:lnTo>
                    <a:pt x="4098086" y="1077036"/>
                  </a:lnTo>
                  <a:lnTo>
                    <a:pt x="4099204" y="1077506"/>
                  </a:lnTo>
                  <a:lnTo>
                    <a:pt x="4101833" y="1077506"/>
                  </a:lnTo>
                  <a:lnTo>
                    <a:pt x="4102951" y="1077036"/>
                  </a:lnTo>
                  <a:lnTo>
                    <a:pt x="4104817" y="1075182"/>
                  </a:lnTo>
                  <a:lnTo>
                    <a:pt x="4105275" y="1074051"/>
                  </a:lnTo>
                  <a:lnTo>
                    <a:pt x="4105275" y="1071422"/>
                  </a:lnTo>
                  <a:close/>
                </a:path>
                <a:path w="4819650" h="2679700">
                  <a:moveTo>
                    <a:pt x="4105275" y="537438"/>
                  </a:moveTo>
                  <a:lnTo>
                    <a:pt x="4104817" y="536308"/>
                  </a:lnTo>
                  <a:lnTo>
                    <a:pt x="4102951" y="534454"/>
                  </a:lnTo>
                  <a:lnTo>
                    <a:pt x="4101833" y="533984"/>
                  </a:lnTo>
                  <a:lnTo>
                    <a:pt x="4099204" y="533984"/>
                  </a:lnTo>
                  <a:lnTo>
                    <a:pt x="4098086" y="534454"/>
                  </a:lnTo>
                  <a:lnTo>
                    <a:pt x="4096220" y="536308"/>
                  </a:lnTo>
                  <a:lnTo>
                    <a:pt x="4095750" y="537438"/>
                  </a:lnTo>
                  <a:lnTo>
                    <a:pt x="4095750" y="540067"/>
                  </a:lnTo>
                  <a:lnTo>
                    <a:pt x="4096220" y="541185"/>
                  </a:lnTo>
                  <a:lnTo>
                    <a:pt x="4098086" y="543052"/>
                  </a:lnTo>
                  <a:lnTo>
                    <a:pt x="4099204" y="543509"/>
                  </a:lnTo>
                  <a:lnTo>
                    <a:pt x="4101833" y="543509"/>
                  </a:lnTo>
                  <a:lnTo>
                    <a:pt x="4102951" y="543052"/>
                  </a:lnTo>
                  <a:lnTo>
                    <a:pt x="4104817" y="541185"/>
                  </a:lnTo>
                  <a:lnTo>
                    <a:pt x="4105275" y="540067"/>
                  </a:lnTo>
                  <a:lnTo>
                    <a:pt x="4105275" y="537438"/>
                  </a:lnTo>
                  <a:close/>
                </a:path>
                <a:path w="4819650" h="2679700">
                  <a:moveTo>
                    <a:pt x="4105275" y="3441"/>
                  </a:moveTo>
                  <a:lnTo>
                    <a:pt x="4104817" y="2324"/>
                  </a:lnTo>
                  <a:lnTo>
                    <a:pt x="4102951" y="469"/>
                  </a:lnTo>
                  <a:lnTo>
                    <a:pt x="4101833" y="0"/>
                  </a:lnTo>
                  <a:lnTo>
                    <a:pt x="4099204" y="0"/>
                  </a:lnTo>
                  <a:lnTo>
                    <a:pt x="4098086" y="469"/>
                  </a:lnTo>
                  <a:lnTo>
                    <a:pt x="4096220" y="2324"/>
                  </a:lnTo>
                  <a:lnTo>
                    <a:pt x="4095750" y="3441"/>
                  </a:lnTo>
                  <a:lnTo>
                    <a:pt x="4095750" y="6070"/>
                  </a:lnTo>
                  <a:lnTo>
                    <a:pt x="4096220" y="7200"/>
                  </a:lnTo>
                  <a:lnTo>
                    <a:pt x="4098086" y="9055"/>
                  </a:lnTo>
                  <a:lnTo>
                    <a:pt x="4099204" y="9525"/>
                  </a:lnTo>
                  <a:lnTo>
                    <a:pt x="4101833" y="9525"/>
                  </a:lnTo>
                  <a:lnTo>
                    <a:pt x="4102951" y="9055"/>
                  </a:lnTo>
                  <a:lnTo>
                    <a:pt x="4104817" y="7200"/>
                  </a:lnTo>
                  <a:lnTo>
                    <a:pt x="4105275" y="6070"/>
                  </a:lnTo>
                  <a:lnTo>
                    <a:pt x="4105275" y="3441"/>
                  </a:lnTo>
                  <a:close/>
                </a:path>
                <a:path w="4819650" h="2679700">
                  <a:moveTo>
                    <a:pt x="4152900" y="2673400"/>
                  </a:moveTo>
                  <a:lnTo>
                    <a:pt x="4152442" y="2672283"/>
                  </a:lnTo>
                  <a:lnTo>
                    <a:pt x="4150576" y="2670416"/>
                  </a:lnTo>
                  <a:lnTo>
                    <a:pt x="4149458" y="2669946"/>
                  </a:lnTo>
                  <a:lnTo>
                    <a:pt x="4146829" y="2669946"/>
                  </a:lnTo>
                  <a:lnTo>
                    <a:pt x="4145711" y="2670416"/>
                  </a:lnTo>
                  <a:lnTo>
                    <a:pt x="4143845" y="2672283"/>
                  </a:lnTo>
                  <a:lnTo>
                    <a:pt x="4143375" y="2673400"/>
                  </a:lnTo>
                  <a:lnTo>
                    <a:pt x="4143375" y="2676029"/>
                  </a:lnTo>
                  <a:lnTo>
                    <a:pt x="4143845" y="2677147"/>
                  </a:lnTo>
                  <a:lnTo>
                    <a:pt x="4145711" y="2679014"/>
                  </a:lnTo>
                  <a:lnTo>
                    <a:pt x="4146829" y="2679471"/>
                  </a:lnTo>
                  <a:lnTo>
                    <a:pt x="4149458" y="2679471"/>
                  </a:lnTo>
                  <a:lnTo>
                    <a:pt x="4150576" y="2679014"/>
                  </a:lnTo>
                  <a:lnTo>
                    <a:pt x="4152442" y="2677147"/>
                  </a:lnTo>
                  <a:lnTo>
                    <a:pt x="4152900" y="2676029"/>
                  </a:lnTo>
                  <a:lnTo>
                    <a:pt x="4152900" y="2673400"/>
                  </a:lnTo>
                  <a:close/>
                </a:path>
                <a:path w="4819650" h="2679700">
                  <a:moveTo>
                    <a:pt x="4152900" y="2139404"/>
                  </a:moveTo>
                  <a:lnTo>
                    <a:pt x="4152442" y="2138286"/>
                  </a:lnTo>
                  <a:lnTo>
                    <a:pt x="4150576" y="2136432"/>
                  </a:lnTo>
                  <a:lnTo>
                    <a:pt x="4149458" y="2135962"/>
                  </a:lnTo>
                  <a:lnTo>
                    <a:pt x="4146829" y="2135962"/>
                  </a:lnTo>
                  <a:lnTo>
                    <a:pt x="4145711" y="2136432"/>
                  </a:lnTo>
                  <a:lnTo>
                    <a:pt x="4143845" y="2138286"/>
                  </a:lnTo>
                  <a:lnTo>
                    <a:pt x="4143375" y="2139404"/>
                  </a:lnTo>
                  <a:lnTo>
                    <a:pt x="4143375" y="2142045"/>
                  </a:lnTo>
                  <a:lnTo>
                    <a:pt x="4143845" y="2143163"/>
                  </a:lnTo>
                  <a:lnTo>
                    <a:pt x="4145711" y="2145017"/>
                  </a:lnTo>
                  <a:lnTo>
                    <a:pt x="4146829" y="2145487"/>
                  </a:lnTo>
                  <a:lnTo>
                    <a:pt x="4149458" y="2145487"/>
                  </a:lnTo>
                  <a:lnTo>
                    <a:pt x="4150576" y="2145017"/>
                  </a:lnTo>
                  <a:lnTo>
                    <a:pt x="4152442" y="2143163"/>
                  </a:lnTo>
                  <a:lnTo>
                    <a:pt x="4152900" y="2142045"/>
                  </a:lnTo>
                  <a:lnTo>
                    <a:pt x="4152900" y="2139404"/>
                  </a:lnTo>
                  <a:close/>
                </a:path>
                <a:path w="4819650" h="2679700">
                  <a:moveTo>
                    <a:pt x="4152900" y="1605419"/>
                  </a:moveTo>
                  <a:lnTo>
                    <a:pt x="4152442" y="1604302"/>
                  </a:lnTo>
                  <a:lnTo>
                    <a:pt x="4150576" y="1602435"/>
                  </a:lnTo>
                  <a:lnTo>
                    <a:pt x="4149458" y="1601965"/>
                  </a:lnTo>
                  <a:lnTo>
                    <a:pt x="4146829" y="1601965"/>
                  </a:lnTo>
                  <a:lnTo>
                    <a:pt x="4145711" y="1602435"/>
                  </a:lnTo>
                  <a:lnTo>
                    <a:pt x="4143845" y="1604302"/>
                  </a:lnTo>
                  <a:lnTo>
                    <a:pt x="4143375" y="1605419"/>
                  </a:lnTo>
                  <a:lnTo>
                    <a:pt x="4143375" y="1608048"/>
                  </a:lnTo>
                  <a:lnTo>
                    <a:pt x="4143845" y="1609166"/>
                  </a:lnTo>
                  <a:lnTo>
                    <a:pt x="4145711" y="1611033"/>
                  </a:lnTo>
                  <a:lnTo>
                    <a:pt x="4146829" y="1611490"/>
                  </a:lnTo>
                  <a:lnTo>
                    <a:pt x="4149458" y="1611490"/>
                  </a:lnTo>
                  <a:lnTo>
                    <a:pt x="4150576" y="1611033"/>
                  </a:lnTo>
                  <a:lnTo>
                    <a:pt x="4152442" y="1609166"/>
                  </a:lnTo>
                  <a:lnTo>
                    <a:pt x="4152900" y="1608048"/>
                  </a:lnTo>
                  <a:lnTo>
                    <a:pt x="4152900" y="1605419"/>
                  </a:lnTo>
                  <a:close/>
                </a:path>
                <a:path w="4819650" h="2679700">
                  <a:moveTo>
                    <a:pt x="4152900" y="1071422"/>
                  </a:moveTo>
                  <a:lnTo>
                    <a:pt x="4152442" y="1070305"/>
                  </a:lnTo>
                  <a:lnTo>
                    <a:pt x="4150576" y="1068451"/>
                  </a:lnTo>
                  <a:lnTo>
                    <a:pt x="4149458" y="1067981"/>
                  </a:lnTo>
                  <a:lnTo>
                    <a:pt x="4146829" y="1067981"/>
                  </a:lnTo>
                  <a:lnTo>
                    <a:pt x="4145711" y="1068451"/>
                  </a:lnTo>
                  <a:lnTo>
                    <a:pt x="4143845" y="1070305"/>
                  </a:lnTo>
                  <a:lnTo>
                    <a:pt x="4143375" y="1071422"/>
                  </a:lnTo>
                  <a:lnTo>
                    <a:pt x="4143375" y="1074051"/>
                  </a:lnTo>
                  <a:lnTo>
                    <a:pt x="4143845" y="1075182"/>
                  </a:lnTo>
                  <a:lnTo>
                    <a:pt x="4145711" y="1077036"/>
                  </a:lnTo>
                  <a:lnTo>
                    <a:pt x="4146829" y="1077506"/>
                  </a:lnTo>
                  <a:lnTo>
                    <a:pt x="4149458" y="1077506"/>
                  </a:lnTo>
                  <a:lnTo>
                    <a:pt x="4150576" y="1077036"/>
                  </a:lnTo>
                  <a:lnTo>
                    <a:pt x="4152442" y="1075182"/>
                  </a:lnTo>
                  <a:lnTo>
                    <a:pt x="4152900" y="1074051"/>
                  </a:lnTo>
                  <a:lnTo>
                    <a:pt x="4152900" y="1071422"/>
                  </a:lnTo>
                  <a:close/>
                </a:path>
                <a:path w="4819650" h="2679700">
                  <a:moveTo>
                    <a:pt x="4152900" y="537438"/>
                  </a:moveTo>
                  <a:lnTo>
                    <a:pt x="4152442" y="536308"/>
                  </a:lnTo>
                  <a:lnTo>
                    <a:pt x="4150576" y="534454"/>
                  </a:lnTo>
                  <a:lnTo>
                    <a:pt x="4149458" y="533984"/>
                  </a:lnTo>
                  <a:lnTo>
                    <a:pt x="4146829" y="533984"/>
                  </a:lnTo>
                  <a:lnTo>
                    <a:pt x="4145711" y="534454"/>
                  </a:lnTo>
                  <a:lnTo>
                    <a:pt x="4143845" y="536308"/>
                  </a:lnTo>
                  <a:lnTo>
                    <a:pt x="4143375" y="537438"/>
                  </a:lnTo>
                  <a:lnTo>
                    <a:pt x="4143375" y="540067"/>
                  </a:lnTo>
                  <a:lnTo>
                    <a:pt x="4143845" y="541185"/>
                  </a:lnTo>
                  <a:lnTo>
                    <a:pt x="4145711" y="543052"/>
                  </a:lnTo>
                  <a:lnTo>
                    <a:pt x="4146829" y="543509"/>
                  </a:lnTo>
                  <a:lnTo>
                    <a:pt x="4149458" y="543509"/>
                  </a:lnTo>
                  <a:lnTo>
                    <a:pt x="4150576" y="543052"/>
                  </a:lnTo>
                  <a:lnTo>
                    <a:pt x="4152442" y="541185"/>
                  </a:lnTo>
                  <a:lnTo>
                    <a:pt x="4152900" y="540067"/>
                  </a:lnTo>
                  <a:lnTo>
                    <a:pt x="4152900" y="537438"/>
                  </a:lnTo>
                  <a:close/>
                </a:path>
                <a:path w="4819650" h="2679700">
                  <a:moveTo>
                    <a:pt x="4152900" y="3441"/>
                  </a:moveTo>
                  <a:lnTo>
                    <a:pt x="4152442" y="2324"/>
                  </a:lnTo>
                  <a:lnTo>
                    <a:pt x="4150576" y="469"/>
                  </a:lnTo>
                  <a:lnTo>
                    <a:pt x="4149458" y="0"/>
                  </a:lnTo>
                  <a:lnTo>
                    <a:pt x="4146829" y="0"/>
                  </a:lnTo>
                  <a:lnTo>
                    <a:pt x="4145711" y="469"/>
                  </a:lnTo>
                  <a:lnTo>
                    <a:pt x="4143845" y="2324"/>
                  </a:lnTo>
                  <a:lnTo>
                    <a:pt x="4143375" y="3441"/>
                  </a:lnTo>
                  <a:lnTo>
                    <a:pt x="4143375" y="6070"/>
                  </a:lnTo>
                  <a:lnTo>
                    <a:pt x="4143845" y="7200"/>
                  </a:lnTo>
                  <a:lnTo>
                    <a:pt x="4145711" y="9055"/>
                  </a:lnTo>
                  <a:lnTo>
                    <a:pt x="4146829" y="9525"/>
                  </a:lnTo>
                  <a:lnTo>
                    <a:pt x="4149458" y="9525"/>
                  </a:lnTo>
                  <a:lnTo>
                    <a:pt x="4150576" y="9055"/>
                  </a:lnTo>
                  <a:lnTo>
                    <a:pt x="4152442" y="7200"/>
                  </a:lnTo>
                  <a:lnTo>
                    <a:pt x="4152900" y="6070"/>
                  </a:lnTo>
                  <a:lnTo>
                    <a:pt x="4152900" y="3441"/>
                  </a:lnTo>
                  <a:close/>
                </a:path>
                <a:path w="4819650" h="2679700">
                  <a:moveTo>
                    <a:pt x="4200525" y="2673400"/>
                  </a:moveTo>
                  <a:lnTo>
                    <a:pt x="4200067" y="2672283"/>
                  </a:lnTo>
                  <a:lnTo>
                    <a:pt x="4198201" y="2670416"/>
                  </a:lnTo>
                  <a:lnTo>
                    <a:pt x="4197083" y="2669946"/>
                  </a:lnTo>
                  <a:lnTo>
                    <a:pt x="4194454" y="2669946"/>
                  </a:lnTo>
                  <a:lnTo>
                    <a:pt x="4193336" y="2670416"/>
                  </a:lnTo>
                  <a:lnTo>
                    <a:pt x="4191470" y="2672283"/>
                  </a:lnTo>
                  <a:lnTo>
                    <a:pt x="4191000" y="2673400"/>
                  </a:lnTo>
                  <a:lnTo>
                    <a:pt x="4191000" y="2676029"/>
                  </a:lnTo>
                  <a:lnTo>
                    <a:pt x="4191470" y="2677147"/>
                  </a:lnTo>
                  <a:lnTo>
                    <a:pt x="4193336" y="2679014"/>
                  </a:lnTo>
                  <a:lnTo>
                    <a:pt x="4194454" y="2679471"/>
                  </a:lnTo>
                  <a:lnTo>
                    <a:pt x="4197083" y="2679471"/>
                  </a:lnTo>
                  <a:lnTo>
                    <a:pt x="4198201" y="2679014"/>
                  </a:lnTo>
                  <a:lnTo>
                    <a:pt x="4200067" y="2677147"/>
                  </a:lnTo>
                  <a:lnTo>
                    <a:pt x="4200525" y="2676029"/>
                  </a:lnTo>
                  <a:lnTo>
                    <a:pt x="4200525" y="2673400"/>
                  </a:lnTo>
                  <a:close/>
                </a:path>
                <a:path w="4819650" h="2679700">
                  <a:moveTo>
                    <a:pt x="4200525" y="2139404"/>
                  </a:moveTo>
                  <a:lnTo>
                    <a:pt x="4200067" y="2138286"/>
                  </a:lnTo>
                  <a:lnTo>
                    <a:pt x="4198201" y="2136432"/>
                  </a:lnTo>
                  <a:lnTo>
                    <a:pt x="4197083" y="2135962"/>
                  </a:lnTo>
                  <a:lnTo>
                    <a:pt x="4194454" y="2135962"/>
                  </a:lnTo>
                  <a:lnTo>
                    <a:pt x="4193336" y="2136432"/>
                  </a:lnTo>
                  <a:lnTo>
                    <a:pt x="4191470" y="2138286"/>
                  </a:lnTo>
                  <a:lnTo>
                    <a:pt x="4191000" y="2139404"/>
                  </a:lnTo>
                  <a:lnTo>
                    <a:pt x="4191000" y="2142045"/>
                  </a:lnTo>
                  <a:lnTo>
                    <a:pt x="4191470" y="2143163"/>
                  </a:lnTo>
                  <a:lnTo>
                    <a:pt x="4193336" y="2145017"/>
                  </a:lnTo>
                  <a:lnTo>
                    <a:pt x="4194454" y="2145487"/>
                  </a:lnTo>
                  <a:lnTo>
                    <a:pt x="4197083" y="2145487"/>
                  </a:lnTo>
                  <a:lnTo>
                    <a:pt x="4198201" y="2145017"/>
                  </a:lnTo>
                  <a:lnTo>
                    <a:pt x="4200067" y="2143163"/>
                  </a:lnTo>
                  <a:lnTo>
                    <a:pt x="4200525" y="2142045"/>
                  </a:lnTo>
                  <a:lnTo>
                    <a:pt x="4200525" y="2139404"/>
                  </a:lnTo>
                  <a:close/>
                </a:path>
                <a:path w="4819650" h="2679700">
                  <a:moveTo>
                    <a:pt x="4200525" y="1605419"/>
                  </a:moveTo>
                  <a:lnTo>
                    <a:pt x="4200067" y="1604302"/>
                  </a:lnTo>
                  <a:lnTo>
                    <a:pt x="4198201" y="1602435"/>
                  </a:lnTo>
                  <a:lnTo>
                    <a:pt x="4197083" y="1601965"/>
                  </a:lnTo>
                  <a:lnTo>
                    <a:pt x="4194454" y="1601965"/>
                  </a:lnTo>
                  <a:lnTo>
                    <a:pt x="4193336" y="1602435"/>
                  </a:lnTo>
                  <a:lnTo>
                    <a:pt x="4191470" y="1604302"/>
                  </a:lnTo>
                  <a:lnTo>
                    <a:pt x="4191000" y="1605419"/>
                  </a:lnTo>
                  <a:lnTo>
                    <a:pt x="4191000" y="1608048"/>
                  </a:lnTo>
                  <a:lnTo>
                    <a:pt x="4191470" y="1609166"/>
                  </a:lnTo>
                  <a:lnTo>
                    <a:pt x="4193336" y="1611033"/>
                  </a:lnTo>
                  <a:lnTo>
                    <a:pt x="4194454" y="1611490"/>
                  </a:lnTo>
                  <a:lnTo>
                    <a:pt x="4197083" y="1611490"/>
                  </a:lnTo>
                  <a:lnTo>
                    <a:pt x="4198201" y="1611033"/>
                  </a:lnTo>
                  <a:lnTo>
                    <a:pt x="4200067" y="1609166"/>
                  </a:lnTo>
                  <a:lnTo>
                    <a:pt x="4200525" y="1608048"/>
                  </a:lnTo>
                  <a:lnTo>
                    <a:pt x="4200525" y="1605419"/>
                  </a:lnTo>
                  <a:close/>
                </a:path>
                <a:path w="4819650" h="2679700">
                  <a:moveTo>
                    <a:pt x="4200525" y="1071422"/>
                  </a:moveTo>
                  <a:lnTo>
                    <a:pt x="4200067" y="1070305"/>
                  </a:lnTo>
                  <a:lnTo>
                    <a:pt x="4198201" y="1068451"/>
                  </a:lnTo>
                  <a:lnTo>
                    <a:pt x="4197083" y="1067981"/>
                  </a:lnTo>
                  <a:lnTo>
                    <a:pt x="4194454" y="1067981"/>
                  </a:lnTo>
                  <a:lnTo>
                    <a:pt x="4193336" y="1068451"/>
                  </a:lnTo>
                  <a:lnTo>
                    <a:pt x="4191470" y="1070305"/>
                  </a:lnTo>
                  <a:lnTo>
                    <a:pt x="4191000" y="1071422"/>
                  </a:lnTo>
                  <a:lnTo>
                    <a:pt x="4191000" y="1074051"/>
                  </a:lnTo>
                  <a:lnTo>
                    <a:pt x="4191470" y="1075182"/>
                  </a:lnTo>
                  <a:lnTo>
                    <a:pt x="4193336" y="1077036"/>
                  </a:lnTo>
                  <a:lnTo>
                    <a:pt x="4194454" y="1077506"/>
                  </a:lnTo>
                  <a:lnTo>
                    <a:pt x="4197083" y="1077506"/>
                  </a:lnTo>
                  <a:lnTo>
                    <a:pt x="4198201" y="1077036"/>
                  </a:lnTo>
                  <a:lnTo>
                    <a:pt x="4200067" y="1075182"/>
                  </a:lnTo>
                  <a:lnTo>
                    <a:pt x="4200525" y="1074051"/>
                  </a:lnTo>
                  <a:lnTo>
                    <a:pt x="4200525" y="1071422"/>
                  </a:lnTo>
                  <a:close/>
                </a:path>
                <a:path w="4819650" h="2679700">
                  <a:moveTo>
                    <a:pt x="4200525" y="537438"/>
                  </a:moveTo>
                  <a:lnTo>
                    <a:pt x="4200067" y="536308"/>
                  </a:lnTo>
                  <a:lnTo>
                    <a:pt x="4198201" y="534454"/>
                  </a:lnTo>
                  <a:lnTo>
                    <a:pt x="4197083" y="533984"/>
                  </a:lnTo>
                  <a:lnTo>
                    <a:pt x="4194454" y="533984"/>
                  </a:lnTo>
                  <a:lnTo>
                    <a:pt x="4193336" y="534454"/>
                  </a:lnTo>
                  <a:lnTo>
                    <a:pt x="4191470" y="536308"/>
                  </a:lnTo>
                  <a:lnTo>
                    <a:pt x="4191000" y="537438"/>
                  </a:lnTo>
                  <a:lnTo>
                    <a:pt x="4191000" y="540067"/>
                  </a:lnTo>
                  <a:lnTo>
                    <a:pt x="4191470" y="541185"/>
                  </a:lnTo>
                  <a:lnTo>
                    <a:pt x="4193336" y="543052"/>
                  </a:lnTo>
                  <a:lnTo>
                    <a:pt x="4194454" y="543509"/>
                  </a:lnTo>
                  <a:lnTo>
                    <a:pt x="4197083" y="543509"/>
                  </a:lnTo>
                  <a:lnTo>
                    <a:pt x="4198201" y="543052"/>
                  </a:lnTo>
                  <a:lnTo>
                    <a:pt x="4200067" y="541185"/>
                  </a:lnTo>
                  <a:lnTo>
                    <a:pt x="4200525" y="540067"/>
                  </a:lnTo>
                  <a:lnTo>
                    <a:pt x="4200525" y="537438"/>
                  </a:lnTo>
                  <a:close/>
                </a:path>
                <a:path w="4819650" h="2679700">
                  <a:moveTo>
                    <a:pt x="4200525" y="3441"/>
                  </a:moveTo>
                  <a:lnTo>
                    <a:pt x="4200067" y="2324"/>
                  </a:lnTo>
                  <a:lnTo>
                    <a:pt x="4198201" y="469"/>
                  </a:lnTo>
                  <a:lnTo>
                    <a:pt x="4197083" y="0"/>
                  </a:lnTo>
                  <a:lnTo>
                    <a:pt x="4194454" y="0"/>
                  </a:lnTo>
                  <a:lnTo>
                    <a:pt x="4193336" y="469"/>
                  </a:lnTo>
                  <a:lnTo>
                    <a:pt x="4191470" y="2324"/>
                  </a:lnTo>
                  <a:lnTo>
                    <a:pt x="4191000" y="3441"/>
                  </a:lnTo>
                  <a:lnTo>
                    <a:pt x="4191000" y="6070"/>
                  </a:lnTo>
                  <a:lnTo>
                    <a:pt x="4191470" y="7200"/>
                  </a:lnTo>
                  <a:lnTo>
                    <a:pt x="4193336" y="9055"/>
                  </a:lnTo>
                  <a:lnTo>
                    <a:pt x="4194454" y="9525"/>
                  </a:lnTo>
                  <a:lnTo>
                    <a:pt x="4197083" y="9525"/>
                  </a:lnTo>
                  <a:lnTo>
                    <a:pt x="4198201" y="9055"/>
                  </a:lnTo>
                  <a:lnTo>
                    <a:pt x="4200067" y="7200"/>
                  </a:lnTo>
                  <a:lnTo>
                    <a:pt x="4200525" y="6070"/>
                  </a:lnTo>
                  <a:lnTo>
                    <a:pt x="4200525" y="3441"/>
                  </a:lnTo>
                  <a:close/>
                </a:path>
                <a:path w="4819650" h="2679700">
                  <a:moveTo>
                    <a:pt x="4248150" y="2673400"/>
                  </a:moveTo>
                  <a:lnTo>
                    <a:pt x="4247693" y="2672283"/>
                  </a:lnTo>
                  <a:lnTo>
                    <a:pt x="4245826" y="2670416"/>
                  </a:lnTo>
                  <a:lnTo>
                    <a:pt x="4244708" y="2669946"/>
                  </a:lnTo>
                  <a:lnTo>
                    <a:pt x="4242079" y="2669946"/>
                  </a:lnTo>
                  <a:lnTo>
                    <a:pt x="4240962" y="2670416"/>
                  </a:lnTo>
                  <a:lnTo>
                    <a:pt x="4239095" y="2672283"/>
                  </a:lnTo>
                  <a:lnTo>
                    <a:pt x="4238625" y="2673400"/>
                  </a:lnTo>
                  <a:lnTo>
                    <a:pt x="4238625" y="2676029"/>
                  </a:lnTo>
                  <a:lnTo>
                    <a:pt x="4239095" y="2677147"/>
                  </a:lnTo>
                  <a:lnTo>
                    <a:pt x="4240962" y="2679014"/>
                  </a:lnTo>
                  <a:lnTo>
                    <a:pt x="4242079" y="2679471"/>
                  </a:lnTo>
                  <a:lnTo>
                    <a:pt x="4244708" y="2679471"/>
                  </a:lnTo>
                  <a:lnTo>
                    <a:pt x="4245826" y="2679014"/>
                  </a:lnTo>
                  <a:lnTo>
                    <a:pt x="4247693" y="2677147"/>
                  </a:lnTo>
                  <a:lnTo>
                    <a:pt x="4248150" y="2676029"/>
                  </a:lnTo>
                  <a:lnTo>
                    <a:pt x="4248150" y="2673400"/>
                  </a:lnTo>
                  <a:close/>
                </a:path>
                <a:path w="4819650" h="2679700">
                  <a:moveTo>
                    <a:pt x="4248150" y="2139404"/>
                  </a:moveTo>
                  <a:lnTo>
                    <a:pt x="4247693" y="2138286"/>
                  </a:lnTo>
                  <a:lnTo>
                    <a:pt x="4245826" y="2136432"/>
                  </a:lnTo>
                  <a:lnTo>
                    <a:pt x="4244708" y="2135962"/>
                  </a:lnTo>
                  <a:lnTo>
                    <a:pt x="4242079" y="2135962"/>
                  </a:lnTo>
                  <a:lnTo>
                    <a:pt x="4240962" y="2136432"/>
                  </a:lnTo>
                  <a:lnTo>
                    <a:pt x="4239095" y="2138286"/>
                  </a:lnTo>
                  <a:lnTo>
                    <a:pt x="4238625" y="2139404"/>
                  </a:lnTo>
                  <a:lnTo>
                    <a:pt x="4238625" y="2142045"/>
                  </a:lnTo>
                  <a:lnTo>
                    <a:pt x="4239095" y="2143163"/>
                  </a:lnTo>
                  <a:lnTo>
                    <a:pt x="4240962" y="2145017"/>
                  </a:lnTo>
                  <a:lnTo>
                    <a:pt x="4242079" y="2145487"/>
                  </a:lnTo>
                  <a:lnTo>
                    <a:pt x="4244708" y="2145487"/>
                  </a:lnTo>
                  <a:lnTo>
                    <a:pt x="4245826" y="2145017"/>
                  </a:lnTo>
                  <a:lnTo>
                    <a:pt x="4247693" y="2143163"/>
                  </a:lnTo>
                  <a:lnTo>
                    <a:pt x="4248150" y="2142045"/>
                  </a:lnTo>
                  <a:lnTo>
                    <a:pt x="4248150" y="2139404"/>
                  </a:lnTo>
                  <a:close/>
                </a:path>
                <a:path w="4819650" h="2679700">
                  <a:moveTo>
                    <a:pt x="4248150" y="1605419"/>
                  </a:moveTo>
                  <a:lnTo>
                    <a:pt x="4247693" y="1604302"/>
                  </a:lnTo>
                  <a:lnTo>
                    <a:pt x="4245826" y="1602435"/>
                  </a:lnTo>
                  <a:lnTo>
                    <a:pt x="4244708" y="1601965"/>
                  </a:lnTo>
                  <a:lnTo>
                    <a:pt x="4242079" y="1601965"/>
                  </a:lnTo>
                  <a:lnTo>
                    <a:pt x="4240962" y="1602435"/>
                  </a:lnTo>
                  <a:lnTo>
                    <a:pt x="4239095" y="1604302"/>
                  </a:lnTo>
                  <a:lnTo>
                    <a:pt x="4238625" y="1605419"/>
                  </a:lnTo>
                  <a:lnTo>
                    <a:pt x="4238625" y="1608048"/>
                  </a:lnTo>
                  <a:lnTo>
                    <a:pt x="4239095" y="1609166"/>
                  </a:lnTo>
                  <a:lnTo>
                    <a:pt x="4240962" y="1611033"/>
                  </a:lnTo>
                  <a:lnTo>
                    <a:pt x="4242079" y="1611490"/>
                  </a:lnTo>
                  <a:lnTo>
                    <a:pt x="4244708" y="1611490"/>
                  </a:lnTo>
                  <a:lnTo>
                    <a:pt x="4245826" y="1611033"/>
                  </a:lnTo>
                  <a:lnTo>
                    <a:pt x="4247693" y="1609166"/>
                  </a:lnTo>
                  <a:lnTo>
                    <a:pt x="4248150" y="1608048"/>
                  </a:lnTo>
                  <a:lnTo>
                    <a:pt x="4248150" y="1605419"/>
                  </a:lnTo>
                  <a:close/>
                </a:path>
                <a:path w="4819650" h="2679700">
                  <a:moveTo>
                    <a:pt x="4248150" y="1071422"/>
                  </a:moveTo>
                  <a:lnTo>
                    <a:pt x="4247693" y="1070305"/>
                  </a:lnTo>
                  <a:lnTo>
                    <a:pt x="4245826" y="1068451"/>
                  </a:lnTo>
                  <a:lnTo>
                    <a:pt x="4244708" y="1067981"/>
                  </a:lnTo>
                  <a:lnTo>
                    <a:pt x="4242079" y="1067981"/>
                  </a:lnTo>
                  <a:lnTo>
                    <a:pt x="4240962" y="1068451"/>
                  </a:lnTo>
                  <a:lnTo>
                    <a:pt x="4239095" y="1070305"/>
                  </a:lnTo>
                  <a:lnTo>
                    <a:pt x="4238625" y="1071422"/>
                  </a:lnTo>
                  <a:lnTo>
                    <a:pt x="4238625" y="1074051"/>
                  </a:lnTo>
                  <a:lnTo>
                    <a:pt x="4239095" y="1075182"/>
                  </a:lnTo>
                  <a:lnTo>
                    <a:pt x="4240962" y="1077036"/>
                  </a:lnTo>
                  <a:lnTo>
                    <a:pt x="4242079" y="1077506"/>
                  </a:lnTo>
                  <a:lnTo>
                    <a:pt x="4244708" y="1077506"/>
                  </a:lnTo>
                  <a:lnTo>
                    <a:pt x="4245826" y="1077036"/>
                  </a:lnTo>
                  <a:lnTo>
                    <a:pt x="4247693" y="1075182"/>
                  </a:lnTo>
                  <a:lnTo>
                    <a:pt x="4248150" y="1074051"/>
                  </a:lnTo>
                  <a:lnTo>
                    <a:pt x="4248150" y="1071422"/>
                  </a:lnTo>
                  <a:close/>
                </a:path>
                <a:path w="4819650" h="2679700">
                  <a:moveTo>
                    <a:pt x="4248150" y="537438"/>
                  </a:moveTo>
                  <a:lnTo>
                    <a:pt x="4247693" y="536308"/>
                  </a:lnTo>
                  <a:lnTo>
                    <a:pt x="4245826" y="534454"/>
                  </a:lnTo>
                  <a:lnTo>
                    <a:pt x="4244708" y="533984"/>
                  </a:lnTo>
                  <a:lnTo>
                    <a:pt x="4242079" y="533984"/>
                  </a:lnTo>
                  <a:lnTo>
                    <a:pt x="4240962" y="534454"/>
                  </a:lnTo>
                  <a:lnTo>
                    <a:pt x="4239095" y="536308"/>
                  </a:lnTo>
                  <a:lnTo>
                    <a:pt x="4238625" y="537438"/>
                  </a:lnTo>
                  <a:lnTo>
                    <a:pt x="4238625" y="540067"/>
                  </a:lnTo>
                  <a:lnTo>
                    <a:pt x="4239095" y="541185"/>
                  </a:lnTo>
                  <a:lnTo>
                    <a:pt x="4240962" y="543052"/>
                  </a:lnTo>
                  <a:lnTo>
                    <a:pt x="4242079" y="543509"/>
                  </a:lnTo>
                  <a:lnTo>
                    <a:pt x="4244708" y="543509"/>
                  </a:lnTo>
                  <a:lnTo>
                    <a:pt x="4245826" y="543052"/>
                  </a:lnTo>
                  <a:lnTo>
                    <a:pt x="4247693" y="541185"/>
                  </a:lnTo>
                  <a:lnTo>
                    <a:pt x="4248150" y="540067"/>
                  </a:lnTo>
                  <a:lnTo>
                    <a:pt x="4248150" y="537438"/>
                  </a:lnTo>
                  <a:close/>
                </a:path>
                <a:path w="4819650" h="2679700">
                  <a:moveTo>
                    <a:pt x="4248150" y="3441"/>
                  </a:moveTo>
                  <a:lnTo>
                    <a:pt x="4247693" y="2324"/>
                  </a:lnTo>
                  <a:lnTo>
                    <a:pt x="4245826" y="469"/>
                  </a:lnTo>
                  <a:lnTo>
                    <a:pt x="4244708" y="0"/>
                  </a:lnTo>
                  <a:lnTo>
                    <a:pt x="4242079" y="0"/>
                  </a:lnTo>
                  <a:lnTo>
                    <a:pt x="4240962" y="469"/>
                  </a:lnTo>
                  <a:lnTo>
                    <a:pt x="4239095" y="2324"/>
                  </a:lnTo>
                  <a:lnTo>
                    <a:pt x="4238625" y="3441"/>
                  </a:lnTo>
                  <a:lnTo>
                    <a:pt x="4238625" y="6070"/>
                  </a:lnTo>
                  <a:lnTo>
                    <a:pt x="4239095" y="7200"/>
                  </a:lnTo>
                  <a:lnTo>
                    <a:pt x="4240962" y="9055"/>
                  </a:lnTo>
                  <a:lnTo>
                    <a:pt x="4242079" y="9525"/>
                  </a:lnTo>
                  <a:lnTo>
                    <a:pt x="4244708" y="9525"/>
                  </a:lnTo>
                  <a:lnTo>
                    <a:pt x="4245826" y="9055"/>
                  </a:lnTo>
                  <a:lnTo>
                    <a:pt x="4247693" y="7200"/>
                  </a:lnTo>
                  <a:lnTo>
                    <a:pt x="4248150" y="6070"/>
                  </a:lnTo>
                  <a:lnTo>
                    <a:pt x="4248150" y="3441"/>
                  </a:lnTo>
                  <a:close/>
                </a:path>
                <a:path w="4819650" h="2679700">
                  <a:moveTo>
                    <a:pt x="4295775" y="2673400"/>
                  </a:moveTo>
                  <a:lnTo>
                    <a:pt x="4295318" y="2672283"/>
                  </a:lnTo>
                  <a:lnTo>
                    <a:pt x="4293451" y="2670416"/>
                  </a:lnTo>
                  <a:lnTo>
                    <a:pt x="4292333" y="2669946"/>
                  </a:lnTo>
                  <a:lnTo>
                    <a:pt x="4289704" y="2669946"/>
                  </a:lnTo>
                  <a:lnTo>
                    <a:pt x="4288587" y="2670416"/>
                  </a:lnTo>
                  <a:lnTo>
                    <a:pt x="4286720" y="2672283"/>
                  </a:lnTo>
                  <a:lnTo>
                    <a:pt x="4286250" y="2673400"/>
                  </a:lnTo>
                  <a:lnTo>
                    <a:pt x="4286250" y="2676029"/>
                  </a:lnTo>
                  <a:lnTo>
                    <a:pt x="4286720" y="2677147"/>
                  </a:lnTo>
                  <a:lnTo>
                    <a:pt x="4288587" y="2679014"/>
                  </a:lnTo>
                  <a:lnTo>
                    <a:pt x="4289704" y="2679471"/>
                  </a:lnTo>
                  <a:lnTo>
                    <a:pt x="4292333" y="2679471"/>
                  </a:lnTo>
                  <a:lnTo>
                    <a:pt x="4293451" y="2679014"/>
                  </a:lnTo>
                  <a:lnTo>
                    <a:pt x="4295318" y="2677147"/>
                  </a:lnTo>
                  <a:lnTo>
                    <a:pt x="4295775" y="2676029"/>
                  </a:lnTo>
                  <a:lnTo>
                    <a:pt x="4295775" y="2673400"/>
                  </a:lnTo>
                  <a:close/>
                </a:path>
                <a:path w="4819650" h="2679700">
                  <a:moveTo>
                    <a:pt x="4295775" y="2139404"/>
                  </a:moveTo>
                  <a:lnTo>
                    <a:pt x="4295318" y="2138286"/>
                  </a:lnTo>
                  <a:lnTo>
                    <a:pt x="4293451" y="2136432"/>
                  </a:lnTo>
                  <a:lnTo>
                    <a:pt x="4292333" y="2135962"/>
                  </a:lnTo>
                  <a:lnTo>
                    <a:pt x="4289704" y="2135962"/>
                  </a:lnTo>
                  <a:lnTo>
                    <a:pt x="4288587" y="2136432"/>
                  </a:lnTo>
                  <a:lnTo>
                    <a:pt x="4286720" y="2138286"/>
                  </a:lnTo>
                  <a:lnTo>
                    <a:pt x="4286250" y="2139404"/>
                  </a:lnTo>
                  <a:lnTo>
                    <a:pt x="4286250" y="2142045"/>
                  </a:lnTo>
                  <a:lnTo>
                    <a:pt x="4286720" y="2143163"/>
                  </a:lnTo>
                  <a:lnTo>
                    <a:pt x="4288587" y="2145017"/>
                  </a:lnTo>
                  <a:lnTo>
                    <a:pt x="4289704" y="2145487"/>
                  </a:lnTo>
                  <a:lnTo>
                    <a:pt x="4292333" y="2145487"/>
                  </a:lnTo>
                  <a:lnTo>
                    <a:pt x="4293451" y="2145017"/>
                  </a:lnTo>
                  <a:lnTo>
                    <a:pt x="4295318" y="2143163"/>
                  </a:lnTo>
                  <a:lnTo>
                    <a:pt x="4295775" y="2142045"/>
                  </a:lnTo>
                  <a:lnTo>
                    <a:pt x="4295775" y="2139404"/>
                  </a:lnTo>
                  <a:close/>
                </a:path>
                <a:path w="4819650" h="2679700">
                  <a:moveTo>
                    <a:pt x="4295775" y="1605419"/>
                  </a:moveTo>
                  <a:lnTo>
                    <a:pt x="4295318" y="1604302"/>
                  </a:lnTo>
                  <a:lnTo>
                    <a:pt x="4293451" y="1602435"/>
                  </a:lnTo>
                  <a:lnTo>
                    <a:pt x="4292333" y="1601965"/>
                  </a:lnTo>
                  <a:lnTo>
                    <a:pt x="4289704" y="1601965"/>
                  </a:lnTo>
                  <a:lnTo>
                    <a:pt x="4288587" y="1602435"/>
                  </a:lnTo>
                  <a:lnTo>
                    <a:pt x="4286720" y="1604302"/>
                  </a:lnTo>
                  <a:lnTo>
                    <a:pt x="4286250" y="1605419"/>
                  </a:lnTo>
                  <a:lnTo>
                    <a:pt x="4286250" y="1608048"/>
                  </a:lnTo>
                  <a:lnTo>
                    <a:pt x="4286720" y="1609166"/>
                  </a:lnTo>
                  <a:lnTo>
                    <a:pt x="4288587" y="1611033"/>
                  </a:lnTo>
                  <a:lnTo>
                    <a:pt x="4289704" y="1611490"/>
                  </a:lnTo>
                  <a:lnTo>
                    <a:pt x="4292333" y="1611490"/>
                  </a:lnTo>
                  <a:lnTo>
                    <a:pt x="4293451" y="1611033"/>
                  </a:lnTo>
                  <a:lnTo>
                    <a:pt x="4295318" y="1609166"/>
                  </a:lnTo>
                  <a:lnTo>
                    <a:pt x="4295775" y="1608048"/>
                  </a:lnTo>
                  <a:lnTo>
                    <a:pt x="4295775" y="1605419"/>
                  </a:lnTo>
                  <a:close/>
                </a:path>
                <a:path w="4819650" h="2679700">
                  <a:moveTo>
                    <a:pt x="4295775" y="1071422"/>
                  </a:moveTo>
                  <a:lnTo>
                    <a:pt x="4295318" y="1070305"/>
                  </a:lnTo>
                  <a:lnTo>
                    <a:pt x="4293451" y="1068451"/>
                  </a:lnTo>
                  <a:lnTo>
                    <a:pt x="4292333" y="1067981"/>
                  </a:lnTo>
                  <a:lnTo>
                    <a:pt x="4289704" y="1067981"/>
                  </a:lnTo>
                  <a:lnTo>
                    <a:pt x="4288587" y="1068451"/>
                  </a:lnTo>
                  <a:lnTo>
                    <a:pt x="4286720" y="1070305"/>
                  </a:lnTo>
                  <a:lnTo>
                    <a:pt x="4286250" y="1071422"/>
                  </a:lnTo>
                  <a:lnTo>
                    <a:pt x="4286250" y="1074051"/>
                  </a:lnTo>
                  <a:lnTo>
                    <a:pt x="4286720" y="1075182"/>
                  </a:lnTo>
                  <a:lnTo>
                    <a:pt x="4288587" y="1077036"/>
                  </a:lnTo>
                  <a:lnTo>
                    <a:pt x="4289704" y="1077506"/>
                  </a:lnTo>
                  <a:lnTo>
                    <a:pt x="4292333" y="1077506"/>
                  </a:lnTo>
                  <a:lnTo>
                    <a:pt x="4293451" y="1077036"/>
                  </a:lnTo>
                  <a:lnTo>
                    <a:pt x="4295318" y="1075182"/>
                  </a:lnTo>
                  <a:lnTo>
                    <a:pt x="4295775" y="1074051"/>
                  </a:lnTo>
                  <a:lnTo>
                    <a:pt x="4295775" y="1071422"/>
                  </a:lnTo>
                  <a:close/>
                </a:path>
                <a:path w="4819650" h="2679700">
                  <a:moveTo>
                    <a:pt x="4295775" y="537438"/>
                  </a:moveTo>
                  <a:lnTo>
                    <a:pt x="4295318" y="536308"/>
                  </a:lnTo>
                  <a:lnTo>
                    <a:pt x="4293451" y="534454"/>
                  </a:lnTo>
                  <a:lnTo>
                    <a:pt x="4292333" y="533984"/>
                  </a:lnTo>
                  <a:lnTo>
                    <a:pt x="4289704" y="533984"/>
                  </a:lnTo>
                  <a:lnTo>
                    <a:pt x="4288587" y="534454"/>
                  </a:lnTo>
                  <a:lnTo>
                    <a:pt x="4286720" y="536308"/>
                  </a:lnTo>
                  <a:lnTo>
                    <a:pt x="4286250" y="537438"/>
                  </a:lnTo>
                  <a:lnTo>
                    <a:pt x="4286250" y="540067"/>
                  </a:lnTo>
                  <a:lnTo>
                    <a:pt x="4286720" y="541185"/>
                  </a:lnTo>
                  <a:lnTo>
                    <a:pt x="4288587" y="543052"/>
                  </a:lnTo>
                  <a:lnTo>
                    <a:pt x="4289704" y="543509"/>
                  </a:lnTo>
                  <a:lnTo>
                    <a:pt x="4292333" y="543509"/>
                  </a:lnTo>
                  <a:lnTo>
                    <a:pt x="4293451" y="543052"/>
                  </a:lnTo>
                  <a:lnTo>
                    <a:pt x="4295318" y="541185"/>
                  </a:lnTo>
                  <a:lnTo>
                    <a:pt x="4295775" y="540067"/>
                  </a:lnTo>
                  <a:lnTo>
                    <a:pt x="4295775" y="537438"/>
                  </a:lnTo>
                  <a:close/>
                </a:path>
                <a:path w="4819650" h="2679700">
                  <a:moveTo>
                    <a:pt x="4295775" y="3441"/>
                  </a:moveTo>
                  <a:lnTo>
                    <a:pt x="4295318" y="2324"/>
                  </a:lnTo>
                  <a:lnTo>
                    <a:pt x="4293451" y="469"/>
                  </a:lnTo>
                  <a:lnTo>
                    <a:pt x="4292333" y="0"/>
                  </a:lnTo>
                  <a:lnTo>
                    <a:pt x="4289704" y="0"/>
                  </a:lnTo>
                  <a:lnTo>
                    <a:pt x="4288587" y="469"/>
                  </a:lnTo>
                  <a:lnTo>
                    <a:pt x="4286720" y="2324"/>
                  </a:lnTo>
                  <a:lnTo>
                    <a:pt x="4286250" y="3441"/>
                  </a:lnTo>
                  <a:lnTo>
                    <a:pt x="4286250" y="6070"/>
                  </a:lnTo>
                  <a:lnTo>
                    <a:pt x="4286720" y="7200"/>
                  </a:lnTo>
                  <a:lnTo>
                    <a:pt x="4288587" y="9055"/>
                  </a:lnTo>
                  <a:lnTo>
                    <a:pt x="4289704" y="9525"/>
                  </a:lnTo>
                  <a:lnTo>
                    <a:pt x="4292333" y="9525"/>
                  </a:lnTo>
                  <a:lnTo>
                    <a:pt x="4293451" y="9055"/>
                  </a:lnTo>
                  <a:lnTo>
                    <a:pt x="4295318" y="7200"/>
                  </a:lnTo>
                  <a:lnTo>
                    <a:pt x="4295775" y="6070"/>
                  </a:lnTo>
                  <a:lnTo>
                    <a:pt x="4295775" y="3441"/>
                  </a:lnTo>
                  <a:close/>
                </a:path>
                <a:path w="4819650" h="2679700">
                  <a:moveTo>
                    <a:pt x="4343400" y="2673400"/>
                  </a:moveTo>
                  <a:lnTo>
                    <a:pt x="4342943" y="2672283"/>
                  </a:lnTo>
                  <a:lnTo>
                    <a:pt x="4341076" y="2670416"/>
                  </a:lnTo>
                  <a:lnTo>
                    <a:pt x="4339958" y="2669946"/>
                  </a:lnTo>
                  <a:lnTo>
                    <a:pt x="4337329" y="2669946"/>
                  </a:lnTo>
                  <a:lnTo>
                    <a:pt x="4336199" y="2670416"/>
                  </a:lnTo>
                  <a:lnTo>
                    <a:pt x="4334345" y="2672283"/>
                  </a:lnTo>
                  <a:lnTo>
                    <a:pt x="4333875" y="2673400"/>
                  </a:lnTo>
                  <a:lnTo>
                    <a:pt x="4333875" y="2676029"/>
                  </a:lnTo>
                  <a:lnTo>
                    <a:pt x="4334345" y="2677147"/>
                  </a:lnTo>
                  <a:lnTo>
                    <a:pt x="4336199" y="2679014"/>
                  </a:lnTo>
                  <a:lnTo>
                    <a:pt x="4337329" y="2679471"/>
                  </a:lnTo>
                  <a:lnTo>
                    <a:pt x="4339958" y="2679471"/>
                  </a:lnTo>
                  <a:lnTo>
                    <a:pt x="4341076" y="2679014"/>
                  </a:lnTo>
                  <a:lnTo>
                    <a:pt x="4342943" y="2677147"/>
                  </a:lnTo>
                  <a:lnTo>
                    <a:pt x="4343400" y="2676029"/>
                  </a:lnTo>
                  <a:lnTo>
                    <a:pt x="4343400" y="2673400"/>
                  </a:lnTo>
                  <a:close/>
                </a:path>
                <a:path w="4819650" h="2679700">
                  <a:moveTo>
                    <a:pt x="4343400" y="2139404"/>
                  </a:moveTo>
                  <a:lnTo>
                    <a:pt x="4342943" y="2138286"/>
                  </a:lnTo>
                  <a:lnTo>
                    <a:pt x="4341076" y="2136432"/>
                  </a:lnTo>
                  <a:lnTo>
                    <a:pt x="4339958" y="2135962"/>
                  </a:lnTo>
                  <a:lnTo>
                    <a:pt x="4337329" y="2135962"/>
                  </a:lnTo>
                  <a:lnTo>
                    <a:pt x="4336199" y="2136432"/>
                  </a:lnTo>
                  <a:lnTo>
                    <a:pt x="4334345" y="2138286"/>
                  </a:lnTo>
                  <a:lnTo>
                    <a:pt x="4333875" y="2139404"/>
                  </a:lnTo>
                  <a:lnTo>
                    <a:pt x="4333875" y="2142045"/>
                  </a:lnTo>
                  <a:lnTo>
                    <a:pt x="4334345" y="2143163"/>
                  </a:lnTo>
                  <a:lnTo>
                    <a:pt x="4336199" y="2145017"/>
                  </a:lnTo>
                  <a:lnTo>
                    <a:pt x="4337329" y="2145487"/>
                  </a:lnTo>
                  <a:lnTo>
                    <a:pt x="4339958" y="2145487"/>
                  </a:lnTo>
                  <a:lnTo>
                    <a:pt x="4341076" y="2145017"/>
                  </a:lnTo>
                  <a:lnTo>
                    <a:pt x="4342943" y="2143163"/>
                  </a:lnTo>
                  <a:lnTo>
                    <a:pt x="4343400" y="2142045"/>
                  </a:lnTo>
                  <a:lnTo>
                    <a:pt x="4343400" y="2139404"/>
                  </a:lnTo>
                  <a:close/>
                </a:path>
                <a:path w="4819650" h="2679700">
                  <a:moveTo>
                    <a:pt x="4343400" y="1605419"/>
                  </a:moveTo>
                  <a:lnTo>
                    <a:pt x="4342943" y="1604302"/>
                  </a:lnTo>
                  <a:lnTo>
                    <a:pt x="4341076" y="1602435"/>
                  </a:lnTo>
                  <a:lnTo>
                    <a:pt x="4339958" y="1601965"/>
                  </a:lnTo>
                  <a:lnTo>
                    <a:pt x="4337329" y="1601965"/>
                  </a:lnTo>
                  <a:lnTo>
                    <a:pt x="4336199" y="1602435"/>
                  </a:lnTo>
                  <a:lnTo>
                    <a:pt x="4334345" y="1604302"/>
                  </a:lnTo>
                  <a:lnTo>
                    <a:pt x="4333875" y="1605419"/>
                  </a:lnTo>
                  <a:lnTo>
                    <a:pt x="4333875" y="1608048"/>
                  </a:lnTo>
                  <a:lnTo>
                    <a:pt x="4334345" y="1609166"/>
                  </a:lnTo>
                  <a:lnTo>
                    <a:pt x="4336199" y="1611033"/>
                  </a:lnTo>
                  <a:lnTo>
                    <a:pt x="4337329" y="1611490"/>
                  </a:lnTo>
                  <a:lnTo>
                    <a:pt x="4339958" y="1611490"/>
                  </a:lnTo>
                  <a:lnTo>
                    <a:pt x="4341076" y="1611033"/>
                  </a:lnTo>
                  <a:lnTo>
                    <a:pt x="4342943" y="1609166"/>
                  </a:lnTo>
                  <a:lnTo>
                    <a:pt x="4343400" y="1608048"/>
                  </a:lnTo>
                  <a:lnTo>
                    <a:pt x="4343400" y="1605419"/>
                  </a:lnTo>
                  <a:close/>
                </a:path>
                <a:path w="4819650" h="2679700">
                  <a:moveTo>
                    <a:pt x="4343400" y="1071422"/>
                  </a:moveTo>
                  <a:lnTo>
                    <a:pt x="4342943" y="1070305"/>
                  </a:lnTo>
                  <a:lnTo>
                    <a:pt x="4341076" y="1068451"/>
                  </a:lnTo>
                  <a:lnTo>
                    <a:pt x="4339958" y="1067981"/>
                  </a:lnTo>
                  <a:lnTo>
                    <a:pt x="4337329" y="1067981"/>
                  </a:lnTo>
                  <a:lnTo>
                    <a:pt x="4336199" y="1068451"/>
                  </a:lnTo>
                  <a:lnTo>
                    <a:pt x="4334345" y="1070305"/>
                  </a:lnTo>
                  <a:lnTo>
                    <a:pt x="4333875" y="1071422"/>
                  </a:lnTo>
                  <a:lnTo>
                    <a:pt x="4333875" y="1074051"/>
                  </a:lnTo>
                  <a:lnTo>
                    <a:pt x="4334345" y="1075182"/>
                  </a:lnTo>
                  <a:lnTo>
                    <a:pt x="4336199" y="1077036"/>
                  </a:lnTo>
                  <a:lnTo>
                    <a:pt x="4337329" y="1077506"/>
                  </a:lnTo>
                  <a:lnTo>
                    <a:pt x="4339958" y="1077506"/>
                  </a:lnTo>
                  <a:lnTo>
                    <a:pt x="4341076" y="1077036"/>
                  </a:lnTo>
                  <a:lnTo>
                    <a:pt x="4342943" y="1075182"/>
                  </a:lnTo>
                  <a:lnTo>
                    <a:pt x="4343400" y="1074051"/>
                  </a:lnTo>
                  <a:lnTo>
                    <a:pt x="4343400" y="1071422"/>
                  </a:lnTo>
                  <a:close/>
                </a:path>
                <a:path w="4819650" h="2679700">
                  <a:moveTo>
                    <a:pt x="4343400" y="537438"/>
                  </a:moveTo>
                  <a:lnTo>
                    <a:pt x="4342943" y="536308"/>
                  </a:lnTo>
                  <a:lnTo>
                    <a:pt x="4341076" y="534454"/>
                  </a:lnTo>
                  <a:lnTo>
                    <a:pt x="4339958" y="533984"/>
                  </a:lnTo>
                  <a:lnTo>
                    <a:pt x="4337329" y="533984"/>
                  </a:lnTo>
                  <a:lnTo>
                    <a:pt x="4336199" y="534454"/>
                  </a:lnTo>
                  <a:lnTo>
                    <a:pt x="4334345" y="536308"/>
                  </a:lnTo>
                  <a:lnTo>
                    <a:pt x="4333875" y="537438"/>
                  </a:lnTo>
                  <a:lnTo>
                    <a:pt x="4333875" y="540067"/>
                  </a:lnTo>
                  <a:lnTo>
                    <a:pt x="4334345" y="541185"/>
                  </a:lnTo>
                  <a:lnTo>
                    <a:pt x="4336199" y="543052"/>
                  </a:lnTo>
                  <a:lnTo>
                    <a:pt x="4337329" y="543509"/>
                  </a:lnTo>
                  <a:lnTo>
                    <a:pt x="4339958" y="543509"/>
                  </a:lnTo>
                  <a:lnTo>
                    <a:pt x="4341076" y="543052"/>
                  </a:lnTo>
                  <a:lnTo>
                    <a:pt x="4342943" y="541185"/>
                  </a:lnTo>
                  <a:lnTo>
                    <a:pt x="4343400" y="540067"/>
                  </a:lnTo>
                  <a:lnTo>
                    <a:pt x="4343400" y="537438"/>
                  </a:lnTo>
                  <a:close/>
                </a:path>
                <a:path w="4819650" h="2679700">
                  <a:moveTo>
                    <a:pt x="4343400" y="3441"/>
                  </a:moveTo>
                  <a:lnTo>
                    <a:pt x="4342943" y="2324"/>
                  </a:lnTo>
                  <a:lnTo>
                    <a:pt x="4341076" y="469"/>
                  </a:lnTo>
                  <a:lnTo>
                    <a:pt x="4339958" y="0"/>
                  </a:lnTo>
                  <a:lnTo>
                    <a:pt x="4337329" y="0"/>
                  </a:lnTo>
                  <a:lnTo>
                    <a:pt x="4336199" y="469"/>
                  </a:lnTo>
                  <a:lnTo>
                    <a:pt x="4334345" y="2324"/>
                  </a:lnTo>
                  <a:lnTo>
                    <a:pt x="4333875" y="3441"/>
                  </a:lnTo>
                  <a:lnTo>
                    <a:pt x="4333875" y="6070"/>
                  </a:lnTo>
                  <a:lnTo>
                    <a:pt x="4334345" y="7200"/>
                  </a:lnTo>
                  <a:lnTo>
                    <a:pt x="4336199" y="9055"/>
                  </a:lnTo>
                  <a:lnTo>
                    <a:pt x="4337329" y="9525"/>
                  </a:lnTo>
                  <a:lnTo>
                    <a:pt x="4339958" y="9525"/>
                  </a:lnTo>
                  <a:lnTo>
                    <a:pt x="4341076" y="9055"/>
                  </a:lnTo>
                  <a:lnTo>
                    <a:pt x="4342943" y="7200"/>
                  </a:lnTo>
                  <a:lnTo>
                    <a:pt x="4343400" y="6070"/>
                  </a:lnTo>
                  <a:lnTo>
                    <a:pt x="4343400" y="3441"/>
                  </a:lnTo>
                  <a:close/>
                </a:path>
                <a:path w="4819650" h="2679700">
                  <a:moveTo>
                    <a:pt x="4391025" y="2673400"/>
                  </a:moveTo>
                  <a:lnTo>
                    <a:pt x="4390568" y="2672283"/>
                  </a:lnTo>
                  <a:lnTo>
                    <a:pt x="4388701" y="2670416"/>
                  </a:lnTo>
                  <a:lnTo>
                    <a:pt x="4387583" y="2669946"/>
                  </a:lnTo>
                  <a:lnTo>
                    <a:pt x="4384954" y="2669946"/>
                  </a:lnTo>
                  <a:lnTo>
                    <a:pt x="4383824" y="2670416"/>
                  </a:lnTo>
                  <a:lnTo>
                    <a:pt x="4381970" y="2672283"/>
                  </a:lnTo>
                  <a:lnTo>
                    <a:pt x="4381500" y="2673400"/>
                  </a:lnTo>
                  <a:lnTo>
                    <a:pt x="4381500" y="2676029"/>
                  </a:lnTo>
                  <a:lnTo>
                    <a:pt x="4381970" y="2677147"/>
                  </a:lnTo>
                  <a:lnTo>
                    <a:pt x="4383824" y="2679014"/>
                  </a:lnTo>
                  <a:lnTo>
                    <a:pt x="4384954" y="2679471"/>
                  </a:lnTo>
                  <a:lnTo>
                    <a:pt x="4387583" y="2679471"/>
                  </a:lnTo>
                  <a:lnTo>
                    <a:pt x="4388701" y="2679014"/>
                  </a:lnTo>
                  <a:lnTo>
                    <a:pt x="4390568" y="2677147"/>
                  </a:lnTo>
                  <a:lnTo>
                    <a:pt x="4391025" y="2676029"/>
                  </a:lnTo>
                  <a:lnTo>
                    <a:pt x="4391025" y="2673400"/>
                  </a:lnTo>
                  <a:close/>
                </a:path>
                <a:path w="4819650" h="2679700">
                  <a:moveTo>
                    <a:pt x="4391025" y="2139404"/>
                  </a:moveTo>
                  <a:lnTo>
                    <a:pt x="4390568" y="2138286"/>
                  </a:lnTo>
                  <a:lnTo>
                    <a:pt x="4388701" y="2136432"/>
                  </a:lnTo>
                  <a:lnTo>
                    <a:pt x="4387583" y="2135962"/>
                  </a:lnTo>
                  <a:lnTo>
                    <a:pt x="4384954" y="2135962"/>
                  </a:lnTo>
                  <a:lnTo>
                    <a:pt x="4383824" y="2136432"/>
                  </a:lnTo>
                  <a:lnTo>
                    <a:pt x="4381970" y="2138286"/>
                  </a:lnTo>
                  <a:lnTo>
                    <a:pt x="4381500" y="2139404"/>
                  </a:lnTo>
                  <a:lnTo>
                    <a:pt x="4381500" y="2142045"/>
                  </a:lnTo>
                  <a:lnTo>
                    <a:pt x="4381970" y="2143163"/>
                  </a:lnTo>
                  <a:lnTo>
                    <a:pt x="4383824" y="2145017"/>
                  </a:lnTo>
                  <a:lnTo>
                    <a:pt x="4384954" y="2145487"/>
                  </a:lnTo>
                  <a:lnTo>
                    <a:pt x="4387583" y="2145487"/>
                  </a:lnTo>
                  <a:lnTo>
                    <a:pt x="4388701" y="2145017"/>
                  </a:lnTo>
                  <a:lnTo>
                    <a:pt x="4390568" y="2143163"/>
                  </a:lnTo>
                  <a:lnTo>
                    <a:pt x="4391025" y="2142045"/>
                  </a:lnTo>
                  <a:lnTo>
                    <a:pt x="4391025" y="2139404"/>
                  </a:lnTo>
                  <a:close/>
                </a:path>
                <a:path w="4819650" h="2679700">
                  <a:moveTo>
                    <a:pt x="4391025" y="1605419"/>
                  </a:moveTo>
                  <a:lnTo>
                    <a:pt x="4390568" y="1604302"/>
                  </a:lnTo>
                  <a:lnTo>
                    <a:pt x="4388701" y="1602435"/>
                  </a:lnTo>
                  <a:lnTo>
                    <a:pt x="4387583" y="1601965"/>
                  </a:lnTo>
                  <a:lnTo>
                    <a:pt x="4384954" y="1601965"/>
                  </a:lnTo>
                  <a:lnTo>
                    <a:pt x="4383824" y="1602435"/>
                  </a:lnTo>
                  <a:lnTo>
                    <a:pt x="4381970" y="1604302"/>
                  </a:lnTo>
                  <a:lnTo>
                    <a:pt x="4381500" y="1605419"/>
                  </a:lnTo>
                  <a:lnTo>
                    <a:pt x="4381500" y="1608048"/>
                  </a:lnTo>
                  <a:lnTo>
                    <a:pt x="4381970" y="1609166"/>
                  </a:lnTo>
                  <a:lnTo>
                    <a:pt x="4383824" y="1611033"/>
                  </a:lnTo>
                  <a:lnTo>
                    <a:pt x="4384954" y="1611490"/>
                  </a:lnTo>
                  <a:lnTo>
                    <a:pt x="4387583" y="1611490"/>
                  </a:lnTo>
                  <a:lnTo>
                    <a:pt x="4388701" y="1611033"/>
                  </a:lnTo>
                  <a:lnTo>
                    <a:pt x="4390568" y="1609166"/>
                  </a:lnTo>
                  <a:lnTo>
                    <a:pt x="4391025" y="1608048"/>
                  </a:lnTo>
                  <a:lnTo>
                    <a:pt x="4391025" y="1605419"/>
                  </a:lnTo>
                  <a:close/>
                </a:path>
                <a:path w="4819650" h="2679700">
                  <a:moveTo>
                    <a:pt x="4391025" y="1071422"/>
                  </a:moveTo>
                  <a:lnTo>
                    <a:pt x="4390568" y="1070305"/>
                  </a:lnTo>
                  <a:lnTo>
                    <a:pt x="4388701" y="1068451"/>
                  </a:lnTo>
                  <a:lnTo>
                    <a:pt x="4387583" y="1067981"/>
                  </a:lnTo>
                  <a:lnTo>
                    <a:pt x="4384954" y="1067981"/>
                  </a:lnTo>
                  <a:lnTo>
                    <a:pt x="4383824" y="1068451"/>
                  </a:lnTo>
                  <a:lnTo>
                    <a:pt x="4381970" y="1070305"/>
                  </a:lnTo>
                  <a:lnTo>
                    <a:pt x="4381500" y="1071422"/>
                  </a:lnTo>
                  <a:lnTo>
                    <a:pt x="4381500" y="1074051"/>
                  </a:lnTo>
                  <a:lnTo>
                    <a:pt x="4381970" y="1075182"/>
                  </a:lnTo>
                  <a:lnTo>
                    <a:pt x="4383824" y="1077036"/>
                  </a:lnTo>
                  <a:lnTo>
                    <a:pt x="4384954" y="1077506"/>
                  </a:lnTo>
                  <a:lnTo>
                    <a:pt x="4387583" y="1077506"/>
                  </a:lnTo>
                  <a:lnTo>
                    <a:pt x="4388701" y="1077036"/>
                  </a:lnTo>
                  <a:lnTo>
                    <a:pt x="4390568" y="1075182"/>
                  </a:lnTo>
                  <a:lnTo>
                    <a:pt x="4391025" y="1074051"/>
                  </a:lnTo>
                  <a:lnTo>
                    <a:pt x="4391025" y="1071422"/>
                  </a:lnTo>
                  <a:close/>
                </a:path>
                <a:path w="4819650" h="2679700">
                  <a:moveTo>
                    <a:pt x="4391025" y="537438"/>
                  </a:moveTo>
                  <a:lnTo>
                    <a:pt x="4390568" y="536308"/>
                  </a:lnTo>
                  <a:lnTo>
                    <a:pt x="4388701" y="534454"/>
                  </a:lnTo>
                  <a:lnTo>
                    <a:pt x="4387583" y="533984"/>
                  </a:lnTo>
                  <a:lnTo>
                    <a:pt x="4384954" y="533984"/>
                  </a:lnTo>
                  <a:lnTo>
                    <a:pt x="4383824" y="534454"/>
                  </a:lnTo>
                  <a:lnTo>
                    <a:pt x="4381970" y="536308"/>
                  </a:lnTo>
                  <a:lnTo>
                    <a:pt x="4381500" y="537438"/>
                  </a:lnTo>
                  <a:lnTo>
                    <a:pt x="4381500" y="540067"/>
                  </a:lnTo>
                  <a:lnTo>
                    <a:pt x="4381970" y="541185"/>
                  </a:lnTo>
                  <a:lnTo>
                    <a:pt x="4383824" y="543052"/>
                  </a:lnTo>
                  <a:lnTo>
                    <a:pt x="4384954" y="543509"/>
                  </a:lnTo>
                  <a:lnTo>
                    <a:pt x="4387583" y="543509"/>
                  </a:lnTo>
                  <a:lnTo>
                    <a:pt x="4388701" y="543052"/>
                  </a:lnTo>
                  <a:lnTo>
                    <a:pt x="4390568" y="541185"/>
                  </a:lnTo>
                  <a:lnTo>
                    <a:pt x="4391025" y="540067"/>
                  </a:lnTo>
                  <a:lnTo>
                    <a:pt x="4391025" y="537438"/>
                  </a:lnTo>
                  <a:close/>
                </a:path>
                <a:path w="4819650" h="2679700">
                  <a:moveTo>
                    <a:pt x="4391025" y="3441"/>
                  </a:moveTo>
                  <a:lnTo>
                    <a:pt x="4390568" y="2324"/>
                  </a:lnTo>
                  <a:lnTo>
                    <a:pt x="4388701" y="469"/>
                  </a:lnTo>
                  <a:lnTo>
                    <a:pt x="4387583" y="0"/>
                  </a:lnTo>
                  <a:lnTo>
                    <a:pt x="4384954" y="0"/>
                  </a:lnTo>
                  <a:lnTo>
                    <a:pt x="4383824" y="469"/>
                  </a:lnTo>
                  <a:lnTo>
                    <a:pt x="4381970" y="2324"/>
                  </a:lnTo>
                  <a:lnTo>
                    <a:pt x="4381500" y="3441"/>
                  </a:lnTo>
                  <a:lnTo>
                    <a:pt x="4381500" y="6070"/>
                  </a:lnTo>
                  <a:lnTo>
                    <a:pt x="4381970" y="7200"/>
                  </a:lnTo>
                  <a:lnTo>
                    <a:pt x="4383824" y="9055"/>
                  </a:lnTo>
                  <a:lnTo>
                    <a:pt x="4384954" y="9525"/>
                  </a:lnTo>
                  <a:lnTo>
                    <a:pt x="4387583" y="9525"/>
                  </a:lnTo>
                  <a:lnTo>
                    <a:pt x="4388701" y="9055"/>
                  </a:lnTo>
                  <a:lnTo>
                    <a:pt x="4390568" y="7200"/>
                  </a:lnTo>
                  <a:lnTo>
                    <a:pt x="4391025" y="6070"/>
                  </a:lnTo>
                  <a:lnTo>
                    <a:pt x="4391025" y="3441"/>
                  </a:lnTo>
                  <a:close/>
                </a:path>
                <a:path w="4819650" h="2679700">
                  <a:moveTo>
                    <a:pt x="4438650" y="2673400"/>
                  </a:moveTo>
                  <a:lnTo>
                    <a:pt x="4438193" y="2672283"/>
                  </a:lnTo>
                  <a:lnTo>
                    <a:pt x="4436326" y="2670416"/>
                  </a:lnTo>
                  <a:lnTo>
                    <a:pt x="4435208" y="2669946"/>
                  </a:lnTo>
                  <a:lnTo>
                    <a:pt x="4432579" y="2669946"/>
                  </a:lnTo>
                  <a:lnTo>
                    <a:pt x="4431449" y="2670416"/>
                  </a:lnTo>
                  <a:lnTo>
                    <a:pt x="4429595" y="2672283"/>
                  </a:lnTo>
                  <a:lnTo>
                    <a:pt x="4429125" y="2673400"/>
                  </a:lnTo>
                  <a:lnTo>
                    <a:pt x="4429125" y="2676029"/>
                  </a:lnTo>
                  <a:lnTo>
                    <a:pt x="4429595" y="2677147"/>
                  </a:lnTo>
                  <a:lnTo>
                    <a:pt x="4431449" y="2679014"/>
                  </a:lnTo>
                  <a:lnTo>
                    <a:pt x="4432579" y="2679471"/>
                  </a:lnTo>
                  <a:lnTo>
                    <a:pt x="4435208" y="2679471"/>
                  </a:lnTo>
                  <a:lnTo>
                    <a:pt x="4436326" y="2679014"/>
                  </a:lnTo>
                  <a:lnTo>
                    <a:pt x="4438193" y="2677147"/>
                  </a:lnTo>
                  <a:lnTo>
                    <a:pt x="4438650" y="2676029"/>
                  </a:lnTo>
                  <a:lnTo>
                    <a:pt x="4438650" y="2673400"/>
                  </a:lnTo>
                  <a:close/>
                </a:path>
                <a:path w="4819650" h="2679700">
                  <a:moveTo>
                    <a:pt x="4438650" y="2139404"/>
                  </a:moveTo>
                  <a:lnTo>
                    <a:pt x="4438193" y="2138286"/>
                  </a:lnTo>
                  <a:lnTo>
                    <a:pt x="4436326" y="2136432"/>
                  </a:lnTo>
                  <a:lnTo>
                    <a:pt x="4435208" y="2135962"/>
                  </a:lnTo>
                  <a:lnTo>
                    <a:pt x="4432579" y="2135962"/>
                  </a:lnTo>
                  <a:lnTo>
                    <a:pt x="4431449" y="2136432"/>
                  </a:lnTo>
                  <a:lnTo>
                    <a:pt x="4429595" y="2138286"/>
                  </a:lnTo>
                  <a:lnTo>
                    <a:pt x="4429125" y="2139404"/>
                  </a:lnTo>
                  <a:lnTo>
                    <a:pt x="4429125" y="2142045"/>
                  </a:lnTo>
                  <a:lnTo>
                    <a:pt x="4429595" y="2143163"/>
                  </a:lnTo>
                  <a:lnTo>
                    <a:pt x="4431449" y="2145017"/>
                  </a:lnTo>
                  <a:lnTo>
                    <a:pt x="4432579" y="2145487"/>
                  </a:lnTo>
                  <a:lnTo>
                    <a:pt x="4435208" y="2145487"/>
                  </a:lnTo>
                  <a:lnTo>
                    <a:pt x="4436326" y="2145017"/>
                  </a:lnTo>
                  <a:lnTo>
                    <a:pt x="4438193" y="2143163"/>
                  </a:lnTo>
                  <a:lnTo>
                    <a:pt x="4438650" y="2142045"/>
                  </a:lnTo>
                  <a:lnTo>
                    <a:pt x="4438650" y="2139404"/>
                  </a:lnTo>
                  <a:close/>
                </a:path>
                <a:path w="4819650" h="2679700">
                  <a:moveTo>
                    <a:pt x="4438650" y="1605419"/>
                  </a:moveTo>
                  <a:lnTo>
                    <a:pt x="4438193" y="1604302"/>
                  </a:lnTo>
                  <a:lnTo>
                    <a:pt x="4436326" y="1602435"/>
                  </a:lnTo>
                  <a:lnTo>
                    <a:pt x="4435208" y="1601965"/>
                  </a:lnTo>
                  <a:lnTo>
                    <a:pt x="4432579" y="1601965"/>
                  </a:lnTo>
                  <a:lnTo>
                    <a:pt x="4431449" y="1602435"/>
                  </a:lnTo>
                  <a:lnTo>
                    <a:pt x="4429595" y="1604302"/>
                  </a:lnTo>
                  <a:lnTo>
                    <a:pt x="4429125" y="1605419"/>
                  </a:lnTo>
                  <a:lnTo>
                    <a:pt x="4429125" y="1608048"/>
                  </a:lnTo>
                  <a:lnTo>
                    <a:pt x="4429595" y="1609166"/>
                  </a:lnTo>
                  <a:lnTo>
                    <a:pt x="4431449" y="1611033"/>
                  </a:lnTo>
                  <a:lnTo>
                    <a:pt x="4432579" y="1611490"/>
                  </a:lnTo>
                  <a:lnTo>
                    <a:pt x="4435208" y="1611490"/>
                  </a:lnTo>
                  <a:lnTo>
                    <a:pt x="4436326" y="1611033"/>
                  </a:lnTo>
                  <a:lnTo>
                    <a:pt x="4438193" y="1609166"/>
                  </a:lnTo>
                  <a:lnTo>
                    <a:pt x="4438650" y="1608048"/>
                  </a:lnTo>
                  <a:lnTo>
                    <a:pt x="4438650" y="1605419"/>
                  </a:lnTo>
                  <a:close/>
                </a:path>
                <a:path w="4819650" h="2679700">
                  <a:moveTo>
                    <a:pt x="4438650" y="1071422"/>
                  </a:moveTo>
                  <a:lnTo>
                    <a:pt x="4438193" y="1070305"/>
                  </a:lnTo>
                  <a:lnTo>
                    <a:pt x="4436326" y="1068451"/>
                  </a:lnTo>
                  <a:lnTo>
                    <a:pt x="4435208" y="1067981"/>
                  </a:lnTo>
                  <a:lnTo>
                    <a:pt x="4432579" y="1067981"/>
                  </a:lnTo>
                  <a:lnTo>
                    <a:pt x="4431449" y="1068451"/>
                  </a:lnTo>
                  <a:lnTo>
                    <a:pt x="4429595" y="1070305"/>
                  </a:lnTo>
                  <a:lnTo>
                    <a:pt x="4429125" y="1071422"/>
                  </a:lnTo>
                  <a:lnTo>
                    <a:pt x="4429125" y="1074051"/>
                  </a:lnTo>
                  <a:lnTo>
                    <a:pt x="4429595" y="1075182"/>
                  </a:lnTo>
                  <a:lnTo>
                    <a:pt x="4431449" y="1077036"/>
                  </a:lnTo>
                  <a:lnTo>
                    <a:pt x="4432579" y="1077506"/>
                  </a:lnTo>
                  <a:lnTo>
                    <a:pt x="4435208" y="1077506"/>
                  </a:lnTo>
                  <a:lnTo>
                    <a:pt x="4436326" y="1077036"/>
                  </a:lnTo>
                  <a:lnTo>
                    <a:pt x="4438193" y="1075182"/>
                  </a:lnTo>
                  <a:lnTo>
                    <a:pt x="4438650" y="1074051"/>
                  </a:lnTo>
                  <a:lnTo>
                    <a:pt x="4438650" y="1071422"/>
                  </a:lnTo>
                  <a:close/>
                </a:path>
                <a:path w="4819650" h="2679700">
                  <a:moveTo>
                    <a:pt x="4438650" y="537438"/>
                  </a:moveTo>
                  <a:lnTo>
                    <a:pt x="4438193" y="536308"/>
                  </a:lnTo>
                  <a:lnTo>
                    <a:pt x="4436326" y="534454"/>
                  </a:lnTo>
                  <a:lnTo>
                    <a:pt x="4435208" y="533984"/>
                  </a:lnTo>
                  <a:lnTo>
                    <a:pt x="4432579" y="533984"/>
                  </a:lnTo>
                  <a:lnTo>
                    <a:pt x="4431449" y="534454"/>
                  </a:lnTo>
                  <a:lnTo>
                    <a:pt x="4429595" y="536308"/>
                  </a:lnTo>
                  <a:lnTo>
                    <a:pt x="4429125" y="537438"/>
                  </a:lnTo>
                  <a:lnTo>
                    <a:pt x="4429125" y="540067"/>
                  </a:lnTo>
                  <a:lnTo>
                    <a:pt x="4429595" y="541185"/>
                  </a:lnTo>
                  <a:lnTo>
                    <a:pt x="4431449" y="543052"/>
                  </a:lnTo>
                  <a:lnTo>
                    <a:pt x="4432579" y="543509"/>
                  </a:lnTo>
                  <a:lnTo>
                    <a:pt x="4435208" y="543509"/>
                  </a:lnTo>
                  <a:lnTo>
                    <a:pt x="4436326" y="543052"/>
                  </a:lnTo>
                  <a:lnTo>
                    <a:pt x="4438193" y="541185"/>
                  </a:lnTo>
                  <a:lnTo>
                    <a:pt x="4438650" y="540067"/>
                  </a:lnTo>
                  <a:lnTo>
                    <a:pt x="4438650" y="537438"/>
                  </a:lnTo>
                  <a:close/>
                </a:path>
                <a:path w="4819650" h="2679700">
                  <a:moveTo>
                    <a:pt x="4438650" y="3441"/>
                  </a:moveTo>
                  <a:lnTo>
                    <a:pt x="4438193" y="2324"/>
                  </a:lnTo>
                  <a:lnTo>
                    <a:pt x="4436326" y="469"/>
                  </a:lnTo>
                  <a:lnTo>
                    <a:pt x="4435208" y="0"/>
                  </a:lnTo>
                  <a:lnTo>
                    <a:pt x="4432579" y="0"/>
                  </a:lnTo>
                  <a:lnTo>
                    <a:pt x="4431449" y="469"/>
                  </a:lnTo>
                  <a:lnTo>
                    <a:pt x="4429595" y="2324"/>
                  </a:lnTo>
                  <a:lnTo>
                    <a:pt x="4429125" y="3441"/>
                  </a:lnTo>
                  <a:lnTo>
                    <a:pt x="4429125" y="6070"/>
                  </a:lnTo>
                  <a:lnTo>
                    <a:pt x="4429595" y="7200"/>
                  </a:lnTo>
                  <a:lnTo>
                    <a:pt x="4431449" y="9055"/>
                  </a:lnTo>
                  <a:lnTo>
                    <a:pt x="4432579" y="9525"/>
                  </a:lnTo>
                  <a:lnTo>
                    <a:pt x="4435208" y="9525"/>
                  </a:lnTo>
                  <a:lnTo>
                    <a:pt x="4436326" y="9055"/>
                  </a:lnTo>
                  <a:lnTo>
                    <a:pt x="4438193" y="7200"/>
                  </a:lnTo>
                  <a:lnTo>
                    <a:pt x="4438650" y="6070"/>
                  </a:lnTo>
                  <a:lnTo>
                    <a:pt x="4438650" y="3441"/>
                  </a:lnTo>
                  <a:close/>
                </a:path>
                <a:path w="4819650" h="2679700">
                  <a:moveTo>
                    <a:pt x="4486275" y="2673400"/>
                  </a:moveTo>
                  <a:lnTo>
                    <a:pt x="4485818" y="2672283"/>
                  </a:lnTo>
                  <a:lnTo>
                    <a:pt x="4483951" y="2670416"/>
                  </a:lnTo>
                  <a:lnTo>
                    <a:pt x="4482833" y="2669946"/>
                  </a:lnTo>
                  <a:lnTo>
                    <a:pt x="4480204" y="2669946"/>
                  </a:lnTo>
                  <a:lnTo>
                    <a:pt x="4479087" y="2670416"/>
                  </a:lnTo>
                  <a:lnTo>
                    <a:pt x="4477220" y="2672283"/>
                  </a:lnTo>
                  <a:lnTo>
                    <a:pt x="4476750" y="2673400"/>
                  </a:lnTo>
                  <a:lnTo>
                    <a:pt x="4476750" y="2676029"/>
                  </a:lnTo>
                  <a:lnTo>
                    <a:pt x="4477220" y="2677147"/>
                  </a:lnTo>
                  <a:lnTo>
                    <a:pt x="4479087" y="2679014"/>
                  </a:lnTo>
                  <a:lnTo>
                    <a:pt x="4480204" y="2679471"/>
                  </a:lnTo>
                  <a:lnTo>
                    <a:pt x="4482833" y="2679471"/>
                  </a:lnTo>
                  <a:lnTo>
                    <a:pt x="4483951" y="2679014"/>
                  </a:lnTo>
                  <a:lnTo>
                    <a:pt x="4485818" y="2677147"/>
                  </a:lnTo>
                  <a:lnTo>
                    <a:pt x="4486275" y="2676029"/>
                  </a:lnTo>
                  <a:lnTo>
                    <a:pt x="4486275" y="2673400"/>
                  </a:lnTo>
                  <a:close/>
                </a:path>
                <a:path w="4819650" h="2679700">
                  <a:moveTo>
                    <a:pt x="4486275" y="2139404"/>
                  </a:moveTo>
                  <a:lnTo>
                    <a:pt x="4485818" y="2138286"/>
                  </a:lnTo>
                  <a:lnTo>
                    <a:pt x="4483951" y="2136432"/>
                  </a:lnTo>
                  <a:lnTo>
                    <a:pt x="4482833" y="2135962"/>
                  </a:lnTo>
                  <a:lnTo>
                    <a:pt x="4480204" y="2135962"/>
                  </a:lnTo>
                  <a:lnTo>
                    <a:pt x="4479087" y="2136432"/>
                  </a:lnTo>
                  <a:lnTo>
                    <a:pt x="4477220" y="2138286"/>
                  </a:lnTo>
                  <a:lnTo>
                    <a:pt x="4476750" y="2139404"/>
                  </a:lnTo>
                  <a:lnTo>
                    <a:pt x="4476750" y="2142045"/>
                  </a:lnTo>
                  <a:lnTo>
                    <a:pt x="4477220" y="2143163"/>
                  </a:lnTo>
                  <a:lnTo>
                    <a:pt x="4479087" y="2145017"/>
                  </a:lnTo>
                  <a:lnTo>
                    <a:pt x="4480204" y="2145487"/>
                  </a:lnTo>
                  <a:lnTo>
                    <a:pt x="4482833" y="2145487"/>
                  </a:lnTo>
                  <a:lnTo>
                    <a:pt x="4483951" y="2145017"/>
                  </a:lnTo>
                  <a:lnTo>
                    <a:pt x="4485818" y="2143163"/>
                  </a:lnTo>
                  <a:lnTo>
                    <a:pt x="4486275" y="2142045"/>
                  </a:lnTo>
                  <a:lnTo>
                    <a:pt x="4486275" y="2139404"/>
                  </a:lnTo>
                  <a:close/>
                </a:path>
                <a:path w="4819650" h="2679700">
                  <a:moveTo>
                    <a:pt x="4486275" y="1605419"/>
                  </a:moveTo>
                  <a:lnTo>
                    <a:pt x="4485818" y="1604302"/>
                  </a:lnTo>
                  <a:lnTo>
                    <a:pt x="4483951" y="1602435"/>
                  </a:lnTo>
                  <a:lnTo>
                    <a:pt x="4482833" y="1601965"/>
                  </a:lnTo>
                  <a:lnTo>
                    <a:pt x="4480204" y="1601965"/>
                  </a:lnTo>
                  <a:lnTo>
                    <a:pt x="4479087" y="1602435"/>
                  </a:lnTo>
                  <a:lnTo>
                    <a:pt x="4477220" y="1604302"/>
                  </a:lnTo>
                  <a:lnTo>
                    <a:pt x="4476750" y="1605419"/>
                  </a:lnTo>
                  <a:lnTo>
                    <a:pt x="4476750" y="1608048"/>
                  </a:lnTo>
                  <a:lnTo>
                    <a:pt x="4477220" y="1609166"/>
                  </a:lnTo>
                  <a:lnTo>
                    <a:pt x="4479087" y="1611033"/>
                  </a:lnTo>
                  <a:lnTo>
                    <a:pt x="4480204" y="1611490"/>
                  </a:lnTo>
                  <a:lnTo>
                    <a:pt x="4482833" y="1611490"/>
                  </a:lnTo>
                  <a:lnTo>
                    <a:pt x="4483951" y="1611033"/>
                  </a:lnTo>
                  <a:lnTo>
                    <a:pt x="4485818" y="1609166"/>
                  </a:lnTo>
                  <a:lnTo>
                    <a:pt x="4486275" y="1608048"/>
                  </a:lnTo>
                  <a:lnTo>
                    <a:pt x="4486275" y="1605419"/>
                  </a:lnTo>
                  <a:close/>
                </a:path>
                <a:path w="4819650" h="2679700">
                  <a:moveTo>
                    <a:pt x="4486275" y="1071422"/>
                  </a:moveTo>
                  <a:lnTo>
                    <a:pt x="4485818" y="1070305"/>
                  </a:lnTo>
                  <a:lnTo>
                    <a:pt x="4483951" y="1068451"/>
                  </a:lnTo>
                  <a:lnTo>
                    <a:pt x="4482833" y="1067981"/>
                  </a:lnTo>
                  <a:lnTo>
                    <a:pt x="4480204" y="1067981"/>
                  </a:lnTo>
                  <a:lnTo>
                    <a:pt x="4479087" y="1068451"/>
                  </a:lnTo>
                  <a:lnTo>
                    <a:pt x="4477220" y="1070305"/>
                  </a:lnTo>
                  <a:lnTo>
                    <a:pt x="4476750" y="1071422"/>
                  </a:lnTo>
                  <a:lnTo>
                    <a:pt x="4476750" y="1074051"/>
                  </a:lnTo>
                  <a:lnTo>
                    <a:pt x="4477220" y="1075182"/>
                  </a:lnTo>
                  <a:lnTo>
                    <a:pt x="4479087" y="1077036"/>
                  </a:lnTo>
                  <a:lnTo>
                    <a:pt x="4480204" y="1077506"/>
                  </a:lnTo>
                  <a:lnTo>
                    <a:pt x="4482833" y="1077506"/>
                  </a:lnTo>
                  <a:lnTo>
                    <a:pt x="4483951" y="1077036"/>
                  </a:lnTo>
                  <a:lnTo>
                    <a:pt x="4485818" y="1075182"/>
                  </a:lnTo>
                  <a:lnTo>
                    <a:pt x="4486275" y="1074051"/>
                  </a:lnTo>
                  <a:lnTo>
                    <a:pt x="4486275" y="1071422"/>
                  </a:lnTo>
                  <a:close/>
                </a:path>
                <a:path w="4819650" h="2679700">
                  <a:moveTo>
                    <a:pt x="4486275" y="537438"/>
                  </a:moveTo>
                  <a:lnTo>
                    <a:pt x="4485818" y="536308"/>
                  </a:lnTo>
                  <a:lnTo>
                    <a:pt x="4483951" y="534454"/>
                  </a:lnTo>
                  <a:lnTo>
                    <a:pt x="4482833" y="533984"/>
                  </a:lnTo>
                  <a:lnTo>
                    <a:pt x="4480204" y="533984"/>
                  </a:lnTo>
                  <a:lnTo>
                    <a:pt x="4479087" y="534454"/>
                  </a:lnTo>
                  <a:lnTo>
                    <a:pt x="4477220" y="536308"/>
                  </a:lnTo>
                  <a:lnTo>
                    <a:pt x="4476750" y="537438"/>
                  </a:lnTo>
                  <a:lnTo>
                    <a:pt x="4476750" y="540067"/>
                  </a:lnTo>
                  <a:lnTo>
                    <a:pt x="4477220" y="541185"/>
                  </a:lnTo>
                  <a:lnTo>
                    <a:pt x="4479087" y="543052"/>
                  </a:lnTo>
                  <a:lnTo>
                    <a:pt x="4480204" y="543509"/>
                  </a:lnTo>
                  <a:lnTo>
                    <a:pt x="4482833" y="543509"/>
                  </a:lnTo>
                  <a:lnTo>
                    <a:pt x="4483951" y="543052"/>
                  </a:lnTo>
                  <a:lnTo>
                    <a:pt x="4485818" y="541185"/>
                  </a:lnTo>
                  <a:lnTo>
                    <a:pt x="4486275" y="540067"/>
                  </a:lnTo>
                  <a:lnTo>
                    <a:pt x="4486275" y="537438"/>
                  </a:lnTo>
                  <a:close/>
                </a:path>
                <a:path w="4819650" h="2679700">
                  <a:moveTo>
                    <a:pt x="4486275" y="3441"/>
                  </a:moveTo>
                  <a:lnTo>
                    <a:pt x="4485818" y="2324"/>
                  </a:lnTo>
                  <a:lnTo>
                    <a:pt x="4483951" y="469"/>
                  </a:lnTo>
                  <a:lnTo>
                    <a:pt x="4482833" y="0"/>
                  </a:lnTo>
                  <a:lnTo>
                    <a:pt x="4480204" y="0"/>
                  </a:lnTo>
                  <a:lnTo>
                    <a:pt x="4479087" y="469"/>
                  </a:lnTo>
                  <a:lnTo>
                    <a:pt x="4477220" y="2324"/>
                  </a:lnTo>
                  <a:lnTo>
                    <a:pt x="4476750" y="3441"/>
                  </a:lnTo>
                  <a:lnTo>
                    <a:pt x="4476750" y="6070"/>
                  </a:lnTo>
                  <a:lnTo>
                    <a:pt x="4477220" y="7200"/>
                  </a:lnTo>
                  <a:lnTo>
                    <a:pt x="4479087" y="9055"/>
                  </a:lnTo>
                  <a:lnTo>
                    <a:pt x="4480204" y="9525"/>
                  </a:lnTo>
                  <a:lnTo>
                    <a:pt x="4482833" y="9525"/>
                  </a:lnTo>
                  <a:lnTo>
                    <a:pt x="4483951" y="9055"/>
                  </a:lnTo>
                  <a:lnTo>
                    <a:pt x="4485818" y="7200"/>
                  </a:lnTo>
                  <a:lnTo>
                    <a:pt x="4486275" y="6070"/>
                  </a:lnTo>
                  <a:lnTo>
                    <a:pt x="4486275" y="3441"/>
                  </a:lnTo>
                  <a:close/>
                </a:path>
                <a:path w="4819650" h="2679700">
                  <a:moveTo>
                    <a:pt x="4533900" y="2673400"/>
                  </a:moveTo>
                  <a:lnTo>
                    <a:pt x="4533443" y="2672283"/>
                  </a:lnTo>
                  <a:lnTo>
                    <a:pt x="4531576" y="2670416"/>
                  </a:lnTo>
                  <a:lnTo>
                    <a:pt x="4530458" y="2669946"/>
                  </a:lnTo>
                  <a:lnTo>
                    <a:pt x="4527829" y="2669946"/>
                  </a:lnTo>
                  <a:lnTo>
                    <a:pt x="4526712" y="2670416"/>
                  </a:lnTo>
                  <a:lnTo>
                    <a:pt x="4524845" y="2672283"/>
                  </a:lnTo>
                  <a:lnTo>
                    <a:pt x="4524375" y="2673400"/>
                  </a:lnTo>
                  <a:lnTo>
                    <a:pt x="4524375" y="2676029"/>
                  </a:lnTo>
                  <a:lnTo>
                    <a:pt x="4524845" y="2677147"/>
                  </a:lnTo>
                  <a:lnTo>
                    <a:pt x="4526712" y="2679014"/>
                  </a:lnTo>
                  <a:lnTo>
                    <a:pt x="4527829" y="2679471"/>
                  </a:lnTo>
                  <a:lnTo>
                    <a:pt x="4530458" y="2679471"/>
                  </a:lnTo>
                  <a:lnTo>
                    <a:pt x="4531576" y="2679014"/>
                  </a:lnTo>
                  <a:lnTo>
                    <a:pt x="4533443" y="2677147"/>
                  </a:lnTo>
                  <a:lnTo>
                    <a:pt x="4533900" y="2676029"/>
                  </a:lnTo>
                  <a:lnTo>
                    <a:pt x="4533900" y="2673400"/>
                  </a:lnTo>
                  <a:close/>
                </a:path>
                <a:path w="4819650" h="2679700">
                  <a:moveTo>
                    <a:pt x="4533900" y="2139404"/>
                  </a:moveTo>
                  <a:lnTo>
                    <a:pt x="4533443" y="2138286"/>
                  </a:lnTo>
                  <a:lnTo>
                    <a:pt x="4531576" y="2136432"/>
                  </a:lnTo>
                  <a:lnTo>
                    <a:pt x="4530458" y="2135962"/>
                  </a:lnTo>
                  <a:lnTo>
                    <a:pt x="4527829" y="2135962"/>
                  </a:lnTo>
                  <a:lnTo>
                    <a:pt x="4526712" y="2136432"/>
                  </a:lnTo>
                  <a:lnTo>
                    <a:pt x="4524845" y="2138286"/>
                  </a:lnTo>
                  <a:lnTo>
                    <a:pt x="4524375" y="2139404"/>
                  </a:lnTo>
                  <a:lnTo>
                    <a:pt x="4524375" y="2142045"/>
                  </a:lnTo>
                  <a:lnTo>
                    <a:pt x="4524845" y="2143163"/>
                  </a:lnTo>
                  <a:lnTo>
                    <a:pt x="4526712" y="2145017"/>
                  </a:lnTo>
                  <a:lnTo>
                    <a:pt x="4527829" y="2145487"/>
                  </a:lnTo>
                  <a:lnTo>
                    <a:pt x="4530458" y="2145487"/>
                  </a:lnTo>
                  <a:lnTo>
                    <a:pt x="4531576" y="2145017"/>
                  </a:lnTo>
                  <a:lnTo>
                    <a:pt x="4533443" y="2143163"/>
                  </a:lnTo>
                  <a:lnTo>
                    <a:pt x="4533900" y="2142045"/>
                  </a:lnTo>
                  <a:lnTo>
                    <a:pt x="4533900" y="2139404"/>
                  </a:lnTo>
                  <a:close/>
                </a:path>
                <a:path w="4819650" h="2679700">
                  <a:moveTo>
                    <a:pt x="4533900" y="1605419"/>
                  </a:moveTo>
                  <a:lnTo>
                    <a:pt x="4533443" y="1604302"/>
                  </a:lnTo>
                  <a:lnTo>
                    <a:pt x="4531576" y="1602435"/>
                  </a:lnTo>
                  <a:lnTo>
                    <a:pt x="4530458" y="1601965"/>
                  </a:lnTo>
                  <a:lnTo>
                    <a:pt x="4527829" y="1601965"/>
                  </a:lnTo>
                  <a:lnTo>
                    <a:pt x="4526712" y="1602435"/>
                  </a:lnTo>
                  <a:lnTo>
                    <a:pt x="4524845" y="1604302"/>
                  </a:lnTo>
                  <a:lnTo>
                    <a:pt x="4524375" y="1605419"/>
                  </a:lnTo>
                  <a:lnTo>
                    <a:pt x="4524375" y="1608048"/>
                  </a:lnTo>
                  <a:lnTo>
                    <a:pt x="4524845" y="1609166"/>
                  </a:lnTo>
                  <a:lnTo>
                    <a:pt x="4526712" y="1611033"/>
                  </a:lnTo>
                  <a:lnTo>
                    <a:pt x="4527829" y="1611490"/>
                  </a:lnTo>
                  <a:lnTo>
                    <a:pt x="4530458" y="1611490"/>
                  </a:lnTo>
                  <a:lnTo>
                    <a:pt x="4531576" y="1611033"/>
                  </a:lnTo>
                  <a:lnTo>
                    <a:pt x="4533443" y="1609166"/>
                  </a:lnTo>
                  <a:lnTo>
                    <a:pt x="4533900" y="1608048"/>
                  </a:lnTo>
                  <a:lnTo>
                    <a:pt x="4533900" y="1605419"/>
                  </a:lnTo>
                  <a:close/>
                </a:path>
                <a:path w="4819650" h="2679700">
                  <a:moveTo>
                    <a:pt x="4533900" y="1071422"/>
                  </a:moveTo>
                  <a:lnTo>
                    <a:pt x="4533443" y="1070305"/>
                  </a:lnTo>
                  <a:lnTo>
                    <a:pt x="4531576" y="1068451"/>
                  </a:lnTo>
                  <a:lnTo>
                    <a:pt x="4530458" y="1067981"/>
                  </a:lnTo>
                  <a:lnTo>
                    <a:pt x="4527829" y="1067981"/>
                  </a:lnTo>
                  <a:lnTo>
                    <a:pt x="4526712" y="1068451"/>
                  </a:lnTo>
                  <a:lnTo>
                    <a:pt x="4524845" y="1070305"/>
                  </a:lnTo>
                  <a:lnTo>
                    <a:pt x="4524375" y="1071422"/>
                  </a:lnTo>
                  <a:lnTo>
                    <a:pt x="4524375" y="1074051"/>
                  </a:lnTo>
                  <a:lnTo>
                    <a:pt x="4524845" y="1075182"/>
                  </a:lnTo>
                  <a:lnTo>
                    <a:pt x="4526712" y="1077036"/>
                  </a:lnTo>
                  <a:lnTo>
                    <a:pt x="4527829" y="1077506"/>
                  </a:lnTo>
                  <a:lnTo>
                    <a:pt x="4530458" y="1077506"/>
                  </a:lnTo>
                  <a:lnTo>
                    <a:pt x="4531576" y="1077036"/>
                  </a:lnTo>
                  <a:lnTo>
                    <a:pt x="4533443" y="1075182"/>
                  </a:lnTo>
                  <a:lnTo>
                    <a:pt x="4533900" y="1074051"/>
                  </a:lnTo>
                  <a:lnTo>
                    <a:pt x="4533900" y="1071422"/>
                  </a:lnTo>
                  <a:close/>
                </a:path>
                <a:path w="4819650" h="2679700">
                  <a:moveTo>
                    <a:pt x="4533900" y="537438"/>
                  </a:moveTo>
                  <a:lnTo>
                    <a:pt x="4533443" y="536308"/>
                  </a:lnTo>
                  <a:lnTo>
                    <a:pt x="4531576" y="534454"/>
                  </a:lnTo>
                  <a:lnTo>
                    <a:pt x="4530458" y="533984"/>
                  </a:lnTo>
                  <a:lnTo>
                    <a:pt x="4527829" y="533984"/>
                  </a:lnTo>
                  <a:lnTo>
                    <a:pt x="4526712" y="534454"/>
                  </a:lnTo>
                  <a:lnTo>
                    <a:pt x="4524845" y="536308"/>
                  </a:lnTo>
                  <a:lnTo>
                    <a:pt x="4524375" y="537438"/>
                  </a:lnTo>
                  <a:lnTo>
                    <a:pt x="4524375" y="540067"/>
                  </a:lnTo>
                  <a:lnTo>
                    <a:pt x="4524845" y="541185"/>
                  </a:lnTo>
                  <a:lnTo>
                    <a:pt x="4526712" y="543052"/>
                  </a:lnTo>
                  <a:lnTo>
                    <a:pt x="4527829" y="543509"/>
                  </a:lnTo>
                  <a:lnTo>
                    <a:pt x="4530458" y="543509"/>
                  </a:lnTo>
                  <a:lnTo>
                    <a:pt x="4531576" y="543052"/>
                  </a:lnTo>
                  <a:lnTo>
                    <a:pt x="4533443" y="541185"/>
                  </a:lnTo>
                  <a:lnTo>
                    <a:pt x="4533900" y="540067"/>
                  </a:lnTo>
                  <a:lnTo>
                    <a:pt x="4533900" y="537438"/>
                  </a:lnTo>
                  <a:close/>
                </a:path>
                <a:path w="4819650" h="2679700">
                  <a:moveTo>
                    <a:pt x="4533900" y="3441"/>
                  </a:moveTo>
                  <a:lnTo>
                    <a:pt x="4533443" y="2324"/>
                  </a:lnTo>
                  <a:lnTo>
                    <a:pt x="4531576" y="469"/>
                  </a:lnTo>
                  <a:lnTo>
                    <a:pt x="4530458" y="0"/>
                  </a:lnTo>
                  <a:lnTo>
                    <a:pt x="4527829" y="0"/>
                  </a:lnTo>
                  <a:lnTo>
                    <a:pt x="4526712" y="469"/>
                  </a:lnTo>
                  <a:lnTo>
                    <a:pt x="4524845" y="2324"/>
                  </a:lnTo>
                  <a:lnTo>
                    <a:pt x="4524375" y="3441"/>
                  </a:lnTo>
                  <a:lnTo>
                    <a:pt x="4524375" y="6070"/>
                  </a:lnTo>
                  <a:lnTo>
                    <a:pt x="4524845" y="7200"/>
                  </a:lnTo>
                  <a:lnTo>
                    <a:pt x="4526712" y="9055"/>
                  </a:lnTo>
                  <a:lnTo>
                    <a:pt x="4527829" y="9525"/>
                  </a:lnTo>
                  <a:lnTo>
                    <a:pt x="4530458" y="9525"/>
                  </a:lnTo>
                  <a:lnTo>
                    <a:pt x="4531576" y="9055"/>
                  </a:lnTo>
                  <a:lnTo>
                    <a:pt x="4533443" y="7200"/>
                  </a:lnTo>
                  <a:lnTo>
                    <a:pt x="4533900" y="6070"/>
                  </a:lnTo>
                  <a:lnTo>
                    <a:pt x="4533900" y="3441"/>
                  </a:lnTo>
                  <a:close/>
                </a:path>
                <a:path w="4819650" h="2679700">
                  <a:moveTo>
                    <a:pt x="4581525" y="2673400"/>
                  </a:moveTo>
                  <a:lnTo>
                    <a:pt x="4581068" y="2672283"/>
                  </a:lnTo>
                  <a:lnTo>
                    <a:pt x="4579201" y="2670416"/>
                  </a:lnTo>
                  <a:lnTo>
                    <a:pt x="4578083" y="2669946"/>
                  </a:lnTo>
                  <a:lnTo>
                    <a:pt x="4575454" y="2669946"/>
                  </a:lnTo>
                  <a:lnTo>
                    <a:pt x="4574337" y="2670416"/>
                  </a:lnTo>
                  <a:lnTo>
                    <a:pt x="4572470" y="2672283"/>
                  </a:lnTo>
                  <a:lnTo>
                    <a:pt x="4572000" y="2673400"/>
                  </a:lnTo>
                  <a:lnTo>
                    <a:pt x="4572000" y="2676029"/>
                  </a:lnTo>
                  <a:lnTo>
                    <a:pt x="4572470" y="2677147"/>
                  </a:lnTo>
                  <a:lnTo>
                    <a:pt x="4574337" y="2679014"/>
                  </a:lnTo>
                  <a:lnTo>
                    <a:pt x="4575454" y="2679471"/>
                  </a:lnTo>
                  <a:lnTo>
                    <a:pt x="4578083" y="2679471"/>
                  </a:lnTo>
                  <a:lnTo>
                    <a:pt x="4579201" y="2679014"/>
                  </a:lnTo>
                  <a:lnTo>
                    <a:pt x="4581068" y="2677147"/>
                  </a:lnTo>
                  <a:lnTo>
                    <a:pt x="4581525" y="2676029"/>
                  </a:lnTo>
                  <a:lnTo>
                    <a:pt x="4581525" y="2673400"/>
                  </a:lnTo>
                  <a:close/>
                </a:path>
                <a:path w="4819650" h="2679700">
                  <a:moveTo>
                    <a:pt x="4581525" y="2139404"/>
                  </a:moveTo>
                  <a:lnTo>
                    <a:pt x="4581068" y="2138286"/>
                  </a:lnTo>
                  <a:lnTo>
                    <a:pt x="4579201" y="2136432"/>
                  </a:lnTo>
                  <a:lnTo>
                    <a:pt x="4578083" y="2135962"/>
                  </a:lnTo>
                  <a:lnTo>
                    <a:pt x="4575454" y="2135962"/>
                  </a:lnTo>
                  <a:lnTo>
                    <a:pt x="4574337" y="2136432"/>
                  </a:lnTo>
                  <a:lnTo>
                    <a:pt x="4572470" y="2138286"/>
                  </a:lnTo>
                  <a:lnTo>
                    <a:pt x="4572000" y="2139404"/>
                  </a:lnTo>
                  <a:lnTo>
                    <a:pt x="4572000" y="2142045"/>
                  </a:lnTo>
                  <a:lnTo>
                    <a:pt x="4572470" y="2143163"/>
                  </a:lnTo>
                  <a:lnTo>
                    <a:pt x="4574337" y="2145017"/>
                  </a:lnTo>
                  <a:lnTo>
                    <a:pt x="4575454" y="2145487"/>
                  </a:lnTo>
                  <a:lnTo>
                    <a:pt x="4578083" y="2145487"/>
                  </a:lnTo>
                  <a:lnTo>
                    <a:pt x="4579201" y="2145017"/>
                  </a:lnTo>
                  <a:lnTo>
                    <a:pt x="4581068" y="2143163"/>
                  </a:lnTo>
                  <a:lnTo>
                    <a:pt x="4581525" y="2142045"/>
                  </a:lnTo>
                  <a:lnTo>
                    <a:pt x="4581525" y="2139404"/>
                  </a:lnTo>
                  <a:close/>
                </a:path>
                <a:path w="4819650" h="2679700">
                  <a:moveTo>
                    <a:pt x="4581525" y="1605419"/>
                  </a:moveTo>
                  <a:lnTo>
                    <a:pt x="4581068" y="1604302"/>
                  </a:lnTo>
                  <a:lnTo>
                    <a:pt x="4579201" y="1602435"/>
                  </a:lnTo>
                  <a:lnTo>
                    <a:pt x="4578083" y="1601965"/>
                  </a:lnTo>
                  <a:lnTo>
                    <a:pt x="4575454" y="1601965"/>
                  </a:lnTo>
                  <a:lnTo>
                    <a:pt x="4574337" y="1602435"/>
                  </a:lnTo>
                  <a:lnTo>
                    <a:pt x="4572470" y="1604302"/>
                  </a:lnTo>
                  <a:lnTo>
                    <a:pt x="4572000" y="1605419"/>
                  </a:lnTo>
                  <a:lnTo>
                    <a:pt x="4572000" y="1608048"/>
                  </a:lnTo>
                  <a:lnTo>
                    <a:pt x="4572470" y="1609166"/>
                  </a:lnTo>
                  <a:lnTo>
                    <a:pt x="4574337" y="1611033"/>
                  </a:lnTo>
                  <a:lnTo>
                    <a:pt x="4575454" y="1611490"/>
                  </a:lnTo>
                  <a:lnTo>
                    <a:pt x="4578083" y="1611490"/>
                  </a:lnTo>
                  <a:lnTo>
                    <a:pt x="4579201" y="1611033"/>
                  </a:lnTo>
                  <a:lnTo>
                    <a:pt x="4581068" y="1609166"/>
                  </a:lnTo>
                  <a:lnTo>
                    <a:pt x="4581525" y="1608048"/>
                  </a:lnTo>
                  <a:lnTo>
                    <a:pt x="4581525" y="1605419"/>
                  </a:lnTo>
                  <a:close/>
                </a:path>
                <a:path w="4819650" h="2679700">
                  <a:moveTo>
                    <a:pt x="4581525" y="1071422"/>
                  </a:moveTo>
                  <a:lnTo>
                    <a:pt x="4581068" y="1070305"/>
                  </a:lnTo>
                  <a:lnTo>
                    <a:pt x="4579201" y="1068451"/>
                  </a:lnTo>
                  <a:lnTo>
                    <a:pt x="4578083" y="1067981"/>
                  </a:lnTo>
                  <a:lnTo>
                    <a:pt x="4575454" y="1067981"/>
                  </a:lnTo>
                  <a:lnTo>
                    <a:pt x="4574337" y="1068451"/>
                  </a:lnTo>
                  <a:lnTo>
                    <a:pt x="4572470" y="1070305"/>
                  </a:lnTo>
                  <a:lnTo>
                    <a:pt x="4572000" y="1071422"/>
                  </a:lnTo>
                  <a:lnTo>
                    <a:pt x="4572000" y="1074051"/>
                  </a:lnTo>
                  <a:lnTo>
                    <a:pt x="4572470" y="1075182"/>
                  </a:lnTo>
                  <a:lnTo>
                    <a:pt x="4574337" y="1077036"/>
                  </a:lnTo>
                  <a:lnTo>
                    <a:pt x="4575454" y="1077506"/>
                  </a:lnTo>
                  <a:lnTo>
                    <a:pt x="4578083" y="1077506"/>
                  </a:lnTo>
                  <a:lnTo>
                    <a:pt x="4579201" y="1077036"/>
                  </a:lnTo>
                  <a:lnTo>
                    <a:pt x="4581068" y="1075182"/>
                  </a:lnTo>
                  <a:lnTo>
                    <a:pt x="4581525" y="1074051"/>
                  </a:lnTo>
                  <a:lnTo>
                    <a:pt x="4581525" y="1071422"/>
                  </a:lnTo>
                  <a:close/>
                </a:path>
                <a:path w="4819650" h="2679700">
                  <a:moveTo>
                    <a:pt x="4581525" y="537438"/>
                  </a:moveTo>
                  <a:lnTo>
                    <a:pt x="4581068" y="536308"/>
                  </a:lnTo>
                  <a:lnTo>
                    <a:pt x="4579201" y="534454"/>
                  </a:lnTo>
                  <a:lnTo>
                    <a:pt x="4578083" y="533984"/>
                  </a:lnTo>
                  <a:lnTo>
                    <a:pt x="4575454" y="533984"/>
                  </a:lnTo>
                  <a:lnTo>
                    <a:pt x="4574337" y="534454"/>
                  </a:lnTo>
                  <a:lnTo>
                    <a:pt x="4572470" y="536308"/>
                  </a:lnTo>
                  <a:lnTo>
                    <a:pt x="4572000" y="537438"/>
                  </a:lnTo>
                  <a:lnTo>
                    <a:pt x="4572000" y="540067"/>
                  </a:lnTo>
                  <a:lnTo>
                    <a:pt x="4572470" y="541185"/>
                  </a:lnTo>
                  <a:lnTo>
                    <a:pt x="4574337" y="543052"/>
                  </a:lnTo>
                  <a:lnTo>
                    <a:pt x="4575454" y="543509"/>
                  </a:lnTo>
                  <a:lnTo>
                    <a:pt x="4578083" y="543509"/>
                  </a:lnTo>
                  <a:lnTo>
                    <a:pt x="4579201" y="543052"/>
                  </a:lnTo>
                  <a:lnTo>
                    <a:pt x="4581068" y="541185"/>
                  </a:lnTo>
                  <a:lnTo>
                    <a:pt x="4581525" y="540067"/>
                  </a:lnTo>
                  <a:lnTo>
                    <a:pt x="4581525" y="537438"/>
                  </a:lnTo>
                  <a:close/>
                </a:path>
                <a:path w="4819650" h="2679700">
                  <a:moveTo>
                    <a:pt x="4581525" y="3441"/>
                  </a:moveTo>
                  <a:lnTo>
                    <a:pt x="4581068" y="2324"/>
                  </a:lnTo>
                  <a:lnTo>
                    <a:pt x="4579201" y="469"/>
                  </a:lnTo>
                  <a:lnTo>
                    <a:pt x="4578083" y="0"/>
                  </a:lnTo>
                  <a:lnTo>
                    <a:pt x="4575454" y="0"/>
                  </a:lnTo>
                  <a:lnTo>
                    <a:pt x="4574337" y="469"/>
                  </a:lnTo>
                  <a:lnTo>
                    <a:pt x="4572470" y="2324"/>
                  </a:lnTo>
                  <a:lnTo>
                    <a:pt x="4572000" y="3441"/>
                  </a:lnTo>
                  <a:lnTo>
                    <a:pt x="4572000" y="6070"/>
                  </a:lnTo>
                  <a:lnTo>
                    <a:pt x="4572470" y="7200"/>
                  </a:lnTo>
                  <a:lnTo>
                    <a:pt x="4574337" y="9055"/>
                  </a:lnTo>
                  <a:lnTo>
                    <a:pt x="4575454" y="9525"/>
                  </a:lnTo>
                  <a:lnTo>
                    <a:pt x="4578083" y="9525"/>
                  </a:lnTo>
                  <a:lnTo>
                    <a:pt x="4579201" y="9055"/>
                  </a:lnTo>
                  <a:lnTo>
                    <a:pt x="4581068" y="7200"/>
                  </a:lnTo>
                  <a:lnTo>
                    <a:pt x="4581525" y="6070"/>
                  </a:lnTo>
                  <a:lnTo>
                    <a:pt x="4581525" y="3441"/>
                  </a:lnTo>
                  <a:close/>
                </a:path>
                <a:path w="4819650" h="2679700">
                  <a:moveTo>
                    <a:pt x="4629150" y="2673400"/>
                  </a:moveTo>
                  <a:lnTo>
                    <a:pt x="4628693" y="2672283"/>
                  </a:lnTo>
                  <a:lnTo>
                    <a:pt x="4626826" y="2670416"/>
                  </a:lnTo>
                  <a:lnTo>
                    <a:pt x="4625708" y="2669946"/>
                  </a:lnTo>
                  <a:lnTo>
                    <a:pt x="4623079" y="2669946"/>
                  </a:lnTo>
                  <a:lnTo>
                    <a:pt x="4621962" y="2670416"/>
                  </a:lnTo>
                  <a:lnTo>
                    <a:pt x="4620095" y="2672283"/>
                  </a:lnTo>
                  <a:lnTo>
                    <a:pt x="4619625" y="2673400"/>
                  </a:lnTo>
                  <a:lnTo>
                    <a:pt x="4619625" y="2676029"/>
                  </a:lnTo>
                  <a:lnTo>
                    <a:pt x="4620095" y="2677147"/>
                  </a:lnTo>
                  <a:lnTo>
                    <a:pt x="4621962" y="2679014"/>
                  </a:lnTo>
                  <a:lnTo>
                    <a:pt x="4623079" y="2679471"/>
                  </a:lnTo>
                  <a:lnTo>
                    <a:pt x="4625708" y="2679471"/>
                  </a:lnTo>
                  <a:lnTo>
                    <a:pt x="4626826" y="2679014"/>
                  </a:lnTo>
                  <a:lnTo>
                    <a:pt x="4628693" y="2677147"/>
                  </a:lnTo>
                  <a:lnTo>
                    <a:pt x="4629150" y="2676029"/>
                  </a:lnTo>
                  <a:lnTo>
                    <a:pt x="4629150" y="2673400"/>
                  </a:lnTo>
                  <a:close/>
                </a:path>
                <a:path w="4819650" h="2679700">
                  <a:moveTo>
                    <a:pt x="4629150" y="2139404"/>
                  </a:moveTo>
                  <a:lnTo>
                    <a:pt x="4628693" y="2138286"/>
                  </a:lnTo>
                  <a:lnTo>
                    <a:pt x="4626826" y="2136432"/>
                  </a:lnTo>
                  <a:lnTo>
                    <a:pt x="4625708" y="2135962"/>
                  </a:lnTo>
                  <a:lnTo>
                    <a:pt x="4623079" y="2135962"/>
                  </a:lnTo>
                  <a:lnTo>
                    <a:pt x="4621962" y="2136432"/>
                  </a:lnTo>
                  <a:lnTo>
                    <a:pt x="4620095" y="2138286"/>
                  </a:lnTo>
                  <a:lnTo>
                    <a:pt x="4619625" y="2139404"/>
                  </a:lnTo>
                  <a:lnTo>
                    <a:pt x="4619625" y="2142045"/>
                  </a:lnTo>
                  <a:lnTo>
                    <a:pt x="4620095" y="2143163"/>
                  </a:lnTo>
                  <a:lnTo>
                    <a:pt x="4621962" y="2145017"/>
                  </a:lnTo>
                  <a:lnTo>
                    <a:pt x="4623079" y="2145487"/>
                  </a:lnTo>
                  <a:lnTo>
                    <a:pt x="4625708" y="2145487"/>
                  </a:lnTo>
                  <a:lnTo>
                    <a:pt x="4626826" y="2145017"/>
                  </a:lnTo>
                  <a:lnTo>
                    <a:pt x="4628693" y="2143163"/>
                  </a:lnTo>
                  <a:lnTo>
                    <a:pt x="4629150" y="2142045"/>
                  </a:lnTo>
                  <a:lnTo>
                    <a:pt x="4629150" y="2139404"/>
                  </a:lnTo>
                  <a:close/>
                </a:path>
                <a:path w="4819650" h="2679700">
                  <a:moveTo>
                    <a:pt x="4629150" y="1605419"/>
                  </a:moveTo>
                  <a:lnTo>
                    <a:pt x="4628693" y="1604302"/>
                  </a:lnTo>
                  <a:lnTo>
                    <a:pt x="4626826" y="1602435"/>
                  </a:lnTo>
                  <a:lnTo>
                    <a:pt x="4625708" y="1601965"/>
                  </a:lnTo>
                  <a:lnTo>
                    <a:pt x="4623079" y="1601965"/>
                  </a:lnTo>
                  <a:lnTo>
                    <a:pt x="4621962" y="1602435"/>
                  </a:lnTo>
                  <a:lnTo>
                    <a:pt x="4620095" y="1604302"/>
                  </a:lnTo>
                  <a:lnTo>
                    <a:pt x="4619625" y="1605419"/>
                  </a:lnTo>
                  <a:lnTo>
                    <a:pt x="4619625" y="1608048"/>
                  </a:lnTo>
                  <a:lnTo>
                    <a:pt x="4620095" y="1609166"/>
                  </a:lnTo>
                  <a:lnTo>
                    <a:pt x="4621962" y="1611033"/>
                  </a:lnTo>
                  <a:lnTo>
                    <a:pt x="4623079" y="1611490"/>
                  </a:lnTo>
                  <a:lnTo>
                    <a:pt x="4625708" y="1611490"/>
                  </a:lnTo>
                  <a:lnTo>
                    <a:pt x="4626826" y="1611033"/>
                  </a:lnTo>
                  <a:lnTo>
                    <a:pt x="4628693" y="1609166"/>
                  </a:lnTo>
                  <a:lnTo>
                    <a:pt x="4629150" y="1608048"/>
                  </a:lnTo>
                  <a:lnTo>
                    <a:pt x="4629150" y="1605419"/>
                  </a:lnTo>
                  <a:close/>
                </a:path>
                <a:path w="4819650" h="2679700">
                  <a:moveTo>
                    <a:pt x="4629150" y="1071422"/>
                  </a:moveTo>
                  <a:lnTo>
                    <a:pt x="4628693" y="1070305"/>
                  </a:lnTo>
                  <a:lnTo>
                    <a:pt x="4626826" y="1068451"/>
                  </a:lnTo>
                  <a:lnTo>
                    <a:pt x="4625708" y="1067981"/>
                  </a:lnTo>
                  <a:lnTo>
                    <a:pt x="4623079" y="1067981"/>
                  </a:lnTo>
                  <a:lnTo>
                    <a:pt x="4621962" y="1068451"/>
                  </a:lnTo>
                  <a:lnTo>
                    <a:pt x="4620095" y="1070305"/>
                  </a:lnTo>
                  <a:lnTo>
                    <a:pt x="4619625" y="1071422"/>
                  </a:lnTo>
                  <a:lnTo>
                    <a:pt x="4619625" y="1074051"/>
                  </a:lnTo>
                  <a:lnTo>
                    <a:pt x="4620095" y="1075182"/>
                  </a:lnTo>
                  <a:lnTo>
                    <a:pt x="4621962" y="1077036"/>
                  </a:lnTo>
                  <a:lnTo>
                    <a:pt x="4623079" y="1077506"/>
                  </a:lnTo>
                  <a:lnTo>
                    <a:pt x="4625708" y="1077506"/>
                  </a:lnTo>
                  <a:lnTo>
                    <a:pt x="4626826" y="1077036"/>
                  </a:lnTo>
                  <a:lnTo>
                    <a:pt x="4628693" y="1075182"/>
                  </a:lnTo>
                  <a:lnTo>
                    <a:pt x="4629150" y="1074051"/>
                  </a:lnTo>
                  <a:lnTo>
                    <a:pt x="4629150" y="1071422"/>
                  </a:lnTo>
                  <a:close/>
                </a:path>
                <a:path w="4819650" h="2679700">
                  <a:moveTo>
                    <a:pt x="4629150" y="537438"/>
                  </a:moveTo>
                  <a:lnTo>
                    <a:pt x="4628693" y="536308"/>
                  </a:lnTo>
                  <a:lnTo>
                    <a:pt x="4626826" y="534454"/>
                  </a:lnTo>
                  <a:lnTo>
                    <a:pt x="4625708" y="533984"/>
                  </a:lnTo>
                  <a:lnTo>
                    <a:pt x="4623079" y="533984"/>
                  </a:lnTo>
                  <a:lnTo>
                    <a:pt x="4621962" y="534454"/>
                  </a:lnTo>
                  <a:lnTo>
                    <a:pt x="4620095" y="536308"/>
                  </a:lnTo>
                  <a:lnTo>
                    <a:pt x="4619625" y="537438"/>
                  </a:lnTo>
                  <a:lnTo>
                    <a:pt x="4619625" y="540067"/>
                  </a:lnTo>
                  <a:lnTo>
                    <a:pt x="4620095" y="541185"/>
                  </a:lnTo>
                  <a:lnTo>
                    <a:pt x="4621962" y="543052"/>
                  </a:lnTo>
                  <a:lnTo>
                    <a:pt x="4623079" y="543509"/>
                  </a:lnTo>
                  <a:lnTo>
                    <a:pt x="4625708" y="543509"/>
                  </a:lnTo>
                  <a:lnTo>
                    <a:pt x="4626826" y="543052"/>
                  </a:lnTo>
                  <a:lnTo>
                    <a:pt x="4628693" y="541185"/>
                  </a:lnTo>
                  <a:lnTo>
                    <a:pt x="4629150" y="540067"/>
                  </a:lnTo>
                  <a:lnTo>
                    <a:pt x="4629150" y="537438"/>
                  </a:lnTo>
                  <a:close/>
                </a:path>
                <a:path w="4819650" h="2679700">
                  <a:moveTo>
                    <a:pt x="4629150" y="3441"/>
                  </a:moveTo>
                  <a:lnTo>
                    <a:pt x="4628693" y="2324"/>
                  </a:lnTo>
                  <a:lnTo>
                    <a:pt x="4626826" y="469"/>
                  </a:lnTo>
                  <a:lnTo>
                    <a:pt x="4625708" y="0"/>
                  </a:lnTo>
                  <a:lnTo>
                    <a:pt x="4623079" y="0"/>
                  </a:lnTo>
                  <a:lnTo>
                    <a:pt x="4621962" y="469"/>
                  </a:lnTo>
                  <a:lnTo>
                    <a:pt x="4620095" y="2324"/>
                  </a:lnTo>
                  <a:lnTo>
                    <a:pt x="4619625" y="3441"/>
                  </a:lnTo>
                  <a:lnTo>
                    <a:pt x="4619625" y="6070"/>
                  </a:lnTo>
                  <a:lnTo>
                    <a:pt x="4620095" y="7200"/>
                  </a:lnTo>
                  <a:lnTo>
                    <a:pt x="4621962" y="9055"/>
                  </a:lnTo>
                  <a:lnTo>
                    <a:pt x="4623079" y="9525"/>
                  </a:lnTo>
                  <a:lnTo>
                    <a:pt x="4625708" y="9525"/>
                  </a:lnTo>
                  <a:lnTo>
                    <a:pt x="4626826" y="9055"/>
                  </a:lnTo>
                  <a:lnTo>
                    <a:pt x="4628693" y="7200"/>
                  </a:lnTo>
                  <a:lnTo>
                    <a:pt x="4629150" y="6070"/>
                  </a:lnTo>
                  <a:lnTo>
                    <a:pt x="4629150" y="3441"/>
                  </a:lnTo>
                  <a:close/>
                </a:path>
                <a:path w="4819650" h="2679700">
                  <a:moveTo>
                    <a:pt x="4676775" y="2673400"/>
                  </a:moveTo>
                  <a:lnTo>
                    <a:pt x="4676318" y="2672283"/>
                  </a:lnTo>
                  <a:lnTo>
                    <a:pt x="4674451" y="2670416"/>
                  </a:lnTo>
                  <a:lnTo>
                    <a:pt x="4673333" y="2669946"/>
                  </a:lnTo>
                  <a:lnTo>
                    <a:pt x="4670704" y="2669946"/>
                  </a:lnTo>
                  <a:lnTo>
                    <a:pt x="4669587" y="2670416"/>
                  </a:lnTo>
                  <a:lnTo>
                    <a:pt x="4667720" y="2672283"/>
                  </a:lnTo>
                  <a:lnTo>
                    <a:pt x="4667250" y="2673400"/>
                  </a:lnTo>
                  <a:lnTo>
                    <a:pt x="4667250" y="2676029"/>
                  </a:lnTo>
                  <a:lnTo>
                    <a:pt x="4667720" y="2677147"/>
                  </a:lnTo>
                  <a:lnTo>
                    <a:pt x="4669587" y="2679014"/>
                  </a:lnTo>
                  <a:lnTo>
                    <a:pt x="4670704" y="2679471"/>
                  </a:lnTo>
                  <a:lnTo>
                    <a:pt x="4673333" y="2679471"/>
                  </a:lnTo>
                  <a:lnTo>
                    <a:pt x="4674451" y="2679014"/>
                  </a:lnTo>
                  <a:lnTo>
                    <a:pt x="4676318" y="2677147"/>
                  </a:lnTo>
                  <a:lnTo>
                    <a:pt x="4676775" y="2676029"/>
                  </a:lnTo>
                  <a:lnTo>
                    <a:pt x="4676775" y="2673400"/>
                  </a:lnTo>
                  <a:close/>
                </a:path>
                <a:path w="4819650" h="2679700">
                  <a:moveTo>
                    <a:pt x="4676775" y="2139404"/>
                  </a:moveTo>
                  <a:lnTo>
                    <a:pt x="4676318" y="2138286"/>
                  </a:lnTo>
                  <a:lnTo>
                    <a:pt x="4674451" y="2136432"/>
                  </a:lnTo>
                  <a:lnTo>
                    <a:pt x="4673333" y="2135962"/>
                  </a:lnTo>
                  <a:lnTo>
                    <a:pt x="4670704" y="2135962"/>
                  </a:lnTo>
                  <a:lnTo>
                    <a:pt x="4669587" y="2136432"/>
                  </a:lnTo>
                  <a:lnTo>
                    <a:pt x="4667720" y="2138286"/>
                  </a:lnTo>
                  <a:lnTo>
                    <a:pt x="4667250" y="2139404"/>
                  </a:lnTo>
                  <a:lnTo>
                    <a:pt x="4667250" y="2142045"/>
                  </a:lnTo>
                  <a:lnTo>
                    <a:pt x="4667720" y="2143163"/>
                  </a:lnTo>
                  <a:lnTo>
                    <a:pt x="4669587" y="2145017"/>
                  </a:lnTo>
                  <a:lnTo>
                    <a:pt x="4670704" y="2145487"/>
                  </a:lnTo>
                  <a:lnTo>
                    <a:pt x="4673333" y="2145487"/>
                  </a:lnTo>
                  <a:lnTo>
                    <a:pt x="4674451" y="2145017"/>
                  </a:lnTo>
                  <a:lnTo>
                    <a:pt x="4676318" y="2143163"/>
                  </a:lnTo>
                  <a:lnTo>
                    <a:pt x="4676775" y="2142045"/>
                  </a:lnTo>
                  <a:lnTo>
                    <a:pt x="4676775" y="2139404"/>
                  </a:lnTo>
                  <a:close/>
                </a:path>
                <a:path w="4819650" h="2679700">
                  <a:moveTo>
                    <a:pt x="4676775" y="1605419"/>
                  </a:moveTo>
                  <a:lnTo>
                    <a:pt x="4676318" y="1604302"/>
                  </a:lnTo>
                  <a:lnTo>
                    <a:pt x="4674451" y="1602435"/>
                  </a:lnTo>
                  <a:lnTo>
                    <a:pt x="4673333" y="1601965"/>
                  </a:lnTo>
                  <a:lnTo>
                    <a:pt x="4670704" y="1601965"/>
                  </a:lnTo>
                  <a:lnTo>
                    <a:pt x="4669587" y="1602435"/>
                  </a:lnTo>
                  <a:lnTo>
                    <a:pt x="4667720" y="1604302"/>
                  </a:lnTo>
                  <a:lnTo>
                    <a:pt x="4667250" y="1605419"/>
                  </a:lnTo>
                  <a:lnTo>
                    <a:pt x="4667250" y="1608048"/>
                  </a:lnTo>
                  <a:lnTo>
                    <a:pt x="4667720" y="1609166"/>
                  </a:lnTo>
                  <a:lnTo>
                    <a:pt x="4669587" y="1611033"/>
                  </a:lnTo>
                  <a:lnTo>
                    <a:pt x="4670704" y="1611490"/>
                  </a:lnTo>
                  <a:lnTo>
                    <a:pt x="4673333" y="1611490"/>
                  </a:lnTo>
                  <a:lnTo>
                    <a:pt x="4674451" y="1611033"/>
                  </a:lnTo>
                  <a:lnTo>
                    <a:pt x="4676318" y="1609166"/>
                  </a:lnTo>
                  <a:lnTo>
                    <a:pt x="4676775" y="1608048"/>
                  </a:lnTo>
                  <a:lnTo>
                    <a:pt x="4676775" y="1605419"/>
                  </a:lnTo>
                  <a:close/>
                </a:path>
                <a:path w="4819650" h="2679700">
                  <a:moveTo>
                    <a:pt x="4676775" y="1071422"/>
                  </a:moveTo>
                  <a:lnTo>
                    <a:pt x="4676318" y="1070305"/>
                  </a:lnTo>
                  <a:lnTo>
                    <a:pt x="4674451" y="1068451"/>
                  </a:lnTo>
                  <a:lnTo>
                    <a:pt x="4673333" y="1067981"/>
                  </a:lnTo>
                  <a:lnTo>
                    <a:pt x="4670704" y="1067981"/>
                  </a:lnTo>
                  <a:lnTo>
                    <a:pt x="4669587" y="1068451"/>
                  </a:lnTo>
                  <a:lnTo>
                    <a:pt x="4667720" y="1070305"/>
                  </a:lnTo>
                  <a:lnTo>
                    <a:pt x="4667250" y="1071422"/>
                  </a:lnTo>
                  <a:lnTo>
                    <a:pt x="4667250" y="1074051"/>
                  </a:lnTo>
                  <a:lnTo>
                    <a:pt x="4667720" y="1075182"/>
                  </a:lnTo>
                  <a:lnTo>
                    <a:pt x="4669587" y="1077036"/>
                  </a:lnTo>
                  <a:lnTo>
                    <a:pt x="4670704" y="1077506"/>
                  </a:lnTo>
                  <a:lnTo>
                    <a:pt x="4673333" y="1077506"/>
                  </a:lnTo>
                  <a:lnTo>
                    <a:pt x="4674451" y="1077036"/>
                  </a:lnTo>
                  <a:lnTo>
                    <a:pt x="4676318" y="1075182"/>
                  </a:lnTo>
                  <a:lnTo>
                    <a:pt x="4676775" y="1074051"/>
                  </a:lnTo>
                  <a:lnTo>
                    <a:pt x="4676775" y="1071422"/>
                  </a:lnTo>
                  <a:close/>
                </a:path>
                <a:path w="4819650" h="2679700">
                  <a:moveTo>
                    <a:pt x="4676775" y="537438"/>
                  </a:moveTo>
                  <a:lnTo>
                    <a:pt x="4676318" y="536308"/>
                  </a:lnTo>
                  <a:lnTo>
                    <a:pt x="4674451" y="534454"/>
                  </a:lnTo>
                  <a:lnTo>
                    <a:pt x="4673333" y="533984"/>
                  </a:lnTo>
                  <a:lnTo>
                    <a:pt x="4670704" y="533984"/>
                  </a:lnTo>
                  <a:lnTo>
                    <a:pt x="4669587" y="534454"/>
                  </a:lnTo>
                  <a:lnTo>
                    <a:pt x="4667720" y="536308"/>
                  </a:lnTo>
                  <a:lnTo>
                    <a:pt x="4667250" y="537438"/>
                  </a:lnTo>
                  <a:lnTo>
                    <a:pt x="4667250" y="540067"/>
                  </a:lnTo>
                  <a:lnTo>
                    <a:pt x="4667720" y="541185"/>
                  </a:lnTo>
                  <a:lnTo>
                    <a:pt x="4669587" y="543052"/>
                  </a:lnTo>
                  <a:lnTo>
                    <a:pt x="4670704" y="543509"/>
                  </a:lnTo>
                  <a:lnTo>
                    <a:pt x="4673333" y="543509"/>
                  </a:lnTo>
                  <a:lnTo>
                    <a:pt x="4674451" y="543052"/>
                  </a:lnTo>
                  <a:lnTo>
                    <a:pt x="4676318" y="541185"/>
                  </a:lnTo>
                  <a:lnTo>
                    <a:pt x="4676775" y="540067"/>
                  </a:lnTo>
                  <a:lnTo>
                    <a:pt x="4676775" y="537438"/>
                  </a:lnTo>
                  <a:close/>
                </a:path>
                <a:path w="4819650" h="2679700">
                  <a:moveTo>
                    <a:pt x="4676775" y="3441"/>
                  </a:moveTo>
                  <a:lnTo>
                    <a:pt x="4676318" y="2324"/>
                  </a:lnTo>
                  <a:lnTo>
                    <a:pt x="4674451" y="469"/>
                  </a:lnTo>
                  <a:lnTo>
                    <a:pt x="4673333" y="0"/>
                  </a:lnTo>
                  <a:lnTo>
                    <a:pt x="4670704" y="0"/>
                  </a:lnTo>
                  <a:lnTo>
                    <a:pt x="4669587" y="469"/>
                  </a:lnTo>
                  <a:lnTo>
                    <a:pt x="4667720" y="2324"/>
                  </a:lnTo>
                  <a:lnTo>
                    <a:pt x="4667250" y="3441"/>
                  </a:lnTo>
                  <a:lnTo>
                    <a:pt x="4667250" y="6070"/>
                  </a:lnTo>
                  <a:lnTo>
                    <a:pt x="4667720" y="7200"/>
                  </a:lnTo>
                  <a:lnTo>
                    <a:pt x="4669587" y="9055"/>
                  </a:lnTo>
                  <a:lnTo>
                    <a:pt x="4670704" y="9525"/>
                  </a:lnTo>
                  <a:lnTo>
                    <a:pt x="4673333" y="9525"/>
                  </a:lnTo>
                  <a:lnTo>
                    <a:pt x="4674451" y="9055"/>
                  </a:lnTo>
                  <a:lnTo>
                    <a:pt x="4676318" y="7200"/>
                  </a:lnTo>
                  <a:lnTo>
                    <a:pt x="4676775" y="6070"/>
                  </a:lnTo>
                  <a:lnTo>
                    <a:pt x="4676775" y="3441"/>
                  </a:lnTo>
                  <a:close/>
                </a:path>
                <a:path w="4819650" h="2679700">
                  <a:moveTo>
                    <a:pt x="4724400" y="2673400"/>
                  </a:moveTo>
                  <a:lnTo>
                    <a:pt x="4723943" y="2672283"/>
                  </a:lnTo>
                  <a:lnTo>
                    <a:pt x="4722076" y="2670416"/>
                  </a:lnTo>
                  <a:lnTo>
                    <a:pt x="4720958" y="2669946"/>
                  </a:lnTo>
                  <a:lnTo>
                    <a:pt x="4718329" y="2669946"/>
                  </a:lnTo>
                  <a:lnTo>
                    <a:pt x="4717212" y="2670416"/>
                  </a:lnTo>
                  <a:lnTo>
                    <a:pt x="4715345" y="2672283"/>
                  </a:lnTo>
                  <a:lnTo>
                    <a:pt x="4714875" y="2673400"/>
                  </a:lnTo>
                  <a:lnTo>
                    <a:pt x="4714875" y="2676029"/>
                  </a:lnTo>
                  <a:lnTo>
                    <a:pt x="4715345" y="2677147"/>
                  </a:lnTo>
                  <a:lnTo>
                    <a:pt x="4717212" y="2679014"/>
                  </a:lnTo>
                  <a:lnTo>
                    <a:pt x="4718329" y="2679471"/>
                  </a:lnTo>
                  <a:lnTo>
                    <a:pt x="4720958" y="2679471"/>
                  </a:lnTo>
                  <a:lnTo>
                    <a:pt x="4722076" y="2679014"/>
                  </a:lnTo>
                  <a:lnTo>
                    <a:pt x="4723943" y="2677147"/>
                  </a:lnTo>
                  <a:lnTo>
                    <a:pt x="4724400" y="2676029"/>
                  </a:lnTo>
                  <a:lnTo>
                    <a:pt x="4724400" y="2673400"/>
                  </a:lnTo>
                  <a:close/>
                </a:path>
                <a:path w="4819650" h="2679700">
                  <a:moveTo>
                    <a:pt x="4724400" y="2139404"/>
                  </a:moveTo>
                  <a:lnTo>
                    <a:pt x="4723943" y="2138286"/>
                  </a:lnTo>
                  <a:lnTo>
                    <a:pt x="4722076" y="2136432"/>
                  </a:lnTo>
                  <a:lnTo>
                    <a:pt x="4720958" y="2135962"/>
                  </a:lnTo>
                  <a:lnTo>
                    <a:pt x="4718329" y="2135962"/>
                  </a:lnTo>
                  <a:lnTo>
                    <a:pt x="4717212" y="2136432"/>
                  </a:lnTo>
                  <a:lnTo>
                    <a:pt x="4715345" y="2138286"/>
                  </a:lnTo>
                  <a:lnTo>
                    <a:pt x="4714875" y="2139404"/>
                  </a:lnTo>
                  <a:lnTo>
                    <a:pt x="4714875" y="2142045"/>
                  </a:lnTo>
                  <a:lnTo>
                    <a:pt x="4715345" y="2143163"/>
                  </a:lnTo>
                  <a:lnTo>
                    <a:pt x="4717212" y="2145017"/>
                  </a:lnTo>
                  <a:lnTo>
                    <a:pt x="4718329" y="2145487"/>
                  </a:lnTo>
                  <a:lnTo>
                    <a:pt x="4720958" y="2145487"/>
                  </a:lnTo>
                  <a:lnTo>
                    <a:pt x="4722076" y="2145017"/>
                  </a:lnTo>
                  <a:lnTo>
                    <a:pt x="4723943" y="2143163"/>
                  </a:lnTo>
                  <a:lnTo>
                    <a:pt x="4724400" y="2142045"/>
                  </a:lnTo>
                  <a:lnTo>
                    <a:pt x="4724400" y="2139404"/>
                  </a:lnTo>
                  <a:close/>
                </a:path>
                <a:path w="4819650" h="2679700">
                  <a:moveTo>
                    <a:pt x="4724400" y="1605419"/>
                  </a:moveTo>
                  <a:lnTo>
                    <a:pt x="4723943" y="1604302"/>
                  </a:lnTo>
                  <a:lnTo>
                    <a:pt x="4722076" y="1602435"/>
                  </a:lnTo>
                  <a:lnTo>
                    <a:pt x="4720958" y="1601965"/>
                  </a:lnTo>
                  <a:lnTo>
                    <a:pt x="4718329" y="1601965"/>
                  </a:lnTo>
                  <a:lnTo>
                    <a:pt x="4717212" y="1602435"/>
                  </a:lnTo>
                  <a:lnTo>
                    <a:pt x="4715345" y="1604302"/>
                  </a:lnTo>
                  <a:lnTo>
                    <a:pt x="4714875" y="1605419"/>
                  </a:lnTo>
                  <a:lnTo>
                    <a:pt x="4714875" y="1608048"/>
                  </a:lnTo>
                  <a:lnTo>
                    <a:pt x="4715345" y="1609166"/>
                  </a:lnTo>
                  <a:lnTo>
                    <a:pt x="4717212" y="1611033"/>
                  </a:lnTo>
                  <a:lnTo>
                    <a:pt x="4718329" y="1611490"/>
                  </a:lnTo>
                  <a:lnTo>
                    <a:pt x="4720958" y="1611490"/>
                  </a:lnTo>
                  <a:lnTo>
                    <a:pt x="4722076" y="1611033"/>
                  </a:lnTo>
                  <a:lnTo>
                    <a:pt x="4723943" y="1609166"/>
                  </a:lnTo>
                  <a:lnTo>
                    <a:pt x="4724400" y="1608048"/>
                  </a:lnTo>
                  <a:lnTo>
                    <a:pt x="4724400" y="1605419"/>
                  </a:lnTo>
                  <a:close/>
                </a:path>
                <a:path w="4819650" h="2679700">
                  <a:moveTo>
                    <a:pt x="4724400" y="1071422"/>
                  </a:moveTo>
                  <a:lnTo>
                    <a:pt x="4723943" y="1070305"/>
                  </a:lnTo>
                  <a:lnTo>
                    <a:pt x="4722076" y="1068451"/>
                  </a:lnTo>
                  <a:lnTo>
                    <a:pt x="4720958" y="1067981"/>
                  </a:lnTo>
                  <a:lnTo>
                    <a:pt x="4718329" y="1067981"/>
                  </a:lnTo>
                  <a:lnTo>
                    <a:pt x="4717212" y="1068451"/>
                  </a:lnTo>
                  <a:lnTo>
                    <a:pt x="4715345" y="1070305"/>
                  </a:lnTo>
                  <a:lnTo>
                    <a:pt x="4714875" y="1071422"/>
                  </a:lnTo>
                  <a:lnTo>
                    <a:pt x="4714875" y="1074051"/>
                  </a:lnTo>
                  <a:lnTo>
                    <a:pt x="4715345" y="1075182"/>
                  </a:lnTo>
                  <a:lnTo>
                    <a:pt x="4717212" y="1077036"/>
                  </a:lnTo>
                  <a:lnTo>
                    <a:pt x="4718329" y="1077506"/>
                  </a:lnTo>
                  <a:lnTo>
                    <a:pt x="4720958" y="1077506"/>
                  </a:lnTo>
                  <a:lnTo>
                    <a:pt x="4722076" y="1077036"/>
                  </a:lnTo>
                  <a:lnTo>
                    <a:pt x="4723943" y="1075182"/>
                  </a:lnTo>
                  <a:lnTo>
                    <a:pt x="4724400" y="1074051"/>
                  </a:lnTo>
                  <a:lnTo>
                    <a:pt x="4724400" y="1071422"/>
                  </a:lnTo>
                  <a:close/>
                </a:path>
                <a:path w="4819650" h="2679700">
                  <a:moveTo>
                    <a:pt x="4724400" y="537438"/>
                  </a:moveTo>
                  <a:lnTo>
                    <a:pt x="4723943" y="536308"/>
                  </a:lnTo>
                  <a:lnTo>
                    <a:pt x="4722076" y="534454"/>
                  </a:lnTo>
                  <a:lnTo>
                    <a:pt x="4720958" y="533984"/>
                  </a:lnTo>
                  <a:lnTo>
                    <a:pt x="4718329" y="533984"/>
                  </a:lnTo>
                  <a:lnTo>
                    <a:pt x="4717212" y="534454"/>
                  </a:lnTo>
                  <a:lnTo>
                    <a:pt x="4715345" y="536308"/>
                  </a:lnTo>
                  <a:lnTo>
                    <a:pt x="4714875" y="537438"/>
                  </a:lnTo>
                  <a:lnTo>
                    <a:pt x="4714875" y="540067"/>
                  </a:lnTo>
                  <a:lnTo>
                    <a:pt x="4715345" y="541185"/>
                  </a:lnTo>
                  <a:lnTo>
                    <a:pt x="4717212" y="543052"/>
                  </a:lnTo>
                  <a:lnTo>
                    <a:pt x="4718329" y="543509"/>
                  </a:lnTo>
                  <a:lnTo>
                    <a:pt x="4720958" y="543509"/>
                  </a:lnTo>
                  <a:lnTo>
                    <a:pt x="4722076" y="543052"/>
                  </a:lnTo>
                  <a:lnTo>
                    <a:pt x="4723943" y="541185"/>
                  </a:lnTo>
                  <a:lnTo>
                    <a:pt x="4724400" y="540067"/>
                  </a:lnTo>
                  <a:lnTo>
                    <a:pt x="4724400" y="537438"/>
                  </a:lnTo>
                  <a:close/>
                </a:path>
                <a:path w="4819650" h="2679700">
                  <a:moveTo>
                    <a:pt x="4724400" y="3441"/>
                  </a:moveTo>
                  <a:lnTo>
                    <a:pt x="4723943" y="2324"/>
                  </a:lnTo>
                  <a:lnTo>
                    <a:pt x="4722076" y="469"/>
                  </a:lnTo>
                  <a:lnTo>
                    <a:pt x="4720958" y="0"/>
                  </a:lnTo>
                  <a:lnTo>
                    <a:pt x="4718329" y="0"/>
                  </a:lnTo>
                  <a:lnTo>
                    <a:pt x="4717212" y="469"/>
                  </a:lnTo>
                  <a:lnTo>
                    <a:pt x="4715345" y="2324"/>
                  </a:lnTo>
                  <a:lnTo>
                    <a:pt x="4714875" y="3441"/>
                  </a:lnTo>
                  <a:lnTo>
                    <a:pt x="4714875" y="6070"/>
                  </a:lnTo>
                  <a:lnTo>
                    <a:pt x="4715345" y="7200"/>
                  </a:lnTo>
                  <a:lnTo>
                    <a:pt x="4717212" y="9055"/>
                  </a:lnTo>
                  <a:lnTo>
                    <a:pt x="4718329" y="9525"/>
                  </a:lnTo>
                  <a:lnTo>
                    <a:pt x="4720958" y="9525"/>
                  </a:lnTo>
                  <a:lnTo>
                    <a:pt x="4722076" y="9055"/>
                  </a:lnTo>
                  <a:lnTo>
                    <a:pt x="4723943" y="7200"/>
                  </a:lnTo>
                  <a:lnTo>
                    <a:pt x="4724400" y="6070"/>
                  </a:lnTo>
                  <a:lnTo>
                    <a:pt x="4724400" y="3441"/>
                  </a:lnTo>
                  <a:close/>
                </a:path>
                <a:path w="4819650" h="2679700">
                  <a:moveTo>
                    <a:pt x="4772025" y="2673400"/>
                  </a:moveTo>
                  <a:lnTo>
                    <a:pt x="4771568" y="2672283"/>
                  </a:lnTo>
                  <a:lnTo>
                    <a:pt x="4769701" y="2670416"/>
                  </a:lnTo>
                  <a:lnTo>
                    <a:pt x="4768583" y="2669946"/>
                  </a:lnTo>
                  <a:lnTo>
                    <a:pt x="4765954" y="2669946"/>
                  </a:lnTo>
                  <a:lnTo>
                    <a:pt x="4764837" y="2670416"/>
                  </a:lnTo>
                  <a:lnTo>
                    <a:pt x="4762970" y="2672283"/>
                  </a:lnTo>
                  <a:lnTo>
                    <a:pt x="4762500" y="2673400"/>
                  </a:lnTo>
                  <a:lnTo>
                    <a:pt x="4762500" y="2676029"/>
                  </a:lnTo>
                  <a:lnTo>
                    <a:pt x="4762970" y="2677147"/>
                  </a:lnTo>
                  <a:lnTo>
                    <a:pt x="4764837" y="2679014"/>
                  </a:lnTo>
                  <a:lnTo>
                    <a:pt x="4765954" y="2679471"/>
                  </a:lnTo>
                  <a:lnTo>
                    <a:pt x="4768583" y="2679471"/>
                  </a:lnTo>
                  <a:lnTo>
                    <a:pt x="4769701" y="2679014"/>
                  </a:lnTo>
                  <a:lnTo>
                    <a:pt x="4771568" y="2677147"/>
                  </a:lnTo>
                  <a:lnTo>
                    <a:pt x="4772025" y="2676029"/>
                  </a:lnTo>
                  <a:lnTo>
                    <a:pt x="4772025" y="2673400"/>
                  </a:lnTo>
                  <a:close/>
                </a:path>
                <a:path w="4819650" h="2679700">
                  <a:moveTo>
                    <a:pt x="4772025" y="2139404"/>
                  </a:moveTo>
                  <a:lnTo>
                    <a:pt x="4771568" y="2138286"/>
                  </a:lnTo>
                  <a:lnTo>
                    <a:pt x="4769701" y="2136432"/>
                  </a:lnTo>
                  <a:lnTo>
                    <a:pt x="4768583" y="2135962"/>
                  </a:lnTo>
                  <a:lnTo>
                    <a:pt x="4765954" y="2135962"/>
                  </a:lnTo>
                  <a:lnTo>
                    <a:pt x="4764837" y="2136432"/>
                  </a:lnTo>
                  <a:lnTo>
                    <a:pt x="4762970" y="2138286"/>
                  </a:lnTo>
                  <a:lnTo>
                    <a:pt x="4762500" y="2139404"/>
                  </a:lnTo>
                  <a:lnTo>
                    <a:pt x="4762500" y="2142045"/>
                  </a:lnTo>
                  <a:lnTo>
                    <a:pt x="4762970" y="2143163"/>
                  </a:lnTo>
                  <a:lnTo>
                    <a:pt x="4764837" y="2145017"/>
                  </a:lnTo>
                  <a:lnTo>
                    <a:pt x="4765954" y="2145487"/>
                  </a:lnTo>
                  <a:lnTo>
                    <a:pt x="4768583" y="2145487"/>
                  </a:lnTo>
                  <a:lnTo>
                    <a:pt x="4769701" y="2145017"/>
                  </a:lnTo>
                  <a:lnTo>
                    <a:pt x="4771568" y="2143163"/>
                  </a:lnTo>
                  <a:lnTo>
                    <a:pt x="4772025" y="2142045"/>
                  </a:lnTo>
                  <a:lnTo>
                    <a:pt x="4772025" y="2139404"/>
                  </a:lnTo>
                  <a:close/>
                </a:path>
                <a:path w="4819650" h="2679700">
                  <a:moveTo>
                    <a:pt x="4772025" y="1605419"/>
                  </a:moveTo>
                  <a:lnTo>
                    <a:pt x="4771568" y="1604302"/>
                  </a:lnTo>
                  <a:lnTo>
                    <a:pt x="4769701" y="1602435"/>
                  </a:lnTo>
                  <a:lnTo>
                    <a:pt x="4768583" y="1601965"/>
                  </a:lnTo>
                  <a:lnTo>
                    <a:pt x="4765954" y="1601965"/>
                  </a:lnTo>
                  <a:lnTo>
                    <a:pt x="4764837" y="1602435"/>
                  </a:lnTo>
                  <a:lnTo>
                    <a:pt x="4762970" y="1604302"/>
                  </a:lnTo>
                  <a:lnTo>
                    <a:pt x="4762500" y="1605419"/>
                  </a:lnTo>
                  <a:lnTo>
                    <a:pt x="4762500" y="1608048"/>
                  </a:lnTo>
                  <a:lnTo>
                    <a:pt x="4762970" y="1609166"/>
                  </a:lnTo>
                  <a:lnTo>
                    <a:pt x="4764837" y="1611033"/>
                  </a:lnTo>
                  <a:lnTo>
                    <a:pt x="4765954" y="1611490"/>
                  </a:lnTo>
                  <a:lnTo>
                    <a:pt x="4768583" y="1611490"/>
                  </a:lnTo>
                  <a:lnTo>
                    <a:pt x="4769701" y="1611033"/>
                  </a:lnTo>
                  <a:lnTo>
                    <a:pt x="4771568" y="1609166"/>
                  </a:lnTo>
                  <a:lnTo>
                    <a:pt x="4772025" y="1608048"/>
                  </a:lnTo>
                  <a:lnTo>
                    <a:pt x="4772025" y="1605419"/>
                  </a:lnTo>
                  <a:close/>
                </a:path>
                <a:path w="4819650" h="2679700">
                  <a:moveTo>
                    <a:pt x="4772025" y="1071422"/>
                  </a:moveTo>
                  <a:lnTo>
                    <a:pt x="4771568" y="1070305"/>
                  </a:lnTo>
                  <a:lnTo>
                    <a:pt x="4769701" y="1068451"/>
                  </a:lnTo>
                  <a:lnTo>
                    <a:pt x="4768583" y="1067981"/>
                  </a:lnTo>
                  <a:lnTo>
                    <a:pt x="4765954" y="1067981"/>
                  </a:lnTo>
                  <a:lnTo>
                    <a:pt x="4764837" y="1068451"/>
                  </a:lnTo>
                  <a:lnTo>
                    <a:pt x="4762970" y="1070305"/>
                  </a:lnTo>
                  <a:lnTo>
                    <a:pt x="4762500" y="1071422"/>
                  </a:lnTo>
                  <a:lnTo>
                    <a:pt x="4762500" y="1074051"/>
                  </a:lnTo>
                  <a:lnTo>
                    <a:pt x="4762970" y="1075182"/>
                  </a:lnTo>
                  <a:lnTo>
                    <a:pt x="4764837" y="1077036"/>
                  </a:lnTo>
                  <a:lnTo>
                    <a:pt x="4765954" y="1077506"/>
                  </a:lnTo>
                  <a:lnTo>
                    <a:pt x="4768583" y="1077506"/>
                  </a:lnTo>
                  <a:lnTo>
                    <a:pt x="4769701" y="1077036"/>
                  </a:lnTo>
                  <a:lnTo>
                    <a:pt x="4771568" y="1075182"/>
                  </a:lnTo>
                  <a:lnTo>
                    <a:pt x="4772025" y="1074051"/>
                  </a:lnTo>
                  <a:lnTo>
                    <a:pt x="4772025" y="1071422"/>
                  </a:lnTo>
                  <a:close/>
                </a:path>
                <a:path w="4819650" h="2679700">
                  <a:moveTo>
                    <a:pt x="4772025" y="537438"/>
                  </a:moveTo>
                  <a:lnTo>
                    <a:pt x="4771568" y="536308"/>
                  </a:lnTo>
                  <a:lnTo>
                    <a:pt x="4769701" y="534454"/>
                  </a:lnTo>
                  <a:lnTo>
                    <a:pt x="4768583" y="533984"/>
                  </a:lnTo>
                  <a:lnTo>
                    <a:pt x="4765954" y="533984"/>
                  </a:lnTo>
                  <a:lnTo>
                    <a:pt x="4764837" y="534454"/>
                  </a:lnTo>
                  <a:lnTo>
                    <a:pt x="4762970" y="536308"/>
                  </a:lnTo>
                  <a:lnTo>
                    <a:pt x="4762500" y="537438"/>
                  </a:lnTo>
                  <a:lnTo>
                    <a:pt x="4762500" y="540067"/>
                  </a:lnTo>
                  <a:lnTo>
                    <a:pt x="4762970" y="541185"/>
                  </a:lnTo>
                  <a:lnTo>
                    <a:pt x="4764837" y="543052"/>
                  </a:lnTo>
                  <a:lnTo>
                    <a:pt x="4765954" y="543509"/>
                  </a:lnTo>
                  <a:lnTo>
                    <a:pt x="4768583" y="543509"/>
                  </a:lnTo>
                  <a:lnTo>
                    <a:pt x="4769701" y="543052"/>
                  </a:lnTo>
                  <a:lnTo>
                    <a:pt x="4771568" y="541185"/>
                  </a:lnTo>
                  <a:lnTo>
                    <a:pt x="4772025" y="540067"/>
                  </a:lnTo>
                  <a:lnTo>
                    <a:pt x="4772025" y="537438"/>
                  </a:lnTo>
                  <a:close/>
                </a:path>
                <a:path w="4819650" h="2679700">
                  <a:moveTo>
                    <a:pt x="4772025" y="3441"/>
                  </a:moveTo>
                  <a:lnTo>
                    <a:pt x="4771568" y="2324"/>
                  </a:lnTo>
                  <a:lnTo>
                    <a:pt x="4769701" y="469"/>
                  </a:lnTo>
                  <a:lnTo>
                    <a:pt x="4768583" y="0"/>
                  </a:lnTo>
                  <a:lnTo>
                    <a:pt x="4765954" y="0"/>
                  </a:lnTo>
                  <a:lnTo>
                    <a:pt x="4764837" y="469"/>
                  </a:lnTo>
                  <a:lnTo>
                    <a:pt x="4762970" y="2324"/>
                  </a:lnTo>
                  <a:lnTo>
                    <a:pt x="4762500" y="3441"/>
                  </a:lnTo>
                  <a:lnTo>
                    <a:pt x="4762500" y="6070"/>
                  </a:lnTo>
                  <a:lnTo>
                    <a:pt x="4762970" y="7200"/>
                  </a:lnTo>
                  <a:lnTo>
                    <a:pt x="4764837" y="9055"/>
                  </a:lnTo>
                  <a:lnTo>
                    <a:pt x="4765954" y="9525"/>
                  </a:lnTo>
                  <a:lnTo>
                    <a:pt x="4768583" y="9525"/>
                  </a:lnTo>
                  <a:lnTo>
                    <a:pt x="4769701" y="9055"/>
                  </a:lnTo>
                  <a:lnTo>
                    <a:pt x="4771568" y="7200"/>
                  </a:lnTo>
                  <a:lnTo>
                    <a:pt x="4772025" y="6070"/>
                  </a:lnTo>
                  <a:lnTo>
                    <a:pt x="4772025" y="3441"/>
                  </a:lnTo>
                  <a:close/>
                </a:path>
                <a:path w="4819650" h="2679700">
                  <a:moveTo>
                    <a:pt x="4819650" y="2673400"/>
                  </a:moveTo>
                  <a:lnTo>
                    <a:pt x="4819193" y="2672283"/>
                  </a:lnTo>
                  <a:lnTo>
                    <a:pt x="4817326" y="2670416"/>
                  </a:lnTo>
                  <a:lnTo>
                    <a:pt x="4816208" y="2669946"/>
                  </a:lnTo>
                  <a:lnTo>
                    <a:pt x="4813579" y="2669946"/>
                  </a:lnTo>
                  <a:lnTo>
                    <a:pt x="4812449" y="2670416"/>
                  </a:lnTo>
                  <a:lnTo>
                    <a:pt x="4810595" y="2672283"/>
                  </a:lnTo>
                  <a:lnTo>
                    <a:pt x="4810125" y="2673400"/>
                  </a:lnTo>
                  <a:lnTo>
                    <a:pt x="4810125" y="2676029"/>
                  </a:lnTo>
                  <a:lnTo>
                    <a:pt x="4810595" y="2677147"/>
                  </a:lnTo>
                  <a:lnTo>
                    <a:pt x="4812449" y="2679014"/>
                  </a:lnTo>
                  <a:lnTo>
                    <a:pt x="4813579" y="2679471"/>
                  </a:lnTo>
                  <a:lnTo>
                    <a:pt x="4816208" y="2679471"/>
                  </a:lnTo>
                  <a:lnTo>
                    <a:pt x="4817326" y="2679014"/>
                  </a:lnTo>
                  <a:lnTo>
                    <a:pt x="4819193" y="2677147"/>
                  </a:lnTo>
                  <a:lnTo>
                    <a:pt x="4819650" y="2676029"/>
                  </a:lnTo>
                  <a:lnTo>
                    <a:pt x="4819650" y="2673400"/>
                  </a:lnTo>
                  <a:close/>
                </a:path>
                <a:path w="4819650" h="2679700">
                  <a:moveTo>
                    <a:pt x="4819650" y="2139404"/>
                  </a:moveTo>
                  <a:lnTo>
                    <a:pt x="4819193" y="2138286"/>
                  </a:lnTo>
                  <a:lnTo>
                    <a:pt x="4817326" y="2136432"/>
                  </a:lnTo>
                  <a:lnTo>
                    <a:pt x="4816208" y="2135962"/>
                  </a:lnTo>
                  <a:lnTo>
                    <a:pt x="4813579" y="2135962"/>
                  </a:lnTo>
                  <a:lnTo>
                    <a:pt x="4812449" y="2136432"/>
                  </a:lnTo>
                  <a:lnTo>
                    <a:pt x="4810595" y="2138286"/>
                  </a:lnTo>
                  <a:lnTo>
                    <a:pt x="4810125" y="2139404"/>
                  </a:lnTo>
                  <a:lnTo>
                    <a:pt x="4810125" y="2142045"/>
                  </a:lnTo>
                  <a:lnTo>
                    <a:pt x="4810595" y="2143163"/>
                  </a:lnTo>
                  <a:lnTo>
                    <a:pt x="4812449" y="2145017"/>
                  </a:lnTo>
                  <a:lnTo>
                    <a:pt x="4813579" y="2145487"/>
                  </a:lnTo>
                  <a:lnTo>
                    <a:pt x="4816208" y="2145487"/>
                  </a:lnTo>
                  <a:lnTo>
                    <a:pt x="4817326" y="2145017"/>
                  </a:lnTo>
                  <a:lnTo>
                    <a:pt x="4819193" y="2143163"/>
                  </a:lnTo>
                  <a:lnTo>
                    <a:pt x="4819650" y="2142045"/>
                  </a:lnTo>
                  <a:lnTo>
                    <a:pt x="4819650" y="2139404"/>
                  </a:lnTo>
                  <a:close/>
                </a:path>
                <a:path w="4819650" h="2679700">
                  <a:moveTo>
                    <a:pt x="4819650" y="1605419"/>
                  </a:moveTo>
                  <a:lnTo>
                    <a:pt x="4819193" y="1604302"/>
                  </a:lnTo>
                  <a:lnTo>
                    <a:pt x="4817326" y="1602435"/>
                  </a:lnTo>
                  <a:lnTo>
                    <a:pt x="4816208" y="1601965"/>
                  </a:lnTo>
                  <a:lnTo>
                    <a:pt x="4813579" y="1601965"/>
                  </a:lnTo>
                  <a:lnTo>
                    <a:pt x="4812449" y="1602435"/>
                  </a:lnTo>
                  <a:lnTo>
                    <a:pt x="4810595" y="1604302"/>
                  </a:lnTo>
                  <a:lnTo>
                    <a:pt x="4810125" y="1605419"/>
                  </a:lnTo>
                  <a:lnTo>
                    <a:pt x="4810125" y="1608048"/>
                  </a:lnTo>
                  <a:lnTo>
                    <a:pt x="4810595" y="1609166"/>
                  </a:lnTo>
                  <a:lnTo>
                    <a:pt x="4812449" y="1611033"/>
                  </a:lnTo>
                  <a:lnTo>
                    <a:pt x="4813579" y="1611490"/>
                  </a:lnTo>
                  <a:lnTo>
                    <a:pt x="4816208" y="1611490"/>
                  </a:lnTo>
                  <a:lnTo>
                    <a:pt x="4817326" y="1611033"/>
                  </a:lnTo>
                  <a:lnTo>
                    <a:pt x="4819193" y="1609166"/>
                  </a:lnTo>
                  <a:lnTo>
                    <a:pt x="4819650" y="1608048"/>
                  </a:lnTo>
                  <a:lnTo>
                    <a:pt x="4819650" y="1605419"/>
                  </a:lnTo>
                  <a:close/>
                </a:path>
                <a:path w="4819650" h="2679700">
                  <a:moveTo>
                    <a:pt x="4819650" y="1071422"/>
                  </a:moveTo>
                  <a:lnTo>
                    <a:pt x="4819193" y="1070305"/>
                  </a:lnTo>
                  <a:lnTo>
                    <a:pt x="4817326" y="1068451"/>
                  </a:lnTo>
                  <a:lnTo>
                    <a:pt x="4816208" y="1067981"/>
                  </a:lnTo>
                  <a:lnTo>
                    <a:pt x="4813579" y="1067981"/>
                  </a:lnTo>
                  <a:lnTo>
                    <a:pt x="4812449" y="1068451"/>
                  </a:lnTo>
                  <a:lnTo>
                    <a:pt x="4810595" y="1070305"/>
                  </a:lnTo>
                  <a:lnTo>
                    <a:pt x="4810125" y="1071422"/>
                  </a:lnTo>
                  <a:lnTo>
                    <a:pt x="4810125" y="1074051"/>
                  </a:lnTo>
                  <a:lnTo>
                    <a:pt x="4810595" y="1075182"/>
                  </a:lnTo>
                  <a:lnTo>
                    <a:pt x="4812449" y="1077036"/>
                  </a:lnTo>
                  <a:lnTo>
                    <a:pt x="4813579" y="1077506"/>
                  </a:lnTo>
                  <a:lnTo>
                    <a:pt x="4816208" y="1077506"/>
                  </a:lnTo>
                  <a:lnTo>
                    <a:pt x="4817326" y="1077036"/>
                  </a:lnTo>
                  <a:lnTo>
                    <a:pt x="4819193" y="1075182"/>
                  </a:lnTo>
                  <a:lnTo>
                    <a:pt x="4819650" y="1074051"/>
                  </a:lnTo>
                  <a:lnTo>
                    <a:pt x="4819650" y="1071422"/>
                  </a:lnTo>
                  <a:close/>
                </a:path>
                <a:path w="4819650" h="2679700">
                  <a:moveTo>
                    <a:pt x="4819650" y="537438"/>
                  </a:moveTo>
                  <a:lnTo>
                    <a:pt x="4819193" y="536308"/>
                  </a:lnTo>
                  <a:lnTo>
                    <a:pt x="4817326" y="534454"/>
                  </a:lnTo>
                  <a:lnTo>
                    <a:pt x="4816208" y="533984"/>
                  </a:lnTo>
                  <a:lnTo>
                    <a:pt x="4813579" y="533984"/>
                  </a:lnTo>
                  <a:lnTo>
                    <a:pt x="4812449" y="534454"/>
                  </a:lnTo>
                  <a:lnTo>
                    <a:pt x="4810595" y="536308"/>
                  </a:lnTo>
                  <a:lnTo>
                    <a:pt x="4810125" y="537438"/>
                  </a:lnTo>
                  <a:lnTo>
                    <a:pt x="4810125" y="540067"/>
                  </a:lnTo>
                  <a:lnTo>
                    <a:pt x="4810595" y="541185"/>
                  </a:lnTo>
                  <a:lnTo>
                    <a:pt x="4812449" y="543052"/>
                  </a:lnTo>
                  <a:lnTo>
                    <a:pt x="4813579" y="543509"/>
                  </a:lnTo>
                  <a:lnTo>
                    <a:pt x="4816208" y="543509"/>
                  </a:lnTo>
                  <a:lnTo>
                    <a:pt x="4817326" y="543052"/>
                  </a:lnTo>
                  <a:lnTo>
                    <a:pt x="4819193" y="541185"/>
                  </a:lnTo>
                  <a:lnTo>
                    <a:pt x="4819650" y="540067"/>
                  </a:lnTo>
                  <a:lnTo>
                    <a:pt x="4819650" y="537438"/>
                  </a:lnTo>
                  <a:close/>
                </a:path>
                <a:path w="4819650" h="2679700">
                  <a:moveTo>
                    <a:pt x="4819650" y="3441"/>
                  </a:moveTo>
                  <a:lnTo>
                    <a:pt x="4819193" y="2324"/>
                  </a:lnTo>
                  <a:lnTo>
                    <a:pt x="4817326" y="469"/>
                  </a:lnTo>
                  <a:lnTo>
                    <a:pt x="4816208" y="0"/>
                  </a:lnTo>
                  <a:lnTo>
                    <a:pt x="4813579" y="0"/>
                  </a:lnTo>
                  <a:lnTo>
                    <a:pt x="4812449" y="469"/>
                  </a:lnTo>
                  <a:lnTo>
                    <a:pt x="4810595" y="2324"/>
                  </a:lnTo>
                  <a:lnTo>
                    <a:pt x="4810125" y="3441"/>
                  </a:lnTo>
                  <a:lnTo>
                    <a:pt x="4810125" y="6070"/>
                  </a:lnTo>
                  <a:lnTo>
                    <a:pt x="4810595" y="7200"/>
                  </a:lnTo>
                  <a:lnTo>
                    <a:pt x="4812449" y="9055"/>
                  </a:lnTo>
                  <a:lnTo>
                    <a:pt x="4813579" y="9525"/>
                  </a:lnTo>
                  <a:lnTo>
                    <a:pt x="4816208" y="9525"/>
                  </a:lnTo>
                  <a:lnTo>
                    <a:pt x="4817326" y="9055"/>
                  </a:lnTo>
                  <a:lnTo>
                    <a:pt x="4819193" y="7200"/>
                  </a:lnTo>
                  <a:lnTo>
                    <a:pt x="4819650" y="6070"/>
                  </a:lnTo>
                  <a:lnTo>
                    <a:pt x="4819650" y="3441"/>
                  </a:lnTo>
                  <a:close/>
                </a:path>
              </a:pathLst>
            </a:custGeom>
            <a:solidFill>
              <a:srgbClr val="C7C6C3"/>
            </a:solidFill>
          </p:spPr>
          <p:txBody>
            <a:bodyPr wrap="square" lIns="0" tIns="0" rIns="0" bIns="0" rtlCol="0"/>
            <a:lstStyle/>
            <a:p>
              <a:endParaRPr sz="1266"/>
            </a:p>
          </p:txBody>
        </p:sp>
        <p:sp>
          <p:nvSpPr>
            <p:cNvPr id="52" name="object 6"/>
            <p:cNvSpPr txBox="1"/>
            <p:nvPr/>
          </p:nvSpPr>
          <p:spPr>
            <a:xfrm>
              <a:off x="458609" y="2672279"/>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GH₵0K</a:t>
              </a:r>
              <a:endParaRPr sz="633">
                <a:latin typeface="Segoe UI"/>
                <a:cs typeface="Segoe UI"/>
              </a:endParaRPr>
            </a:p>
          </p:txBody>
        </p:sp>
        <p:sp>
          <p:nvSpPr>
            <p:cNvPr id="53" name="object 7"/>
            <p:cNvSpPr txBox="1"/>
            <p:nvPr/>
          </p:nvSpPr>
          <p:spPr>
            <a:xfrm>
              <a:off x="458609" y="2296816"/>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GH₵1K</a:t>
              </a:r>
              <a:endParaRPr sz="633">
                <a:latin typeface="Segoe UI"/>
                <a:cs typeface="Segoe UI"/>
              </a:endParaRPr>
            </a:p>
          </p:txBody>
        </p:sp>
        <p:sp>
          <p:nvSpPr>
            <p:cNvPr id="54" name="object 8"/>
            <p:cNvSpPr txBox="1"/>
            <p:nvPr/>
          </p:nvSpPr>
          <p:spPr>
            <a:xfrm>
              <a:off x="458609" y="1921354"/>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GH₵2K</a:t>
              </a:r>
              <a:endParaRPr sz="633">
                <a:latin typeface="Segoe UI"/>
                <a:cs typeface="Segoe UI"/>
              </a:endParaRPr>
            </a:p>
          </p:txBody>
        </p:sp>
        <p:sp>
          <p:nvSpPr>
            <p:cNvPr id="55" name="object 9"/>
            <p:cNvSpPr txBox="1"/>
            <p:nvPr/>
          </p:nvSpPr>
          <p:spPr>
            <a:xfrm>
              <a:off x="458609" y="1545891"/>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GH₵3K</a:t>
              </a:r>
              <a:endParaRPr sz="633">
                <a:latin typeface="Segoe UI"/>
                <a:cs typeface="Segoe UI"/>
              </a:endParaRPr>
            </a:p>
          </p:txBody>
        </p:sp>
        <p:sp>
          <p:nvSpPr>
            <p:cNvPr id="56" name="object 10"/>
            <p:cNvSpPr txBox="1"/>
            <p:nvPr/>
          </p:nvSpPr>
          <p:spPr>
            <a:xfrm>
              <a:off x="458609" y="1170430"/>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GH₵4K</a:t>
              </a:r>
              <a:endParaRPr sz="633">
                <a:latin typeface="Segoe UI"/>
                <a:cs typeface="Segoe UI"/>
              </a:endParaRPr>
            </a:p>
          </p:txBody>
        </p:sp>
        <p:sp>
          <p:nvSpPr>
            <p:cNvPr id="57" name="object 11"/>
            <p:cNvSpPr txBox="1"/>
            <p:nvPr/>
          </p:nvSpPr>
          <p:spPr>
            <a:xfrm>
              <a:off x="458609" y="794967"/>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GH₵5K</a:t>
              </a:r>
              <a:endParaRPr sz="633">
                <a:latin typeface="Segoe UI"/>
                <a:cs typeface="Segoe UI"/>
              </a:endParaRPr>
            </a:p>
          </p:txBody>
        </p:sp>
        <p:sp>
          <p:nvSpPr>
            <p:cNvPr id="58" name="object 12"/>
            <p:cNvSpPr/>
            <p:nvPr/>
          </p:nvSpPr>
          <p:spPr>
            <a:xfrm>
              <a:off x="776659" y="479711"/>
              <a:ext cx="3388816" cy="6697"/>
            </a:xfrm>
            <a:custGeom>
              <a:avLst/>
              <a:gdLst/>
              <a:ahLst/>
              <a:cxnLst/>
              <a:rect l="l" t="t" r="r" b="b"/>
              <a:pathLst>
                <a:path w="4819650" h="9525">
                  <a:moveTo>
                    <a:pt x="6077" y="9524"/>
                  </a:moveTo>
                  <a:lnTo>
                    <a:pt x="3447" y="9524"/>
                  </a:lnTo>
                  <a:lnTo>
                    <a:pt x="2324" y="9060"/>
                  </a:lnTo>
                  <a:lnTo>
                    <a:pt x="464" y="7200"/>
                  </a:lnTo>
                  <a:lnTo>
                    <a:pt x="0" y="6077"/>
                  </a:lnTo>
                  <a:lnTo>
                    <a:pt x="0" y="3447"/>
                  </a:lnTo>
                  <a:lnTo>
                    <a:pt x="464" y="2324"/>
                  </a:lnTo>
                  <a:lnTo>
                    <a:pt x="2324" y="464"/>
                  </a:lnTo>
                  <a:lnTo>
                    <a:pt x="3447" y="0"/>
                  </a:lnTo>
                  <a:lnTo>
                    <a:pt x="6077" y="0"/>
                  </a:lnTo>
                  <a:lnTo>
                    <a:pt x="7200" y="464"/>
                  </a:lnTo>
                  <a:lnTo>
                    <a:pt x="9060" y="2324"/>
                  </a:lnTo>
                  <a:lnTo>
                    <a:pt x="9524" y="3447"/>
                  </a:lnTo>
                  <a:lnTo>
                    <a:pt x="9524" y="6077"/>
                  </a:lnTo>
                  <a:lnTo>
                    <a:pt x="9060" y="7200"/>
                  </a:lnTo>
                  <a:lnTo>
                    <a:pt x="7200" y="9060"/>
                  </a:lnTo>
                  <a:lnTo>
                    <a:pt x="6077" y="9524"/>
                  </a:lnTo>
                  <a:close/>
                </a:path>
                <a:path w="4819650" h="9525">
                  <a:moveTo>
                    <a:pt x="53702" y="9524"/>
                  </a:moveTo>
                  <a:lnTo>
                    <a:pt x="51072" y="9524"/>
                  </a:lnTo>
                  <a:lnTo>
                    <a:pt x="49949" y="9060"/>
                  </a:lnTo>
                  <a:lnTo>
                    <a:pt x="48089" y="7200"/>
                  </a:lnTo>
                  <a:lnTo>
                    <a:pt x="47624" y="6077"/>
                  </a:lnTo>
                  <a:lnTo>
                    <a:pt x="47624" y="3447"/>
                  </a:lnTo>
                  <a:lnTo>
                    <a:pt x="48089" y="2324"/>
                  </a:lnTo>
                  <a:lnTo>
                    <a:pt x="49949" y="464"/>
                  </a:lnTo>
                  <a:lnTo>
                    <a:pt x="51072" y="0"/>
                  </a:lnTo>
                  <a:lnTo>
                    <a:pt x="53702" y="0"/>
                  </a:lnTo>
                  <a:lnTo>
                    <a:pt x="54825" y="464"/>
                  </a:lnTo>
                  <a:lnTo>
                    <a:pt x="56685" y="2324"/>
                  </a:lnTo>
                  <a:lnTo>
                    <a:pt x="57149" y="3447"/>
                  </a:lnTo>
                  <a:lnTo>
                    <a:pt x="57149" y="6077"/>
                  </a:lnTo>
                  <a:lnTo>
                    <a:pt x="56685" y="7200"/>
                  </a:lnTo>
                  <a:lnTo>
                    <a:pt x="54825" y="9060"/>
                  </a:lnTo>
                  <a:lnTo>
                    <a:pt x="53702" y="9524"/>
                  </a:lnTo>
                  <a:close/>
                </a:path>
                <a:path w="4819650" h="9525">
                  <a:moveTo>
                    <a:pt x="101327" y="9524"/>
                  </a:moveTo>
                  <a:lnTo>
                    <a:pt x="98697" y="9524"/>
                  </a:lnTo>
                  <a:lnTo>
                    <a:pt x="97574" y="9060"/>
                  </a:lnTo>
                  <a:lnTo>
                    <a:pt x="95714" y="7200"/>
                  </a:lnTo>
                  <a:lnTo>
                    <a:pt x="95249" y="6077"/>
                  </a:lnTo>
                  <a:lnTo>
                    <a:pt x="95249" y="3447"/>
                  </a:lnTo>
                  <a:lnTo>
                    <a:pt x="95714" y="2324"/>
                  </a:lnTo>
                  <a:lnTo>
                    <a:pt x="97574" y="464"/>
                  </a:lnTo>
                  <a:lnTo>
                    <a:pt x="98697" y="0"/>
                  </a:lnTo>
                  <a:lnTo>
                    <a:pt x="101327" y="0"/>
                  </a:lnTo>
                  <a:lnTo>
                    <a:pt x="102450" y="464"/>
                  </a:lnTo>
                  <a:lnTo>
                    <a:pt x="104310" y="2324"/>
                  </a:lnTo>
                  <a:lnTo>
                    <a:pt x="104774" y="3447"/>
                  </a:lnTo>
                  <a:lnTo>
                    <a:pt x="104774" y="6077"/>
                  </a:lnTo>
                  <a:lnTo>
                    <a:pt x="104310" y="7200"/>
                  </a:lnTo>
                  <a:lnTo>
                    <a:pt x="102450" y="9060"/>
                  </a:lnTo>
                  <a:lnTo>
                    <a:pt x="101327" y="9524"/>
                  </a:lnTo>
                  <a:close/>
                </a:path>
                <a:path w="4819650" h="9525">
                  <a:moveTo>
                    <a:pt x="148952" y="9524"/>
                  </a:moveTo>
                  <a:lnTo>
                    <a:pt x="146322" y="9524"/>
                  </a:lnTo>
                  <a:lnTo>
                    <a:pt x="145199" y="9060"/>
                  </a:lnTo>
                  <a:lnTo>
                    <a:pt x="143339" y="7200"/>
                  </a:lnTo>
                  <a:lnTo>
                    <a:pt x="142874" y="6077"/>
                  </a:lnTo>
                  <a:lnTo>
                    <a:pt x="142874" y="3447"/>
                  </a:lnTo>
                  <a:lnTo>
                    <a:pt x="143339" y="2324"/>
                  </a:lnTo>
                  <a:lnTo>
                    <a:pt x="145199" y="464"/>
                  </a:lnTo>
                  <a:lnTo>
                    <a:pt x="146322" y="0"/>
                  </a:lnTo>
                  <a:lnTo>
                    <a:pt x="148952" y="0"/>
                  </a:lnTo>
                  <a:lnTo>
                    <a:pt x="150075" y="464"/>
                  </a:lnTo>
                  <a:lnTo>
                    <a:pt x="151935" y="2324"/>
                  </a:lnTo>
                  <a:lnTo>
                    <a:pt x="152399" y="3447"/>
                  </a:lnTo>
                  <a:lnTo>
                    <a:pt x="152399" y="6077"/>
                  </a:lnTo>
                  <a:lnTo>
                    <a:pt x="151935" y="7200"/>
                  </a:lnTo>
                  <a:lnTo>
                    <a:pt x="150075" y="9060"/>
                  </a:lnTo>
                  <a:lnTo>
                    <a:pt x="148952" y="9524"/>
                  </a:lnTo>
                  <a:close/>
                </a:path>
                <a:path w="4819650" h="9525">
                  <a:moveTo>
                    <a:pt x="196577" y="9524"/>
                  </a:moveTo>
                  <a:lnTo>
                    <a:pt x="193947" y="9524"/>
                  </a:lnTo>
                  <a:lnTo>
                    <a:pt x="192824" y="9060"/>
                  </a:lnTo>
                  <a:lnTo>
                    <a:pt x="190964" y="7200"/>
                  </a:lnTo>
                  <a:lnTo>
                    <a:pt x="190499" y="6077"/>
                  </a:lnTo>
                  <a:lnTo>
                    <a:pt x="190499" y="3447"/>
                  </a:lnTo>
                  <a:lnTo>
                    <a:pt x="190964" y="2324"/>
                  </a:lnTo>
                  <a:lnTo>
                    <a:pt x="192824" y="464"/>
                  </a:lnTo>
                  <a:lnTo>
                    <a:pt x="193947" y="0"/>
                  </a:lnTo>
                  <a:lnTo>
                    <a:pt x="196577" y="0"/>
                  </a:lnTo>
                  <a:lnTo>
                    <a:pt x="197700" y="464"/>
                  </a:lnTo>
                  <a:lnTo>
                    <a:pt x="199560" y="2324"/>
                  </a:lnTo>
                  <a:lnTo>
                    <a:pt x="200024" y="3447"/>
                  </a:lnTo>
                  <a:lnTo>
                    <a:pt x="200024" y="6077"/>
                  </a:lnTo>
                  <a:lnTo>
                    <a:pt x="199560" y="7200"/>
                  </a:lnTo>
                  <a:lnTo>
                    <a:pt x="197700" y="9060"/>
                  </a:lnTo>
                  <a:lnTo>
                    <a:pt x="196577" y="9524"/>
                  </a:lnTo>
                  <a:close/>
                </a:path>
                <a:path w="4819650" h="9525">
                  <a:moveTo>
                    <a:pt x="244202" y="9524"/>
                  </a:moveTo>
                  <a:lnTo>
                    <a:pt x="241572" y="9524"/>
                  </a:lnTo>
                  <a:lnTo>
                    <a:pt x="240449" y="9060"/>
                  </a:lnTo>
                  <a:lnTo>
                    <a:pt x="238589" y="7200"/>
                  </a:lnTo>
                  <a:lnTo>
                    <a:pt x="238124" y="6077"/>
                  </a:lnTo>
                  <a:lnTo>
                    <a:pt x="238124" y="3447"/>
                  </a:lnTo>
                  <a:lnTo>
                    <a:pt x="238589" y="2324"/>
                  </a:lnTo>
                  <a:lnTo>
                    <a:pt x="240449" y="464"/>
                  </a:lnTo>
                  <a:lnTo>
                    <a:pt x="241572" y="0"/>
                  </a:lnTo>
                  <a:lnTo>
                    <a:pt x="244202" y="0"/>
                  </a:lnTo>
                  <a:lnTo>
                    <a:pt x="245325" y="464"/>
                  </a:lnTo>
                  <a:lnTo>
                    <a:pt x="247185" y="2324"/>
                  </a:lnTo>
                  <a:lnTo>
                    <a:pt x="247649" y="3447"/>
                  </a:lnTo>
                  <a:lnTo>
                    <a:pt x="247649" y="6077"/>
                  </a:lnTo>
                  <a:lnTo>
                    <a:pt x="247185" y="7200"/>
                  </a:lnTo>
                  <a:lnTo>
                    <a:pt x="245325" y="9060"/>
                  </a:lnTo>
                  <a:lnTo>
                    <a:pt x="244202" y="9524"/>
                  </a:lnTo>
                  <a:close/>
                </a:path>
                <a:path w="4819650" h="9525">
                  <a:moveTo>
                    <a:pt x="291827" y="9524"/>
                  </a:moveTo>
                  <a:lnTo>
                    <a:pt x="289197" y="9524"/>
                  </a:lnTo>
                  <a:lnTo>
                    <a:pt x="288074" y="9060"/>
                  </a:lnTo>
                  <a:lnTo>
                    <a:pt x="286214" y="7200"/>
                  </a:lnTo>
                  <a:lnTo>
                    <a:pt x="285749" y="6077"/>
                  </a:lnTo>
                  <a:lnTo>
                    <a:pt x="285749" y="3447"/>
                  </a:lnTo>
                  <a:lnTo>
                    <a:pt x="286214" y="2324"/>
                  </a:lnTo>
                  <a:lnTo>
                    <a:pt x="288074" y="464"/>
                  </a:lnTo>
                  <a:lnTo>
                    <a:pt x="289197" y="0"/>
                  </a:lnTo>
                  <a:lnTo>
                    <a:pt x="291827" y="0"/>
                  </a:lnTo>
                  <a:lnTo>
                    <a:pt x="292950" y="464"/>
                  </a:lnTo>
                  <a:lnTo>
                    <a:pt x="294810" y="2324"/>
                  </a:lnTo>
                  <a:lnTo>
                    <a:pt x="295274" y="3447"/>
                  </a:lnTo>
                  <a:lnTo>
                    <a:pt x="295274" y="6077"/>
                  </a:lnTo>
                  <a:lnTo>
                    <a:pt x="294810" y="7200"/>
                  </a:lnTo>
                  <a:lnTo>
                    <a:pt x="292950" y="9060"/>
                  </a:lnTo>
                  <a:lnTo>
                    <a:pt x="291827" y="9524"/>
                  </a:lnTo>
                  <a:close/>
                </a:path>
                <a:path w="4819650" h="9525">
                  <a:moveTo>
                    <a:pt x="339452" y="9524"/>
                  </a:moveTo>
                  <a:lnTo>
                    <a:pt x="336822" y="9524"/>
                  </a:lnTo>
                  <a:lnTo>
                    <a:pt x="335699" y="9060"/>
                  </a:lnTo>
                  <a:lnTo>
                    <a:pt x="333839" y="7200"/>
                  </a:lnTo>
                  <a:lnTo>
                    <a:pt x="333374" y="6077"/>
                  </a:lnTo>
                  <a:lnTo>
                    <a:pt x="333374" y="3447"/>
                  </a:lnTo>
                  <a:lnTo>
                    <a:pt x="333839" y="2324"/>
                  </a:lnTo>
                  <a:lnTo>
                    <a:pt x="335699" y="464"/>
                  </a:lnTo>
                  <a:lnTo>
                    <a:pt x="336822" y="0"/>
                  </a:lnTo>
                  <a:lnTo>
                    <a:pt x="339452" y="0"/>
                  </a:lnTo>
                  <a:lnTo>
                    <a:pt x="340575" y="464"/>
                  </a:lnTo>
                  <a:lnTo>
                    <a:pt x="342434" y="2324"/>
                  </a:lnTo>
                  <a:lnTo>
                    <a:pt x="342899" y="3447"/>
                  </a:lnTo>
                  <a:lnTo>
                    <a:pt x="342899" y="6077"/>
                  </a:lnTo>
                  <a:lnTo>
                    <a:pt x="342434" y="7200"/>
                  </a:lnTo>
                  <a:lnTo>
                    <a:pt x="340575" y="9060"/>
                  </a:lnTo>
                  <a:lnTo>
                    <a:pt x="339452" y="9524"/>
                  </a:lnTo>
                  <a:close/>
                </a:path>
                <a:path w="4819650" h="9525">
                  <a:moveTo>
                    <a:pt x="387077" y="9524"/>
                  </a:moveTo>
                  <a:lnTo>
                    <a:pt x="384447" y="9524"/>
                  </a:lnTo>
                  <a:lnTo>
                    <a:pt x="383324" y="9060"/>
                  </a:lnTo>
                  <a:lnTo>
                    <a:pt x="381464" y="7200"/>
                  </a:lnTo>
                  <a:lnTo>
                    <a:pt x="380999" y="6077"/>
                  </a:lnTo>
                  <a:lnTo>
                    <a:pt x="380999" y="3447"/>
                  </a:lnTo>
                  <a:lnTo>
                    <a:pt x="381464" y="2324"/>
                  </a:lnTo>
                  <a:lnTo>
                    <a:pt x="383324" y="464"/>
                  </a:lnTo>
                  <a:lnTo>
                    <a:pt x="384447" y="0"/>
                  </a:lnTo>
                  <a:lnTo>
                    <a:pt x="387077" y="0"/>
                  </a:lnTo>
                  <a:lnTo>
                    <a:pt x="388200" y="464"/>
                  </a:lnTo>
                  <a:lnTo>
                    <a:pt x="390059" y="2324"/>
                  </a:lnTo>
                  <a:lnTo>
                    <a:pt x="390524" y="3447"/>
                  </a:lnTo>
                  <a:lnTo>
                    <a:pt x="390524" y="6077"/>
                  </a:lnTo>
                  <a:lnTo>
                    <a:pt x="390059" y="7200"/>
                  </a:lnTo>
                  <a:lnTo>
                    <a:pt x="388200" y="9060"/>
                  </a:lnTo>
                  <a:lnTo>
                    <a:pt x="387077" y="9524"/>
                  </a:lnTo>
                  <a:close/>
                </a:path>
                <a:path w="4819650" h="9525">
                  <a:moveTo>
                    <a:pt x="434702" y="9524"/>
                  </a:moveTo>
                  <a:lnTo>
                    <a:pt x="432072" y="9524"/>
                  </a:lnTo>
                  <a:lnTo>
                    <a:pt x="430949" y="9060"/>
                  </a:lnTo>
                  <a:lnTo>
                    <a:pt x="429089" y="7200"/>
                  </a:lnTo>
                  <a:lnTo>
                    <a:pt x="428624" y="6077"/>
                  </a:lnTo>
                  <a:lnTo>
                    <a:pt x="428624" y="3447"/>
                  </a:lnTo>
                  <a:lnTo>
                    <a:pt x="429089" y="2324"/>
                  </a:lnTo>
                  <a:lnTo>
                    <a:pt x="430949" y="464"/>
                  </a:lnTo>
                  <a:lnTo>
                    <a:pt x="432072" y="0"/>
                  </a:lnTo>
                  <a:lnTo>
                    <a:pt x="434702" y="0"/>
                  </a:lnTo>
                  <a:lnTo>
                    <a:pt x="435825" y="464"/>
                  </a:lnTo>
                  <a:lnTo>
                    <a:pt x="437684" y="2324"/>
                  </a:lnTo>
                  <a:lnTo>
                    <a:pt x="438149" y="3447"/>
                  </a:lnTo>
                  <a:lnTo>
                    <a:pt x="438149" y="6077"/>
                  </a:lnTo>
                  <a:lnTo>
                    <a:pt x="437684" y="7200"/>
                  </a:lnTo>
                  <a:lnTo>
                    <a:pt x="435825" y="9060"/>
                  </a:lnTo>
                  <a:lnTo>
                    <a:pt x="434702" y="9524"/>
                  </a:lnTo>
                  <a:close/>
                </a:path>
                <a:path w="4819650" h="9525">
                  <a:moveTo>
                    <a:pt x="482327" y="9524"/>
                  </a:moveTo>
                  <a:lnTo>
                    <a:pt x="479697" y="9524"/>
                  </a:lnTo>
                  <a:lnTo>
                    <a:pt x="478574" y="9060"/>
                  </a:lnTo>
                  <a:lnTo>
                    <a:pt x="476714" y="7200"/>
                  </a:lnTo>
                  <a:lnTo>
                    <a:pt x="476249" y="6077"/>
                  </a:lnTo>
                  <a:lnTo>
                    <a:pt x="476249" y="3447"/>
                  </a:lnTo>
                  <a:lnTo>
                    <a:pt x="476714" y="2324"/>
                  </a:lnTo>
                  <a:lnTo>
                    <a:pt x="478574" y="464"/>
                  </a:lnTo>
                  <a:lnTo>
                    <a:pt x="479697" y="0"/>
                  </a:lnTo>
                  <a:lnTo>
                    <a:pt x="482327" y="0"/>
                  </a:lnTo>
                  <a:lnTo>
                    <a:pt x="483450" y="464"/>
                  </a:lnTo>
                  <a:lnTo>
                    <a:pt x="485309" y="2324"/>
                  </a:lnTo>
                  <a:lnTo>
                    <a:pt x="485774" y="3447"/>
                  </a:lnTo>
                  <a:lnTo>
                    <a:pt x="485774" y="6077"/>
                  </a:lnTo>
                  <a:lnTo>
                    <a:pt x="485309" y="7200"/>
                  </a:lnTo>
                  <a:lnTo>
                    <a:pt x="483450" y="9060"/>
                  </a:lnTo>
                  <a:lnTo>
                    <a:pt x="482327" y="9524"/>
                  </a:lnTo>
                  <a:close/>
                </a:path>
                <a:path w="4819650" h="9525">
                  <a:moveTo>
                    <a:pt x="529952" y="9524"/>
                  </a:moveTo>
                  <a:lnTo>
                    <a:pt x="527322" y="9524"/>
                  </a:lnTo>
                  <a:lnTo>
                    <a:pt x="526199" y="9060"/>
                  </a:lnTo>
                  <a:lnTo>
                    <a:pt x="524339" y="7200"/>
                  </a:lnTo>
                  <a:lnTo>
                    <a:pt x="523874" y="6077"/>
                  </a:lnTo>
                  <a:lnTo>
                    <a:pt x="523874" y="3447"/>
                  </a:lnTo>
                  <a:lnTo>
                    <a:pt x="524339" y="2324"/>
                  </a:lnTo>
                  <a:lnTo>
                    <a:pt x="526199" y="464"/>
                  </a:lnTo>
                  <a:lnTo>
                    <a:pt x="527322" y="0"/>
                  </a:lnTo>
                  <a:lnTo>
                    <a:pt x="529952" y="0"/>
                  </a:lnTo>
                  <a:lnTo>
                    <a:pt x="531075" y="464"/>
                  </a:lnTo>
                  <a:lnTo>
                    <a:pt x="532934" y="2324"/>
                  </a:lnTo>
                  <a:lnTo>
                    <a:pt x="533399" y="3447"/>
                  </a:lnTo>
                  <a:lnTo>
                    <a:pt x="533399" y="6077"/>
                  </a:lnTo>
                  <a:lnTo>
                    <a:pt x="532934" y="7200"/>
                  </a:lnTo>
                  <a:lnTo>
                    <a:pt x="531075" y="9060"/>
                  </a:lnTo>
                  <a:lnTo>
                    <a:pt x="529952" y="9524"/>
                  </a:lnTo>
                  <a:close/>
                </a:path>
                <a:path w="4819650" h="9525">
                  <a:moveTo>
                    <a:pt x="577577" y="9524"/>
                  </a:moveTo>
                  <a:lnTo>
                    <a:pt x="574947" y="9524"/>
                  </a:lnTo>
                  <a:lnTo>
                    <a:pt x="573824" y="9060"/>
                  </a:lnTo>
                  <a:lnTo>
                    <a:pt x="571964" y="7200"/>
                  </a:lnTo>
                  <a:lnTo>
                    <a:pt x="571499" y="6077"/>
                  </a:lnTo>
                  <a:lnTo>
                    <a:pt x="571499" y="3447"/>
                  </a:lnTo>
                  <a:lnTo>
                    <a:pt x="571964" y="2324"/>
                  </a:lnTo>
                  <a:lnTo>
                    <a:pt x="573824" y="464"/>
                  </a:lnTo>
                  <a:lnTo>
                    <a:pt x="574947" y="0"/>
                  </a:lnTo>
                  <a:lnTo>
                    <a:pt x="577577" y="0"/>
                  </a:lnTo>
                  <a:lnTo>
                    <a:pt x="578700" y="464"/>
                  </a:lnTo>
                  <a:lnTo>
                    <a:pt x="580559" y="2324"/>
                  </a:lnTo>
                  <a:lnTo>
                    <a:pt x="581024" y="3447"/>
                  </a:lnTo>
                  <a:lnTo>
                    <a:pt x="581024" y="6077"/>
                  </a:lnTo>
                  <a:lnTo>
                    <a:pt x="580559" y="7200"/>
                  </a:lnTo>
                  <a:lnTo>
                    <a:pt x="578700" y="9060"/>
                  </a:lnTo>
                  <a:lnTo>
                    <a:pt x="577577" y="9524"/>
                  </a:lnTo>
                  <a:close/>
                </a:path>
                <a:path w="4819650" h="9525">
                  <a:moveTo>
                    <a:pt x="625202" y="9524"/>
                  </a:moveTo>
                  <a:lnTo>
                    <a:pt x="622572" y="9524"/>
                  </a:lnTo>
                  <a:lnTo>
                    <a:pt x="621449" y="9060"/>
                  </a:lnTo>
                  <a:lnTo>
                    <a:pt x="619589" y="7200"/>
                  </a:lnTo>
                  <a:lnTo>
                    <a:pt x="619124" y="6077"/>
                  </a:lnTo>
                  <a:lnTo>
                    <a:pt x="619124" y="3447"/>
                  </a:lnTo>
                  <a:lnTo>
                    <a:pt x="619589" y="2324"/>
                  </a:lnTo>
                  <a:lnTo>
                    <a:pt x="621449" y="464"/>
                  </a:lnTo>
                  <a:lnTo>
                    <a:pt x="622572" y="0"/>
                  </a:lnTo>
                  <a:lnTo>
                    <a:pt x="625202" y="0"/>
                  </a:lnTo>
                  <a:lnTo>
                    <a:pt x="626325" y="464"/>
                  </a:lnTo>
                  <a:lnTo>
                    <a:pt x="628184" y="2324"/>
                  </a:lnTo>
                  <a:lnTo>
                    <a:pt x="628649" y="3447"/>
                  </a:lnTo>
                  <a:lnTo>
                    <a:pt x="628649" y="6077"/>
                  </a:lnTo>
                  <a:lnTo>
                    <a:pt x="628184" y="7200"/>
                  </a:lnTo>
                  <a:lnTo>
                    <a:pt x="626325" y="9060"/>
                  </a:lnTo>
                  <a:lnTo>
                    <a:pt x="625202" y="9524"/>
                  </a:lnTo>
                  <a:close/>
                </a:path>
                <a:path w="4819650" h="9525">
                  <a:moveTo>
                    <a:pt x="672827" y="9524"/>
                  </a:moveTo>
                  <a:lnTo>
                    <a:pt x="670197" y="9524"/>
                  </a:lnTo>
                  <a:lnTo>
                    <a:pt x="669074" y="9060"/>
                  </a:lnTo>
                  <a:lnTo>
                    <a:pt x="667214" y="7200"/>
                  </a:lnTo>
                  <a:lnTo>
                    <a:pt x="666749" y="6077"/>
                  </a:lnTo>
                  <a:lnTo>
                    <a:pt x="666749" y="3447"/>
                  </a:lnTo>
                  <a:lnTo>
                    <a:pt x="667214" y="2324"/>
                  </a:lnTo>
                  <a:lnTo>
                    <a:pt x="669074" y="464"/>
                  </a:lnTo>
                  <a:lnTo>
                    <a:pt x="670197" y="0"/>
                  </a:lnTo>
                  <a:lnTo>
                    <a:pt x="672827" y="0"/>
                  </a:lnTo>
                  <a:lnTo>
                    <a:pt x="673950" y="464"/>
                  </a:lnTo>
                  <a:lnTo>
                    <a:pt x="675809" y="2324"/>
                  </a:lnTo>
                  <a:lnTo>
                    <a:pt x="676274" y="3447"/>
                  </a:lnTo>
                  <a:lnTo>
                    <a:pt x="676274" y="6077"/>
                  </a:lnTo>
                  <a:lnTo>
                    <a:pt x="675809" y="7200"/>
                  </a:lnTo>
                  <a:lnTo>
                    <a:pt x="673950" y="9060"/>
                  </a:lnTo>
                  <a:lnTo>
                    <a:pt x="672827" y="9524"/>
                  </a:lnTo>
                  <a:close/>
                </a:path>
                <a:path w="4819650" h="9525">
                  <a:moveTo>
                    <a:pt x="720452" y="9524"/>
                  </a:moveTo>
                  <a:lnTo>
                    <a:pt x="717822" y="9524"/>
                  </a:lnTo>
                  <a:lnTo>
                    <a:pt x="716699" y="9060"/>
                  </a:lnTo>
                  <a:lnTo>
                    <a:pt x="714839" y="7200"/>
                  </a:lnTo>
                  <a:lnTo>
                    <a:pt x="714374" y="6077"/>
                  </a:lnTo>
                  <a:lnTo>
                    <a:pt x="714374" y="3447"/>
                  </a:lnTo>
                  <a:lnTo>
                    <a:pt x="714839" y="2324"/>
                  </a:lnTo>
                  <a:lnTo>
                    <a:pt x="716699" y="464"/>
                  </a:lnTo>
                  <a:lnTo>
                    <a:pt x="717822" y="0"/>
                  </a:lnTo>
                  <a:lnTo>
                    <a:pt x="720452" y="0"/>
                  </a:lnTo>
                  <a:lnTo>
                    <a:pt x="721575" y="464"/>
                  </a:lnTo>
                  <a:lnTo>
                    <a:pt x="723435" y="2324"/>
                  </a:lnTo>
                  <a:lnTo>
                    <a:pt x="723899" y="3447"/>
                  </a:lnTo>
                  <a:lnTo>
                    <a:pt x="723899" y="6077"/>
                  </a:lnTo>
                  <a:lnTo>
                    <a:pt x="723435" y="7200"/>
                  </a:lnTo>
                  <a:lnTo>
                    <a:pt x="721575" y="9060"/>
                  </a:lnTo>
                  <a:lnTo>
                    <a:pt x="720452" y="9524"/>
                  </a:lnTo>
                  <a:close/>
                </a:path>
                <a:path w="4819650" h="9525">
                  <a:moveTo>
                    <a:pt x="768077" y="9524"/>
                  </a:moveTo>
                  <a:lnTo>
                    <a:pt x="765447" y="9524"/>
                  </a:lnTo>
                  <a:lnTo>
                    <a:pt x="764324" y="9060"/>
                  </a:lnTo>
                  <a:lnTo>
                    <a:pt x="762464" y="7200"/>
                  </a:lnTo>
                  <a:lnTo>
                    <a:pt x="761999" y="6077"/>
                  </a:lnTo>
                  <a:lnTo>
                    <a:pt x="761999" y="3447"/>
                  </a:lnTo>
                  <a:lnTo>
                    <a:pt x="762464" y="2324"/>
                  </a:lnTo>
                  <a:lnTo>
                    <a:pt x="764324" y="464"/>
                  </a:lnTo>
                  <a:lnTo>
                    <a:pt x="765447" y="0"/>
                  </a:lnTo>
                  <a:lnTo>
                    <a:pt x="768077" y="0"/>
                  </a:lnTo>
                  <a:lnTo>
                    <a:pt x="769200" y="464"/>
                  </a:lnTo>
                  <a:lnTo>
                    <a:pt x="771059" y="2324"/>
                  </a:lnTo>
                  <a:lnTo>
                    <a:pt x="771524" y="3447"/>
                  </a:lnTo>
                  <a:lnTo>
                    <a:pt x="771524" y="6077"/>
                  </a:lnTo>
                  <a:lnTo>
                    <a:pt x="771059" y="7200"/>
                  </a:lnTo>
                  <a:lnTo>
                    <a:pt x="769200" y="9060"/>
                  </a:lnTo>
                  <a:lnTo>
                    <a:pt x="768077" y="9524"/>
                  </a:lnTo>
                  <a:close/>
                </a:path>
                <a:path w="4819650" h="9525">
                  <a:moveTo>
                    <a:pt x="815702" y="9524"/>
                  </a:moveTo>
                  <a:lnTo>
                    <a:pt x="813072" y="9524"/>
                  </a:lnTo>
                  <a:lnTo>
                    <a:pt x="811949" y="9060"/>
                  </a:lnTo>
                  <a:lnTo>
                    <a:pt x="810089" y="7200"/>
                  </a:lnTo>
                  <a:lnTo>
                    <a:pt x="809624" y="6077"/>
                  </a:lnTo>
                  <a:lnTo>
                    <a:pt x="809624" y="3447"/>
                  </a:lnTo>
                  <a:lnTo>
                    <a:pt x="810089" y="2324"/>
                  </a:lnTo>
                  <a:lnTo>
                    <a:pt x="811949" y="464"/>
                  </a:lnTo>
                  <a:lnTo>
                    <a:pt x="813072" y="0"/>
                  </a:lnTo>
                  <a:lnTo>
                    <a:pt x="815702" y="0"/>
                  </a:lnTo>
                  <a:lnTo>
                    <a:pt x="816825" y="464"/>
                  </a:lnTo>
                  <a:lnTo>
                    <a:pt x="818684" y="2324"/>
                  </a:lnTo>
                  <a:lnTo>
                    <a:pt x="819149" y="3447"/>
                  </a:lnTo>
                  <a:lnTo>
                    <a:pt x="819149" y="6077"/>
                  </a:lnTo>
                  <a:lnTo>
                    <a:pt x="818684" y="7200"/>
                  </a:lnTo>
                  <a:lnTo>
                    <a:pt x="816825" y="9060"/>
                  </a:lnTo>
                  <a:lnTo>
                    <a:pt x="815702" y="9524"/>
                  </a:lnTo>
                  <a:close/>
                </a:path>
                <a:path w="4819650" h="9525">
                  <a:moveTo>
                    <a:pt x="863327" y="9524"/>
                  </a:moveTo>
                  <a:lnTo>
                    <a:pt x="860697" y="9524"/>
                  </a:lnTo>
                  <a:lnTo>
                    <a:pt x="859574" y="9060"/>
                  </a:lnTo>
                  <a:lnTo>
                    <a:pt x="857714" y="7200"/>
                  </a:lnTo>
                  <a:lnTo>
                    <a:pt x="857249" y="6077"/>
                  </a:lnTo>
                  <a:lnTo>
                    <a:pt x="857249" y="3447"/>
                  </a:lnTo>
                  <a:lnTo>
                    <a:pt x="857714" y="2324"/>
                  </a:lnTo>
                  <a:lnTo>
                    <a:pt x="859574" y="464"/>
                  </a:lnTo>
                  <a:lnTo>
                    <a:pt x="860697" y="0"/>
                  </a:lnTo>
                  <a:lnTo>
                    <a:pt x="863327" y="0"/>
                  </a:lnTo>
                  <a:lnTo>
                    <a:pt x="864450" y="464"/>
                  </a:lnTo>
                  <a:lnTo>
                    <a:pt x="866309" y="2324"/>
                  </a:lnTo>
                  <a:lnTo>
                    <a:pt x="866774" y="3447"/>
                  </a:lnTo>
                  <a:lnTo>
                    <a:pt x="866774" y="6077"/>
                  </a:lnTo>
                  <a:lnTo>
                    <a:pt x="866309" y="7200"/>
                  </a:lnTo>
                  <a:lnTo>
                    <a:pt x="864450" y="9060"/>
                  </a:lnTo>
                  <a:lnTo>
                    <a:pt x="863327" y="9524"/>
                  </a:lnTo>
                  <a:close/>
                </a:path>
                <a:path w="4819650" h="9525">
                  <a:moveTo>
                    <a:pt x="910952" y="9524"/>
                  </a:moveTo>
                  <a:lnTo>
                    <a:pt x="908322" y="9524"/>
                  </a:lnTo>
                  <a:lnTo>
                    <a:pt x="907199" y="9060"/>
                  </a:lnTo>
                  <a:lnTo>
                    <a:pt x="905339" y="7200"/>
                  </a:lnTo>
                  <a:lnTo>
                    <a:pt x="904874" y="6077"/>
                  </a:lnTo>
                  <a:lnTo>
                    <a:pt x="904874" y="3447"/>
                  </a:lnTo>
                  <a:lnTo>
                    <a:pt x="905339" y="2324"/>
                  </a:lnTo>
                  <a:lnTo>
                    <a:pt x="907199" y="464"/>
                  </a:lnTo>
                  <a:lnTo>
                    <a:pt x="908322" y="0"/>
                  </a:lnTo>
                  <a:lnTo>
                    <a:pt x="910952" y="0"/>
                  </a:lnTo>
                  <a:lnTo>
                    <a:pt x="912074" y="464"/>
                  </a:lnTo>
                  <a:lnTo>
                    <a:pt x="913934" y="2324"/>
                  </a:lnTo>
                  <a:lnTo>
                    <a:pt x="914399" y="3447"/>
                  </a:lnTo>
                  <a:lnTo>
                    <a:pt x="914399" y="6077"/>
                  </a:lnTo>
                  <a:lnTo>
                    <a:pt x="913934" y="7200"/>
                  </a:lnTo>
                  <a:lnTo>
                    <a:pt x="912074" y="9060"/>
                  </a:lnTo>
                  <a:lnTo>
                    <a:pt x="910952" y="9524"/>
                  </a:lnTo>
                  <a:close/>
                </a:path>
                <a:path w="4819650" h="9525">
                  <a:moveTo>
                    <a:pt x="958577" y="9524"/>
                  </a:moveTo>
                  <a:lnTo>
                    <a:pt x="955947" y="9524"/>
                  </a:lnTo>
                  <a:lnTo>
                    <a:pt x="954824" y="9060"/>
                  </a:lnTo>
                  <a:lnTo>
                    <a:pt x="952964" y="7200"/>
                  </a:lnTo>
                  <a:lnTo>
                    <a:pt x="952499" y="6077"/>
                  </a:lnTo>
                  <a:lnTo>
                    <a:pt x="952499" y="3447"/>
                  </a:lnTo>
                  <a:lnTo>
                    <a:pt x="952964" y="2324"/>
                  </a:lnTo>
                  <a:lnTo>
                    <a:pt x="954824" y="464"/>
                  </a:lnTo>
                  <a:lnTo>
                    <a:pt x="955947" y="0"/>
                  </a:lnTo>
                  <a:lnTo>
                    <a:pt x="958577" y="0"/>
                  </a:lnTo>
                  <a:lnTo>
                    <a:pt x="959700" y="464"/>
                  </a:lnTo>
                  <a:lnTo>
                    <a:pt x="961560" y="2324"/>
                  </a:lnTo>
                  <a:lnTo>
                    <a:pt x="962024" y="3447"/>
                  </a:lnTo>
                  <a:lnTo>
                    <a:pt x="962024" y="6077"/>
                  </a:lnTo>
                  <a:lnTo>
                    <a:pt x="961560" y="7200"/>
                  </a:lnTo>
                  <a:lnTo>
                    <a:pt x="959700" y="9060"/>
                  </a:lnTo>
                  <a:lnTo>
                    <a:pt x="958577" y="9524"/>
                  </a:lnTo>
                  <a:close/>
                </a:path>
                <a:path w="4819650" h="9525">
                  <a:moveTo>
                    <a:pt x="1006202" y="9524"/>
                  </a:moveTo>
                  <a:lnTo>
                    <a:pt x="1003572" y="9524"/>
                  </a:lnTo>
                  <a:lnTo>
                    <a:pt x="1002449" y="9060"/>
                  </a:lnTo>
                  <a:lnTo>
                    <a:pt x="1000589" y="7200"/>
                  </a:lnTo>
                  <a:lnTo>
                    <a:pt x="1000124" y="6077"/>
                  </a:lnTo>
                  <a:lnTo>
                    <a:pt x="1000124" y="3447"/>
                  </a:lnTo>
                  <a:lnTo>
                    <a:pt x="1000589" y="2324"/>
                  </a:lnTo>
                  <a:lnTo>
                    <a:pt x="1002449" y="464"/>
                  </a:lnTo>
                  <a:lnTo>
                    <a:pt x="1003572" y="0"/>
                  </a:lnTo>
                  <a:lnTo>
                    <a:pt x="1006202" y="0"/>
                  </a:lnTo>
                  <a:lnTo>
                    <a:pt x="1007325" y="464"/>
                  </a:lnTo>
                  <a:lnTo>
                    <a:pt x="1009184" y="2324"/>
                  </a:lnTo>
                  <a:lnTo>
                    <a:pt x="1009649" y="3447"/>
                  </a:lnTo>
                  <a:lnTo>
                    <a:pt x="1009649" y="6077"/>
                  </a:lnTo>
                  <a:lnTo>
                    <a:pt x="1009184" y="7200"/>
                  </a:lnTo>
                  <a:lnTo>
                    <a:pt x="1007325" y="9060"/>
                  </a:lnTo>
                  <a:lnTo>
                    <a:pt x="1006202" y="9524"/>
                  </a:lnTo>
                  <a:close/>
                </a:path>
                <a:path w="4819650" h="9525">
                  <a:moveTo>
                    <a:pt x="1053827" y="9524"/>
                  </a:moveTo>
                  <a:lnTo>
                    <a:pt x="1051197" y="9524"/>
                  </a:lnTo>
                  <a:lnTo>
                    <a:pt x="1050074" y="9060"/>
                  </a:lnTo>
                  <a:lnTo>
                    <a:pt x="1048214" y="7200"/>
                  </a:lnTo>
                  <a:lnTo>
                    <a:pt x="1047749" y="6077"/>
                  </a:lnTo>
                  <a:lnTo>
                    <a:pt x="1047749" y="3447"/>
                  </a:lnTo>
                  <a:lnTo>
                    <a:pt x="1048214" y="2324"/>
                  </a:lnTo>
                  <a:lnTo>
                    <a:pt x="1050074" y="464"/>
                  </a:lnTo>
                  <a:lnTo>
                    <a:pt x="1051197" y="0"/>
                  </a:lnTo>
                  <a:lnTo>
                    <a:pt x="1053827" y="0"/>
                  </a:lnTo>
                  <a:lnTo>
                    <a:pt x="1054950" y="464"/>
                  </a:lnTo>
                  <a:lnTo>
                    <a:pt x="1056809" y="2324"/>
                  </a:lnTo>
                  <a:lnTo>
                    <a:pt x="1057274" y="3447"/>
                  </a:lnTo>
                  <a:lnTo>
                    <a:pt x="1057274" y="6077"/>
                  </a:lnTo>
                  <a:lnTo>
                    <a:pt x="1056809" y="7200"/>
                  </a:lnTo>
                  <a:lnTo>
                    <a:pt x="1054950" y="9060"/>
                  </a:lnTo>
                  <a:lnTo>
                    <a:pt x="1053827" y="9524"/>
                  </a:lnTo>
                  <a:close/>
                </a:path>
                <a:path w="4819650" h="9525">
                  <a:moveTo>
                    <a:pt x="1101452" y="9524"/>
                  </a:moveTo>
                  <a:lnTo>
                    <a:pt x="1098822" y="9524"/>
                  </a:lnTo>
                  <a:lnTo>
                    <a:pt x="1097699" y="9060"/>
                  </a:lnTo>
                  <a:lnTo>
                    <a:pt x="1095839" y="7200"/>
                  </a:lnTo>
                  <a:lnTo>
                    <a:pt x="1095374" y="6077"/>
                  </a:lnTo>
                  <a:lnTo>
                    <a:pt x="1095374" y="3447"/>
                  </a:lnTo>
                  <a:lnTo>
                    <a:pt x="1095839" y="2324"/>
                  </a:lnTo>
                  <a:lnTo>
                    <a:pt x="1097699" y="464"/>
                  </a:lnTo>
                  <a:lnTo>
                    <a:pt x="1098822" y="0"/>
                  </a:lnTo>
                  <a:lnTo>
                    <a:pt x="1101452" y="0"/>
                  </a:lnTo>
                  <a:lnTo>
                    <a:pt x="1102575" y="464"/>
                  </a:lnTo>
                  <a:lnTo>
                    <a:pt x="1104434" y="2324"/>
                  </a:lnTo>
                  <a:lnTo>
                    <a:pt x="1104899" y="3447"/>
                  </a:lnTo>
                  <a:lnTo>
                    <a:pt x="1104899" y="6077"/>
                  </a:lnTo>
                  <a:lnTo>
                    <a:pt x="1104434" y="7200"/>
                  </a:lnTo>
                  <a:lnTo>
                    <a:pt x="1102575" y="9060"/>
                  </a:lnTo>
                  <a:lnTo>
                    <a:pt x="1101452" y="9524"/>
                  </a:lnTo>
                  <a:close/>
                </a:path>
                <a:path w="4819650" h="9525">
                  <a:moveTo>
                    <a:pt x="1149077" y="9524"/>
                  </a:moveTo>
                  <a:lnTo>
                    <a:pt x="1146447" y="9524"/>
                  </a:lnTo>
                  <a:lnTo>
                    <a:pt x="1145324" y="9060"/>
                  </a:lnTo>
                  <a:lnTo>
                    <a:pt x="1143464" y="7200"/>
                  </a:lnTo>
                  <a:lnTo>
                    <a:pt x="1142999" y="6077"/>
                  </a:lnTo>
                  <a:lnTo>
                    <a:pt x="1142999" y="3447"/>
                  </a:lnTo>
                  <a:lnTo>
                    <a:pt x="1143464" y="2324"/>
                  </a:lnTo>
                  <a:lnTo>
                    <a:pt x="1145324" y="464"/>
                  </a:lnTo>
                  <a:lnTo>
                    <a:pt x="1146447" y="0"/>
                  </a:lnTo>
                  <a:lnTo>
                    <a:pt x="1149077" y="0"/>
                  </a:lnTo>
                  <a:lnTo>
                    <a:pt x="1150199" y="464"/>
                  </a:lnTo>
                  <a:lnTo>
                    <a:pt x="1152059" y="2324"/>
                  </a:lnTo>
                  <a:lnTo>
                    <a:pt x="1152524" y="3447"/>
                  </a:lnTo>
                  <a:lnTo>
                    <a:pt x="1152524" y="6077"/>
                  </a:lnTo>
                  <a:lnTo>
                    <a:pt x="1152059" y="7200"/>
                  </a:lnTo>
                  <a:lnTo>
                    <a:pt x="1150199" y="9060"/>
                  </a:lnTo>
                  <a:lnTo>
                    <a:pt x="1149077" y="9524"/>
                  </a:lnTo>
                  <a:close/>
                </a:path>
                <a:path w="4819650" h="9525">
                  <a:moveTo>
                    <a:pt x="1196702" y="9524"/>
                  </a:moveTo>
                  <a:lnTo>
                    <a:pt x="1194072" y="9524"/>
                  </a:lnTo>
                  <a:lnTo>
                    <a:pt x="1192949" y="9060"/>
                  </a:lnTo>
                  <a:lnTo>
                    <a:pt x="1191089" y="7200"/>
                  </a:lnTo>
                  <a:lnTo>
                    <a:pt x="1190624" y="6077"/>
                  </a:lnTo>
                  <a:lnTo>
                    <a:pt x="1190624" y="3447"/>
                  </a:lnTo>
                  <a:lnTo>
                    <a:pt x="1191089" y="2324"/>
                  </a:lnTo>
                  <a:lnTo>
                    <a:pt x="1192949" y="464"/>
                  </a:lnTo>
                  <a:lnTo>
                    <a:pt x="1194072" y="0"/>
                  </a:lnTo>
                  <a:lnTo>
                    <a:pt x="1196702" y="0"/>
                  </a:lnTo>
                  <a:lnTo>
                    <a:pt x="1197825" y="464"/>
                  </a:lnTo>
                  <a:lnTo>
                    <a:pt x="1199684" y="2324"/>
                  </a:lnTo>
                  <a:lnTo>
                    <a:pt x="1200149" y="3447"/>
                  </a:lnTo>
                  <a:lnTo>
                    <a:pt x="1200149" y="6077"/>
                  </a:lnTo>
                  <a:lnTo>
                    <a:pt x="1199684" y="7200"/>
                  </a:lnTo>
                  <a:lnTo>
                    <a:pt x="1197825" y="9060"/>
                  </a:lnTo>
                  <a:lnTo>
                    <a:pt x="1196702" y="9524"/>
                  </a:lnTo>
                  <a:close/>
                </a:path>
                <a:path w="4819650" h="9525">
                  <a:moveTo>
                    <a:pt x="1244327" y="9524"/>
                  </a:moveTo>
                  <a:lnTo>
                    <a:pt x="1241697" y="9524"/>
                  </a:lnTo>
                  <a:lnTo>
                    <a:pt x="1240574" y="9060"/>
                  </a:lnTo>
                  <a:lnTo>
                    <a:pt x="1238714" y="7200"/>
                  </a:lnTo>
                  <a:lnTo>
                    <a:pt x="1238249" y="6077"/>
                  </a:lnTo>
                  <a:lnTo>
                    <a:pt x="1238249" y="3447"/>
                  </a:lnTo>
                  <a:lnTo>
                    <a:pt x="1238714" y="2324"/>
                  </a:lnTo>
                  <a:lnTo>
                    <a:pt x="1240574" y="464"/>
                  </a:lnTo>
                  <a:lnTo>
                    <a:pt x="1241697" y="0"/>
                  </a:lnTo>
                  <a:lnTo>
                    <a:pt x="1244327" y="0"/>
                  </a:lnTo>
                  <a:lnTo>
                    <a:pt x="1245449" y="464"/>
                  </a:lnTo>
                  <a:lnTo>
                    <a:pt x="1247309" y="2324"/>
                  </a:lnTo>
                  <a:lnTo>
                    <a:pt x="1247774" y="3447"/>
                  </a:lnTo>
                  <a:lnTo>
                    <a:pt x="1247774" y="6077"/>
                  </a:lnTo>
                  <a:lnTo>
                    <a:pt x="1247309" y="7200"/>
                  </a:lnTo>
                  <a:lnTo>
                    <a:pt x="1245449" y="9060"/>
                  </a:lnTo>
                  <a:lnTo>
                    <a:pt x="1244327" y="9524"/>
                  </a:lnTo>
                  <a:close/>
                </a:path>
                <a:path w="4819650" h="9525">
                  <a:moveTo>
                    <a:pt x="1291952" y="9524"/>
                  </a:moveTo>
                  <a:lnTo>
                    <a:pt x="1289322" y="9524"/>
                  </a:lnTo>
                  <a:lnTo>
                    <a:pt x="1288199" y="9060"/>
                  </a:lnTo>
                  <a:lnTo>
                    <a:pt x="1286339" y="7200"/>
                  </a:lnTo>
                  <a:lnTo>
                    <a:pt x="1285874" y="6077"/>
                  </a:lnTo>
                  <a:lnTo>
                    <a:pt x="1285874" y="3447"/>
                  </a:lnTo>
                  <a:lnTo>
                    <a:pt x="1286339" y="2324"/>
                  </a:lnTo>
                  <a:lnTo>
                    <a:pt x="1288199" y="464"/>
                  </a:lnTo>
                  <a:lnTo>
                    <a:pt x="1289322" y="0"/>
                  </a:lnTo>
                  <a:lnTo>
                    <a:pt x="1291952" y="0"/>
                  </a:lnTo>
                  <a:lnTo>
                    <a:pt x="1293074" y="464"/>
                  </a:lnTo>
                  <a:lnTo>
                    <a:pt x="1294934" y="2324"/>
                  </a:lnTo>
                  <a:lnTo>
                    <a:pt x="1295399" y="3447"/>
                  </a:lnTo>
                  <a:lnTo>
                    <a:pt x="1295399" y="6077"/>
                  </a:lnTo>
                  <a:lnTo>
                    <a:pt x="1294934" y="7200"/>
                  </a:lnTo>
                  <a:lnTo>
                    <a:pt x="1293074" y="9060"/>
                  </a:lnTo>
                  <a:lnTo>
                    <a:pt x="1291952" y="9524"/>
                  </a:lnTo>
                  <a:close/>
                </a:path>
                <a:path w="4819650" h="9525">
                  <a:moveTo>
                    <a:pt x="1339577" y="9524"/>
                  </a:moveTo>
                  <a:lnTo>
                    <a:pt x="1336947" y="9524"/>
                  </a:lnTo>
                  <a:lnTo>
                    <a:pt x="1335824" y="9060"/>
                  </a:lnTo>
                  <a:lnTo>
                    <a:pt x="1333964" y="7200"/>
                  </a:lnTo>
                  <a:lnTo>
                    <a:pt x="1333499" y="6077"/>
                  </a:lnTo>
                  <a:lnTo>
                    <a:pt x="1333499" y="3447"/>
                  </a:lnTo>
                  <a:lnTo>
                    <a:pt x="1333964" y="2324"/>
                  </a:lnTo>
                  <a:lnTo>
                    <a:pt x="1335824" y="464"/>
                  </a:lnTo>
                  <a:lnTo>
                    <a:pt x="1336947" y="0"/>
                  </a:lnTo>
                  <a:lnTo>
                    <a:pt x="1339577" y="0"/>
                  </a:lnTo>
                  <a:lnTo>
                    <a:pt x="1340700" y="464"/>
                  </a:lnTo>
                  <a:lnTo>
                    <a:pt x="1342560" y="2324"/>
                  </a:lnTo>
                  <a:lnTo>
                    <a:pt x="1343024" y="3447"/>
                  </a:lnTo>
                  <a:lnTo>
                    <a:pt x="1343024" y="6077"/>
                  </a:lnTo>
                  <a:lnTo>
                    <a:pt x="1342560" y="7200"/>
                  </a:lnTo>
                  <a:lnTo>
                    <a:pt x="1340700" y="9060"/>
                  </a:lnTo>
                  <a:lnTo>
                    <a:pt x="1339577" y="9524"/>
                  </a:lnTo>
                  <a:close/>
                </a:path>
                <a:path w="4819650" h="9525">
                  <a:moveTo>
                    <a:pt x="1387202" y="9524"/>
                  </a:moveTo>
                  <a:lnTo>
                    <a:pt x="1384572" y="9524"/>
                  </a:lnTo>
                  <a:lnTo>
                    <a:pt x="1383449" y="9060"/>
                  </a:lnTo>
                  <a:lnTo>
                    <a:pt x="1381589" y="7200"/>
                  </a:lnTo>
                  <a:lnTo>
                    <a:pt x="1381124" y="6077"/>
                  </a:lnTo>
                  <a:lnTo>
                    <a:pt x="1381124" y="3447"/>
                  </a:lnTo>
                  <a:lnTo>
                    <a:pt x="1381589" y="2324"/>
                  </a:lnTo>
                  <a:lnTo>
                    <a:pt x="1383449" y="464"/>
                  </a:lnTo>
                  <a:lnTo>
                    <a:pt x="1384572" y="0"/>
                  </a:lnTo>
                  <a:lnTo>
                    <a:pt x="1387202" y="0"/>
                  </a:lnTo>
                  <a:lnTo>
                    <a:pt x="1388324" y="464"/>
                  </a:lnTo>
                  <a:lnTo>
                    <a:pt x="1390184" y="2324"/>
                  </a:lnTo>
                  <a:lnTo>
                    <a:pt x="1390649" y="3447"/>
                  </a:lnTo>
                  <a:lnTo>
                    <a:pt x="1390649" y="6077"/>
                  </a:lnTo>
                  <a:lnTo>
                    <a:pt x="1390184" y="7200"/>
                  </a:lnTo>
                  <a:lnTo>
                    <a:pt x="1388324" y="9060"/>
                  </a:lnTo>
                  <a:lnTo>
                    <a:pt x="1387202" y="9524"/>
                  </a:lnTo>
                  <a:close/>
                </a:path>
                <a:path w="4819650" h="9525">
                  <a:moveTo>
                    <a:pt x="1434827" y="9524"/>
                  </a:moveTo>
                  <a:lnTo>
                    <a:pt x="1432197" y="9524"/>
                  </a:lnTo>
                  <a:lnTo>
                    <a:pt x="1431074" y="9060"/>
                  </a:lnTo>
                  <a:lnTo>
                    <a:pt x="1429214" y="7200"/>
                  </a:lnTo>
                  <a:lnTo>
                    <a:pt x="1428749" y="6077"/>
                  </a:lnTo>
                  <a:lnTo>
                    <a:pt x="1428749" y="3447"/>
                  </a:lnTo>
                  <a:lnTo>
                    <a:pt x="1429214" y="2324"/>
                  </a:lnTo>
                  <a:lnTo>
                    <a:pt x="1431074" y="464"/>
                  </a:lnTo>
                  <a:lnTo>
                    <a:pt x="1432197" y="0"/>
                  </a:lnTo>
                  <a:lnTo>
                    <a:pt x="1434827" y="0"/>
                  </a:lnTo>
                  <a:lnTo>
                    <a:pt x="1435949" y="464"/>
                  </a:lnTo>
                  <a:lnTo>
                    <a:pt x="1437809" y="2324"/>
                  </a:lnTo>
                  <a:lnTo>
                    <a:pt x="1438274" y="3447"/>
                  </a:lnTo>
                  <a:lnTo>
                    <a:pt x="1438274" y="6077"/>
                  </a:lnTo>
                  <a:lnTo>
                    <a:pt x="1437809" y="7200"/>
                  </a:lnTo>
                  <a:lnTo>
                    <a:pt x="1435949" y="9060"/>
                  </a:lnTo>
                  <a:lnTo>
                    <a:pt x="1434827" y="9524"/>
                  </a:lnTo>
                  <a:close/>
                </a:path>
                <a:path w="4819650" h="9525">
                  <a:moveTo>
                    <a:pt x="1482452" y="9524"/>
                  </a:moveTo>
                  <a:lnTo>
                    <a:pt x="1479822" y="9524"/>
                  </a:lnTo>
                  <a:lnTo>
                    <a:pt x="1478699" y="9060"/>
                  </a:lnTo>
                  <a:lnTo>
                    <a:pt x="1476839" y="7200"/>
                  </a:lnTo>
                  <a:lnTo>
                    <a:pt x="1476374" y="6077"/>
                  </a:lnTo>
                  <a:lnTo>
                    <a:pt x="1476374" y="3447"/>
                  </a:lnTo>
                  <a:lnTo>
                    <a:pt x="1476839" y="2324"/>
                  </a:lnTo>
                  <a:lnTo>
                    <a:pt x="1478699" y="464"/>
                  </a:lnTo>
                  <a:lnTo>
                    <a:pt x="1479822" y="0"/>
                  </a:lnTo>
                  <a:lnTo>
                    <a:pt x="1482452" y="0"/>
                  </a:lnTo>
                  <a:lnTo>
                    <a:pt x="1483574" y="464"/>
                  </a:lnTo>
                  <a:lnTo>
                    <a:pt x="1485434" y="2324"/>
                  </a:lnTo>
                  <a:lnTo>
                    <a:pt x="1485899" y="3447"/>
                  </a:lnTo>
                  <a:lnTo>
                    <a:pt x="1485899" y="6077"/>
                  </a:lnTo>
                  <a:lnTo>
                    <a:pt x="1485434" y="7200"/>
                  </a:lnTo>
                  <a:lnTo>
                    <a:pt x="1483574" y="9060"/>
                  </a:lnTo>
                  <a:lnTo>
                    <a:pt x="1482452" y="9524"/>
                  </a:lnTo>
                  <a:close/>
                </a:path>
                <a:path w="4819650" h="9525">
                  <a:moveTo>
                    <a:pt x="1530077" y="9524"/>
                  </a:moveTo>
                  <a:lnTo>
                    <a:pt x="1527447" y="9524"/>
                  </a:lnTo>
                  <a:lnTo>
                    <a:pt x="1526324" y="9060"/>
                  </a:lnTo>
                  <a:lnTo>
                    <a:pt x="1524464" y="7200"/>
                  </a:lnTo>
                  <a:lnTo>
                    <a:pt x="1523999" y="6077"/>
                  </a:lnTo>
                  <a:lnTo>
                    <a:pt x="1523999" y="3447"/>
                  </a:lnTo>
                  <a:lnTo>
                    <a:pt x="1524464" y="2324"/>
                  </a:lnTo>
                  <a:lnTo>
                    <a:pt x="1526324" y="464"/>
                  </a:lnTo>
                  <a:lnTo>
                    <a:pt x="1527447" y="0"/>
                  </a:lnTo>
                  <a:lnTo>
                    <a:pt x="1530077" y="0"/>
                  </a:lnTo>
                  <a:lnTo>
                    <a:pt x="1531199" y="464"/>
                  </a:lnTo>
                  <a:lnTo>
                    <a:pt x="1533059" y="2324"/>
                  </a:lnTo>
                  <a:lnTo>
                    <a:pt x="1533524" y="3447"/>
                  </a:lnTo>
                  <a:lnTo>
                    <a:pt x="1533524" y="6077"/>
                  </a:lnTo>
                  <a:lnTo>
                    <a:pt x="1533059" y="7200"/>
                  </a:lnTo>
                  <a:lnTo>
                    <a:pt x="1531199" y="9060"/>
                  </a:lnTo>
                  <a:lnTo>
                    <a:pt x="1530077" y="9524"/>
                  </a:lnTo>
                  <a:close/>
                </a:path>
                <a:path w="4819650" h="9525">
                  <a:moveTo>
                    <a:pt x="1577702" y="9524"/>
                  </a:moveTo>
                  <a:lnTo>
                    <a:pt x="1575072" y="9524"/>
                  </a:lnTo>
                  <a:lnTo>
                    <a:pt x="1573949" y="9060"/>
                  </a:lnTo>
                  <a:lnTo>
                    <a:pt x="1572089" y="7200"/>
                  </a:lnTo>
                  <a:lnTo>
                    <a:pt x="1571624" y="6077"/>
                  </a:lnTo>
                  <a:lnTo>
                    <a:pt x="1571624" y="3447"/>
                  </a:lnTo>
                  <a:lnTo>
                    <a:pt x="1572089" y="2324"/>
                  </a:lnTo>
                  <a:lnTo>
                    <a:pt x="1573949" y="464"/>
                  </a:lnTo>
                  <a:lnTo>
                    <a:pt x="1575072" y="0"/>
                  </a:lnTo>
                  <a:lnTo>
                    <a:pt x="1577702" y="0"/>
                  </a:lnTo>
                  <a:lnTo>
                    <a:pt x="1578825" y="464"/>
                  </a:lnTo>
                  <a:lnTo>
                    <a:pt x="1580684" y="2324"/>
                  </a:lnTo>
                  <a:lnTo>
                    <a:pt x="1581149" y="3447"/>
                  </a:lnTo>
                  <a:lnTo>
                    <a:pt x="1581149" y="6077"/>
                  </a:lnTo>
                  <a:lnTo>
                    <a:pt x="1580684" y="7200"/>
                  </a:lnTo>
                  <a:lnTo>
                    <a:pt x="1578825" y="9060"/>
                  </a:lnTo>
                  <a:lnTo>
                    <a:pt x="1577702" y="9524"/>
                  </a:lnTo>
                  <a:close/>
                </a:path>
                <a:path w="4819650" h="9525">
                  <a:moveTo>
                    <a:pt x="1625327" y="9524"/>
                  </a:moveTo>
                  <a:lnTo>
                    <a:pt x="1622697" y="9524"/>
                  </a:lnTo>
                  <a:lnTo>
                    <a:pt x="1621574" y="9060"/>
                  </a:lnTo>
                  <a:lnTo>
                    <a:pt x="1619714" y="7200"/>
                  </a:lnTo>
                  <a:lnTo>
                    <a:pt x="1619249" y="6077"/>
                  </a:lnTo>
                  <a:lnTo>
                    <a:pt x="1619249" y="3447"/>
                  </a:lnTo>
                  <a:lnTo>
                    <a:pt x="1619714" y="2324"/>
                  </a:lnTo>
                  <a:lnTo>
                    <a:pt x="1621574" y="464"/>
                  </a:lnTo>
                  <a:lnTo>
                    <a:pt x="1622697" y="0"/>
                  </a:lnTo>
                  <a:lnTo>
                    <a:pt x="1625327" y="0"/>
                  </a:lnTo>
                  <a:lnTo>
                    <a:pt x="1626449" y="464"/>
                  </a:lnTo>
                  <a:lnTo>
                    <a:pt x="1628309" y="2324"/>
                  </a:lnTo>
                  <a:lnTo>
                    <a:pt x="1628774" y="3447"/>
                  </a:lnTo>
                  <a:lnTo>
                    <a:pt x="1628774" y="6077"/>
                  </a:lnTo>
                  <a:lnTo>
                    <a:pt x="1628309" y="7200"/>
                  </a:lnTo>
                  <a:lnTo>
                    <a:pt x="1626449" y="9060"/>
                  </a:lnTo>
                  <a:lnTo>
                    <a:pt x="1625327" y="9524"/>
                  </a:lnTo>
                  <a:close/>
                </a:path>
                <a:path w="4819650" h="9525">
                  <a:moveTo>
                    <a:pt x="1672952" y="9524"/>
                  </a:moveTo>
                  <a:lnTo>
                    <a:pt x="1670322" y="9524"/>
                  </a:lnTo>
                  <a:lnTo>
                    <a:pt x="1669199" y="9060"/>
                  </a:lnTo>
                  <a:lnTo>
                    <a:pt x="1667339" y="7200"/>
                  </a:lnTo>
                  <a:lnTo>
                    <a:pt x="1666874" y="6077"/>
                  </a:lnTo>
                  <a:lnTo>
                    <a:pt x="1666874" y="3447"/>
                  </a:lnTo>
                  <a:lnTo>
                    <a:pt x="1667339" y="2324"/>
                  </a:lnTo>
                  <a:lnTo>
                    <a:pt x="1669199" y="464"/>
                  </a:lnTo>
                  <a:lnTo>
                    <a:pt x="1670322" y="0"/>
                  </a:lnTo>
                  <a:lnTo>
                    <a:pt x="1672952" y="0"/>
                  </a:lnTo>
                  <a:lnTo>
                    <a:pt x="1674074" y="464"/>
                  </a:lnTo>
                  <a:lnTo>
                    <a:pt x="1675934" y="2324"/>
                  </a:lnTo>
                  <a:lnTo>
                    <a:pt x="1676399" y="3447"/>
                  </a:lnTo>
                  <a:lnTo>
                    <a:pt x="1676399" y="6077"/>
                  </a:lnTo>
                  <a:lnTo>
                    <a:pt x="1675934" y="7200"/>
                  </a:lnTo>
                  <a:lnTo>
                    <a:pt x="1674074" y="9060"/>
                  </a:lnTo>
                  <a:lnTo>
                    <a:pt x="1672952" y="9524"/>
                  </a:lnTo>
                  <a:close/>
                </a:path>
                <a:path w="4819650" h="9525">
                  <a:moveTo>
                    <a:pt x="1720577" y="9524"/>
                  </a:moveTo>
                  <a:lnTo>
                    <a:pt x="1717947" y="9524"/>
                  </a:lnTo>
                  <a:lnTo>
                    <a:pt x="1716824" y="9060"/>
                  </a:lnTo>
                  <a:lnTo>
                    <a:pt x="1714964" y="7200"/>
                  </a:lnTo>
                  <a:lnTo>
                    <a:pt x="1714499" y="6077"/>
                  </a:lnTo>
                  <a:lnTo>
                    <a:pt x="1714499" y="3447"/>
                  </a:lnTo>
                  <a:lnTo>
                    <a:pt x="1714964" y="2324"/>
                  </a:lnTo>
                  <a:lnTo>
                    <a:pt x="1716824" y="464"/>
                  </a:lnTo>
                  <a:lnTo>
                    <a:pt x="1717947" y="0"/>
                  </a:lnTo>
                  <a:lnTo>
                    <a:pt x="1720577" y="0"/>
                  </a:lnTo>
                  <a:lnTo>
                    <a:pt x="1721700" y="464"/>
                  </a:lnTo>
                  <a:lnTo>
                    <a:pt x="1723560" y="2324"/>
                  </a:lnTo>
                  <a:lnTo>
                    <a:pt x="1724024" y="3447"/>
                  </a:lnTo>
                  <a:lnTo>
                    <a:pt x="1724024" y="6077"/>
                  </a:lnTo>
                  <a:lnTo>
                    <a:pt x="1723560" y="7200"/>
                  </a:lnTo>
                  <a:lnTo>
                    <a:pt x="1721700" y="9060"/>
                  </a:lnTo>
                  <a:lnTo>
                    <a:pt x="1720577" y="9524"/>
                  </a:lnTo>
                  <a:close/>
                </a:path>
                <a:path w="4819650" h="9525">
                  <a:moveTo>
                    <a:pt x="1768202" y="9524"/>
                  </a:moveTo>
                  <a:lnTo>
                    <a:pt x="1765572" y="9524"/>
                  </a:lnTo>
                  <a:lnTo>
                    <a:pt x="1764449" y="9060"/>
                  </a:lnTo>
                  <a:lnTo>
                    <a:pt x="1762589" y="7200"/>
                  </a:lnTo>
                  <a:lnTo>
                    <a:pt x="1762124" y="6077"/>
                  </a:lnTo>
                  <a:lnTo>
                    <a:pt x="1762124" y="3447"/>
                  </a:lnTo>
                  <a:lnTo>
                    <a:pt x="1762589" y="2324"/>
                  </a:lnTo>
                  <a:lnTo>
                    <a:pt x="1764449" y="464"/>
                  </a:lnTo>
                  <a:lnTo>
                    <a:pt x="1765572" y="0"/>
                  </a:lnTo>
                  <a:lnTo>
                    <a:pt x="1768202" y="0"/>
                  </a:lnTo>
                  <a:lnTo>
                    <a:pt x="1769324" y="464"/>
                  </a:lnTo>
                  <a:lnTo>
                    <a:pt x="1771184" y="2324"/>
                  </a:lnTo>
                  <a:lnTo>
                    <a:pt x="1771649" y="3447"/>
                  </a:lnTo>
                  <a:lnTo>
                    <a:pt x="1771649" y="6077"/>
                  </a:lnTo>
                  <a:lnTo>
                    <a:pt x="1771184" y="7200"/>
                  </a:lnTo>
                  <a:lnTo>
                    <a:pt x="1769324" y="9060"/>
                  </a:lnTo>
                  <a:lnTo>
                    <a:pt x="1768202" y="9524"/>
                  </a:lnTo>
                  <a:close/>
                </a:path>
                <a:path w="4819650" h="9525">
                  <a:moveTo>
                    <a:pt x="1815827" y="9524"/>
                  </a:moveTo>
                  <a:lnTo>
                    <a:pt x="1813197" y="9524"/>
                  </a:lnTo>
                  <a:lnTo>
                    <a:pt x="1812074" y="9060"/>
                  </a:lnTo>
                  <a:lnTo>
                    <a:pt x="1810214" y="7200"/>
                  </a:lnTo>
                  <a:lnTo>
                    <a:pt x="1809749" y="6077"/>
                  </a:lnTo>
                  <a:lnTo>
                    <a:pt x="1809749" y="3447"/>
                  </a:lnTo>
                  <a:lnTo>
                    <a:pt x="1810214" y="2324"/>
                  </a:lnTo>
                  <a:lnTo>
                    <a:pt x="1812074" y="464"/>
                  </a:lnTo>
                  <a:lnTo>
                    <a:pt x="1813197" y="0"/>
                  </a:lnTo>
                  <a:lnTo>
                    <a:pt x="1815827" y="0"/>
                  </a:lnTo>
                  <a:lnTo>
                    <a:pt x="1816950" y="464"/>
                  </a:lnTo>
                  <a:lnTo>
                    <a:pt x="1818810" y="2324"/>
                  </a:lnTo>
                  <a:lnTo>
                    <a:pt x="1819274" y="3447"/>
                  </a:lnTo>
                  <a:lnTo>
                    <a:pt x="1819274" y="6077"/>
                  </a:lnTo>
                  <a:lnTo>
                    <a:pt x="1818810" y="7200"/>
                  </a:lnTo>
                  <a:lnTo>
                    <a:pt x="1816950" y="9060"/>
                  </a:lnTo>
                  <a:lnTo>
                    <a:pt x="1815827" y="9524"/>
                  </a:lnTo>
                  <a:close/>
                </a:path>
                <a:path w="4819650" h="9525">
                  <a:moveTo>
                    <a:pt x="1863452" y="9524"/>
                  </a:moveTo>
                  <a:lnTo>
                    <a:pt x="1860822" y="9524"/>
                  </a:lnTo>
                  <a:lnTo>
                    <a:pt x="1859699" y="9060"/>
                  </a:lnTo>
                  <a:lnTo>
                    <a:pt x="1857839" y="7200"/>
                  </a:lnTo>
                  <a:lnTo>
                    <a:pt x="1857374" y="6077"/>
                  </a:lnTo>
                  <a:lnTo>
                    <a:pt x="1857374" y="3447"/>
                  </a:lnTo>
                  <a:lnTo>
                    <a:pt x="1857839" y="2324"/>
                  </a:lnTo>
                  <a:lnTo>
                    <a:pt x="1859699" y="464"/>
                  </a:lnTo>
                  <a:lnTo>
                    <a:pt x="1860822" y="0"/>
                  </a:lnTo>
                  <a:lnTo>
                    <a:pt x="1863452" y="0"/>
                  </a:lnTo>
                  <a:lnTo>
                    <a:pt x="1864574" y="464"/>
                  </a:lnTo>
                  <a:lnTo>
                    <a:pt x="1866434" y="2324"/>
                  </a:lnTo>
                  <a:lnTo>
                    <a:pt x="1866899" y="3447"/>
                  </a:lnTo>
                  <a:lnTo>
                    <a:pt x="1866899" y="6077"/>
                  </a:lnTo>
                  <a:lnTo>
                    <a:pt x="1866434" y="7200"/>
                  </a:lnTo>
                  <a:lnTo>
                    <a:pt x="1864574" y="9060"/>
                  </a:lnTo>
                  <a:lnTo>
                    <a:pt x="1863452" y="9524"/>
                  </a:lnTo>
                  <a:close/>
                </a:path>
                <a:path w="4819650" h="9525">
                  <a:moveTo>
                    <a:pt x="1911077" y="9524"/>
                  </a:moveTo>
                  <a:lnTo>
                    <a:pt x="1908447" y="9524"/>
                  </a:lnTo>
                  <a:lnTo>
                    <a:pt x="1907324" y="9060"/>
                  </a:lnTo>
                  <a:lnTo>
                    <a:pt x="1905464" y="7200"/>
                  </a:lnTo>
                  <a:lnTo>
                    <a:pt x="1904999" y="6077"/>
                  </a:lnTo>
                  <a:lnTo>
                    <a:pt x="1904999" y="3447"/>
                  </a:lnTo>
                  <a:lnTo>
                    <a:pt x="1905464" y="2324"/>
                  </a:lnTo>
                  <a:lnTo>
                    <a:pt x="1907324" y="464"/>
                  </a:lnTo>
                  <a:lnTo>
                    <a:pt x="1908447" y="0"/>
                  </a:lnTo>
                  <a:lnTo>
                    <a:pt x="1911077" y="0"/>
                  </a:lnTo>
                  <a:lnTo>
                    <a:pt x="1912199" y="464"/>
                  </a:lnTo>
                  <a:lnTo>
                    <a:pt x="1914059" y="2324"/>
                  </a:lnTo>
                  <a:lnTo>
                    <a:pt x="1914524" y="3447"/>
                  </a:lnTo>
                  <a:lnTo>
                    <a:pt x="1914524" y="6077"/>
                  </a:lnTo>
                  <a:lnTo>
                    <a:pt x="1914059" y="7200"/>
                  </a:lnTo>
                  <a:lnTo>
                    <a:pt x="1912199" y="9060"/>
                  </a:lnTo>
                  <a:lnTo>
                    <a:pt x="1911077" y="9524"/>
                  </a:lnTo>
                  <a:close/>
                </a:path>
                <a:path w="4819650" h="9525">
                  <a:moveTo>
                    <a:pt x="1958702" y="9524"/>
                  </a:moveTo>
                  <a:lnTo>
                    <a:pt x="1956072" y="9524"/>
                  </a:lnTo>
                  <a:lnTo>
                    <a:pt x="1954949" y="9060"/>
                  </a:lnTo>
                  <a:lnTo>
                    <a:pt x="1953089" y="7200"/>
                  </a:lnTo>
                  <a:lnTo>
                    <a:pt x="1952624" y="6077"/>
                  </a:lnTo>
                  <a:lnTo>
                    <a:pt x="1952624" y="3447"/>
                  </a:lnTo>
                  <a:lnTo>
                    <a:pt x="1953089" y="2324"/>
                  </a:lnTo>
                  <a:lnTo>
                    <a:pt x="1954949" y="464"/>
                  </a:lnTo>
                  <a:lnTo>
                    <a:pt x="1956072" y="0"/>
                  </a:lnTo>
                  <a:lnTo>
                    <a:pt x="1958702" y="0"/>
                  </a:lnTo>
                  <a:lnTo>
                    <a:pt x="1959824" y="464"/>
                  </a:lnTo>
                  <a:lnTo>
                    <a:pt x="1961684" y="2324"/>
                  </a:lnTo>
                  <a:lnTo>
                    <a:pt x="1962149" y="3447"/>
                  </a:lnTo>
                  <a:lnTo>
                    <a:pt x="1962149" y="6077"/>
                  </a:lnTo>
                  <a:lnTo>
                    <a:pt x="1961684" y="7200"/>
                  </a:lnTo>
                  <a:lnTo>
                    <a:pt x="1959824" y="9060"/>
                  </a:lnTo>
                  <a:lnTo>
                    <a:pt x="1958702" y="9524"/>
                  </a:lnTo>
                  <a:close/>
                </a:path>
                <a:path w="4819650" h="9525">
                  <a:moveTo>
                    <a:pt x="2006327" y="9524"/>
                  </a:moveTo>
                  <a:lnTo>
                    <a:pt x="2003697" y="9524"/>
                  </a:lnTo>
                  <a:lnTo>
                    <a:pt x="2002574" y="9060"/>
                  </a:lnTo>
                  <a:lnTo>
                    <a:pt x="2000714" y="7200"/>
                  </a:lnTo>
                  <a:lnTo>
                    <a:pt x="2000249" y="6077"/>
                  </a:lnTo>
                  <a:lnTo>
                    <a:pt x="2000249" y="3447"/>
                  </a:lnTo>
                  <a:lnTo>
                    <a:pt x="2000714" y="2324"/>
                  </a:lnTo>
                  <a:lnTo>
                    <a:pt x="2002574" y="464"/>
                  </a:lnTo>
                  <a:lnTo>
                    <a:pt x="2003697" y="0"/>
                  </a:lnTo>
                  <a:lnTo>
                    <a:pt x="2006327" y="0"/>
                  </a:lnTo>
                  <a:lnTo>
                    <a:pt x="2007449" y="464"/>
                  </a:lnTo>
                  <a:lnTo>
                    <a:pt x="2009309" y="2324"/>
                  </a:lnTo>
                  <a:lnTo>
                    <a:pt x="2009774" y="3447"/>
                  </a:lnTo>
                  <a:lnTo>
                    <a:pt x="2009774" y="6077"/>
                  </a:lnTo>
                  <a:lnTo>
                    <a:pt x="2009309" y="7200"/>
                  </a:lnTo>
                  <a:lnTo>
                    <a:pt x="2007449" y="9060"/>
                  </a:lnTo>
                  <a:lnTo>
                    <a:pt x="2006327" y="9524"/>
                  </a:lnTo>
                  <a:close/>
                </a:path>
                <a:path w="4819650" h="9525">
                  <a:moveTo>
                    <a:pt x="2053952" y="9524"/>
                  </a:moveTo>
                  <a:lnTo>
                    <a:pt x="2051322" y="9524"/>
                  </a:lnTo>
                  <a:lnTo>
                    <a:pt x="2050199" y="9060"/>
                  </a:lnTo>
                  <a:lnTo>
                    <a:pt x="2048339" y="7200"/>
                  </a:lnTo>
                  <a:lnTo>
                    <a:pt x="2047874" y="6077"/>
                  </a:lnTo>
                  <a:lnTo>
                    <a:pt x="2047874" y="3447"/>
                  </a:lnTo>
                  <a:lnTo>
                    <a:pt x="2048339" y="2324"/>
                  </a:lnTo>
                  <a:lnTo>
                    <a:pt x="2050199" y="464"/>
                  </a:lnTo>
                  <a:lnTo>
                    <a:pt x="2051322" y="0"/>
                  </a:lnTo>
                  <a:lnTo>
                    <a:pt x="2053952" y="0"/>
                  </a:lnTo>
                  <a:lnTo>
                    <a:pt x="2055075" y="464"/>
                  </a:lnTo>
                  <a:lnTo>
                    <a:pt x="2056935" y="2324"/>
                  </a:lnTo>
                  <a:lnTo>
                    <a:pt x="2057399" y="3447"/>
                  </a:lnTo>
                  <a:lnTo>
                    <a:pt x="2057399" y="6077"/>
                  </a:lnTo>
                  <a:lnTo>
                    <a:pt x="2056935" y="7200"/>
                  </a:lnTo>
                  <a:lnTo>
                    <a:pt x="2055075" y="9060"/>
                  </a:lnTo>
                  <a:lnTo>
                    <a:pt x="2053952" y="9524"/>
                  </a:lnTo>
                  <a:close/>
                </a:path>
                <a:path w="4819650" h="9525">
                  <a:moveTo>
                    <a:pt x="2101577" y="9524"/>
                  </a:moveTo>
                  <a:lnTo>
                    <a:pt x="2098947" y="9524"/>
                  </a:lnTo>
                  <a:lnTo>
                    <a:pt x="2097824" y="9060"/>
                  </a:lnTo>
                  <a:lnTo>
                    <a:pt x="2095964" y="7200"/>
                  </a:lnTo>
                  <a:lnTo>
                    <a:pt x="2095499" y="6077"/>
                  </a:lnTo>
                  <a:lnTo>
                    <a:pt x="2095499" y="3447"/>
                  </a:lnTo>
                  <a:lnTo>
                    <a:pt x="2095964" y="2324"/>
                  </a:lnTo>
                  <a:lnTo>
                    <a:pt x="2097824" y="464"/>
                  </a:lnTo>
                  <a:lnTo>
                    <a:pt x="2098947" y="0"/>
                  </a:lnTo>
                  <a:lnTo>
                    <a:pt x="2101577" y="0"/>
                  </a:lnTo>
                  <a:lnTo>
                    <a:pt x="2102699" y="464"/>
                  </a:lnTo>
                  <a:lnTo>
                    <a:pt x="2104559" y="2324"/>
                  </a:lnTo>
                  <a:lnTo>
                    <a:pt x="2105024" y="3447"/>
                  </a:lnTo>
                  <a:lnTo>
                    <a:pt x="2105024" y="6077"/>
                  </a:lnTo>
                  <a:lnTo>
                    <a:pt x="2104559" y="7200"/>
                  </a:lnTo>
                  <a:lnTo>
                    <a:pt x="2102699" y="9060"/>
                  </a:lnTo>
                  <a:lnTo>
                    <a:pt x="2101577" y="9524"/>
                  </a:lnTo>
                  <a:close/>
                </a:path>
                <a:path w="4819650" h="9525">
                  <a:moveTo>
                    <a:pt x="2149202" y="9524"/>
                  </a:moveTo>
                  <a:lnTo>
                    <a:pt x="2146572" y="9524"/>
                  </a:lnTo>
                  <a:lnTo>
                    <a:pt x="2145449" y="9060"/>
                  </a:lnTo>
                  <a:lnTo>
                    <a:pt x="2143589" y="7200"/>
                  </a:lnTo>
                  <a:lnTo>
                    <a:pt x="2143124" y="6077"/>
                  </a:lnTo>
                  <a:lnTo>
                    <a:pt x="2143124" y="3447"/>
                  </a:lnTo>
                  <a:lnTo>
                    <a:pt x="2143589" y="2324"/>
                  </a:lnTo>
                  <a:lnTo>
                    <a:pt x="2145449" y="464"/>
                  </a:lnTo>
                  <a:lnTo>
                    <a:pt x="2146572" y="0"/>
                  </a:lnTo>
                  <a:lnTo>
                    <a:pt x="2149202" y="0"/>
                  </a:lnTo>
                  <a:lnTo>
                    <a:pt x="2150324" y="464"/>
                  </a:lnTo>
                  <a:lnTo>
                    <a:pt x="2152184" y="2324"/>
                  </a:lnTo>
                  <a:lnTo>
                    <a:pt x="2152649" y="3447"/>
                  </a:lnTo>
                  <a:lnTo>
                    <a:pt x="2152649" y="6077"/>
                  </a:lnTo>
                  <a:lnTo>
                    <a:pt x="2152184" y="7200"/>
                  </a:lnTo>
                  <a:lnTo>
                    <a:pt x="2150324" y="9060"/>
                  </a:lnTo>
                  <a:lnTo>
                    <a:pt x="2149202" y="9524"/>
                  </a:lnTo>
                  <a:close/>
                </a:path>
                <a:path w="4819650" h="9525">
                  <a:moveTo>
                    <a:pt x="2196827" y="9524"/>
                  </a:moveTo>
                  <a:lnTo>
                    <a:pt x="2194197" y="9524"/>
                  </a:lnTo>
                  <a:lnTo>
                    <a:pt x="2193074" y="9060"/>
                  </a:lnTo>
                  <a:lnTo>
                    <a:pt x="2191214" y="7200"/>
                  </a:lnTo>
                  <a:lnTo>
                    <a:pt x="2190749" y="6077"/>
                  </a:lnTo>
                  <a:lnTo>
                    <a:pt x="2190749" y="3447"/>
                  </a:lnTo>
                  <a:lnTo>
                    <a:pt x="2191214" y="2324"/>
                  </a:lnTo>
                  <a:lnTo>
                    <a:pt x="2193074" y="464"/>
                  </a:lnTo>
                  <a:lnTo>
                    <a:pt x="2194197" y="0"/>
                  </a:lnTo>
                  <a:lnTo>
                    <a:pt x="2196827" y="0"/>
                  </a:lnTo>
                  <a:lnTo>
                    <a:pt x="2197949" y="464"/>
                  </a:lnTo>
                  <a:lnTo>
                    <a:pt x="2199809" y="2324"/>
                  </a:lnTo>
                  <a:lnTo>
                    <a:pt x="2200274" y="3447"/>
                  </a:lnTo>
                  <a:lnTo>
                    <a:pt x="2200274" y="6077"/>
                  </a:lnTo>
                  <a:lnTo>
                    <a:pt x="2199809" y="7200"/>
                  </a:lnTo>
                  <a:lnTo>
                    <a:pt x="2197949" y="9060"/>
                  </a:lnTo>
                  <a:lnTo>
                    <a:pt x="2196827" y="9524"/>
                  </a:lnTo>
                  <a:close/>
                </a:path>
                <a:path w="4819650" h="9525">
                  <a:moveTo>
                    <a:pt x="2244452" y="9524"/>
                  </a:moveTo>
                  <a:lnTo>
                    <a:pt x="2241822" y="9524"/>
                  </a:lnTo>
                  <a:lnTo>
                    <a:pt x="2240699" y="9060"/>
                  </a:lnTo>
                  <a:lnTo>
                    <a:pt x="2238839" y="7200"/>
                  </a:lnTo>
                  <a:lnTo>
                    <a:pt x="2238374" y="6077"/>
                  </a:lnTo>
                  <a:lnTo>
                    <a:pt x="2238374" y="3447"/>
                  </a:lnTo>
                  <a:lnTo>
                    <a:pt x="2238839" y="2324"/>
                  </a:lnTo>
                  <a:lnTo>
                    <a:pt x="2240699" y="464"/>
                  </a:lnTo>
                  <a:lnTo>
                    <a:pt x="2241822" y="0"/>
                  </a:lnTo>
                  <a:lnTo>
                    <a:pt x="2244452" y="0"/>
                  </a:lnTo>
                  <a:lnTo>
                    <a:pt x="2245574" y="464"/>
                  </a:lnTo>
                  <a:lnTo>
                    <a:pt x="2247434" y="2324"/>
                  </a:lnTo>
                  <a:lnTo>
                    <a:pt x="2247899" y="3447"/>
                  </a:lnTo>
                  <a:lnTo>
                    <a:pt x="2247899" y="6077"/>
                  </a:lnTo>
                  <a:lnTo>
                    <a:pt x="2247434" y="7200"/>
                  </a:lnTo>
                  <a:lnTo>
                    <a:pt x="2245574" y="9060"/>
                  </a:lnTo>
                  <a:lnTo>
                    <a:pt x="2244452" y="9524"/>
                  </a:lnTo>
                  <a:close/>
                </a:path>
                <a:path w="4819650" h="9525">
                  <a:moveTo>
                    <a:pt x="2292077" y="9524"/>
                  </a:moveTo>
                  <a:lnTo>
                    <a:pt x="2289447" y="9524"/>
                  </a:lnTo>
                  <a:lnTo>
                    <a:pt x="2288324" y="9060"/>
                  </a:lnTo>
                  <a:lnTo>
                    <a:pt x="2286464" y="7200"/>
                  </a:lnTo>
                  <a:lnTo>
                    <a:pt x="2285999" y="6077"/>
                  </a:lnTo>
                  <a:lnTo>
                    <a:pt x="2285999" y="3447"/>
                  </a:lnTo>
                  <a:lnTo>
                    <a:pt x="2286464" y="2324"/>
                  </a:lnTo>
                  <a:lnTo>
                    <a:pt x="2288324" y="464"/>
                  </a:lnTo>
                  <a:lnTo>
                    <a:pt x="2289447" y="0"/>
                  </a:lnTo>
                  <a:lnTo>
                    <a:pt x="2292077" y="0"/>
                  </a:lnTo>
                  <a:lnTo>
                    <a:pt x="2293199" y="464"/>
                  </a:lnTo>
                  <a:lnTo>
                    <a:pt x="2295059" y="2324"/>
                  </a:lnTo>
                  <a:lnTo>
                    <a:pt x="2295524" y="3447"/>
                  </a:lnTo>
                  <a:lnTo>
                    <a:pt x="2295524" y="6077"/>
                  </a:lnTo>
                  <a:lnTo>
                    <a:pt x="2295059" y="7200"/>
                  </a:lnTo>
                  <a:lnTo>
                    <a:pt x="2293199" y="9060"/>
                  </a:lnTo>
                  <a:lnTo>
                    <a:pt x="2292077" y="9524"/>
                  </a:lnTo>
                  <a:close/>
                </a:path>
                <a:path w="4819650" h="9525">
                  <a:moveTo>
                    <a:pt x="2339702" y="9524"/>
                  </a:moveTo>
                  <a:lnTo>
                    <a:pt x="2337072" y="9524"/>
                  </a:lnTo>
                  <a:lnTo>
                    <a:pt x="2335949" y="9060"/>
                  </a:lnTo>
                  <a:lnTo>
                    <a:pt x="2334089" y="7200"/>
                  </a:lnTo>
                  <a:lnTo>
                    <a:pt x="2333624" y="6077"/>
                  </a:lnTo>
                  <a:lnTo>
                    <a:pt x="2333624" y="3447"/>
                  </a:lnTo>
                  <a:lnTo>
                    <a:pt x="2334089" y="2324"/>
                  </a:lnTo>
                  <a:lnTo>
                    <a:pt x="2335949" y="464"/>
                  </a:lnTo>
                  <a:lnTo>
                    <a:pt x="2337072" y="0"/>
                  </a:lnTo>
                  <a:lnTo>
                    <a:pt x="2339702" y="0"/>
                  </a:lnTo>
                  <a:lnTo>
                    <a:pt x="2340824" y="464"/>
                  </a:lnTo>
                  <a:lnTo>
                    <a:pt x="2342684" y="2324"/>
                  </a:lnTo>
                  <a:lnTo>
                    <a:pt x="2343149" y="3447"/>
                  </a:lnTo>
                  <a:lnTo>
                    <a:pt x="2343149" y="6077"/>
                  </a:lnTo>
                  <a:lnTo>
                    <a:pt x="2342684" y="7200"/>
                  </a:lnTo>
                  <a:lnTo>
                    <a:pt x="2340824" y="9060"/>
                  </a:lnTo>
                  <a:lnTo>
                    <a:pt x="2339702" y="9524"/>
                  </a:lnTo>
                  <a:close/>
                </a:path>
                <a:path w="4819650" h="9525">
                  <a:moveTo>
                    <a:pt x="2387327" y="9524"/>
                  </a:moveTo>
                  <a:lnTo>
                    <a:pt x="2384697" y="9524"/>
                  </a:lnTo>
                  <a:lnTo>
                    <a:pt x="2383574" y="9060"/>
                  </a:lnTo>
                  <a:lnTo>
                    <a:pt x="2381714" y="7200"/>
                  </a:lnTo>
                  <a:lnTo>
                    <a:pt x="2381249" y="6077"/>
                  </a:lnTo>
                  <a:lnTo>
                    <a:pt x="2381249" y="3447"/>
                  </a:lnTo>
                  <a:lnTo>
                    <a:pt x="2381714" y="2324"/>
                  </a:lnTo>
                  <a:lnTo>
                    <a:pt x="2383574" y="464"/>
                  </a:lnTo>
                  <a:lnTo>
                    <a:pt x="2384697" y="0"/>
                  </a:lnTo>
                  <a:lnTo>
                    <a:pt x="2387327" y="0"/>
                  </a:lnTo>
                  <a:lnTo>
                    <a:pt x="2388449" y="464"/>
                  </a:lnTo>
                  <a:lnTo>
                    <a:pt x="2390309" y="2324"/>
                  </a:lnTo>
                  <a:lnTo>
                    <a:pt x="2390774" y="3447"/>
                  </a:lnTo>
                  <a:lnTo>
                    <a:pt x="2390774" y="6077"/>
                  </a:lnTo>
                  <a:lnTo>
                    <a:pt x="2390309" y="7200"/>
                  </a:lnTo>
                  <a:lnTo>
                    <a:pt x="2388449" y="9060"/>
                  </a:lnTo>
                  <a:lnTo>
                    <a:pt x="2387327" y="9524"/>
                  </a:lnTo>
                  <a:close/>
                </a:path>
                <a:path w="4819650" h="9525">
                  <a:moveTo>
                    <a:pt x="2434952" y="9524"/>
                  </a:moveTo>
                  <a:lnTo>
                    <a:pt x="2432322" y="9524"/>
                  </a:lnTo>
                  <a:lnTo>
                    <a:pt x="2431199" y="9060"/>
                  </a:lnTo>
                  <a:lnTo>
                    <a:pt x="2429339" y="7200"/>
                  </a:lnTo>
                  <a:lnTo>
                    <a:pt x="2428874" y="6077"/>
                  </a:lnTo>
                  <a:lnTo>
                    <a:pt x="2428874" y="3447"/>
                  </a:lnTo>
                  <a:lnTo>
                    <a:pt x="2429339" y="2324"/>
                  </a:lnTo>
                  <a:lnTo>
                    <a:pt x="2431199" y="464"/>
                  </a:lnTo>
                  <a:lnTo>
                    <a:pt x="2432322" y="0"/>
                  </a:lnTo>
                  <a:lnTo>
                    <a:pt x="2434952" y="0"/>
                  </a:lnTo>
                  <a:lnTo>
                    <a:pt x="2436074" y="464"/>
                  </a:lnTo>
                  <a:lnTo>
                    <a:pt x="2437934" y="2324"/>
                  </a:lnTo>
                  <a:lnTo>
                    <a:pt x="2438399" y="3447"/>
                  </a:lnTo>
                  <a:lnTo>
                    <a:pt x="2438399" y="6077"/>
                  </a:lnTo>
                  <a:lnTo>
                    <a:pt x="2437934" y="7200"/>
                  </a:lnTo>
                  <a:lnTo>
                    <a:pt x="2436074" y="9060"/>
                  </a:lnTo>
                  <a:lnTo>
                    <a:pt x="2434952" y="9524"/>
                  </a:lnTo>
                  <a:close/>
                </a:path>
                <a:path w="4819650" h="9525">
                  <a:moveTo>
                    <a:pt x="2482577" y="9524"/>
                  </a:moveTo>
                  <a:lnTo>
                    <a:pt x="2479947" y="9524"/>
                  </a:lnTo>
                  <a:lnTo>
                    <a:pt x="2478824" y="9060"/>
                  </a:lnTo>
                  <a:lnTo>
                    <a:pt x="2476964" y="7200"/>
                  </a:lnTo>
                  <a:lnTo>
                    <a:pt x="2476499" y="6077"/>
                  </a:lnTo>
                  <a:lnTo>
                    <a:pt x="2476499" y="3447"/>
                  </a:lnTo>
                  <a:lnTo>
                    <a:pt x="2476964" y="2324"/>
                  </a:lnTo>
                  <a:lnTo>
                    <a:pt x="2478824" y="464"/>
                  </a:lnTo>
                  <a:lnTo>
                    <a:pt x="2479947" y="0"/>
                  </a:lnTo>
                  <a:lnTo>
                    <a:pt x="2482577" y="0"/>
                  </a:lnTo>
                  <a:lnTo>
                    <a:pt x="2483699" y="464"/>
                  </a:lnTo>
                  <a:lnTo>
                    <a:pt x="2485559" y="2324"/>
                  </a:lnTo>
                  <a:lnTo>
                    <a:pt x="2486024" y="3447"/>
                  </a:lnTo>
                  <a:lnTo>
                    <a:pt x="2486024" y="6077"/>
                  </a:lnTo>
                  <a:lnTo>
                    <a:pt x="2485559" y="7200"/>
                  </a:lnTo>
                  <a:lnTo>
                    <a:pt x="2483699" y="9060"/>
                  </a:lnTo>
                  <a:lnTo>
                    <a:pt x="2482577" y="9524"/>
                  </a:lnTo>
                  <a:close/>
                </a:path>
                <a:path w="4819650" h="9525">
                  <a:moveTo>
                    <a:pt x="2530202" y="9524"/>
                  </a:moveTo>
                  <a:lnTo>
                    <a:pt x="2527572" y="9524"/>
                  </a:lnTo>
                  <a:lnTo>
                    <a:pt x="2526449" y="9060"/>
                  </a:lnTo>
                  <a:lnTo>
                    <a:pt x="2524589" y="7200"/>
                  </a:lnTo>
                  <a:lnTo>
                    <a:pt x="2524124" y="6077"/>
                  </a:lnTo>
                  <a:lnTo>
                    <a:pt x="2524124" y="3447"/>
                  </a:lnTo>
                  <a:lnTo>
                    <a:pt x="2524589" y="2324"/>
                  </a:lnTo>
                  <a:lnTo>
                    <a:pt x="2526449" y="464"/>
                  </a:lnTo>
                  <a:lnTo>
                    <a:pt x="2527572" y="0"/>
                  </a:lnTo>
                  <a:lnTo>
                    <a:pt x="2530202" y="0"/>
                  </a:lnTo>
                  <a:lnTo>
                    <a:pt x="2531325" y="464"/>
                  </a:lnTo>
                  <a:lnTo>
                    <a:pt x="2533184" y="2324"/>
                  </a:lnTo>
                  <a:lnTo>
                    <a:pt x="2533649" y="3447"/>
                  </a:lnTo>
                  <a:lnTo>
                    <a:pt x="2533649" y="6077"/>
                  </a:lnTo>
                  <a:lnTo>
                    <a:pt x="2533184" y="7200"/>
                  </a:lnTo>
                  <a:lnTo>
                    <a:pt x="2531325" y="9060"/>
                  </a:lnTo>
                  <a:lnTo>
                    <a:pt x="2530202" y="9524"/>
                  </a:lnTo>
                  <a:close/>
                </a:path>
                <a:path w="4819650" h="9525">
                  <a:moveTo>
                    <a:pt x="2577827" y="9524"/>
                  </a:moveTo>
                  <a:lnTo>
                    <a:pt x="2575197" y="9524"/>
                  </a:lnTo>
                  <a:lnTo>
                    <a:pt x="2574074" y="9060"/>
                  </a:lnTo>
                  <a:lnTo>
                    <a:pt x="2572214" y="7200"/>
                  </a:lnTo>
                  <a:lnTo>
                    <a:pt x="2571749" y="6077"/>
                  </a:lnTo>
                  <a:lnTo>
                    <a:pt x="2571749" y="3447"/>
                  </a:lnTo>
                  <a:lnTo>
                    <a:pt x="2572214" y="2324"/>
                  </a:lnTo>
                  <a:lnTo>
                    <a:pt x="2574074" y="464"/>
                  </a:lnTo>
                  <a:lnTo>
                    <a:pt x="2575197" y="0"/>
                  </a:lnTo>
                  <a:lnTo>
                    <a:pt x="2577827" y="0"/>
                  </a:lnTo>
                  <a:lnTo>
                    <a:pt x="2578950" y="464"/>
                  </a:lnTo>
                  <a:lnTo>
                    <a:pt x="2580809" y="2324"/>
                  </a:lnTo>
                  <a:lnTo>
                    <a:pt x="2581274" y="3447"/>
                  </a:lnTo>
                  <a:lnTo>
                    <a:pt x="2581274" y="6077"/>
                  </a:lnTo>
                  <a:lnTo>
                    <a:pt x="2580809" y="7200"/>
                  </a:lnTo>
                  <a:lnTo>
                    <a:pt x="2578950" y="9060"/>
                  </a:lnTo>
                  <a:lnTo>
                    <a:pt x="2577827" y="9524"/>
                  </a:lnTo>
                  <a:close/>
                </a:path>
                <a:path w="4819650" h="9525">
                  <a:moveTo>
                    <a:pt x="2625452" y="9524"/>
                  </a:moveTo>
                  <a:lnTo>
                    <a:pt x="2622822" y="9524"/>
                  </a:lnTo>
                  <a:lnTo>
                    <a:pt x="2621699" y="9060"/>
                  </a:lnTo>
                  <a:lnTo>
                    <a:pt x="2619840" y="7200"/>
                  </a:lnTo>
                  <a:lnTo>
                    <a:pt x="2619374" y="6077"/>
                  </a:lnTo>
                  <a:lnTo>
                    <a:pt x="2619374" y="3447"/>
                  </a:lnTo>
                  <a:lnTo>
                    <a:pt x="2619840" y="2324"/>
                  </a:lnTo>
                  <a:lnTo>
                    <a:pt x="2621699" y="464"/>
                  </a:lnTo>
                  <a:lnTo>
                    <a:pt x="2622822" y="0"/>
                  </a:lnTo>
                  <a:lnTo>
                    <a:pt x="2625452" y="0"/>
                  </a:lnTo>
                  <a:lnTo>
                    <a:pt x="2626575" y="464"/>
                  </a:lnTo>
                  <a:lnTo>
                    <a:pt x="2628434" y="2324"/>
                  </a:lnTo>
                  <a:lnTo>
                    <a:pt x="2628899" y="3447"/>
                  </a:lnTo>
                  <a:lnTo>
                    <a:pt x="2628899" y="6077"/>
                  </a:lnTo>
                  <a:lnTo>
                    <a:pt x="2628434" y="7200"/>
                  </a:lnTo>
                  <a:lnTo>
                    <a:pt x="2626575" y="9060"/>
                  </a:lnTo>
                  <a:lnTo>
                    <a:pt x="2625452" y="9524"/>
                  </a:lnTo>
                  <a:close/>
                </a:path>
                <a:path w="4819650" h="9525">
                  <a:moveTo>
                    <a:pt x="2673077" y="9524"/>
                  </a:moveTo>
                  <a:lnTo>
                    <a:pt x="2670447" y="9524"/>
                  </a:lnTo>
                  <a:lnTo>
                    <a:pt x="2669324" y="9060"/>
                  </a:lnTo>
                  <a:lnTo>
                    <a:pt x="2667464" y="7200"/>
                  </a:lnTo>
                  <a:lnTo>
                    <a:pt x="2666999" y="6077"/>
                  </a:lnTo>
                  <a:lnTo>
                    <a:pt x="2666999" y="3447"/>
                  </a:lnTo>
                  <a:lnTo>
                    <a:pt x="2667464" y="2324"/>
                  </a:lnTo>
                  <a:lnTo>
                    <a:pt x="2669324" y="464"/>
                  </a:lnTo>
                  <a:lnTo>
                    <a:pt x="2670447" y="0"/>
                  </a:lnTo>
                  <a:lnTo>
                    <a:pt x="2673077" y="0"/>
                  </a:lnTo>
                  <a:lnTo>
                    <a:pt x="2674200" y="464"/>
                  </a:lnTo>
                  <a:lnTo>
                    <a:pt x="2676059" y="2324"/>
                  </a:lnTo>
                  <a:lnTo>
                    <a:pt x="2676524" y="3447"/>
                  </a:lnTo>
                  <a:lnTo>
                    <a:pt x="2676524" y="6077"/>
                  </a:lnTo>
                  <a:lnTo>
                    <a:pt x="2676059" y="7200"/>
                  </a:lnTo>
                  <a:lnTo>
                    <a:pt x="2674200" y="9060"/>
                  </a:lnTo>
                  <a:lnTo>
                    <a:pt x="2673077" y="9524"/>
                  </a:lnTo>
                  <a:close/>
                </a:path>
                <a:path w="4819650" h="9525">
                  <a:moveTo>
                    <a:pt x="2720702" y="9524"/>
                  </a:moveTo>
                  <a:lnTo>
                    <a:pt x="2718072" y="9524"/>
                  </a:lnTo>
                  <a:lnTo>
                    <a:pt x="2716949" y="9060"/>
                  </a:lnTo>
                  <a:lnTo>
                    <a:pt x="2715089" y="7200"/>
                  </a:lnTo>
                  <a:lnTo>
                    <a:pt x="2714624" y="6077"/>
                  </a:lnTo>
                  <a:lnTo>
                    <a:pt x="2714624" y="3447"/>
                  </a:lnTo>
                  <a:lnTo>
                    <a:pt x="2715089" y="2324"/>
                  </a:lnTo>
                  <a:lnTo>
                    <a:pt x="2716949" y="464"/>
                  </a:lnTo>
                  <a:lnTo>
                    <a:pt x="2718072" y="0"/>
                  </a:lnTo>
                  <a:lnTo>
                    <a:pt x="2720702" y="0"/>
                  </a:lnTo>
                  <a:lnTo>
                    <a:pt x="2721824" y="464"/>
                  </a:lnTo>
                  <a:lnTo>
                    <a:pt x="2723684" y="2324"/>
                  </a:lnTo>
                  <a:lnTo>
                    <a:pt x="2724149" y="3447"/>
                  </a:lnTo>
                  <a:lnTo>
                    <a:pt x="2724149" y="6077"/>
                  </a:lnTo>
                  <a:lnTo>
                    <a:pt x="2723684" y="7200"/>
                  </a:lnTo>
                  <a:lnTo>
                    <a:pt x="2721824" y="9060"/>
                  </a:lnTo>
                  <a:lnTo>
                    <a:pt x="2720702" y="9524"/>
                  </a:lnTo>
                  <a:close/>
                </a:path>
                <a:path w="4819650" h="9525">
                  <a:moveTo>
                    <a:pt x="2768327" y="9524"/>
                  </a:moveTo>
                  <a:lnTo>
                    <a:pt x="2765697" y="9524"/>
                  </a:lnTo>
                  <a:lnTo>
                    <a:pt x="2764574" y="9060"/>
                  </a:lnTo>
                  <a:lnTo>
                    <a:pt x="2762714" y="7200"/>
                  </a:lnTo>
                  <a:lnTo>
                    <a:pt x="2762249" y="6077"/>
                  </a:lnTo>
                  <a:lnTo>
                    <a:pt x="2762249" y="3447"/>
                  </a:lnTo>
                  <a:lnTo>
                    <a:pt x="2762714" y="2324"/>
                  </a:lnTo>
                  <a:lnTo>
                    <a:pt x="2764574" y="464"/>
                  </a:lnTo>
                  <a:lnTo>
                    <a:pt x="2765697" y="0"/>
                  </a:lnTo>
                  <a:lnTo>
                    <a:pt x="2768327" y="0"/>
                  </a:lnTo>
                  <a:lnTo>
                    <a:pt x="2769450" y="464"/>
                  </a:lnTo>
                  <a:lnTo>
                    <a:pt x="2771309" y="2324"/>
                  </a:lnTo>
                  <a:lnTo>
                    <a:pt x="2771774" y="3447"/>
                  </a:lnTo>
                  <a:lnTo>
                    <a:pt x="2771774" y="6077"/>
                  </a:lnTo>
                  <a:lnTo>
                    <a:pt x="2771309" y="7200"/>
                  </a:lnTo>
                  <a:lnTo>
                    <a:pt x="2769450" y="9060"/>
                  </a:lnTo>
                  <a:lnTo>
                    <a:pt x="2768327" y="9524"/>
                  </a:lnTo>
                  <a:close/>
                </a:path>
                <a:path w="4819650" h="9525">
                  <a:moveTo>
                    <a:pt x="2815952" y="9524"/>
                  </a:moveTo>
                  <a:lnTo>
                    <a:pt x="2813322" y="9524"/>
                  </a:lnTo>
                  <a:lnTo>
                    <a:pt x="2812199" y="9060"/>
                  </a:lnTo>
                  <a:lnTo>
                    <a:pt x="2810339" y="7200"/>
                  </a:lnTo>
                  <a:lnTo>
                    <a:pt x="2809874" y="6077"/>
                  </a:lnTo>
                  <a:lnTo>
                    <a:pt x="2809874" y="3447"/>
                  </a:lnTo>
                  <a:lnTo>
                    <a:pt x="2810339" y="2324"/>
                  </a:lnTo>
                  <a:lnTo>
                    <a:pt x="2812199" y="464"/>
                  </a:lnTo>
                  <a:lnTo>
                    <a:pt x="2813322" y="0"/>
                  </a:lnTo>
                  <a:lnTo>
                    <a:pt x="2815952" y="0"/>
                  </a:lnTo>
                  <a:lnTo>
                    <a:pt x="2817074" y="464"/>
                  </a:lnTo>
                  <a:lnTo>
                    <a:pt x="2818934" y="2324"/>
                  </a:lnTo>
                  <a:lnTo>
                    <a:pt x="2819399" y="3447"/>
                  </a:lnTo>
                  <a:lnTo>
                    <a:pt x="2819399" y="6077"/>
                  </a:lnTo>
                  <a:lnTo>
                    <a:pt x="2818934" y="7200"/>
                  </a:lnTo>
                  <a:lnTo>
                    <a:pt x="2817074" y="9060"/>
                  </a:lnTo>
                  <a:lnTo>
                    <a:pt x="2815952" y="9524"/>
                  </a:lnTo>
                  <a:close/>
                </a:path>
                <a:path w="4819650" h="9525">
                  <a:moveTo>
                    <a:pt x="2863577" y="9524"/>
                  </a:moveTo>
                  <a:lnTo>
                    <a:pt x="2860947" y="9524"/>
                  </a:lnTo>
                  <a:lnTo>
                    <a:pt x="2859824" y="9060"/>
                  </a:lnTo>
                  <a:lnTo>
                    <a:pt x="2857964" y="7200"/>
                  </a:lnTo>
                  <a:lnTo>
                    <a:pt x="2857499" y="6077"/>
                  </a:lnTo>
                  <a:lnTo>
                    <a:pt x="2857499" y="3447"/>
                  </a:lnTo>
                  <a:lnTo>
                    <a:pt x="2857964" y="2324"/>
                  </a:lnTo>
                  <a:lnTo>
                    <a:pt x="2859824" y="464"/>
                  </a:lnTo>
                  <a:lnTo>
                    <a:pt x="2860947" y="0"/>
                  </a:lnTo>
                  <a:lnTo>
                    <a:pt x="2863577" y="0"/>
                  </a:lnTo>
                  <a:lnTo>
                    <a:pt x="2864700" y="464"/>
                  </a:lnTo>
                  <a:lnTo>
                    <a:pt x="2866559" y="2324"/>
                  </a:lnTo>
                  <a:lnTo>
                    <a:pt x="2867024" y="3447"/>
                  </a:lnTo>
                  <a:lnTo>
                    <a:pt x="2867024" y="6077"/>
                  </a:lnTo>
                  <a:lnTo>
                    <a:pt x="2866559" y="7200"/>
                  </a:lnTo>
                  <a:lnTo>
                    <a:pt x="2864700" y="9060"/>
                  </a:lnTo>
                  <a:lnTo>
                    <a:pt x="2863577" y="9524"/>
                  </a:lnTo>
                  <a:close/>
                </a:path>
                <a:path w="4819650" h="9525">
                  <a:moveTo>
                    <a:pt x="2911202" y="9524"/>
                  </a:moveTo>
                  <a:lnTo>
                    <a:pt x="2908572" y="9524"/>
                  </a:lnTo>
                  <a:lnTo>
                    <a:pt x="2907449" y="9060"/>
                  </a:lnTo>
                  <a:lnTo>
                    <a:pt x="2905589" y="7200"/>
                  </a:lnTo>
                  <a:lnTo>
                    <a:pt x="2905124" y="6077"/>
                  </a:lnTo>
                  <a:lnTo>
                    <a:pt x="2905124" y="3447"/>
                  </a:lnTo>
                  <a:lnTo>
                    <a:pt x="2905589" y="2324"/>
                  </a:lnTo>
                  <a:lnTo>
                    <a:pt x="2907449" y="464"/>
                  </a:lnTo>
                  <a:lnTo>
                    <a:pt x="2908572" y="0"/>
                  </a:lnTo>
                  <a:lnTo>
                    <a:pt x="2911202" y="0"/>
                  </a:lnTo>
                  <a:lnTo>
                    <a:pt x="2912325" y="464"/>
                  </a:lnTo>
                  <a:lnTo>
                    <a:pt x="2914184" y="2324"/>
                  </a:lnTo>
                  <a:lnTo>
                    <a:pt x="2914649" y="3447"/>
                  </a:lnTo>
                  <a:lnTo>
                    <a:pt x="2914649" y="6077"/>
                  </a:lnTo>
                  <a:lnTo>
                    <a:pt x="2914184" y="7200"/>
                  </a:lnTo>
                  <a:lnTo>
                    <a:pt x="2912325" y="9060"/>
                  </a:lnTo>
                  <a:lnTo>
                    <a:pt x="2911202" y="9524"/>
                  </a:lnTo>
                  <a:close/>
                </a:path>
                <a:path w="4819650" h="9525">
                  <a:moveTo>
                    <a:pt x="2958827" y="9524"/>
                  </a:moveTo>
                  <a:lnTo>
                    <a:pt x="2956197" y="9524"/>
                  </a:lnTo>
                  <a:lnTo>
                    <a:pt x="2955074" y="9060"/>
                  </a:lnTo>
                  <a:lnTo>
                    <a:pt x="2953214" y="7200"/>
                  </a:lnTo>
                  <a:lnTo>
                    <a:pt x="2952749" y="6077"/>
                  </a:lnTo>
                  <a:lnTo>
                    <a:pt x="2952749" y="3447"/>
                  </a:lnTo>
                  <a:lnTo>
                    <a:pt x="2953214" y="2324"/>
                  </a:lnTo>
                  <a:lnTo>
                    <a:pt x="2955074" y="464"/>
                  </a:lnTo>
                  <a:lnTo>
                    <a:pt x="2956197" y="0"/>
                  </a:lnTo>
                  <a:lnTo>
                    <a:pt x="2958827" y="0"/>
                  </a:lnTo>
                  <a:lnTo>
                    <a:pt x="2959949" y="464"/>
                  </a:lnTo>
                  <a:lnTo>
                    <a:pt x="2961809" y="2324"/>
                  </a:lnTo>
                  <a:lnTo>
                    <a:pt x="2962274" y="3447"/>
                  </a:lnTo>
                  <a:lnTo>
                    <a:pt x="2962274" y="6077"/>
                  </a:lnTo>
                  <a:lnTo>
                    <a:pt x="2961809" y="7200"/>
                  </a:lnTo>
                  <a:lnTo>
                    <a:pt x="2959949" y="9060"/>
                  </a:lnTo>
                  <a:lnTo>
                    <a:pt x="2958827" y="9524"/>
                  </a:lnTo>
                  <a:close/>
                </a:path>
                <a:path w="4819650" h="9525">
                  <a:moveTo>
                    <a:pt x="3006452" y="9524"/>
                  </a:moveTo>
                  <a:lnTo>
                    <a:pt x="3003822" y="9524"/>
                  </a:lnTo>
                  <a:lnTo>
                    <a:pt x="3002699" y="9060"/>
                  </a:lnTo>
                  <a:lnTo>
                    <a:pt x="3000839" y="7200"/>
                  </a:lnTo>
                  <a:lnTo>
                    <a:pt x="3000374" y="6077"/>
                  </a:lnTo>
                  <a:lnTo>
                    <a:pt x="3000374" y="3447"/>
                  </a:lnTo>
                  <a:lnTo>
                    <a:pt x="3000839" y="2324"/>
                  </a:lnTo>
                  <a:lnTo>
                    <a:pt x="3002699" y="464"/>
                  </a:lnTo>
                  <a:lnTo>
                    <a:pt x="3003822" y="0"/>
                  </a:lnTo>
                  <a:lnTo>
                    <a:pt x="3006452" y="0"/>
                  </a:lnTo>
                  <a:lnTo>
                    <a:pt x="3007574" y="464"/>
                  </a:lnTo>
                  <a:lnTo>
                    <a:pt x="3009434" y="2324"/>
                  </a:lnTo>
                  <a:lnTo>
                    <a:pt x="3009899" y="3447"/>
                  </a:lnTo>
                  <a:lnTo>
                    <a:pt x="3009899" y="6077"/>
                  </a:lnTo>
                  <a:lnTo>
                    <a:pt x="3009434" y="7200"/>
                  </a:lnTo>
                  <a:lnTo>
                    <a:pt x="3007574" y="9060"/>
                  </a:lnTo>
                  <a:lnTo>
                    <a:pt x="3006452" y="9524"/>
                  </a:lnTo>
                  <a:close/>
                </a:path>
                <a:path w="4819650" h="9525">
                  <a:moveTo>
                    <a:pt x="3054077" y="9524"/>
                  </a:moveTo>
                  <a:lnTo>
                    <a:pt x="3051447" y="9524"/>
                  </a:lnTo>
                  <a:lnTo>
                    <a:pt x="3050324" y="9060"/>
                  </a:lnTo>
                  <a:lnTo>
                    <a:pt x="3048464" y="7200"/>
                  </a:lnTo>
                  <a:lnTo>
                    <a:pt x="3047999" y="6077"/>
                  </a:lnTo>
                  <a:lnTo>
                    <a:pt x="3047999" y="3447"/>
                  </a:lnTo>
                  <a:lnTo>
                    <a:pt x="3048464" y="2324"/>
                  </a:lnTo>
                  <a:lnTo>
                    <a:pt x="3050324" y="464"/>
                  </a:lnTo>
                  <a:lnTo>
                    <a:pt x="3051447" y="0"/>
                  </a:lnTo>
                  <a:lnTo>
                    <a:pt x="3054077" y="0"/>
                  </a:lnTo>
                  <a:lnTo>
                    <a:pt x="3055199" y="464"/>
                  </a:lnTo>
                  <a:lnTo>
                    <a:pt x="3057059" y="2324"/>
                  </a:lnTo>
                  <a:lnTo>
                    <a:pt x="3057524" y="3447"/>
                  </a:lnTo>
                  <a:lnTo>
                    <a:pt x="3057524" y="6077"/>
                  </a:lnTo>
                  <a:lnTo>
                    <a:pt x="3057059" y="7200"/>
                  </a:lnTo>
                  <a:lnTo>
                    <a:pt x="3055199" y="9060"/>
                  </a:lnTo>
                  <a:lnTo>
                    <a:pt x="3054077" y="9524"/>
                  </a:lnTo>
                  <a:close/>
                </a:path>
                <a:path w="4819650" h="9525">
                  <a:moveTo>
                    <a:pt x="3101702" y="9524"/>
                  </a:moveTo>
                  <a:lnTo>
                    <a:pt x="3099072" y="9524"/>
                  </a:lnTo>
                  <a:lnTo>
                    <a:pt x="3097949" y="9060"/>
                  </a:lnTo>
                  <a:lnTo>
                    <a:pt x="3096089" y="7200"/>
                  </a:lnTo>
                  <a:lnTo>
                    <a:pt x="3095624" y="6077"/>
                  </a:lnTo>
                  <a:lnTo>
                    <a:pt x="3095624" y="3447"/>
                  </a:lnTo>
                  <a:lnTo>
                    <a:pt x="3096089" y="2324"/>
                  </a:lnTo>
                  <a:lnTo>
                    <a:pt x="3097949" y="464"/>
                  </a:lnTo>
                  <a:lnTo>
                    <a:pt x="3099072" y="0"/>
                  </a:lnTo>
                  <a:lnTo>
                    <a:pt x="3101702" y="0"/>
                  </a:lnTo>
                  <a:lnTo>
                    <a:pt x="3102825" y="464"/>
                  </a:lnTo>
                  <a:lnTo>
                    <a:pt x="3104684" y="2324"/>
                  </a:lnTo>
                  <a:lnTo>
                    <a:pt x="3105149" y="3447"/>
                  </a:lnTo>
                  <a:lnTo>
                    <a:pt x="3105149" y="6077"/>
                  </a:lnTo>
                  <a:lnTo>
                    <a:pt x="3104684" y="7200"/>
                  </a:lnTo>
                  <a:lnTo>
                    <a:pt x="3102825" y="9060"/>
                  </a:lnTo>
                  <a:lnTo>
                    <a:pt x="3101702" y="9524"/>
                  </a:lnTo>
                  <a:close/>
                </a:path>
                <a:path w="4819650" h="9525">
                  <a:moveTo>
                    <a:pt x="3149327" y="9524"/>
                  </a:moveTo>
                  <a:lnTo>
                    <a:pt x="3146697" y="9524"/>
                  </a:lnTo>
                  <a:lnTo>
                    <a:pt x="3145574" y="9060"/>
                  </a:lnTo>
                  <a:lnTo>
                    <a:pt x="3143714" y="7200"/>
                  </a:lnTo>
                  <a:lnTo>
                    <a:pt x="3143249" y="6077"/>
                  </a:lnTo>
                  <a:lnTo>
                    <a:pt x="3143249" y="3447"/>
                  </a:lnTo>
                  <a:lnTo>
                    <a:pt x="3143714" y="2324"/>
                  </a:lnTo>
                  <a:lnTo>
                    <a:pt x="3145574" y="464"/>
                  </a:lnTo>
                  <a:lnTo>
                    <a:pt x="3146697" y="0"/>
                  </a:lnTo>
                  <a:lnTo>
                    <a:pt x="3149327" y="0"/>
                  </a:lnTo>
                  <a:lnTo>
                    <a:pt x="3150450" y="464"/>
                  </a:lnTo>
                  <a:lnTo>
                    <a:pt x="3152309" y="2324"/>
                  </a:lnTo>
                  <a:lnTo>
                    <a:pt x="3152774" y="3447"/>
                  </a:lnTo>
                  <a:lnTo>
                    <a:pt x="3152774" y="6077"/>
                  </a:lnTo>
                  <a:lnTo>
                    <a:pt x="3152309" y="7200"/>
                  </a:lnTo>
                  <a:lnTo>
                    <a:pt x="3150450" y="9060"/>
                  </a:lnTo>
                  <a:lnTo>
                    <a:pt x="3149327" y="9524"/>
                  </a:lnTo>
                  <a:close/>
                </a:path>
                <a:path w="4819650" h="9525">
                  <a:moveTo>
                    <a:pt x="3196952" y="9524"/>
                  </a:moveTo>
                  <a:lnTo>
                    <a:pt x="3194322" y="9524"/>
                  </a:lnTo>
                  <a:lnTo>
                    <a:pt x="3193199" y="9060"/>
                  </a:lnTo>
                  <a:lnTo>
                    <a:pt x="3191339" y="7200"/>
                  </a:lnTo>
                  <a:lnTo>
                    <a:pt x="3190874" y="6077"/>
                  </a:lnTo>
                  <a:lnTo>
                    <a:pt x="3190874" y="3447"/>
                  </a:lnTo>
                  <a:lnTo>
                    <a:pt x="3191339" y="2324"/>
                  </a:lnTo>
                  <a:lnTo>
                    <a:pt x="3193199" y="464"/>
                  </a:lnTo>
                  <a:lnTo>
                    <a:pt x="3194322" y="0"/>
                  </a:lnTo>
                  <a:lnTo>
                    <a:pt x="3196952" y="0"/>
                  </a:lnTo>
                  <a:lnTo>
                    <a:pt x="3198074" y="464"/>
                  </a:lnTo>
                  <a:lnTo>
                    <a:pt x="3199934" y="2324"/>
                  </a:lnTo>
                  <a:lnTo>
                    <a:pt x="3200399" y="3447"/>
                  </a:lnTo>
                  <a:lnTo>
                    <a:pt x="3200399" y="6077"/>
                  </a:lnTo>
                  <a:lnTo>
                    <a:pt x="3199934" y="7200"/>
                  </a:lnTo>
                  <a:lnTo>
                    <a:pt x="3198074" y="9060"/>
                  </a:lnTo>
                  <a:lnTo>
                    <a:pt x="3196952" y="9524"/>
                  </a:lnTo>
                  <a:close/>
                </a:path>
                <a:path w="4819650" h="9525">
                  <a:moveTo>
                    <a:pt x="3244577" y="9524"/>
                  </a:moveTo>
                  <a:lnTo>
                    <a:pt x="3241947" y="9524"/>
                  </a:lnTo>
                  <a:lnTo>
                    <a:pt x="3240824" y="9060"/>
                  </a:lnTo>
                  <a:lnTo>
                    <a:pt x="3238964" y="7200"/>
                  </a:lnTo>
                  <a:lnTo>
                    <a:pt x="3238499" y="6077"/>
                  </a:lnTo>
                  <a:lnTo>
                    <a:pt x="3238499" y="3447"/>
                  </a:lnTo>
                  <a:lnTo>
                    <a:pt x="3238964" y="2324"/>
                  </a:lnTo>
                  <a:lnTo>
                    <a:pt x="3240824" y="464"/>
                  </a:lnTo>
                  <a:lnTo>
                    <a:pt x="3241947" y="0"/>
                  </a:lnTo>
                  <a:lnTo>
                    <a:pt x="3244577" y="0"/>
                  </a:lnTo>
                  <a:lnTo>
                    <a:pt x="3245699" y="464"/>
                  </a:lnTo>
                  <a:lnTo>
                    <a:pt x="3247559" y="2324"/>
                  </a:lnTo>
                  <a:lnTo>
                    <a:pt x="3248024" y="3447"/>
                  </a:lnTo>
                  <a:lnTo>
                    <a:pt x="3248024" y="6077"/>
                  </a:lnTo>
                  <a:lnTo>
                    <a:pt x="3247559" y="7200"/>
                  </a:lnTo>
                  <a:lnTo>
                    <a:pt x="3245699" y="9060"/>
                  </a:lnTo>
                  <a:lnTo>
                    <a:pt x="3244577" y="9524"/>
                  </a:lnTo>
                  <a:close/>
                </a:path>
                <a:path w="4819650" h="9525">
                  <a:moveTo>
                    <a:pt x="3292202" y="9524"/>
                  </a:moveTo>
                  <a:lnTo>
                    <a:pt x="3289572" y="9524"/>
                  </a:lnTo>
                  <a:lnTo>
                    <a:pt x="3288449" y="9060"/>
                  </a:lnTo>
                  <a:lnTo>
                    <a:pt x="3286589" y="7200"/>
                  </a:lnTo>
                  <a:lnTo>
                    <a:pt x="3286124" y="6077"/>
                  </a:lnTo>
                  <a:lnTo>
                    <a:pt x="3286124" y="3447"/>
                  </a:lnTo>
                  <a:lnTo>
                    <a:pt x="3286589" y="2324"/>
                  </a:lnTo>
                  <a:lnTo>
                    <a:pt x="3288449" y="464"/>
                  </a:lnTo>
                  <a:lnTo>
                    <a:pt x="3289572" y="0"/>
                  </a:lnTo>
                  <a:lnTo>
                    <a:pt x="3292202" y="0"/>
                  </a:lnTo>
                  <a:lnTo>
                    <a:pt x="3293325" y="464"/>
                  </a:lnTo>
                  <a:lnTo>
                    <a:pt x="3295184" y="2324"/>
                  </a:lnTo>
                  <a:lnTo>
                    <a:pt x="3295649" y="3447"/>
                  </a:lnTo>
                  <a:lnTo>
                    <a:pt x="3295649" y="6077"/>
                  </a:lnTo>
                  <a:lnTo>
                    <a:pt x="3295184" y="7200"/>
                  </a:lnTo>
                  <a:lnTo>
                    <a:pt x="3293325" y="9060"/>
                  </a:lnTo>
                  <a:lnTo>
                    <a:pt x="3292202" y="9524"/>
                  </a:lnTo>
                  <a:close/>
                </a:path>
                <a:path w="4819650" h="9525">
                  <a:moveTo>
                    <a:pt x="3339827" y="9524"/>
                  </a:moveTo>
                  <a:lnTo>
                    <a:pt x="3337197" y="9524"/>
                  </a:lnTo>
                  <a:lnTo>
                    <a:pt x="3336074" y="9060"/>
                  </a:lnTo>
                  <a:lnTo>
                    <a:pt x="3334214" y="7200"/>
                  </a:lnTo>
                  <a:lnTo>
                    <a:pt x="3333749" y="6077"/>
                  </a:lnTo>
                  <a:lnTo>
                    <a:pt x="3333749" y="3447"/>
                  </a:lnTo>
                  <a:lnTo>
                    <a:pt x="3334214" y="2324"/>
                  </a:lnTo>
                  <a:lnTo>
                    <a:pt x="3336074" y="464"/>
                  </a:lnTo>
                  <a:lnTo>
                    <a:pt x="3337197" y="0"/>
                  </a:lnTo>
                  <a:lnTo>
                    <a:pt x="3339827" y="0"/>
                  </a:lnTo>
                  <a:lnTo>
                    <a:pt x="3340950" y="464"/>
                  </a:lnTo>
                  <a:lnTo>
                    <a:pt x="3342809" y="2324"/>
                  </a:lnTo>
                  <a:lnTo>
                    <a:pt x="3343274" y="3447"/>
                  </a:lnTo>
                  <a:lnTo>
                    <a:pt x="3343274" y="6077"/>
                  </a:lnTo>
                  <a:lnTo>
                    <a:pt x="3342809" y="7200"/>
                  </a:lnTo>
                  <a:lnTo>
                    <a:pt x="3340950" y="9060"/>
                  </a:lnTo>
                  <a:lnTo>
                    <a:pt x="3339827" y="9524"/>
                  </a:lnTo>
                  <a:close/>
                </a:path>
                <a:path w="4819650" h="9525">
                  <a:moveTo>
                    <a:pt x="3387452" y="9524"/>
                  </a:moveTo>
                  <a:lnTo>
                    <a:pt x="3384822" y="9524"/>
                  </a:lnTo>
                  <a:lnTo>
                    <a:pt x="3383699" y="9060"/>
                  </a:lnTo>
                  <a:lnTo>
                    <a:pt x="3381839" y="7200"/>
                  </a:lnTo>
                  <a:lnTo>
                    <a:pt x="3381374" y="6077"/>
                  </a:lnTo>
                  <a:lnTo>
                    <a:pt x="3381374" y="3447"/>
                  </a:lnTo>
                  <a:lnTo>
                    <a:pt x="3381839" y="2324"/>
                  </a:lnTo>
                  <a:lnTo>
                    <a:pt x="3383699" y="464"/>
                  </a:lnTo>
                  <a:lnTo>
                    <a:pt x="3384822" y="0"/>
                  </a:lnTo>
                  <a:lnTo>
                    <a:pt x="3387452" y="0"/>
                  </a:lnTo>
                  <a:lnTo>
                    <a:pt x="3388575" y="464"/>
                  </a:lnTo>
                  <a:lnTo>
                    <a:pt x="3390434" y="2324"/>
                  </a:lnTo>
                  <a:lnTo>
                    <a:pt x="3390899" y="3447"/>
                  </a:lnTo>
                  <a:lnTo>
                    <a:pt x="3390899" y="6077"/>
                  </a:lnTo>
                  <a:lnTo>
                    <a:pt x="3390434" y="7200"/>
                  </a:lnTo>
                  <a:lnTo>
                    <a:pt x="3388575" y="9060"/>
                  </a:lnTo>
                  <a:lnTo>
                    <a:pt x="3387452" y="9524"/>
                  </a:lnTo>
                  <a:close/>
                </a:path>
                <a:path w="4819650" h="9525">
                  <a:moveTo>
                    <a:pt x="3435077" y="9524"/>
                  </a:moveTo>
                  <a:lnTo>
                    <a:pt x="3432447" y="9524"/>
                  </a:lnTo>
                  <a:lnTo>
                    <a:pt x="3431324" y="9060"/>
                  </a:lnTo>
                  <a:lnTo>
                    <a:pt x="3429464" y="7200"/>
                  </a:lnTo>
                  <a:lnTo>
                    <a:pt x="3428999" y="6077"/>
                  </a:lnTo>
                  <a:lnTo>
                    <a:pt x="3428999" y="3447"/>
                  </a:lnTo>
                  <a:lnTo>
                    <a:pt x="3429464" y="2324"/>
                  </a:lnTo>
                  <a:lnTo>
                    <a:pt x="3431324" y="464"/>
                  </a:lnTo>
                  <a:lnTo>
                    <a:pt x="3432447" y="0"/>
                  </a:lnTo>
                  <a:lnTo>
                    <a:pt x="3435077" y="0"/>
                  </a:lnTo>
                  <a:lnTo>
                    <a:pt x="3436199" y="464"/>
                  </a:lnTo>
                  <a:lnTo>
                    <a:pt x="3438059" y="2324"/>
                  </a:lnTo>
                  <a:lnTo>
                    <a:pt x="3438524" y="3447"/>
                  </a:lnTo>
                  <a:lnTo>
                    <a:pt x="3438524" y="6077"/>
                  </a:lnTo>
                  <a:lnTo>
                    <a:pt x="3438059" y="7200"/>
                  </a:lnTo>
                  <a:lnTo>
                    <a:pt x="3436199" y="9060"/>
                  </a:lnTo>
                  <a:lnTo>
                    <a:pt x="3435077" y="9524"/>
                  </a:lnTo>
                  <a:close/>
                </a:path>
                <a:path w="4819650" h="9525">
                  <a:moveTo>
                    <a:pt x="3482702" y="9524"/>
                  </a:moveTo>
                  <a:lnTo>
                    <a:pt x="3480072" y="9524"/>
                  </a:lnTo>
                  <a:lnTo>
                    <a:pt x="3478949" y="9060"/>
                  </a:lnTo>
                  <a:lnTo>
                    <a:pt x="3477089" y="7200"/>
                  </a:lnTo>
                  <a:lnTo>
                    <a:pt x="3476624" y="6077"/>
                  </a:lnTo>
                  <a:lnTo>
                    <a:pt x="3476624" y="3447"/>
                  </a:lnTo>
                  <a:lnTo>
                    <a:pt x="3477089" y="2324"/>
                  </a:lnTo>
                  <a:lnTo>
                    <a:pt x="3478949" y="464"/>
                  </a:lnTo>
                  <a:lnTo>
                    <a:pt x="3480072" y="0"/>
                  </a:lnTo>
                  <a:lnTo>
                    <a:pt x="3482702" y="0"/>
                  </a:lnTo>
                  <a:lnTo>
                    <a:pt x="3483824" y="464"/>
                  </a:lnTo>
                  <a:lnTo>
                    <a:pt x="3485684" y="2324"/>
                  </a:lnTo>
                  <a:lnTo>
                    <a:pt x="3486149" y="3447"/>
                  </a:lnTo>
                  <a:lnTo>
                    <a:pt x="3486149" y="6077"/>
                  </a:lnTo>
                  <a:lnTo>
                    <a:pt x="3485684" y="7200"/>
                  </a:lnTo>
                  <a:lnTo>
                    <a:pt x="3483824" y="9060"/>
                  </a:lnTo>
                  <a:lnTo>
                    <a:pt x="3482702" y="9524"/>
                  </a:lnTo>
                  <a:close/>
                </a:path>
                <a:path w="4819650" h="9525">
                  <a:moveTo>
                    <a:pt x="3530327" y="9524"/>
                  </a:moveTo>
                  <a:lnTo>
                    <a:pt x="3527697" y="9524"/>
                  </a:lnTo>
                  <a:lnTo>
                    <a:pt x="3526574" y="9060"/>
                  </a:lnTo>
                  <a:lnTo>
                    <a:pt x="3524714" y="7200"/>
                  </a:lnTo>
                  <a:lnTo>
                    <a:pt x="3524249" y="6077"/>
                  </a:lnTo>
                  <a:lnTo>
                    <a:pt x="3524249" y="3447"/>
                  </a:lnTo>
                  <a:lnTo>
                    <a:pt x="3524714" y="2324"/>
                  </a:lnTo>
                  <a:lnTo>
                    <a:pt x="3526574" y="464"/>
                  </a:lnTo>
                  <a:lnTo>
                    <a:pt x="3527697" y="0"/>
                  </a:lnTo>
                  <a:lnTo>
                    <a:pt x="3530327" y="0"/>
                  </a:lnTo>
                  <a:lnTo>
                    <a:pt x="3531449" y="464"/>
                  </a:lnTo>
                  <a:lnTo>
                    <a:pt x="3533309" y="2324"/>
                  </a:lnTo>
                  <a:lnTo>
                    <a:pt x="3533774" y="3447"/>
                  </a:lnTo>
                  <a:lnTo>
                    <a:pt x="3533774" y="6077"/>
                  </a:lnTo>
                  <a:lnTo>
                    <a:pt x="3533309" y="7200"/>
                  </a:lnTo>
                  <a:lnTo>
                    <a:pt x="3531449" y="9060"/>
                  </a:lnTo>
                  <a:lnTo>
                    <a:pt x="3530327" y="9524"/>
                  </a:lnTo>
                  <a:close/>
                </a:path>
                <a:path w="4819650" h="9525">
                  <a:moveTo>
                    <a:pt x="3577952" y="9524"/>
                  </a:moveTo>
                  <a:lnTo>
                    <a:pt x="3575322" y="9524"/>
                  </a:lnTo>
                  <a:lnTo>
                    <a:pt x="3574199" y="9060"/>
                  </a:lnTo>
                  <a:lnTo>
                    <a:pt x="3572339" y="7200"/>
                  </a:lnTo>
                  <a:lnTo>
                    <a:pt x="3571874" y="6077"/>
                  </a:lnTo>
                  <a:lnTo>
                    <a:pt x="3571874" y="3447"/>
                  </a:lnTo>
                  <a:lnTo>
                    <a:pt x="3572339" y="2324"/>
                  </a:lnTo>
                  <a:lnTo>
                    <a:pt x="3574199" y="464"/>
                  </a:lnTo>
                  <a:lnTo>
                    <a:pt x="3575322" y="0"/>
                  </a:lnTo>
                  <a:lnTo>
                    <a:pt x="3577952" y="0"/>
                  </a:lnTo>
                  <a:lnTo>
                    <a:pt x="3579074" y="464"/>
                  </a:lnTo>
                  <a:lnTo>
                    <a:pt x="3580934" y="2324"/>
                  </a:lnTo>
                  <a:lnTo>
                    <a:pt x="3581399" y="3447"/>
                  </a:lnTo>
                  <a:lnTo>
                    <a:pt x="3581399" y="6077"/>
                  </a:lnTo>
                  <a:lnTo>
                    <a:pt x="3580934" y="7200"/>
                  </a:lnTo>
                  <a:lnTo>
                    <a:pt x="3579074" y="9060"/>
                  </a:lnTo>
                  <a:lnTo>
                    <a:pt x="3577952" y="9524"/>
                  </a:lnTo>
                  <a:close/>
                </a:path>
                <a:path w="4819650" h="9525">
                  <a:moveTo>
                    <a:pt x="3625577" y="9524"/>
                  </a:moveTo>
                  <a:lnTo>
                    <a:pt x="3622947" y="9524"/>
                  </a:lnTo>
                  <a:lnTo>
                    <a:pt x="3621824" y="9060"/>
                  </a:lnTo>
                  <a:lnTo>
                    <a:pt x="3619964" y="7200"/>
                  </a:lnTo>
                  <a:lnTo>
                    <a:pt x="3619499" y="6077"/>
                  </a:lnTo>
                  <a:lnTo>
                    <a:pt x="3619499" y="3447"/>
                  </a:lnTo>
                  <a:lnTo>
                    <a:pt x="3619964" y="2324"/>
                  </a:lnTo>
                  <a:lnTo>
                    <a:pt x="3621824" y="464"/>
                  </a:lnTo>
                  <a:lnTo>
                    <a:pt x="3622947" y="0"/>
                  </a:lnTo>
                  <a:lnTo>
                    <a:pt x="3625577" y="0"/>
                  </a:lnTo>
                  <a:lnTo>
                    <a:pt x="3626699" y="464"/>
                  </a:lnTo>
                  <a:lnTo>
                    <a:pt x="3628559" y="2324"/>
                  </a:lnTo>
                  <a:lnTo>
                    <a:pt x="3629024" y="3447"/>
                  </a:lnTo>
                  <a:lnTo>
                    <a:pt x="3629024" y="6077"/>
                  </a:lnTo>
                  <a:lnTo>
                    <a:pt x="3628559" y="7200"/>
                  </a:lnTo>
                  <a:lnTo>
                    <a:pt x="3626699" y="9060"/>
                  </a:lnTo>
                  <a:lnTo>
                    <a:pt x="3625577" y="9524"/>
                  </a:lnTo>
                  <a:close/>
                </a:path>
                <a:path w="4819650" h="9525">
                  <a:moveTo>
                    <a:pt x="3673202" y="9524"/>
                  </a:moveTo>
                  <a:lnTo>
                    <a:pt x="3670572" y="9524"/>
                  </a:lnTo>
                  <a:lnTo>
                    <a:pt x="3669449" y="9060"/>
                  </a:lnTo>
                  <a:lnTo>
                    <a:pt x="3667589" y="7200"/>
                  </a:lnTo>
                  <a:lnTo>
                    <a:pt x="3667124" y="6077"/>
                  </a:lnTo>
                  <a:lnTo>
                    <a:pt x="3667124" y="3447"/>
                  </a:lnTo>
                  <a:lnTo>
                    <a:pt x="3667589" y="2324"/>
                  </a:lnTo>
                  <a:lnTo>
                    <a:pt x="3669449" y="464"/>
                  </a:lnTo>
                  <a:lnTo>
                    <a:pt x="3670572" y="0"/>
                  </a:lnTo>
                  <a:lnTo>
                    <a:pt x="3673202" y="0"/>
                  </a:lnTo>
                  <a:lnTo>
                    <a:pt x="3674324" y="464"/>
                  </a:lnTo>
                  <a:lnTo>
                    <a:pt x="3676184" y="2324"/>
                  </a:lnTo>
                  <a:lnTo>
                    <a:pt x="3676649" y="3447"/>
                  </a:lnTo>
                  <a:lnTo>
                    <a:pt x="3676649" y="6077"/>
                  </a:lnTo>
                  <a:lnTo>
                    <a:pt x="3676184" y="7200"/>
                  </a:lnTo>
                  <a:lnTo>
                    <a:pt x="3674324" y="9060"/>
                  </a:lnTo>
                  <a:lnTo>
                    <a:pt x="3673202" y="9524"/>
                  </a:lnTo>
                  <a:close/>
                </a:path>
                <a:path w="4819650" h="9525">
                  <a:moveTo>
                    <a:pt x="3720827" y="9524"/>
                  </a:moveTo>
                  <a:lnTo>
                    <a:pt x="3718197" y="9524"/>
                  </a:lnTo>
                  <a:lnTo>
                    <a:pt x="3717074" y="9060"/>
                  </a:lnTo>
                  <a:lnTo>
                    <a:pt x="3715214" y="7200"/>
                  </a:lnTo>
                  <a:lnTo>
                    <a:pt x="3714749" y="6077"/>
                  </a:lnTo>
                  <a:lnTo>
                    <a:pt x="3714749" y="3447"/>
                  </a:lnTo>
                  <a:lnTo>
                    <a:pt x="3715214" y="2324"/>
                  </a:lnTo>
                  <a:lnTo>
                    <a:pt x="3717074" y="464"/>
                  </a:lnTo>
                  <a:lnTo>
                    <a:pt x="3718197" y="0"/>
                  </a:lnTo>
                  <a:lnTo>
                    <a:pt x="3720827" y="0"/>
                  </a:lnTo>
                  <a:lnTo>
                    <a:pt x="3721949" y="464"/>
                  </a:lnTo>
                  <a:lnTo>
                    <a:pt x="3723809" y="2324"/>
                  </a:lnTo>
                  <a:lnTo>
                    <a:pt x="3724274" y="3447"/>
                  </a:lnTo>
                  <a:lnTo>
                    <a:pt x="3724274" y="6077"/>
                  </a:lnTo>
                  <a:lnTo>
                    <a:pt x="3723809" y="7200"/>
                  </a:lnTo>
                  <a:lnTo>
                    <a:pt x="3721949" y="9060"/>
                  </a:lnTo>
                  <a:lnTo>
                    <a:pt x="3720827" y="9524"/>
                  </a:lnTo>
                  <a:close/>
                </a:path>
                <a:path w="4819650" h="9525">
                  <a:moveTo>
                    <a:pt x="3768452" y="9524"/>
                  </a:moveTo>
                  <a:lnTo>
                    <a:pt x="3765822" y="9524"/>
                  </a:lnTo>
                  <a:lnTo>
                    <a:pt x="3764699" y="9060"/>
                  </a:lnTo>
                  <a:lnTo>
                    <a:pt x="3762839" y="7200"/>
                  </a:lnTo>
                  <a:lnTo>
                    <a:pt x="3762374" y="6077"/>
                  </a:lnTo>
                  <a:lnTo>
                    <a:pt x="3762374" y="3447"/>
                  </a:lnTo>
                  <a:lnTo>
                    <a:pt x="3762839" y="2324"/>
                  </a:lnTo>
                  <a:lnTo>
                    <a:pt x="3764699" y="464"/>
                  </a:lnTo>
                  <a:lnTo>
                    <a:pt x="3765822" y="0"/>
                  </a:lnTo>
                  <a:lnTo>
                    <a:pt x="3768452" y="0"/>
                  </a:lnTo>
                  <a:lnTo>
                    <a:pt x="3769574" y="464"/>
                  </a:lnTo>
                  <a:lnTo>
                    <a:pt x="3771434" y="2324"/>
                  </a:lnTo>
                  <a:lnTo>
                    <a:pt x="3771899" y="3447"/>
                  </a:lnTo>
                  <a:lnTo>
                    <a:pt x="3771899" y="6077"/>
                  </a:lnTo>
                  <a:lnTo>
                    <a:pt x="3771434" y="7200"/>
                  </a:lnTo>
                  <a:lnTo>
                    <a:pt x="3769574" y="9060"/>
                  </a:lnTo>
                  <a:lnTo>
                    <a:pt x="3768452" y="9524"/>
                  </a:lnTo>
                  <a:close/>
                </a:path>
                <a:path w="4819650" h="9525">
                  <a:moveTo>
                    <a:pt x="3816077" y="9524"/>
                  </a:moveTo>
                  <a:lnTo>
                    <a:pt x="3813447" y="9524"/>
                  </a:lnTo>
                  <a:lnTo>
                    <a:pt x="3812324" y="9060"/>
                  </a:lnTo>
                  <a:lnTo>
                    <a:pt x="3810464" y="7200"/>
                  </a:lnTo>
                  <a:lnTo>
                    <a:pt x="3809999" y="6077"/>
                  </a:lnTo>
                  <a:lnTo>
                    <a:pt x="3809999" y="3447"/>
                  </a:lnTo>
                  <a:lnTo>
                    <a:pt x="3810464" y="2324"/>
                  </a:lnTo>
                  <a:lnTo>
                    <a:pt x="3812324" y="464"/>
                  </a:lnTo>
                  <a:lnTo>
                    <a:pt x="3813447" y="0"/>
                  </a:lnTo>
                  <a:lnTo>
                    <a:pt x="3816077" y="0"/>
                  </a:lnTo>
                  <a:lnTo>
                    <a:pt x="3817199" y="464"/>
                  </a:lnTo>
                  <a:lnTo>
                    <a:pt x="3819059" y="2324"/>
                  </a:lnTo>
                  <a:lnTo>
                    <a:pt x="3819524" y="3447"/>
                  </a:lnTo>
                  <a:lnTo>
                    <a:pt x="3819524" y="6077"/>
                  </a:lnTo>
                  <a:lnTo>
                    <a:pt x="3819059" y="7200"/>
                  </a:lnTo>
                  <a:lnTo>
                    <a:pt x="3817199" y="9060"/>
                  </a:lnTo>
                  <a:lnTo>
                    <a:pt x="3816077" y="9524"/>
                  </a:lnTo>
                  <a:close/>
                </a:path>
                <a:path w="4819650" h="9525">
                  <a:moveTo>
                    <a:pt x="3863702" y="9524"/>
                  </a:moveTo>
                  <a:lnTo>
                    <a:pt x="3861072" y="9524"/>
                  </a:lnTo>
                  <a:lnTo>
                    <a:pt x="3859949" y="9060"/>
                  </a:lnTo>
                  <a:lnTo>
                    <a:pt x="3858089" y="7200"/>
                  </a:lnTo>
                  <a:lnTo>
                    <a:pt x="3857624" y="6077"/>
                  </a:lnTo>
                  <a:lnTo>
                    <a:pt x="3857624" y="3447"/>
                  </a:lnTo>
                  <a:lnTo>
                    <a:pt x="3858089" y="2324"/>
                  </a:lnTo>
                  <a:lnTo>
                    <a:pt x="3859949" y="464"/>
                  </a:lnTo>
                  <a:lnTo>
                    <a:pt x="3861072" y="0"/>
                  </a:lnTo>
                  <a:lnTo>
                    <a:pt x="3863702" y="0"/>
                  </a:lnTo>
                  <a:lnTo>
                    <a:pt x="3864824" y="464"/>
                  </a:lnTo>
                  <a:lnTo>
                    <a:pt x="3866684" y="2324"/>
                  </a:lnTo>
                  <a:lnTo>
                    <a:pt x="3867149" y="3447"/>
                  </a:lnTo>
                  <a:lnTo>
                    <a:pt x="3867149" y="6077"/>
                  </a:lnTo>
                  <a:lnTo>
                    <a:pt x="3866684" y="7200"/>
                  </a:lnTo>
                  <a:lnTo>
                    <a:pt x="3864824" y="9060"/>
                  </a:lnTo>
                  <a:lnTo>
                    <a:pt x="3863702" y="9524"/>
                  </a:lnTo>
                  <a:close/>
                </a:path>
                <a:path w="4819650" h="9525">
                  <a:moveTo>
                    <a:pt x="3911327" y="9524"/>
                  </a:moveTo>
                  <a:lnTo>
                    <a:pt x="3908697" y="9524"/>
                  </a:lnTo>
                  <a:lnTo>
                    <a:pt x="3907574" y="9060"/>
                  </a:lnTo>
                  <a:lnTo>
                    <a:pt x="3905714" y="7200"/>
                  </a:lnTo>
                  <a:lnTo>
                    <a:pt x="3905249" y="6077"/>
                  </a:lnTo>
                  <a:lnTo>
                    <a:pt x="3905249" y="3447"/>
                  </a:lnTo>
                  <a:lnTo>
                    <a:pt x="3905714" y="2324"/>
                  </a:lnTo>
                  <a:lnTo>
                    <a:pt x="3907574" y="464"/>
                  </a:lnTo>
                  <a:lnTo>
                    <a:pt x="3908697" y="0"/>
                  </a:lnTo>
                  <a:lnTo>
                    <a:pt x="3911327" y="0"/>
                  </a:lnTo>
                  <a:lnTo>
                    <a:pt x="3912449" y="464"/>
                  </a:lnTo>
                  <a:lnTo>
                    <a:pt x="3914309" y="2324"/>
                  </a:lnTo>
                  <a:lnTo>
                    <a:pt x="3914774" y="3447"/>
                  </a:lnTo>
                  <a:lnTo>
                    <a:pt x="3914774" y="6077"/>
                  </a:lnTo>
                  <a:lnTo>
                    <a:pt x="3914309" y="7200"/>
                  </a:lnTo>
                  <a:lnTo>
                    <a:pt x="3912449" y="9060"/>
                  </a:lnTo>
                  <a:lnTo>
                    <a:pt x="3911327" y="9524"/>
                  </a:lnTo>
                  <a:close/>
                </a:path>
                <a:path w="4819650" h="9525">
                  <a:moveTo>
                    <a:pt x="3958952" y="9524"/>
                  </a:moveTo>
                  <a:lnTo>
                    <a:pt x="3956322" y="9524"/>
                  </a:lnTo>
                  <a:lnTo>
                    <a:pt x="3955199" y="9060"/>
                  </a:lnTo>
                  <a:lnTo>
                    <a:pt x="3953339" y="7200"/>
                  </a:lnTo>
                  <a:lnTo>
                    <a:pt x="3952874" y="6077"/>
                  </a:lnTo>
                  <a:lnTo>
                    <a:pt x="3952874" y="3447"/>
                  </a:lnTo>
                  <a:lnTo>
                    <a:pt x="3953339" y="2324"/>
                  </a:lnTo>
                  <a:lnTo>
                    <a:pt x="3955199" y="464"/>
                  </a:lnTo>
                  <a:lnTo>
                    <a:pt x="3956322" y="0"/>
                  </a:lnTo>
                  <a:lnTo>
                    <a:pt x="3958952" y="0"/>
                  </a:lnTo>
                  <a:lnTo>
                    <a:pt x="3960074" y="464"/>
                  </a:lnTo>
                  <a:lnTo>
                    <a:pt x="3961934" y="2324"/>
                  </a:lnTo>
                  <a:lnTo>
                    <a:pt x="3962399" y="3447"/>
                  </a:lnTo>
                  <a:lnTo>
                    <a:pt x="3962399" y="6077"/>
                  </a:lnTo>
                  <a:lnTo>
                    <a:pt x="3961934" y="7200"/>
                  </a:lnTo>
                  <a:lnTo>
                    <a:pt x="3960074" y="9060"/>
                  </a:lnTo>
                  <a:lnTo>
                    <a:pt x="3958952" y="9524"/>
                  </a:lnTo>
                  <a:close/>
                </a:path>
                <a:path w="4819650" h="9525">
                  <a:moveTo>
                    <a:pt x="4006577" y="9524"/>
                  </a:moveTo>
                  <a:lnTo>
                    <a:pt x="4003947" y="9524"/>
                  </a:lnTo>
                  <a:lnTo>
                    <a:pt x="4002824" y="9060"/>
                  </a:lnTo>
                  <a:lnTo>
                    <a:pt x="4000964" y="7200"/>
                  </a:lnTo>
                  <a:lnTo>
                    <a:pt x="4000499" y="6077"/>
                  </a:lnTo>
                  <a:lnTo>
                    <a:pt x="4000499" y="3447"/>
                  </a:lnTo>
                  <a:lnTo>
                    <a:pt x="4000964" y="2324"/>
                  </a:lnTo>
                  <a:lnTo>
                    <a:pt x="4002824" y="464"/>
                  </a:lnTo>
                  <a:lnTo>
                    <a:pt x="4003947" y="0"/>
                  </a:lnTo>
                  <a:lnTo>
                    <a:pt x="4006577" y="0"/>
                  </a:lnTo>
                  <a:lnTo>
                    <a:pt x="4007699" y="464"/>
                  </a:lnTo>
                  <a:lnTo>
                    <a:pt x="4009559" y="2324"/>
                  </a:lnTo>
                  <a:lnTo>
                    <a:pt x="4010024" y="3447"/>
                  </a:lnTo>
                  <a:lnTo>
                    <a:pt x="4010024" y="6077"/>
                  </a:lnTo>
                  <a:lnTo>
                    <a:pt x="4009559" y="7200"/>
                  </a:lnTo>
                  <a:lnTo>
                    <a:pt x="4007699" y="9060"/>
                  </a:lnTo>
                  <a:lnTo>
                    <a:pt x="4006577" y="9524"/>
                  </a:lnTo>
                  <a:close/>
                </a:path>
                <a:path w="4819650" h="9525">
                  <a:moveTo>
                    <a:pt x="4054202" y="9524"/>
                  </a:moveTo>
                  <a:lnTo>
                    <a:pt x="4051572" y="9524"/>
                  </a:lnTo>
                  <a:lnTo>
                    <a:pt x="4050449" y="9060"/>
                  </a:lnTo>
                  <a:lnTo>
                    <a:pt x="4048589" y="7200"/>
                  </a:lnTo>
                  <a:lnTo>
                    <a:pt x="4048124" y="6077"/>
                  </a:lnTo>
                  <a:lnTo>
                    <a:pt x="4048124" y="3447"/>
                  </a:lnTo>
                  <a:lnTo>
                    <a:pt x="4048589" y="2324"/>
                  </a:lnTo>
                  <a:lnTo>
                    <a:pt x="4050449" y="464"/>
                  </a:lnTo>
                  <a:lnTo>
                    <a:pt x="4051572" y="0"/>
                  </a:lnTo>
                  <a:lnTo>
                    <a:pt x="4054202" y="0"/>
                  </a:lnTo>
                  <a:lnTo>
                    <a:pt x="4055324" y="464"/>
                  </a:lnTo>
                  <a:lnTo>
                    <a:pt x="4057184" y="2324"/>
                  </a:lnTo>
                  <a:lnTo>
                    <a:pt x="4057649" y="3447"/>
                  </a:lnTo>
                  <a:lnTo>
                    <a:pt x="4057649" y="6077"/>
                  </a:lnTo>
                  <a:lnTo>
                    <a:pt x="4057184" y="7200"/>
                  </a:lnTo>
                  <a:lnTo>
                    <a:pt x="4055324" y="9060"/>
                  </a:lnTo>
                  <a:lnTo>
                    <a:pt x="4054202" y="9524"/>
                  </a:lnTo>
                  <a:close/>
                </a:path>
                <a:path w="4819650" h="9525">
                  <a:moveTo>
                    <a:pt x="4101827" y="9524"/>
                  </a:moveTo>
                  <a:lnTo>
                    <a:pt x="4099197" y="9524"/>
                  </a:lnTo>
                  <a:lnTo>
                    <a:pt x="4098074" y="9060"/>
                  </a:lnTo>
                  <a:lnTo>
                    <a:pt x="4096214" y="7200"/>
                  </a:lnTo>
                  <a:lnTo>
                    <a:pt x="4095749" y="6077"/>
                  </a:lnTo>
                  <a:lnTo>
                    <a:pt x="4095749" y="3447"/>
                  </a:lnTo>
                  <a:lnTo>
                    <a:pt x="4096214" y="2324"/>
                  </a:lnTo>
                  <a:lnTo>
                    <a:pt x="4098074" y="464"/>
                  </a:lnTo>
                  <a:lnTo>
                    <a:pt x="4099197" y="0"/>
                  </a:lnTo>
                  <a:lnTo>
                    <a:pt x="4101827" y="0"/>
                  </a:lnTo>
                  <a:lnTo>
                    <a:pt x="4102949" y="464"/>
                  </a:lnTo>
                  <a:lnTo>
                    <a:pt x="4104809" y="2324"/>
                  </a:lnTo>
                  <a:lnTo>
                    <a:pt x="4105274" y="3447"/>
                  </a:lnTo>
                  <a:lnTo>
                    <a:pt x="4105274" y="6077"/>
                  </a:lnTo>
                  <a:lnTo>
                    <a:pt x="4104809" y="7200"/>
                  </a:lnTo>
                  <a:lnTo>
                    <a:pt x="4102949" y="9060"/>
                  </a:lnTo>
                  <a:lnTo>
                    <a:pt x="4101827" y="9524"/>
                  </a:lnTo>
                  <a:close/>
                </a:path>
                <a:path w="4819650" h="9525">
                  <a:moveTo>
                    <a:pt x="4149452" y="9524"/>
                  </a:moveTo>
                  <a:lnTo>
                    <a:pt x="4146822" y="9524"/>
                  </a:lnTo>
                  <a:lnTo>
                    <a:pt x="4145699" y="9060"/>
                  </a:lnTo>
                  <a:lnTo>
                    <a:pt x="4143839" y="7200"/>
                  </a:lnTo>
                  <a:lnTo>
                    <a:pt x="4143374" y="6077"/>
                  </a:lnTo>
                  <a:lnTo>
                    <a:pt x="4143374" y="3447"/>
                  </a:lnTo>
                  <a:lnTo>
                    <a:pt x="4143839" y="2324"/>
                  </a:lnTo>
                  <a:lnTo>
                    <a:pt x="4145699" y="464"/>
                  </a:lnTo>
                  <a:lnTo>
                    <a:pt x="4146822" y="0"/>
                  </a:lnTo>
                  <a:lnTo>
                    <a:pt x="4149452" y="0"/>
                  </a:lnTo>
                  <a:lnTo>
                    <a:pt x="4150574" y="464"/>
                  </a:lnTo>
                  <a:lnTo>
                    <a:pt x="4152434" y="2324"/>
                  </a:lnTo>
                  <a:lnTo>
                    <a:pt x="4152899" y="3447"/>
                  </a:lnTo>
                  <a:lnTo>
                    <a:pt x="4152899" y="6077"/>
                  </a:lnTo>
                  <a:lnTo>
                    <a:pt x="4152434" y="7200"/>
                  </a:lnTo>
                  <a:lnTo>
                    <a:pt x="4150574" y="9060"/>
                  </a:lnTo>
                  <a:lnTo>
                    <a:pt x="4149452" y="9524"/>
                  </a:lnTo>
                  <a:close/>
                </a:path>
                <a:path w="4819650" h="9525">
                  <a:moveTo>
                    <a:pt x="4197077" y="9524"/>
                  </a:moveTo>
                  <a:lnTo>
                    <a:pt x="4194447" y="9524"/>
                  </a:lnTo>
                  <a:lnTo>
                    <a:pt x="4193324" y="9060"/>
                  </a:lnTo>
                  <a:lnTo>
                    <a:pt x="4191464" y="7200"/>
                  </a:lnTo>
                  <a:lnTo>
                    <a:pt x="4190999" y="6077"/>
                  </a:lnTo>
                  <a:lnTo>
                    <a:pt x="4190999" y="3447"/>
                  </a:lnTo>
                  <a:lnTo>
                    <a:pt x="4191464" y="2324"/>
                  </a:lnTo>
                  <a:lnTo>
                    <a:pt x="4193324" y="464"/>
                  </a:lnTo>
                  <a:lnTo>
                    <a:pt x="4194447" y="0"/>
                  </a:lnTo>
                  <a:lnTo>
                    <a:pt x="4197077" y="0"/>
                  </a:lnTo>
                  <a:lnTo>
                    <a:pt x="4198199" y="464"/>
                  </a:lnTo>
                  <a:lnTo>
                    <a:pt x="4200059" y="2324"/>
                  </a:lnTo>
                  <a:lnTo>
                    <a:pt x="4200524" y="3447"/>
                  </a:lnTo>
                  <a:lnTo>
                    <a:pt x="4200524" y="6077"/>
                  </a:lnTo>
                  <a:lnTo>
                    <a:pt x="4200059" y="7200"/>
                  </a:lnTo>
                  <a:lnTo>
                    <a:pt x="4198199" y="9060"/>
                  </a:lnTo>
                  <a:lnTo>
                    <a:pt x="4197077" y="9524"/>
                  </a:lnTo>
                  <a:close/>
                </a:path>
                <a:path w="4819650" h="9525">
                  <a:moveTo>
                    <a:pt x="4244702" y="9524"/>
                  </a:moveTo>
                  <a:lnTo>
                    <a:pt x="4242072" y="9524"/>
                  </a:lnTo>
                  <a:lnTo>
                    <a:pt x="4240949" y="9060"/>
                  </a:lnTo>
                  <a:lnTo>
                    <a:pt x="4239089" y="7200"/>
                  </a:lnTo>
                  <a:lnTo>
                    <a:pt x="4238624" y="6077"/>
                  </a:lnTo>
                  <a:lnTo>
                    <a:pt x="4238624" y="3447"/>
                  </a:lnTo>
                  <a:lnTo>
                    <a:pt x="4239089" y="2324"/>
                  </a:lnTo>
                  <a:lnTo>
                    <a:pt x="4240949" y="464"/>
                  </a:lnTo>
                  <a:lnTo>
                    <a:pt x="4242072" y="0"/>
                  </a:lnTo>
                  <a:lnTo>
                    <a:pt x="4244702" y="0"/>
                  </a:lnTo>
                  <a:lnTo>
                    <a:pt x="4245824" y="464"/>
                  </a:lnTo>
                  <a:lnTo>
                    <a:pt x="4247684" y="2324"/>
                  </a:lnTo>
                  <a:lnTo>
                    <a:pt x="4248149" y="3447"/>
                  </a:lnTo>
                  <a:lnTo>
                    <a:pt x="4248149" y="6077"/>
                  </a:lnTo>
                  <a:lnTo>
                    <a:pt x="4247684" y="7200"/>
                  </a:lnTo>
                  <a:lnTo>
                    <a:pt x="4245824" y="9060"/>
                  </a:lnTo>
                  <a:lnTo>
                    <a:pt x="4244702" y="9524"/>
                  </a:lnTo>
                  <a:close/>
                </a:path>
                <a:path w="4819650" h="9525">
                  <a:moveTo>
                    <a:pt x="4292327" y="9524"/>
                  </a:moveTo>
                  <a:lnTo>
                    <a:pt x="4289697" y="9524"/>
                  </a:lnTo>
                  <a:lnTo>
                    <a:pt x="4288574" y="9060"/>
                  </a:lnTo>
                  <a:lnTo>
                    <a:pt x="4286714" y="7200"/>
                  </a:lnTo>
                  <a:lnTo>
                    <a:pt x="4286249" y="6077"/>
                  </a:lnTo>
                  <a:lnTo>
                    <a:pt x="4286249" y="3447"/>
                  </a:lnTo>
                  <a:lnTo>
                    <a:pt x="4286714" y="2324"/>
                  </a:lnTo>
                  <a:lnTo>
                    <a:pt x="4288574" y="464"/>
                  </a:lnTo>
                  <a:lnTo>
                    <a:pt x="4289697" y="0"/>
                  </a:lnTo>
                  <a:lnTo>
                    <a:pt x="4292327" y="0"/>
                  </a:lnTo>
                  <a:lnTo>
                    <a:pt x="4293449" y="464"/>
                  </a:lnTo>
                  <a:lnTo>
                    <a:pt x="4295309" y="2324"/>
                  </a:lnTo>
                  <a:lnTo>
                    <a:pt x="4295774" y="3447"/>
                  </a:lnTo>
                  <a:lnTo>
                    <a:pt x="4295774" y="6077"/>
                  </a:lnTo>
                  <a:lnTo>
                    <a:pt x="4295309" y="7200"/>
                  </a:lnTo>
                  <a:lnTo>
                    <a:pt x="4293449" y="9060"/>
                  </a:lnTo>
                  <a:lnTo>
                    <a:pt x="4292327" y="9524"/>
                  </a:lnTo>
                  <a:close/>
                </a:path>
                <a:path w="4819650" h="9525">
                  <a:moveTo>
                    <a:pt x="4339952" y="9524"/>
                  </a:moveTo>
                  <a:lnTo>
                    <a:pt x="4337322" y="9524"/>
                  </a:lnTo>
                  <a:lnTo>
                    <a:pt x="4336199" y="9060"/>
                  </a:lnTo>
                  <a:lnTo>
                    <a:pt x="4334339" y="7200"/>
                  </a:lnTo>
                  <a:lnTo>
                    <a:pt x="4333874" y="6077"/>
                  </a:lnTo>
                  <a:lnTo>
                    <a:pt x="4333874" y="3447"/>
                  </a:lnTo>
                  <a:lnTo>
                    <a:pt x="4334339" y="2324"/>
                  </a:lnTo>
                  <a:lnTo>
                    <a:pt x="4336199" y="464"/>
                  </a:lnTo>
                  <a:lnTo>
                    <a:pt x="4337322" y="0"/>
                  </a:lnTo>
                  <a:lnTo>
                    <a:pt x="4339952" y="0"/>
                  </a:lnTo>
                  <a:lnTo>
                    <a:pt x="4341074" y="464"/>
                  </a:lnTo>
                  <a:lnTo>
                    <a:pt x="4342934" y="2324"/>
                  </a:lnTo>
                  <a:lnTo>
                    <a:pt x="4343399" y="3447"/>
                  </a:lnTo>
                  <a:lnTo>
                    <a:pt x="4343399" y="6077"/>
                  </a:lnTo>
                  <a:lnTo>
                    <a:pt x="4342934" y="7200"/>
                  </a:lnTo>
                  <a:lnTo>
                    <a:pt x="4341074" y="9060"/>
                  </a:lnTo>
                  <a:lnTo>
                    <a:pt x="4339952" y="9524"/>
                  </a:lnTo>
                  <a:close/>
                </a:path>
                <a:path w="4819650" h="9525">
                  <a:moveTo>
                    <a:pt x="4387577" y="9524"/>
                  </a:moveTo>
                  <a:lnTo>
                    <a:pt x="4384947" y="9524"/>
                  </a:lnTo>
                  <a:lnTo>
                    <a:pt x="4383824" y="9060"/>
                  </a:lnTo>
                  <a:lnTo>
                    <a:pt x="4381964" y="7200"/>
                  </a:lnTo>
                  <a:lnTo>
                    <a:pt x="4381499" y="6077"/>
                  </a:lnTo>
                  <a:lnTo>
                    <a:pt x="4381499" y="3447"/>
                  </a:lnTo>
                  <a:lnTo>
                    <a:pt x="4381964" y="2324"/>
                  </a:lnTo>
                  <a:lnTo>
                    <a:pt x="4383824" y="464"/>
                  </a:lnTo>
                  <a:lnTo>
                    <a:pt x="4384947" y="0"/>
                  </a:lnTo>
                  <a:lnTo>
                    <a:pt x="4387577" y="0"/>
                  </a:lnTo>
                  <a:lnTo>
                    <a:pt x="4388699" y="464"/>
                  </a:lnTo>
                  <a:lnTo>
                    <a:pt x="4390559" y="2324"/>
                  </a:lnTo>
                  <a:lnTo>
                    <a:pt x="4391024" y="3447"/>
                  </a:lnTo>
                  <a:lnTo>
                    <a:pt x="4391024" y="6077"/>
                  </a:lnTo>
                  <a:lnTo>
                    <a:pt x="4390559" y="7200"/>
                  </a:lnTo>
                  <a:lnTo>
                    <a:pt x="4388699" y="9060"/>
                  </a:lnTo>
                  <a:lnTo>
                    <a:pt x="4387577" y="9524"/>
                  </a:lnTo>
                  <a:close/>
                </a:path>
                <a:path w="4819650" h="9525">
                  <a:moveTo>
                    <a:pt x="4435202" y="9524"/>
                  </a:moveTo>
                  <a:lnTo>
                    <a:pt x="4432572" y="9524"/>
                  </a:lnTo>
                  <a:lnTo>
                    <a:pt x="4431449" y="9060"/>
                  </a:lnTo>
                  <a:lnTo>
                    <a:pt x="4429589" y="7200"/>
                  </a:lnTo>
                  <a:lnTo>
                    <a:pt x="4429124" y="6077"/>
                  </a:lnTo>
                  <a:lnTo>
                    <a:pt x="4429124" y="3447"/>
                  </a:lnTo>
                  <a:lnTo>
                    <a:pt x="4429589" y="2324"/>
                  </a:lnTo>
                  <a:lnTo>
                    <a:pt x="4431449" y="464"/>
                  </a:lnTo>
                  <a:lnTo>
                    <a:pt x="4432572" y="0"/>
                  </a:lnTo>
                  <a:lnTo>
                    <a:pt x="4435202" y="0"/>
                  </a:lnTo>
                  <a:lnTo>
                    <a:pt x="4436324" y="464"/>
                  </a:lnTo>
                  <a:lnTo>
                    <a:pt x="4438184" y="2324"/>
                  </a:lnTo>
                  <a:lnTo>
                    <a:pt x="4438649" y="3447"/>
                  </a:lnTo>
                  <a:lnTo>
                    <a:pt x="4438649" y="6077"/>
                  </a:lnTo>
                  <a:lnTo>
                    <a:pt x="4438184" y="7200"/>
                  </a:lnTo>
                  <a:lnTo>
                    <a:pt x="4436324" y="9060"/>
                  </a:lnTo>
                  <a:lnTo>
                    <a:pt x="4435202" y="9524"/>
                  </a:lnTo>
                  <a:close/>
                </a:path>
                <a:path w="4819650" h="9525">
                  <a:moveTo>
                    <a:pt x="4482827" y="9524"/>
                  </a:moveTo>
                  <a:lnTo>
                    <a:pt x="4480197" y="9524"/>
                  </a:lnTo>
                  <a:lnTo>
                    <a:pt x="4479074" y="9060"/>
                  </a:lnTo>
                  <a:lnTo>
                    <a:pt x="4477214" y="7200"/>
                  </a:lnTo>
                  <a:lnTo>
                    <a:pt x="4476749" y="6077"/>
                  </a:lnTo>
                  <a:lnTo>
                    <a:pt x="4476749" y="3447"/>
                  </a:lnTo>
                  <a:lnTo>
                    <a:pt x="4477214" y="2324"/>
                  </a:lnTo>
                  <a:lnTo>
                    <a:pt x="4479074" y="464"/>
                  </a:lnTo>
                  <a:lnTo>
                    <a:pt x="4480197" y="0"/>
                  </a:lnTo>
                  <a:lnTo>
                    <a:pt x="4482827" y="0"/>
                  </a:lnTo>
                  <a:lnTo>
                    <a:pt x="4483949" y="464"/>
                  </a:lnTo>
                  <a:lnTo>
                    <a:pt x="4485809" y="2324"/>
                  </a:lnTo>
                  <a:lnTo>
                    <a:pt x="4486274" y="3447"/>
                  </a:lnTo>
                  <a:lnTo>
                    <a:pt x="4486274" y="6077"/>
                  </a:lnTo>
                  <a:lnTo>
                    <a:pt x="4485809" y="7200"/>
                  </a:lnTo>
                  <a:lnTo>
                    <a:pt x="4483949" y="9060"/>
                  </a:lnTo>
                  <a:lnTo>
                    <a:pt x="4482827" y="9524"/>
                  </a:lnTo>
                  <a:close/>
                </a:path>
                <a:path w="4819650" h="9525">
                  <a:moveTo>
                    <a:pt x="4530452" y="9524"/>
                  </a:moveTo>
                  <a:lnTo>
                    <a:pt x="4527822" y="9524"/>
                  </a:lnTo>
                  <a:lnTo>
                    <a:pt x="4526699" y="9060"/>
                  </a:lnTo>
                  <a:lnTo>
                    <a:pt x="4524839" y="7200"/>
                  </a:lnTo>
                  <a:lnTo>
                    <a:pt x="4524374" y="6077"/>
                  </a:lnTo>
                  <a:lnTo>
                    <a:pt x="4524374" y="3447"/>
                  </a:lnTo>
                  <a:lnTo>
                    <a:pt x="4524839" y="2324"/>
                  </a:lnTo>
                  <a:lnTo>
                    <a:pt x="4526699" y="464"/>
                  </a:lnTo>
                  <a:lnTo>
                    <a:pt x="4527822" y="0"/>
                  </a:lnTo>
                  <a:lnTo>
                    <a:pt x="4530452" y="0"/>
                  </a:lnTo>
                  <a:lnTo>
                    <a:pt x="4531574" y="464"/>
                  </a:lnTo>
                  <a:lnTo>
                    <a:pt x="4533434" y="2324"/>
                  </a:lnTo>
                  <a:lnTo>
                    <a:pt x="4533899" y="3447"/>
                  </a:lnTo>
                  <a:lnTo>
                    <a:pt x="4533899" y="6077"/>
                  </a:lnTo>
                  <a:lnTo>
                    <a:pt x="4533434" y="7200"/>
                  </a:lnTo>
                  <a:lnTo>
                    <a:pt x="4531574" y="9060"/>
                  </a:lnTo>
                  <a:lnTo>
                    <a:pt x="4530452" y="9524"/>
                  </a:lnTo>
                  <a:close/>
                </a:path>
                <a:path w="4819650" h="9525">
                  <a:moveTo>
                    <a:pt x="4578077" y="9524"/>
                  </a:moveTo>
                  <a:lnTo>
                    <a:pt x="4575447" y="9524"/>
                  </a:lnTo>
                  <a:lnTo>
                    <a:pt x="4574324" y="9060"/>
                  </a:lnTo>
                  <a:lnTo>
                    <a:pt x="4572464" y="7200"/>
                  </a:lnTo>
                  <a:lnTo>
                    <a:pt x="4571999" y="6077"/>
                  </a:lnTo>
                  <a:lnTo>
                    <a:pt x="4571999" y="3447"/>
                  </a:lnTo>
                  <a:lnTo>
                    <a:pt x="4572464" y="2324"/>
                  </a:lnTo>
                  <a:lnTo>
                    <a:pt x="4574324" y="464"/>
                  </a:lnTo>
                  <a:lnTo>
                    <a:pt x="4575447" y="0"/>
                  </a:lnTo>
                  <a:lnTo>
                    <a:pt x="4578077" y="0"/>
                  </a:lnTo>
                  <a:lnTo>
                    <a:pt x="4579199" y="464"/>
                  </a:lnTo>
                  <a:lnTo>
                    <a:pt x="4581059" y="2324"/>
                  </a:lnTo>
                  <a:lnTo>
                    <a:pt x="4581524" y="3447"/>
                  </a:lnTo>
                  <a:lnTo>
                    <a:pt x="4581524" y="6077"/>
                  </a:lnTo>
                  <a:lnTo>
                    <a:pt x="4581059" y="7200"/>
                  </a:lnTo>
                  <a:lnTo>
                    <a:pt x="4579199" y="9060"/>
                  </a:lnTo>
                  <a:lnTo>
                    <a:pt x="4578077" y="9524"/>
                  </a:lnTo>
                  <a:close/>
                </a:path>
                <a:path w="4819650" h="9525">
                  <a:moveTo>
                    <a:pt x="4625702" y="9524"/>
                  </a:moveTo>
                  <a:lnTo>
                    <a:pt x="4623072" y="9524"/>
                  </a:lnTo>
                  <a:lnTo>
                    <a:pt x="4621949" y="9060"/>
                  </a:lnTo>
                  <a:lnTo>
                    <a:pt x="4620089" y="7200"/>
                  </a:lnTo>
                  <a:lnTo>
                    <a:pt x="4619624" y="6077"/>
                  </a:lnTo>
                  <a:lnTo>
                    <a:pt x="4619624" y="3447"/>
                  </a:lnTo>
                  <a:lnTo>
                    <a:pt x="4620089" y="2324"/>
                  </a:lnTo>
                  <a:lnTo>
                    <a:pt x="4621949" y="464"/>
                  </a:lnTo>
                  <a:lnTo>
                    <a:pt x="4623072" y="0"/>
                  </a:lnTo>
                  <a:lnTo>
                    <a:pt x="4625702" y="0"/>
                  </a:lnTo>
                  <a:lnTo>
                    <a:pt x="4626824" y="464"/>
                  </a:lnTo>
                  <a:lnTo>
                    <a:pt x="4628684" y="2324"/>
                  </a:lnTo>
                  <a:lnTo>
                    <a:pt x="4629149" y="3447"/>
                  </a:lnTo>
                  <a:lnTo>
                    <a:pt x="4629149" y="6077"/>
                  </a:lnTo>
                  <a:lnTo>
                    <a:pt x="4628684" y="7200"/>
                  </a:lnTo>
                  <a:lnTo>
                    <a:pt x="4626824" y="9060"/>
                  </a:lnTo>
                  <a:lnTo>
                    <a:pt x="4625702" y="9524"/>
                  </a:lnTo>
                  <a:close/>
                </a:path>
                <a:path w="4819650" h="9525">
                  <a:moveTo>
                    <a:pt x="4673327" y="9524"/>
                  </a:moveTo>
                  <a:lnTo>
                    <a:pt x="4670697" y="9524"/>
                  </a:lnTo>
                  <a:lnTo>
                    <a:pt x="4669574" y="9060"/>
                  </a:lnTo>
                  <a:lnTo>
                    <a:pt x="4667714" y="7200"/>
                  </a:lnTo>
                  <a:lnTo>
                    <a:pt x="4667249" y="6077"/>
                  </a:lnTo>
                  <a:lnTo>
                    <a:pt x="4667249" y="3447"/>
                  </a:lnTo>
                  <a:lnTo>
                    <a:pt x="4667714" y="2324"/>
                  </a:lnTo>
                  <a:lnTo>
                    <a:pt x="4669574" y="464"/>
                  </a:lnTo>
                  <a:lnTo>
                    <a:pt x="4670697" y="0"/>
                  </a:lnTo>
                  <a:lnTo>
                    <a:pt x="4673327" y="0"/>
                  </a:lnTo>
                  <a:lnTo>
                    <a:pt x="4674449" y="464"/>
                  </a:lnTo>
                  <a:lnTo>
                    <a:pt x="4676309" y="2324"/>
                  </a:lnTo>
                  <a:lnTo>
                    <a:pt x="4676774" y="3447"/>
                  </a:lnTo>
                  <a:lnTo>
                    <a:pt x="4676774" y="6077"/>
                  </a:lnTo>
                  <a:lnTo>
                    <a:pt x="4676309" y="7200"/>
                  </a:lnTo>
                  <a:lnTo>
                    <a:pt x="4674449" y="9060"/>
                  </a:lnTo>
                  <a:lnTo>
                    <a:pt x="4673327" y="9524"/>
                  </a:lnTo>
                  <a:close/>
                </a:path>
                <a:path w="4819650" h="9525">
                  <a:moveTo>
                    <a:pt x="4720952" y="9524"/>
                  </a:moveTo>
                  <a:lnTo>
                    <a:pt x="4718322" y="9524"/>
                  </a:lnTo>
                  <a:lnTo>
                    <a:pt x="4717199" y="9060"/>
                  </a:lnTo>
                  <a:lnTo>
                    <a:pt x="4715339" y="7200"/>
                  </a:lnTo>
                  <a:lnTo>
                    <a:pt x="4714874" y="6077"/>
                  </a:lnTo>
                  <a:lnTo>
                    <a:pt x="4714874" y="3447"/>
                  </a:lnTo>
                  <a:lnTo>
                    <a:pt x="4715339" y="2324"/>
                  </a:lnTo>
                  <a:lnTo>
                    <a:pt x="4717199" y="464"/>
                  </a:lnTo>
                  <a:lnTo>
                    <a:pt x="4718322" y="0"/>
                  </a:lnTo>
                  <a:lnTo>
                    <a:pt x="4720952" y="0"/>
                  </a:lnTo>
                  <a:lnTo>
                    <a:pt x="4722074" y="464"/>
                  </a:lnTo>
                  <a:lnTo>
                    <a:pt x="4723934" y="2324"/>
                  </a:lnTo>
                  <a:lnTo>
                    <a:pt x="4724399" y="3447"/>
                  </a:lnTo>
                  <a:lnTo>
                    <a:pt x="4724399" y="6077"/>
                  </a:lnTo>
                  <a:lnTo>
                    <a:pt x="4723934" y="7200"/>
                  </a:lnTo>
                  <a:lnTo>
                    <a:pt x="4722074" y="9060"/>
                  </a:lnTo>
                  <a:lnTo>
                    <a:pt x="4720952" y="9524"/>
                  </a:lnTo>
                  <a:close/>
                </a:path>
                <a:path w="4819650" h="9525">
                  <a:moveTo>
                    <a:pt x="4768577" y="9524"/>
                  </a:moveTo>
                  <a:lnTo>
                    <a:pt x="4765947" y="9524"/>
                  </a:lnTo>
                  <a:lnTo>
                    <a:pt x="4764824" y="9060"/>
                  </a:lnTo>
                  <a:lnTo>
                    <a:pt x="4762964" y="7200"/>
                  </a:lnTo>
                  <a:lnTo>
                    <a:pt x="4762499" y="6077"/>
                  </a:lnTo>
                  <a:lnTo>
                    <a:pt x="4762499" y="3447"/>
                  </a:lnTo>
                  <a:lnTo>
                    <a:pt x="4762964" y="2324"/>
                  </a:lnTo>
                  <a:lnTo>
                    <a:pt x="4764824" y="464"/>
                  </a:lnTo>
                  <a:lnTo>
                    <a:pt x="4765947" y="0"/>
                  </a:lnTo>
                  <a:lnTo>
                    <a:pt x="4768577" y="0"/>
                  </a:lnTo>
                  <a:lnTo>
                    <a:pt x="4769699" y="464"/>
                  </a:lnTo>
                  <a:lnTo>
                    <a:pt x="4771559" y="2324"/>
                  </a:lnTo>
                  <a:lnTo>
                    <a:pt x="4772024" y="3447"/>
                  </a:lnTo>
                  <a:lnTo>
                    <a:pt x="4772024" y="6077"/>
                  </a:lnTo>
                  <a:lnTo>
                    <a:pt x="4771559" y="7200"/>
                  </a:lnTo>
                  <a:lnTo>
                    <a:pt x="4769699" y="9060"/>
                  </a:lnTo>
                  <a:lnTo>
                    <a:pt x="4768577" y="9524"/>
                  </a:lnTo>
                  <a:close/>
                </a:path>
                <a:path w="4819650" h="9525">
                  <a:moveTo>
                    <a:pt x="4816202" y="9524"/>
                  </a:moveTo>
                  <a:lnTo>
                    <a:pt x="4813572" y="9524"/>
                  </a:lnTo>
                  <a:lnTo>
                    <a:pt x="4812449" y="9060"/>
                  </a:lnTo>
                  <a:lnTo>
                    <a:pt x="4810589" y="7200"/>
                  </a:lnTo>
                  <a:lnTo>
                    <a:pt x="4810124" y="6077"/>
                  </a:lnTo>
                  <a:lnTo>
                    <a:pt x="4810124" y="3447"/>
                  </a:lnTo>
                  <a:lnTo>
                    <a:pt x="4810589" y="2324"/>
                  </a:lnTo>
                  <a:lnTo>
                    <a:pt x="4812449" y="464"/>
                  </a:lnTo>
                  <a:lnTo>
                    <a:pt x="4813572" y="0"/>
                  </a:lnTo>
                  <a:lnTo>
                    <a:pt x="4816202" y="0"/>
                  </a:lnTo>
                  <a:lnTo>
                    <a:pt x="4817324" y="464"/>
                  </a:lnTo>
                  <a:lnTo>
                    <a:pt x="4819184" y="2324"/>
                  </a:lnTo>
                  <a:lnTo>
                    <a:pt x="4819649" y="3447"/>
                  </a:lnTo>
                  <a:lnTo>
                    <a:pt x="4819649" y="6077"/>
                  </a:lnTo>
                  <a:lnTo>
                    <a:pt x="4819184" y="7200"/>
                  </a:lnTo>
                  <a:lnTo>
                    <a:pt x="4817324" y="9060"/>
                  </a:lnTo>
                  <a:lnTo>
                    <a:pt x="4816202" y="9524"/>
                  </a:lnTo>
                  <a:close/>
                </a:path>
              </a:pathLst>
            </a:custGeom>
            <a:solidFill>
              <a:srgbClr val="C7C6C3"/>
            </a:solidFill>
          </p:spPr>
          <p:txBody>
            <a:bodyPr wrap="square" lIns="0" tIns="0" rIns="0" bIns="0" rtlCol="0"/>
            <a:lstStyle/>
            <a:p>
              <a:endParaRPr sz="1266"/>
            </a:p>
          </p:txBody>
        </p:sp>
        <p:sp>
          <p:nvSpPr>
            <p:cNvPr id="59" name="object 13"/>
            <p:cNvSpPr txBox="1"/>
            <p:nvPr/>
          </p:nvSpPr>
          <p:spPr>
            <a:xfrm>
              <a:off x="458609" y="419505"/>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GH₵6K</a:t>
              </a:r>
              <a:endParaRPr sz="633">
                <a:latin typeface="Segoe UI"/>
                <a:cs typeface="Segoe UI"/>
              </a:endParaRPr>
            </a:p>
          </p:txBody>
        </p:sp>
        <p:sp>
          <p:nvSpPr>
            <p:cNvPr id="60" name="object 14"/>
            <p:cNvSpPr txBox="1"/>
            <p:nvPr/>
          </p:nvSpPr>
          <p:spPr>
            <a:xfrm>
              <a:off x="313893" y="949459"/>
              <a:ext cx="115416" cy="1215330"/>
            </a:xfrm>
            <a:prstGeom prst="rect">
              <a:avLst/>
            </a:prstGeom>
          </p:spPr>
          <p:txBody>
            <a:bodyPr vert="vert270" wrap="square" lIns="0" tIns="0" rIns="0" bIns="0" rtlCol="0">
              <a:spAutoFit/>
            </a:bodyPr>
            <a:lstStyle/>
            <a:p>
              <a:pPr marL="8929">
                <a:lnSpc>
                  <a:spcPts val="896"/>
                </a:lnSpc>
              </a:pPr>
              <a:r>
                <a:rPr sz="844" spc="-42" dirty="0">
                  <a:solidFill>
                    <a:srgbClr val="252423"/>
                  </a:solidFill>
                  <a:latin typeface="Trebuchet MS"/>
                  <a:cs typeface="Trebuchet MS"/>
                </a:rPr>
                <a:t>Average</a:t>
              </a:r>
              <a:r>
                <a:rPr sz="844" spc="-46" dirty="0">
                  <a:solidFill>
                    <a:srgbClr val="252423"/>
                  </a:solidFill>
                  <a:latin typeface="Trebuchet MS"/>
                  <a:cs typeface="Trebuchet MS"/>
                </a:rPr>
                <a:t> </a:t>
              </a:r>
              <a:r>
                <a:rPr sz="844" spc="-67" dirty="0">
                  <a:solidFill>
                    <a:srgbClr val="252423"/>
                  </a:solidFill>
                  <a:latin typeface="Trebuchet MS"/>
                  <a:cs typeface="Trebuchet MS"/>
                </a:rPr>
                <a:t>of</a:t>
              </a:r>
              <a:r>
                <a:rPr sz="844" spc="-46" dirty="0">
                  <a:solidFill>
                    <a:srgbClr val="252423"/>
                  </a:solidFill>
                  <a:latin typeface="Trebuchet MS"/>
                  <a:cs typeface="Trebuchet MS"/>
                </a:rPr>
                <a:t> </a:t>
              </a:r>
              <a:r>
                <a:rPr sz="844" spc="-42" dirty="0">
                  <a:solidFill>
                    <a:srgbClr val="252423"/>
                  </a:solidFill>
                  <a:latin typeface="Trebuchet MS"/>
                  <a:cs typeface="Trebuchet MS"/>
                </a:rPr>
                <a:t>Total_Sales_GHS</a:t>
              </a:r>
              <a:endParaRPr sz="844">
                <a:latin typeface="Trebuchet MS"/>
                <a:cs typeface="Trebuchet MS"/>
              </a:endParaRPr>
            </a:p>
          </p:txBody>
        </p:sp>
        <p:sp>
          <p:nvSpPr>
            <p:cNvPr id="61" name="object 15"/>
            <p:cNvSpPr txBox="1"/>
            <p:nvPr/>
          </p:nvSpPr>
          <p:spPr>
            <a:xfrm>
              <a:off x="1429556" y="2750344"/>
              <a:ext cx="210741"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Rainy</a:t>
              </a:r>
              <a:endParaRPr sz="633">
                <a:latin typeface="Segoe UI"/>
                <a:cs typeface="Segoe UI"/>
              </a:endParaRPr>
            </a:p>
          </p:txBody>
        </p:sp>
        <p:sp>
          <p:nvSpPr>
            <p:cNvPr id="62" name="object 16"/>
            <p:cNvSpPr txBox="1"/>
            <p:nvPr/>
          </p:nvSpPr>
          <p:spPr>
            <a:xfrm>
              <a:off x="2289160" y="2744347"/>
              <a:ext cx="378619" cy="255008"/>
            </a:xfrm>
            <a:prstGeom prst="rect">
              <a:avLst/>
            </a:prstGeom>
          </p:spPr>
          <p:txBody>
            <a:bodyPr vert="horz" wrap="square" lIns="0" tIns="14734" rIns="0" bIns="0" rtlCol="0">
              <a:spAutoFit/>
            </a:bodyPr>
            <a:lstStyle/>
            <a:p>
              <a:pPr algn="ctr">
                <a:spcBef>
                  <a:spcPts val="116"/>
                </a:spcBef>
              </a:pPr>
              <a:r>
                <a:rPr sz="633" spc="-7" dirty="0">
                  <a:solidFill>
                    <a:srgbClr val="605D5C"/>
                  </a:solidFill>
                  <a:latin typeface="Segoe UI"/>
                  <a:cs typeface="Segoe UI"/>
                </a:rPr>
                <a:t>Cloudy</a:t>
              </a:r>
              <a:endParaRPr sz="633">
                <a:latin typeface="Segoe UI"/>
                <a:cs typeface="Segoe UI"/>
              </a:endParaRPr>
            </a:p>
            <a:p>
              <a:pPr algn="ctr">
                <a:spcBef>
                  <a:spcPts val="63"/>
                </a:spcBef>
              </a:pPr>
              <a:r>
                <a:rPr sz="844" spc="-39" dirty="0">
                  <a:solidFill>
                    <a:srgbClr val="252423"/>
                  </a:solidFill>
                  <a:latin typeface="Trebuchet MS"/>
                  <a:cs typeface="Trebuchet MS"/>
                </a:rPr>
                <a:t>Weather</a:t>
              </a:r>
              <a:endParaRPr sz="844">
                <a:latin typeface="Trebuchet MS"/>
                <a:cs typeface="Trebuchet MS"/>
              </a:endParaRPr>
            </a:p>
          </p:txBody>
        </p:sp>
        <p:sp>
          <p:nvSpPr>
            <p:cNvPr id="63" name="object 17"/>
            <p:cNvSpPr txBox="1"/>
            <p:nvPr/>
          </p:nvSpPr>
          <p:spPr>
            <a:xfrm>
              <a:off x="3304035" y="2750344"/>
              <a:ext cx="236190"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Sunny</a:t>
              </a:r>
              <a:endParaRPr sz="633">
                <a:latin typeface="Segoe UI"/>
                <a:cs typeface="Segoe UI"/>
              </a:endParaRPr>
            </a:p>
          </p:txBody>
        </p:sp>
        <p:sp>
          <p:nvSpPr>
            <p:cNvPr id="64" name="object 18"/>
            <p:cNvSpPr/>
            <p:nvPr/>
          </p:nvSpPr>
          <p:spPr>
            <a:xfrm>
              <a:off x="1157431" y="535781"/>
              <a:ext cx="2602557" cy="2196703"/>
            </a:xfrm>
            <a:custGeom>
              <a:avLst/>
              <a:gdLst/>
              <a:ahLst/>
              <a:cxnLst/>
              <a:rect l="l" t="t" r="r" b="b"/>
              <a:pathLst>
                <a:path w="3701415" h="3124200">
                  <a:moveTo>
                    <a:pt x="1017066" y="0"/>
                  </a:moveTo>
                  <a:lnTo>
                    <a:pt x="0" y="0"/>
                  </a:lnTo>
                  <a:lnTo>
                    <a:pt x="0" y="3124200"/>
                  </a:lnTo>
                  <a:lnTo>
                    <a:pt x="1017066" y="3124200"/>
                  </a:lnTo>
                  <a:lnTo>
                    <a:pt x="1017066" y="0"/>
                  </a:lnTo>
                  <a:close/>
                </a:path>
                <a:path w="3701415" h="3124200">
                  <a:moveTo>
                    <a:pt x="2359037" y="176161"/>
                  </a:moveTo>
                  <a:lnTo>
                    <a:pt x="1341970" y="176161"/>
                  </a:lnTo>
                  <a:lnTo>
                    <a:pt x="1341970" y="3124200"/>
                  </a:lnTo>
                  <a:lnTo>
                    <a:pt x="2359037" y="3124200"/>
                  </a:lnTo>
                  <a:lnTo>
                    <a:pt x="2359037" y="176161"/>
                  </a:lnTo>
                  <a:close/>
                </a:path>
                <a:path w="3701415" h="3124200">
                  <a:moveTo>
                    <a:pt x="3701008" y="457517"/>
                  </a:moveTo>
                  <a:lnTo>
                    <a:pt x="2683929" y="457517"/>
                  </a:lnTo>
                  <a:lnTo>
                    <a:pt x="2683929" y="3124200"/>
                  </a:lnTo>
                  <a:lnTo>
                    <a:pt x="3701008" y="3124200"/>
                  </a:lnTo>
                  <a:lnTo>
                    <a:pt x="3701008" y="457517"/>
                  </a:lnTo>
                  <a:close/>
                </a:path>
              </a:pathLst>
            </a:custGeom>
            <a:solidFill>
              <a:srgbClr val="118CFF"/>
            </a:solidFill>
          </p:spPr>
          <p:txBody>
            <a:bodyPr wrap="square" lIns="0" tIns="0" rIns="0" bIns="0" rtlCol="0"/>
            <a:lstStyle/>
            <a:p>
              <a:endParaRPr sz="1266" dirty="0"/>
            </a:p>
          </p:txBody>
        </p:sp>
        <p:sp>
          <p:nvSpPr>
            <p:cNvPr id="65" name="object 19"/>
            <p:cNvSpPr txBox="1"/>
            <p:nvPr/>
          </p:nvSpPr>
          <p:spPr>
            <a:xfrm>
              <a:off x="1352975" y="383550"/>
              <a:ext cx="32414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GH₵5.9K</a:t>
              </a:r>
              <a:endParaRPr sz="633">
                <a:latin typeface="Segoe UI"/>
                <a:cs typeface="Segoe UI"/>
              </a:endParaRPr>
            </a:p>
          </p:txBody>
        </p:sp>
        <p:sp>
          <p:nvSpPr>
            <p:cNvPr id="66" name="object 20"/>
            <p:cNvSpPr txBox="1"/>
            <p:nvPr/>
          </p:nvSpPr>
          <p:spPr>
            <a:xfrm>
              <a:off x="2296545" y="507410"/>
              <a:ext cx="32414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GH₵5.5K</a:t>
              </a:r>
              <a:endParaRPr sz="633">
                <a:latin typeface="Segoe UI"/>
                <a:cs typeface="Segoe UI"/>
              </a:endParaRPr>
            </a:p>
          </p:txBody>
        </p:sp>
        <p:sp>
          <p:nvSpPr>
            <p:cNvPr id="67" name="object 21"/>
            <p:cNvSpPr txBox="1"/>
            <p:nvPr/>
          </p:nvSpPr>
          <p:spPr>
            <a:xfrm>
              <a:off x="3240116" y="705242"/>
              <a:ext cx="32414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GH₵5.0K</a:t>
              </a:r>
              <a:endParaRPr sz="633">
                <a:latin typeface="Segoe UI"/>
                <a:cs typeface="Segoe UI"/>
              </a:endParaRPr>
            </a:p>
          </p:txBody>
        </p:sp>
      </p:grpSp>
      <p:sp>
        <p:nvSpPr>
          <p:cNvPr id="69" name="TextBox 68">
            <a:extLst>
              <a:ext uri="{FF2B5EF4-FFF2-40B4-BE49-F238E27FC236}">
                <a16:creationId xmlns:a16="http://schemas.microsoft.com/office/drawing/2014/main" id="{859ACD6A-34D8-ADF0-6A5A-25E28C117C08}"/>
              </a:ext>
            </a:extLst>
          </p:cNvPr>
          <p:cNvSpPr txBox="1"/>
          <p:nvPr/>
        </p:nvSpPr>
        <p:spPr>
          <a:xfrm>
            <a:off x="6182656" y="970659"/>
            <a:ext cx="2379054" cy="2646878"/>
          </a:xfrm>
          <a:prstGeom prst="rect">
            <a:avLst/>
          </a:prstGeom>
          <a:noFill/>
        </p:spPr>
        <p:txBody>
          <a:bodyPr wrap="square">
            <a:spAutoFit/>
          </a:bodyPr>
          <a:lstStyle/>
          <a:p>
            <a:pPr>
              <a:buNone/>
            </a:pPr>
            <a:r>
              <a:rPr lang="en-US" b="1" dirty="0"/>
              <a:t>Executive Insights</a:t>
            </a:r>
          </a:p>
          <a:p>
            <a:pPr>
              <a:buNone/>
            </a:pPr>
            <a:endParaRPr lang="en-US" b="1" dirty="0"/>
          </a:p>
          <a:p>
            <a:pPr>
              <a:buNone/>
            </a:pPr>
            <a:r>
              <a:rPr lang="en-US" sz="1000" dirty="0"/>
              <a:t>🌧 </a:t>
            </a:r>
            <a:r>
              <a:rPr lang="en-US" sz="1000" b="1" dirty="0"/>
              <a:t>Highest Sales</a:t>
            </a:r>
            <a:br>
              <a:rPr lang="en-US" sz="1000" dirty="0"/>
            </a:br>
            <a:r>
              <a:rPr lang="en-US" sz="1000" b="1" dirty="0"/>
              <a:t>Rainy Weather</a:t>
            </a:r>
            <a:br>
              <a:rPr lang="en-US" sz="1000" dirty="0"/>
            </a:br>
            <a:r>
              <a:rPr lang="en-US" sz="1000" b="1" dirty="0"/>
              <a:t>GH¢5.9K</a:t>
            </a:r>
            <a:r>
              <a:rPr lang="en-US" sz="1000" dirty="0"/>
              <a:t> average daily sales</a:t>
            </a:r>
          </a:p>
          <a:p>
            <a:pPr>
              <a:buNone/>
            </a:pPr>
            <a:endParaRPr lang="en-US" sz="1000" dirty="0"/>
          </a:p>
          <a:p>
            <a:pPr>
              <a:buNone/>
            </a:pPr>
            <a:r>
              <a:rPr lang="en-US" sz="1000" dirty="0"/>
              <a:t>📊 </a:t>
            </a:r>
            <a:r>
              <a:rPr lang="en-US" sz="1000" b="1" dirty="0"/>
              <a:t>Sales Difference</a:t>
            </a:r>
            <a:br>
              <a:rPr lang="en-US" sz="1000" dirty="0"/>
            </a:br>
            <a:r>
              <a:rPr lang="en-US" sz="1000" b="1" dirty="0"/>
              <a:t>+18% Higher</a:t>
            </a:r>
            <a:br>
              <a:rPr lang="en-US" sz="1000" dirty="0"/>
            </a:br>
            <a:r>
              <a:rPr lang="en-US" sz="1000" dirty="0"/>
              <a:t>Rainy days generated approximately </a:t>
            </a:r>
            <a:r>
              <a:rPr lang="en-US" sz="1000" b="1" dirty="0"/>
              <a:t>18% more sales</a:t>
            </a:r>
            <a:r>
              <a:rPr lang="en-US" sz="1000" dirty="0"/>
              <a:t> than sunny days.</a:t>
            </a:r>
          </a:p>
          <a:p>
            <a:pPr>
              <a:buNone/>
            </a:pPr>
            <a:endParaRPr lang="en-US" sz="1000" dirty="0"/>
          </a:p>
          <a:p>
            <a:pPr>
              <a:buNone/>
            </a:pPr>
            <a:r>
              <a:rPr lang="en-US" sz="1000" dirty="0"/>
              <a:t>💼 </a:t>
            </a:r>
            <a:r>
              <a:rPr lang="en-US" sz="1000" b="1" dirty="0"/>
              <a:t>Business Insight</a:t>
            </a:r>
            <a:br>
              <a:rPr lang="en-US" sz="1000" dirty="0"/>
            </a:br>
            <a:r>
              <a:rPr lang="en-US" sz="1000" b="1" dirty="0"/>
              <a:t>Weather Influences Demand</a:t>
            </a:r>
            <a:br>
              <a:rPr lang="en-US" sz="1000" dirty="0"/>
            </a:br>
            <a:r>
              <a:rPr lang="en-US" sz="1000" dirty="0"/>
              <a:t>Customer purchasing patterns vary across weather conditions.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8">
            <a:extLst>
              <a:ext uri="{FF2B5EF4-FFF2-40B4-BE49-F238E27FC236}">
                <a16:creationId xmlns:a16="http://schemas.microsoft.com/office/drawing/2014/main" id="{B2527A3F-4C89-31CD-155D-0AC02032C6CD}"/>
              </a:ext>
            </a:extLst>
          </p:cNvPr>
          <p:cNvSpPr/>
          <p:nvPr/>
        </p:nvSpPr>
        <p:spPr>
          <a:xfrm>
            <a:off x="620935" y="3957652"/>
            <a:ext cx="8091065" cy="948369"/>
          </a:xfrm>
          <a:prstGeom prst="roundRect">
            <a:avLst>
              <a:gd name="adj" fmla="val 0"/>
            </a:avLst>
          </a:prstGeom>
          <a:solidFill>
            <a:srgbClr val="F3F4F6"/>
          </a:solidFill>
          <a:ln/>
          <a:effectLst>
            <a:outerShdw blurRad="127000" dist="38100" dir="5400000" algn="bl" rotWithShape="0">
              <a:srgbClr val="1F2937">
                <a:alpha val="14000"/>
              </a:srgbClr>
            </a:outerShdw>
          </a:effectLst>
        </p:spPr>
        <p:txBody>
          <a:bodyPr/>
          <a:lstStyle/>
          <a:p>
            <a:endParaRPr lang="en-US" dirty="0"/>
          </a:p>
        </p:txBody>
      </p:sp>
      <p:grpSp>
        <p:nvGrpSpPr>
          <p:cNvPr id="132" name="Group 131">
            <a:extLst>
              <a:ext uri="{FF2B5EF4-FFF2-40B4-BE49-F238E27FC236}">
                <a16:creationId xmlns:a16="http://schemas.microsoft.com/office/drawing/2014/main" id="{F8EFFC56-674A-A4F4-79B1-B6E1C2171EC8}"/>
              </a:ext>
            </a:extLst>
          </p:cNvPr>
          <p:cNvGrpSpPr/>
          <p:nvPr/>
        </p:nvGrpSpPr>
        <p:grpSpPr>
          <a:xfrm>
            <a:off x="310788" y="702362"/>
            <a:ext cx="8292024" cy="2817160"/>
            <a:chOff x="377279" y="57821"/>
            <a:chExt cx="8292024" cy="2817160"/>
          </a:xfrm>
        </p:grpSpPr>
        <p:sp>
          <p:nvSpPr>
            <p:cNvPr id="2" name="object 2"/>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4" name="object 4"/>
            <p:cNvSpPr/>
            <p:nvPr/>
          </p:nvSpPr>
          <p:spPr>
            <a:xfrm>
              <a:off x="890504" y="381744"/>
              <a:ext cx="3154412" cy="2190006"/>
            </a:xfrm>
            <a:custGeom>
              <a:avLst/>
              <a:gdLst/>
              <a:ahLst/>
              <a:cxnLst/>
              <a:rect l="l" t="t" r="r" b="b"/>
              <a:pathLst>
                <a:path w="4486275" h="3114675">
                  <a:moveTo>
                    <a:pt x="9525" y="3108604"/>
                  </a:moveTo>
                  <a:lnTo>
                    <a:pt x="9067" y="3107486"/>
                  </a:lnTo>
                  <a:lnTo>
                    <a:pt x="7200" y="3105620"/>
                  </a:lnTo>
                  <a:lnTo>
                    <a:pt x="6083" y="3105150"/>
                  </a:lnTo>
                  <a:lnTo>
                    <a:pt x="3454" y="3105150"/>
                  </a:lnTo>
                  <a:lnTo>
                    <a:pt x="2336" y="3105620"/>
                  </a:lnTo>
                  <a:lnTo>
                    <a:pt x="469" y="3107486"/>
                  </a:lnTo>
                  <a:lnTo>
                    <a:pt x="0" y="3108604"/>
                  </a:lnTo>
                  <a:lnTo>
                    <a:pt x="0" y="3111233"/>
                  </a:lnTo>
                  <a:lnTo>
                    <a:pt x="469" y="3112351"/>
                  </a:lnTo>
                  <a:lnTo>
                    <a:pt x="2336" y="3114217"/>
                  </a:lnTo>
                  <a:lnTo>
                    <a:pt x="3454" y="3114675"/>
                  </a:lnTo>
                  <a:lnTo>
                    <a:pt x="6083" y="3114675"/>
                  </a:lnTo>
                  <a:lnTo>
                    <a:pt x="7200" y="3114217"/>
                  </a:lnTo>
                  <a:lnTo>
                    <a:pt x="9067" y="3112351"/>
                  </a:lnTo>
                  <a:lnTo>
                    <a:pt x="9525" y="3111233"/>
                  </a:lnTo>
                  <a:lnTo>
                    <a:pt x="9525" y="3108604"/>
                  </a:lnTo>
                  <a:close/>
                </a:path>
                <a:path w="4486275" h="3114675">
                  <a:moveTo>
                    <a:pt x="9525" y="2332317"/>
                  </a:moveTo>
                  <a:lnTo>
                    <a:pt x="9067" y="2331199"/>
                  </a:lnTo>
                  <a:lnTo>
                    <a:pt x="7200" y="2329332"/>
                  </a:lnTo>
                  <a:lnTo>
                    <a:pt x="6083" y="2328862"/>
                  </a:lnTo>
                  <a:lnTo>
                    <a:pt x="3454" y="2328862"/>
                  </a:lnTo>
                  <a:lnTo>
                    <a:pt x="2336" y="2329332"/>
                  </a:lnTo>
                  <a:lnTo>
                    <a:pt x="469" y="2331199"/>
                  </a:lnTo>
                  <a:lnTo>
                    <a:pt x="0" y="2332317"/>
                  </a:lnTo>
                  <a:lnTo>
                    <a:pt x="0" y="2334945"/>
                  </a:lnTo>
                  <a:lnTo>
                    <a:pt x="469" y="2336063"/>
                  </a:lnTo>
                  <a:lnTo>
                    <a:pt x="2336" y="2337930"/>
                  </a:lnTo>
                  <a:lnTo>
                    <a:pt x="3454" y="2338387"/>
                  </a:lnTo>
                  <a:lnTo>
                    <a:pt x="6083" y="2338387"/>
                  </a:lnTo>
                  <a:lnTo>
                    <a:pt x="7200" y="2337930"/>
                  </a:lnTo>
                  <a:lnTo>
                    <a:pt x="9067" y="2336063"/>
                  </a:lnTo>
                  <a:lnTo>
                    <a:pt x="9525" y="2334945"/>
                  </a:lnTo>
                  <a:lnTo>
                    <a:pt x="9525" y="2332317"/>
                  </a:lnTo>
                  <a:close/>
                </a:path>
                <a:path w="4486275" h="3114675">
                  <a:moveTo>
                    <a:pt x="9525" y="1556029"/>
                  </a:moveTo>
                  <a:lnTo>
                    <a:pt x="9067" y="1554911"/>
                  </a:lnTo>
                  <a:lnTo>
                    <a:pt x="7200" y="1553044"/>
                  </a:lnTo>
                  <a:lnTo>
                    <a:pt x="6083" y="1552575"/>
                  </a:lnTo>
                  <a:lnTo>
                    <a:pt x="3454" y="1552575"/>
                  </a:lnTo>
                  <a:lnTo>
                    <a:pt x="2336" y="1553044"/>
                  </a:lnTo>
                  <a:lnTo>
                    <a:pt x="469" y="1554911"/>
                  </a:lnTo>
                  <a:lnTo>
                    <a:pt x="0" y="1556029"/>
                  </a:lnTo>
                  <a:lnTo>
                    <a:pt x="0" y="1558658"/>
                  </a:lnTo>
                  <a:lnTo>
                    <a:pt x="469" y="1559775"/>
                  </a:lnTo>
                  <a:lnTo>
                    <a:pt x="2336" y="1561642"/>
                  </a:lnTo>
                  <a:lnTo>
                    <a:pt x="3454" y="1562100"/>
                  </a:lnTo>
                  <a:lnTo>
                    <a:pt x="6083" y="1562100"/>
                  </a:lnTo>
                  <a:lnTo>
                    <a:pt x="7200" y="1561642"/>
                  </a:lnTo>
                  <a:lnTo>
                    <a:pt x="9067" y="1559775"/>
                  </a:lnTo>
                  <a:lnTo>
                    <a:pt x="9525" y="1558658"/>
                  </a:lnTo>
                  <a:lnTo>
                    <a:pt x="9525" y="1556029"/>
                  </a:lnTo>
                  <a:close/>
                </a:path>
                <a:path w="4486275" h="3114675">
                  <a:moveTo>
                    <a:pt x="9525" y="779741"/>
                  </a:moveTo>
                  <a:lnTo>
                    <a:pt x="9067" y="778624"/>
                  </a:lnTo>
                  <a:lnTo>
                    <a:pt x="7200" y="776757"/>
                  </a:lnTo>
                  <a:lnTo>
                    <a:pt x="6083" y="776287"/>
                  </a:lnTo>
                  <a:lnTo>
                    <a:pt x="3454" y="776287"/>
                  </a:lnTo>
                  <a:lnTo>
                    <a:pt x="2336" y="776757"/>
                  </a:lnTo>
                  <a:lnTo>
                    <a:pt x="469" y="778624"/>
                  </a:lnTo>
                  <a:lnTo>
                    <a:pt x="0" y="779741"/>
                  </a:lnTo>
                  <a:lnTo>
                    <a:pt x="0" y="782370"/>
                  </a:lnTo>
                  <a:lnTo>
                    <a:pt x="469" y="783488"/>
                  </a:lnTo>
                  <a:lnTo>
                    <a:pt x="2336" y="785355"/>
                  </a:lnTo>
                  <a:lnTo>
                    <a:pt x="3454" y="785812"/>
                  </a:lnTo>
                  <a:lnTo>
                    <a:pt x="6083" y="785812"/>
                  </a:lnTo>
                  <a:lnTo>
                    <a:pt x="7200" y="785355"/>
                  </a:lnTo>
                  <a:lnTo>
                    <a:pt x="9067" y="783488"/>
                  </a:lnTo>
                  <a:lnTo>
                    <a:pt x="9525" y="782370"/>
                  </a:lnTo>
                  <a:lnTo>
                    <a:pt x="9525" y="779741"/>
                  </a:lnTo>
                  <a:close/>
                </a:path>
                <a:path w="4486275" h="3114675">
                  <a:moveTo>
                    <a:pt x="9525" y="3454"/>
                  </a:moveTo>
                  <a:lnTo>
                    <a:pt x="9067" y="2336"/>
                  </a:lnTo>
                  <a:lnTo>
                    <a:pt x="7200" y="469"/>
                  </a:lnTo>
                  <a:lnTo>
                    <a:pt x="6083" y="0"/>
                  </a:lnTo>
                  <a:lnTo>
                    <a:pt x="3454" y="0"/>
                  </a:lnTo>
                  <a:lnTo>
                    <a:pt x="2336" y="469"/>
                  </a:lnTo>
                  <a:lnTo>
                    <a:pt x="469" y="2336"/>
                  </a:lnTo>
                  <a:lnTo>
                    <a:pt x="0" y="3454"/>
                  </a:lnTo>
                  <a:lnTo>
                    <a:pt x="0" y="6083"/>
                  </a:lnTo>
                  <a:lnTo>
                    <a:pt x="469" y="7200"/>
                  </a:lnTo>
                  <a:lnTo>
                    <a:pt x="2336" y="9067"/>
                  </a:lnTo>
                  <a:lnTo>
                    <a:pt x="3454" y="9525"/>
                  </a:lnTo>
                  <a:lnTo>
                    <a:pt x="6083" y="9525"/>
                  </a:lnTo>
                  <a:lnTo>
                    <a:pt x="7200" y="9067"/>
                  </a:lnTo>
                  <a:lnTo>
                    <a:pt x="9067" y="7200"/>
                  </a:lnTo>
                  <a:lnTo>
                    <a:pt x="9525" y="6083"/>
                  </a:lnTo>
                  <a:lnTo>
                    <a:pt x="9525" y="3454"/>
                  </a:lnTo>
                  <a:close/>
                </a:path>
                <a:path w="4486275" h="3114675">
                  <a:moveTo>
                    <a:pt x="57150" y="3108604"/>
                  </a:moveTo>
                  <a:lnTo>
                    <a:pt x="56692" y="3107486"/>
                  </a:lnTo>
                  <a:lnTo>
                    <a:pt x="54825" y="3105620"/>
                  </a:lnTo>
                  <a:lnTo>
                    <a:pt x="53708" y="3105150"/>
                  </a:lnTo>
                  <a:lnTo>
                    <a:pt x="51079" y="3105150"/>
                  </a:lnTo>
                  <a:lnTo>
                    <a:pt x="49961" y="3105620"/>
                  </a:lnTo>
                  <a:lnTo>
                    <a:pt x="48094" y="3107486"/>
                  </a:lnTo>
                  <a:lnTo>
                    <a:pt x="47625" y="3108604"/>
                  </a:lnTo>
                  <a:lnTo>
                    <a:pt x="47625" y="3111233"/>
                  </a:lnTo>
                  <a:lnTo>
                    <a:pt x="48094" y="3112351"/>
                  </a:lnTo>
                  <a:lnTo>
                    <a:pt x="49961" y="3114217"/>
                  </a:lnTo>
                  <a:lnTo>
                    <a:pt x="51079" y="3114675"/>
                  </a:lnTo>
                  <a:lnTo>
                    <a:pt x="53708" y="3114675"/>
                  </a:lnTo>
                  <a:lnTo>
                    <a:pt x="54825" y="3114217"/>
                  </a:lnTo>
                  <a:lnTo>
                    <a:pt x="56692" y="3112351"/>
                  </a:lnTo>
                  <a:lnTo>
                    <a:pt x="57150" y="3111233"/>
                  </a:lnTo>
                  <a:lnTo>
                    <a:pt x="57150" y="3108604"/>
                  </a:lnTo>
                  <a:close/>
                </a:path>
                <a:path w="4486275" h="3114675">
                  <a:moveTo>
                    <a:pt x="57150" y="2332317"/>
                  </a:moveTo>
                  <a:lnTo>
                    <a:pt x="56692" y="2331199"/>
                  </a:lnTo>
                  <a:lnTo>
                    <a:pt x="54825" y="2329332"/>
                  </a:lnTo>
                  <a:lnTo>
                    <a:pt x="53708" y="2328862"/>
                  </a:lnTo>
                  <a:lnTo>
                    <a:pt x="51079" y="2328862"/>
                  </a:lnTo>
                  <a:lnTo>
                    <a:pt x="49961" y="2329332"/>
                  </a:lnTo>
                  <a:lnTo>
                    <a:pt x="48094" y="2331199"/>
                  </a:lnTo>
                  <a:lnTo>
                    <a:pt x="47625" y="2332317"/>
                  </a:lnTo>
                  <a:lnTo>
                    <a:pt x="47625" y="2334945"/>
                  </a:lnTo>
                  <a:lnTo>
                    <a:pt x="48094" y="2336063"/>
                  </a:lnTo>
                  <a:lnTo>
                    <a:pt x="49961" y="2337930"/>
                  </a:lnTo>
                  <a:lnTo>
                    <a:pt x="51079" y="2338387"/>
                  </a:lnTo>
                  <a:lnTo>
                    <a:pt x="53708" y="2338387"/>
                  </a:lnTo>
                  <a:lnTo>
                    <a:pt x="54825" y="2337930"/>
                  </a:lnTo>
                  <a:lnTo>
                    <a:pt x="56692" y="2336063"/>
                  </a:lnTo>
                  <a:lnTo>
                    <a:pt x="57150" y="2334945"/>
                  </a:lnTo>
                  <a:lnTo>
                    <a:pt x="57150" y="2332317"/>
                  </a:lnTo>
                  <a:close/>
                </a:path>
                <a:path w="4486275" h="3114675">
                  <a:moveTo>
                    <a:pt x="57150" y="1556029"/>
                  </a:moveTo>
                  <a:lnTo>
                    <a:pt x="56692" y="1554911"/>
                  </a:lnTo>
                  <a:lnTo>
                    <a:pt x="54825" y="1553044"/>
                  </a:lnTo>
                  <a:lnTo>
                    <a:pt x="53708" y="1552575"/>
                  </a:lnTo>
                  <a:lnTo>
                    <a:pt x="51079" y="1552575"/>
                  </a:lnTo>
                  <a:lnTo>
                    <a:pt x="49961" y="1553044"/>
                  </a:lnTo>
                  <a:lnTo>
                    <a:pt x="48094" y="1554911"/>
                  </a:lnTo>
                  <a:lnTo>
                    <a:pt x="47625" y="1556029"/>
                  </a:lnTo>
                  <a:lnTo>
                    <a:pt x="47625" y="1558658"/>
                  </a:lnTo>
                  <a:lnTo>
                    <a:pt x="48094" y="1559775"/>
                  </a:lnTo>
                  <a:lnTo>
                    <a:pt x="49961" y="1561642"/>
                  </a:lnTo>
                  <a:lnTo>
                    <a:pt x="51079" y="1562100"/>
                  </a:lnTo>
                  <a:lnTo>
                    <a:pt x="53708" y="1562100"/>
                  </a:lnTo>
                  <a:lnTo>
                    <a:pt x="54825" y="1561642"/>
                  </a:lnTo>
                  <a:lnTo>
                    <a:pt x="56692" y="1559775"/>
                  </a:lnTo>
                  <a:lnTo>
                    <a:pt x="57150" y="1558658"/>
                  </a:lnTo>
                  <a:lnTo>
                    <a:pt x="57150" y="1556029"/>
                  </a:lnTo>
                  <a:close/>
                </a:path>
                <a:path w="4486275" h="3114675">
                  <a:moveTo>
                    <a:pt x="57150" y="779741"/>
                  </a:moveTo>
                  <a:lnTo>
                    <a:pt x="56692" y="778624"/>
                  </a:lnTo>
                  <a:lnTo>
                    <a:pt x="54825" y="776757"/>
                  </a:lnTo>
                  <a:lnTo>
                    <a:pt x="53708" y="776287"/>
                  </a:lnTo>
                  <a:lnTo>
                    <a:pt x="51079" y="776287"/>
                  </a:lnTo>
                  <a:lnTo>
                    <a:pt x="49961" y="776757"/>
                  </a:lnTo>
                  <a:lnTo>
                    <a:pt x="48094" y="778624"/>
                  </a:lnTo>
                  <a:lnTo>
                    <a:pt x="47625" y="779741"/>
                  </a:lnTo>
                  <a:lnTo>
                    <a:pt x="47625" y="782370"/>
                  </a:lnTo>
                  <a:lnTo>
                    <a:pt x="48094" y="783488"/>
                  </a:lnTo>
                  <a:lnTo>
                    <a:pt x="49961" y="785355"/>
                  </a:lnTo>
                  <a:lnTo>
                    <a:pt x="51079" y="785812"/>
                  </a:lnTo>
                  <a:lnTo>
                    <a:pt x="53708" y="785812"/>
                  </a:lnTo>
                  <a:lnTo>
                    <a:pt x="54825" y="785355"/>
                  </a:lnTo>
                  <a:lnTo>
                    <a:pt x="56692" y="783488"/>
                  </a:lnTo>
                  <a:lnTo>
                    <a:pt x="57150" y="782370"/>
                  </a:lnTo>
                  <a:lnTo>
                    <a:pt x="57150" y="779741"/>
                  </a:lnTo>
                  <a:close/>
                </a:path>
                <a:path w="4486275" h="3114675">
                  <a:moveTo>
                    <a:pt x="57150" y="3454"/>
                  </a:moveTo>
                  <a:lnTo>
                    <a:pt x="56692" y="2336"/>
                  </a:lnTo>
                  <a:lnTo>
                    <a:pt x="54825" y="469"/>
                  </a:lnTo>
                  <a:lnTo>
                    <a:pt x="53708" y="0"/>
                  </a:lnTo>
                  <a:lnTo>
                    <a:pt x="51079" y="0"/>
                  </a:lnTo>
                  <a:lnTo>
                    <a:pt x="49961" y="469"/>
                  </a:lnTo>
                  <a:lnTo>
                    <a:pt x="48094" y="2336"/>
                  </a:lnTo>
                  <a:lnTo>
                    <a:pt x="47625" y="3454"/>
                  </a:lnTo>
                  <a:lnTo>
                    <a:pt x="47625" y="6083"/>
                  </a:lnTo>
                  <a:lnTo>
                    <a:pt x="48094" y="7200"/>
                  </a:lnTo>
                  <a:lnTo>
                    <a:pt x="49961" y="9067"/>
                  </a:lnTo>
                  <a:lnTo>
                    <a:pt x="51079" y="9525"/>
                  </a:lnTo>
                  <a:lnTo>
                    <a:pt x="53708" y="9525"/>
                  </a:lnTo>
                  <a:lnTo>
                    <a:pt x="54825" y="9067"/>
                  </a:lnTo>
                  <a:lnTo>
                    <a:pt x="56692" y="7200"/>
                  </a:lnTo>
                  <a:lnTo>
                    <a:pt x="57150" y="6083"/>
                  </a:lnTo>
                  <a:lnTo>
                    <a:pt x="57150" y="3454"/>
                  </a:lnTo>
                  <a:close/>
                </a:path>
                <a:path w="4486275" h="3114675">
                  <a:moveTo>
                    <a:pt x="104775" y="3108604"/>
                  </a:moveTo>
                  <a:lnTo>
                    <a:pt x="104317" y="3107486"/>
                  </a:lnTo>
                  <a:lnTo>
                    <a:pt x="102450" y="3105620"/>
                  </a:lnTo>
                  <a:lnTo>
                    <a:pt x="101333" y="3105150"/>
                  </a:lnTo>
                  <a:lnTo>
                    <a:pt x="98704" y="3105150"/>
                  </a:lnTo>
                  <a:lnTo>
                    <a:pt x="97586" y="3105620"/>
                  </a:lnTo>
                  <a:lnTo>
                    <a:pt x="95719" y="3107486"/>
                  </a:lnTo>
                  <a:lnTo>
                    <a:pt x="95250" y="3108604"/>
                  </a:lnTo>
                  <a:lnTo>
                    <a:pt x="95250" y="3111233"/>
                  </a:lnTo>
                  <a:lnTo>
                    <a:pt x="95719" y="3112351"/>
                  </a:lnTo>
                  <a:lnTo>
                    <a:pt x="97586" y="3114217"/>
                  </a:lnTo>
                  <a:lnTo>
                    <a:pt x="98704" y="3114675"/>
                  </a:lnTo>
                  <a:lnTo>
                    <a:pt x="101333" y="3114675"/>
                  </a:lnTo>
                  <a:lnTo>
                    <a:pt x="102450" y="3114217"/>
                  </a:lnTo>
                  <a:lnTo>
                    <a:pt x="104317" y="3112351"/>
                  </a:lnTo>
                  <a:lnTo>
                    <a:pt x="104775" y="3111233"/>
                  </a:lnTo>
                  <a:lnTo>
                    <a:pt x="104775" y="3108604"/>
                  </a:lnTo>
                  <a:close/>
                </a:path>
                <a:path w="4486275" h="3114675">
                  <a:moveTo>
                    <a:pt x="104775" y="2332317"/>
                  </a:moveTo>
                  <a:lnTo>
                    <a:pt x="104317" y="2331199"/>
                  </a:lnTo>
                  <a:lnTo>
                    <a:pt x="102450" y="2329332"/>
                  </a:lnTo>
                  <a:lnTo>
                    <a:pt x="101333" y="2328862"/>
                  </a:lnTo>
                  <a:lnTo>
                    <a:pt x="98704" y="2328862"/>
                  </a:lnTo>
                  <a:lnTo>
                    <a:pt x="97586" y="2329332"/>
                  </a:lnTo>
                  <a:lnTo>
                    <a:pt x="95719" y="2331199"/>
                  </a:lnTo>
                  <a:lnTo>
                    <a:pt x="95250" y="2332317"/>
                  </a:lnTo>
                  <a:lnTo>
                    <a:pt x="95250" y="2334945"/>
                  </a:lnTo>
                  <a:lnTo>
                    <a:pt x="95719" y="2336063"/>
                  </a:lnTo>
                  <a:lnTo>
                    <a:pt x="97586" y="2337930"/>
                  </a:lnTo>
                  <a:lnTo>
                    <a:pt x="98704" y="2338387"/>
                  </a:lnTo>
                  <a:lnTo>
                    <a:pt x="101333" y="2338387"/>
                  </a:lnTo>
                  <a:lnTo>
                    <a:pt x="102450" y="2337930"/>
                  </a:lnTo>
                  <a:lnTo>
                    <a:pt x="104317" y="2336063"/>
                  </a:lnTo>
                  <a:lnTo>
                    <a:pt x="104775" y="2334945"/>
                  </a:lnTo>
                  <a:lnTo>
                    <a:pt x="104775" y="2332317"/>
                  </a:lnTo>
                  <a:close/>
                </a:path>
                <a:path w="4486275" h="3114675">
                  <a:moveTo>
                    <a:pt x="104775" y="1556029"/>
                  </a:moveTo>
                  <a:lnTo>
                    <a:pt x="104317" y="1554911"/>
                  </a:lnTo>
                  <a:lnTo>
                    <a:pt x="102450" y="1553044"/>
                  </a:lnTo>
                  <a:lnTo>
                    <a:pt x="101333" y="1552575"/>
                  </a:lnTo>
                  <a:lnTo>
                    <a:pt x="98704" y="1552575"/>
                  </a:lnTo>
                  <a:lnTo>
                    <a:pt x="97586" y="1553044"/>
                  </a:lnTo>
                  <a:lnTo>
                    <a:pt x="95719" y="1554911"/>
                  </a:lnTo>
                  <a:lnTo>
                    <a:pt x="95250" y="1556029"/>
                  </a:lnTo>
                  <a:lnTo>
                    <a:pt x="95250" y="1558658"/>
                  </a:lnTo>
                  <a:lnTo>
                    <a:pt x="95719" y="1559775"/>
                  </a:lnTo>
                  <a:lnTo>
                    <a:pt x="97586" y="1561642"/>
                  </a:lnTo>
                  <a:lnTo>
                    <a:pt x="98704" y="1562100"/>
                  </a:lnTo>
                  <a:lnTo>
                    <a:pt x="101333" y="1562100"/>
                  </a:lnTo>
                  <a:lnTo>
                    <a:pt x="102450" y="1561642"/>
                  </a:lnTo>
                  <a:lnTo>
                    <a:pt x="104317" y="1559775"/>
                  </a:lnTo>
                  <a:lnTo>
                    <a:pt x="104775" y="1558658"/>
                  </a:lnTo>
                  <a:lnTo>
                    <a:pt x="104775" y="1556029"/>
                  </a:lnTo>
                  <a:close/>
                </a:path>
                <a:path w="4486275" h="3114675">
                  <a:moveTo>
                    <a:pt x="104775" y="779741"/>
                  </a:moveTo>
                  <a:lnTo>
                    <a:pt x="104317" y="778624"/>
                  </a:lnTo>
                  <a:lnTo>
                    <a:pt x="102450" y="776757"/>
                  </a:lnTo>
                  <a:lnTo>
                    <a:pt x="101333" y="776287"/>
                  </a:lnTo>
                  <a:lnTo>
                    <a:pt x="98704" y="776287"/>
                  </a:lnTo>
                  <a:lnTo>
                    <a:pt x="97586" y="776757"/>
                  </a:lnTo>
                  <a:lnTo>
                    <a:pt x="95719" y="778624"/>
                  </a:lnTo>
                  <a:lnTo>
                    <a:pt x="95250" y="779741"/>
                  </a:lnTo>
                  <a:lnTo>
                    <a:pt x="95250" y="782370"/>
                  </a:lnTo>
                  <a:lnTo>
                    <a:pt x="95719" y="783488"/>
                  </a:lnTo>
                  <a:lnTo>
                    <a:pt x="97586" y="785355"/>
                  </a:lnTo>
                  <a:lnTo>
                    <a:pt x="98704" y="785812"/>
                  </a:lnTo>
                  <a:lnTo>
                    <a:pt x="101333" y="785812"/>
                  </a:lnTo>
                  <a:lnTo>
                    <a:pt x="102450" y="785355"/>
                  </a:lnTo>
                  <a:lnTo>
                    <a:pt x="104317" y="783488"/>
                  </a:lnTo>
                  <a:lnTo>
                    <a:pt x="104775" y="782370"/>
                  </a:lnTo>
                  <a:lnTo>
                    <a:pt x="104775" y="779741"/>
                  </a:lnTo>
                  <a:close/>
                </a:path>
                <a:path w="4486275" h="3114675">
                  <a:moveTo>
                    <a:pt x="104775" y="3454"/>
                  </a:moveTo>
                  <a:lnTo>
                    <a:pt x="104317" y="2336"/>
                  </a:lnTo>
                  <a:lnTo>
                    <a:pt x="102450" y="469"/>
                  </a:lnTo>
                  <a:lnTo>
                    <a:pt x="101333" y="0"/>
                  </a:lnTo>
                  <a:lnTo>
                    <a:pt x="98704" y="0"/>
                  </a:lnTo>
                  <a:lnTo>
                    <a:pt x="97586" y="469"/>
                  </a:lnTo>
                  <a:lnTo>
                    <a:pt x="95719" y="2336"/>
                  </a:lnTo>
                  <a:lnTo>
                    <a:pt x="95250" y="3454"/>
                  </a:lnTo>
                  <a:lnTo>
                    <a:pt x="95250" y="6083"/>
                  </a:lnTo>
                  <a:lnTo>
                    <a:pt x="95719" y="7200"/>
                  </a:lnTo>
                  <a:lnTo>
                    <a:pt x="97586" y="9067"/>
                  </a:lnTo>
                  <a:lnTo>
                    <a:pt x="98704" y="9525"/>
                  </a:lnTo>
                  <a:lnTo>
                    <a:pt x="101333" y="9525"/>
                  </a:lnTo>
                  <a:lnTo>
                    <a:pt x="102450" y="9067"/>
                  </a:lnTo>
                  <a:lnTo>
                    <a:pt x="104317" y="7200"/>
                  </a:lnTo>
                  <a:lnTo>
                    <a:pt x="104775" y="6083"/>
                  </a:lnTo>
                  <a:lnTo>
                    <a:pt x="104775" y="3454"/>
                  </a:lnTo>
                  <a:close/>
                </a:path>
                <a:path w="4486275" h="3114675">
                  <a:moveTo>
                    <a:pt x="152400" y="3108604"/>
                  </a:moveTo>
                  <a:lnTo>
                    <a:pt x="151942" y="3107486"/>
                  </a:lnTo>
                  <a:lnTo>
                    <a:pt x="150075" y="3105620"/>
                  </a:lnTo>
                  <a:lnTo>
                    <a:pt x="148958" y="3105150"/>
                  </a:lnTo>
                  <a:lnTo>
                    <a:pt x="146329" y="3105150"/>
                  </a:lnTo>
                  <a:lnTo>
                    <a:pt x="145211" y="3105620"/>
                  </a:lnTo>
                  <a:lnTo>
                    <a:pt x="143344" y="3107486"/>
                  </a:lnTo>
                  <a:lnTo>
                    <a:pt x="142875" y="3108604"/>
                  </a:lnTo>
                  <a:lnTo>
                    <a:pt x="142875" y="3111233"/>
                  </a:lnTo>
                  <a:lnTo>
                    <a:pt x="143344" y="3112351"/>
                  </a:lnTo>
                  <a:lnTo>
                    <a:pt x="145211" y="3114217"/>
                  </a:lnTo>
                  <a:lnTo>
                    <a:pt x="146329" y="3114675"/>
                  </a:lnTo>
                  <a:lnTo>
                    <a:pt x="148958" y="3114675"/>
                  </a:lnTo>
                  <a:lnTo>
                    <a:pt x="150075" y="3114217"/>
                  </a:lnTo>
                  <a:lnTo>
                    <a:pt x="151942" y="3112351"/>
                  </a:lnTo>
                  <a:lnTo>
                    <a:pt x="152400" y="3111233"/>
                  </a:lnTo>
                  <a:lnTo>
                    <a:pt x="152400" y="3108604"/>
                  </a:lnTo>
                  <a:close/>
                </a:path>
                <a:path w="4486275" h="3114675">
                  <a:moveTo>
                    <a:pt x="152400" y="2332317"/>
                  </a:moveTo>
                  <a:lnTo>
                    <a:pt x="151942" y="2331199"/>
                  </a:lnTo>
                  <a:lnTo>
                    <a:pt x="150075" y="2329332"/>
                  </a:lnTo>
                  <a:lnTo>
                    <a:pt x="148958" y="2328862"/>
                  </a:lnTo>
                  <a:lnTo>
                    <a:pt x="146329" y="2328862"/>
                  </a:lnTo>
                  <a:lnTo>
                    <a:pt x="145211" y="2329332"/>
                  </a:lnTo>
                  <a:lnTo>
                    <a:pt x="143344" y="2331199"/>
                  </a:lnTo>
                  <a:lnTo>
                    <a:pt x="142875" y="2332317"/>
                  </a:lnTo>
                  <a:lnTo>
                    <a:pt x="142875" y="2334945"/>
                  </a:lnTo>
                  <a:lnTo>
                    <a:pt x="143344" y="2336063"/>
                  </a:lnTo>
                  <a:lnTo>
                    <a:pt x="145211" y="2337930"/>
                  </a:lnTo>
                  <a:lnTo>
                    <a:pt x="146329" y="2338387"/>
                  </a:lnTo>
                  <a:lnTo>
                    <a:pt x="148958" y="2338387"/>
                  </a:lnTo>
                  <a:lnTo>
                    <a:pt x="150075" y="2337930"/>
                  </a:lnTo>
                  <a:lnTo>
                    <a:pt x="151942" y="2336063"/>
                  </a:lnTo>
                  <a:lnTo>
                    <a:pt x="152400" y="2334945"/>
                  </a:lnTo>
                  <a:lnTo>
                    <a:pt x="152400" y="2332317"/>
                  </a:lnTo>
                  <a:close/>
                </a:path>
                <a:path w="4486275" h="3114675">
                  <a:moveTo>
                    <a:pt x="152400" y="1556029"/>
                  </a:moveTo>
                  <a:lnTo>
                    <a:pt x="151942" y="1554911"/>
                  </a:lnTo>
                  <a:lnTo>
                    <a:pt x="150075" y="1553044"/>
                  </a:lnTo>
                  <a:lnTo>
                    <a:pt x="148958" y="1552575"/>
                  </a:lnTo>
                  <a:lnTo>
                    <a:pt x="146329" y="1552575"/>
                  </a:lnTo>
                  <a:lnTo>
                    <a:pt x="145211" y="1553044"/>
                  </a:lnTo>
                  <a:lnTo>
                    <a:pt x="143344" y="1554911"/>
                  </a:lnTo>
                  <a:lnTo>
                    <a:pt x="142875" y="1556029"/>
                  </a:lnTo>
                  <a:lnTo>
                    <a:pt x="142875" y="1558658"/>
                  </a:lnTo>
                  <a:lnTo>
                    <a:pt x="143344" y="1559775"/>
                  </a:lnTo>
                  <a:lnTo>
                    <a:pt x="145211" y="1561642"/>
                  </a:lnTo>
                  <a:lnTo>
                    <a:pt x="146329" y="1562100"/>
                  </a:lnTo>
                  <a:lnTo>
                    <a:pt x="148958" y="1562100"/>
                  </a:lnTo>
                  <a:lnTo>
                    <a:pt x="150075" y="1561642"/>
                  </a:lnTo>
                  <a:lnTo>
                    <a:pt x="151942" y="1559775"/>
                  </a:lnTo>
                  <a:lnTo>
                    <a:pt x="152400" y="1558658"/>
                  </a:lnTo>
                  <a:lnTo>
                    <a:pt x="152400" y="1556029"/>
                  </a:lnTo>
                  <a:close/>
                </a:path>
                <a:path w="4486275" h="3114675">
                  <a:moveTo>
                    <a:pt x="152400" y="779741"/>
                  </a:moveTo>
                  <a:lnTo>
                    <a:pt x="151942" y="778624"/>
                  </a:lnTo>
                  <a:lnTo>
                    <a:pt x="150075" y="776757"/>
                  </a:lnTo>
                  <a:lnTo>
                    <a:pt x="148958" y="776287"/>
                  </a:lnTo>
                  <a:lnTo>
                    <a:pt x="146329" y="776287"/>
                  </a:lnTo>
                  <a:lnTo>
                    <a:pt x="145211" y="776757"/>
                  </a:lnTo>
                  <a:lnTo>
                    <a:pt x="143344" y="778624"/>
                  </a:lnTo>
                  <a:lnTo>
                    <a:pt x="142875" y="779741"/>
                  </a:lnTo>
                  <a:lnTo>
                    <a:pt x="142875" y="782370"/>
                  </a:lnTo>
                  <a:lnTo>
                    <a:pt x="143344" y="783488"/>
                  </a:lnTo>
                  <a:lnTo>
                    <a:pt x="145211" y="785355"/>
                  </a:lnTo>
                  <a:lnTo>
                    <a:pt x="146329" y="785812"/>
                  </a:lnTo>
                  <a:lnTo>
                    <a:pt x="148958" y="785812"/>
                  </a:lnTo>
                  <a:lnTo>
                    <a:pt x="150075" y="785355"/>
                  </a:lnTo>
                  <a:lnTo>
                    <a:pt x="151942" y="783488"/>
                  </a:lnTo>
                  <a:lnTo>
                    <a:pt x="152400" y="782370"/>
                  </a:lnTo>
                  <a:lnTo>
                    <a:pt x="152400" y="779741"/>
                  </a:lnTo>
                  <a:close/>
                </a:path>
                <a:path w="4486275" h="3114675">
                  <a:moveTo>
                    <a:pt x="152400" y="3454"/>
                  </a:moveTo>
                  <a:lnTo>
                    <a:pt x="151942" y="2336"/>
                  </a:lnTo>
                  <a:lnTo>
                    <a:pt x="150075" y="469"/>
                  </a:lnTo>
                  <a:lnTo>
                    <a:pt x="148958" y="0"/>
                  </a:lnTo>
                  <a:lnTo>
                    <a:pt x="146329" y="0"/>
                  </a:lnTo>
                  <a:lnTo>
                    <a:pt x="145211" y="469"/>
                  </a:lnTo>
                  <a:lnTo>
                    <a:pt x="143344" y="2336"/>
                  </a:lnTo>
                  <a:lnTo>
                    <a:pt x="142875" y="3454"/>
                  </a:lnTo>
                  <a:lnTo>
                    <a:pt x="142875" y="6083"/>
                  </a:lnTo>
                  <a:lnTo>
                    <a:pt x="143344" y="7200"/>
                  </a:lnTo>
                  <a:lnTo>
                    <a:pt x="145211" y="9067"/>
                  </a:lnTo>
                  <a:lnTo>
                    <a:pt x="146329" y="9525"/>
                  </a:lnTo>
                  <a:lnTo>
                    <a:pt x="148958" y="9525"/>
                  </a:lnTo>
                  <a:lnTo>
                    <a:pt x="150075" y="9067"/>
                  </a:lnTo>
                  <a:lnTo>
                    <a:pt x="151942" y="7200"/>
                  </a:lnTo>
                  <a:lnTo>
                    <a:pt x="152400" y="6083"/>
                  </a:lnTo>
                  <a:lnTo>
                    <a:pt x="152400" y="3454"/>
                  </a:lnTo>
                  <a:close/>
                </a:path>
                <a:path w="4486275" h="3114675">
                  <a:moveTo>
                    <a:pt x="200025" y="3108604"/>
                  </a:moveTo>
                  <a:lnTo>
                    <a:pt x="199567" y="3107486"/>
                  </a:lnTo>
                  <a:lnTo>
                    <a:pt x="197700" y="3105620"/>
                  </a:lnTo>
                  <a:lnTo>
                    <a:pt x="196583" y="3105150"/>
                  </a:lnTo>
                  <a:lnTo>
                    <a:pt x="193954" y="3105150"/>
                  </a:lnTo>
                  <a:lnTo>
                    <a:pt x="192836" y="3105620"/>
                  </a:lnTo>
                  <a:lnTo>
                    <a:pt x="190969" y="3107486"/>
                  </a:lnTo>
                  <a:lnTo>
                    <a:pt x="190500" y="3108604"/>
                  </a:lnTo>
                  <a:lnTo>
                    <a:pt x="190500" y="3111233"/>
                  </a:lnTo>
                  <a:lnTo>
                    <a:pt x="190969" y="3112351"/>
                  </a:lnTo>
                  <a:lnTo>
                    <a:pt x="192836" y="3114217"/>
                  </a:lnTo>
                  <a:lnTo>
                    <a:pt x="193954" y="3114675"/>
                  </a:lnTo>
                  <a:lnTo>
                    <a:pt x="196583" y="3114675"/>
                  </a:lnTo>
                  <a:lnTo>
                    <a:pt x="197700" y="3114217"/>
                  </a:lnTo>
                  <a:lnTo>
                    <a:pt x="199567" y="3112351"/>
                  </a:lnTo>
                  <a:lnTo>
                    <a:pt x="200025" y="3111233"/>
                  </a:lnTo>
                  <a:lnTo>
                    <a:pt x="200025" y="3108604"/>
                  </a:lnTo>
                  <a:close/>
                </a:path>
                <a:path w="4486275" h="3114675">
                  <a:moveTo>
                    <a:pt x="200025" y="2332317"/>
                  </a:moveTo>
                  <a:lnTo>
                    <a:pt x="199567" y="2331199"/>
                  </a:lnTo>
                  <a:lnTo>
                    <a:pt x="197700" y="2329332"/>
                  </a:lnTo>
                  <a:lnTo>
                    <a:pt x="196583" y="2328862"/>
                  </a:lnTo>
                  <a:lnTo>
                    <a:pt x="193954" y="2328862"/>
                  </a:lnTo>
                  <a:lnTo>
                    <a:pt x="192836" y="2329332"/>
                  </a:lnTo>
                  <a:lnTo>
                    <a:pt x="190969" y="2331199"/>
                  </a:lnTo>
                  <a:lnTo>
                    <a:pt x="190500" y="2332317"/>
                  </a:lnTo>
                  <a:lnTo>
                    <a:pt x="190500" y="2334945"/>
                  </a:lnTo>
                  <a:lnTo>
                    <a:pt x="190969" y="2336063"/>
                  </a:lnTo>
                  <a:lnTo>
                    <a:pt x="192836" y="2337930"/>
                  </a:lnTo>
                  <a:lnTo>
                    <a:pt x="193954" y="2338387"/>
                  </a:lnTo>
                  <a:lnTo>
                    <a:pt x="196583" y="2338387"/>
                  </a:lnTo>
                  <a:lnTo>
                    <a:pt x="197700" y="2337930"/>
                  </a:lnTo>
                  <a:lnTo>
                    <a:pt x="199567" y="2336063"/>
                  </a:lnTo>
                  <a:lnTo>
                    <a:pt x="200025" y="2334945"/>
                  </a:lnTo>
                  <a:lnTo>
                    <a:pt x="200025" y="2332317"/>
                  </a:lnTo>
                  <a:close/>
                </a:path>
                <a:path w="4486275" h="3114675">
                  <a:moveTo>
                    <a:pt x="200025" y="1556029"/>
                  </a:moveTo>
                  <a:lnTo>
                    <a:pt x="199567" y="1554911"/>
                  </a:lnTo>
                  <a:lnTo>
                    <a:pt x="197700" y="1553044"/>
                  </a:lnTo>
                  <a:lnTo>
                    <a:pt x="196583" y="1552575"/>
                  </a:lnTo>
                  <a:lnTo>
                    <a:pt x="193954" y="1552575"/>
                  </a:lnTo>
                  <a:lnTo>
                    <a:pt x="192836" y="1553044"/>
                  </a:lnTo>
                  <a:lnTo>
                    <a:pt x="190969" y="1554911"/>
                  </a:lnTo>
                  <a:lnTo>
                    <a:pt x="190500" y="1556029"/>
                  </a:lnTo>
                  <a:lnTo>
                    <a:pt x="190500" y="1558658"/>
                  </a:lnTo>
                  <a:lnTo>
                    <a:pt x="190969" y="1559775"/>
                  </a:lnTo>
                  <a:lnTo>
                    <a:pt x="192836" y="1561642"/>
                  </a:lnTo>
                  <a:lnTo>
                    <a:pt x="193954" y="1562100"/>
                  </a:lnTo>
                  <a:lnTo>
                    <a:pt x="196583" y="1562100"/>
                  </a:lnTo>
                  <a:lnTo>
                    <a:pt x="197700" y="1561642"/>
                  </a:lnTo>
                  <a:lnTo>
                    <a:pt x="199567" y="1559775"/>
                  </a:lnTo>
                  <a:lnTo>
                    <a:pt x="200025" y="1558658"/>
                  </a:lnTo>
                  <a:lnTo>
                    <a:pt x="200025" y="1556029"/>
                  </a:lnTo>
                  <a:close/>
                </a:path>
                <a:path w="4486275" h="3114675">
                  <a:moveTo>
                    <a:pt x="200025" y="779741"/>
                  </a:moveTo>
                  <a:lnTo>
                    <a:pt x="199567" y="778624"/>
                  </a:lnTo>
                  <a:lnTo>
                    <a:pt x="197700" y="776757"/>
                  </a:lnTo>
                  <a:lnTo>
                    <a:pt x="196583" y="776287"/>
                  </a:lnTo>
                  <a:lnTo>
                    <a:pt x="193954" y="776287"/>
                  </a:lnTo>
                  <a:lnTo>
                    <a:pt x="192836" y="776757"/>
                  </a:lnTo>
                  <a:lnTo>
                    <a:pt x="190969" y="778624"/>
                  </a:lnTo>
                  <a:lnTo>
                    <a:pt x="190500" y="779741"/>
                  </a:lnTo>
                  <a:lnTo>
                    <a:pt x="190500" y="782370"/>
                  </a:lnTo>
                  <a:lnTo>
                    <a:pt x="190969" y="783488"/>
                  </a:lnTo>
                  <a:lnTo>
                    <a:pt x="192836" y="785355"/>
                  </a:lnTo>
                  <a:lnTo>
                    <a:pt x="193954" y="785812"/>
                  </a:lnTo>
                  <a:lnTo>
                    <a:pt x="196583" y="785812"/>
                  </a:lnTo>
                  <a:lnTo>
                    <a:pt x="197700" y="785355"/>
                  </a:lnTo>
                  <a:lnTo>
                    <a:pt x="199567" y="783488"/>
                  </a:lnTo>
                  <a:lnTo>
                    <a:pt x="200025" y="782370"/>
                  </a:lnTo>
                  <a:lnTo>
                    <a:pt x="200025" y="779741"/>
                  </a:lnTo>
                  <a:close/>
                </a:path>
                <a:path w="4486275" h="3114675">
                  <a:moveTo>
                    <a:pt x="200025" y="3454"/>
                  </a:moveTo>
                  <a:lnTo>
                    <a:pt x="199567" y="2336"/>
                  </a:lnTo>
                  <a:lnTo>
                    <a:pt x="197700" y="469"/>
                  </a:lnTo>
                  <a:lnTo>
                    <a:pt x="196583" y="0"/>
                  </a:lnTo>
                  <a:lnTo>
                    <a:pt x="193954" y="0"/>
                  </a:lnTo>
                  <a:lnTo>
                    <a:pt x="192836" y="469"/>
                  </a:lnTo>
                  <a:lnTo>
                    <a:pt x="190969" y="2336"/>
                  </a:lnTo>
                  <a:lnTo>
                    <a:pt x="190500" y="3454"/>
                  </a:lnTo>
                  <a:lnTo>
                    <a:pt x="190500" y="6083"/>
                  </a:lnTo>
                  <a:lnTo>
                    <a:pt x="190969" y="7200"/>
                  </a:lnTo>
                  <a:lnTo>
                    <a:pt x="192836" y="9067"/>
                  </a:lnTo>
                  <a:lnTo>
                    <a:pt x="193954" y="9525"/>
                  </a:lnTo>
                  <a:lnTo>
                    <a:pt x="196583" y="9525"/>
                  </a:lnTo>
                  <a:lnTo>
                    <a:pt x="197700" y="9067"/>
                  </a:lnTo>
                  <a:lnTo>
                    <a:pt x="199567" y="7200"/>
                  </a:lnTo>
                  <a:lnTo>
                    <a:pt x="200025" y="6083"/>
                  </a:lnTo>
                  <a:lnTo>
                    <a:pt x="200025" y="3454"/>
                  </a:lnTo>
                  <a:close/>
                </a:path>
                <a:path w="4486275" h="3114675">
                  <a:moveTo>
                    <a:pt x="247650" y="3108604"/>
                  </a:moveTo>
                  <a:lnTo>
                    <a:pt x="247192" y="3107486"/>
                  </a:lnTo>
                  <a:lnTo>
                    <a:pt x="245325" y="3105620"/>
                  </a:lnTo>
                  <a:lnTo>
                    <a:pt x="244208" y="3105150"/>
                  </a:lnTo>
                  <a:lnTo>
                    <a:pt x="241579" y="3105150"/>
                  </a:lnTo>
                  <a:lnTo>
                    <a:pt x="240461" y="3105620"/>
                  </a:lnTo>
                  <a:lnTo>
                    <a:pt x="238594" y="3107486"/>
                  </a:lnTo>
                  <a:lnTo>
                    <a:pt x="238125" y="3108604"/>
                  </a:lnTo>
                  <a:lnTo>
                    <a:pt x="238125" y="3111233"/>
                  </a:lnTo>
                  <a:lnTo>
                    <a:pt x="238594" y="3112351"/>
                  </a:lnTo>
                  <a:lnTo>
                    <a:pt x="240461" y="3114217"/>
                  </a:lnTo>
                  <a:lnTo>
                    <a:pt x="241579" y="3114675"/>
                  </a:lnTo>
                  <a:lnTo>
                    <a:pt x="244208" y="3114675"/>
                  </a:lnTo>
                  <a:lnTo>
                    <a:pt x="245325" y="3114217"/>
                  </a:lnTo>
                  <a:lnTo>
                    <a:pt x="247192" y="3112351"/>
                  </a:lnTo>
                  <a:lnTo>
                    <a:pt x="247650" y="3111233"/>
                  </a:lnTo>
                  <a:lnTo>
                    <a:pt x="247650" y="3108604"/>
                  </a:lnTo>
                  <a:close/>
                </a:path>
                <a:path w="4486275" h="3114675">
                  <a:moveTo>
                    <a:pt x="247650" y="2332317"/>
                  </a:moveTo>
                  <a:lnTo>
                    <a:pt x="247192" y="2331199"/>
                  </a:lnTo>
                  <a:lnTo>
                    <a:pt x="245325" y="2329332"/>
                  </a:lnTo>
                  <a:lnTo>
                    <a:pt x="244208" y="2328862"/>
                  </a:lnTo>
                  <a:lnTo>
                    <a:pt x="241579" y="2328862"/>
                  </a:lnTo>
                  <a:lnTo>
                    <a:pt x="240461" y="2329332"/>
                  </a:lnTo>
                  <a:lnTo>
                    <a:pt x="238594" y="2331199"/>
                  </a:lnTo>
                  <a:lnTo>
                    <a:pt x="238125" y="2332317"/>
                  </a:lnTo>
                  <a:lnTo>
                    <a:pt x="238125" y="2334945"/>
                  </a:lnTo>
                  <a:lnTo>
                    <a:pt x="238594" y="2336063"/>
                  </a:lnTo>
                  <a:lnTo>
                    <a:pt x="240461" y="2337930"/>
                  </a:lnTo>
                  <a:lnTo>
                    <a:pt x="241579" y="2338387"/>
                  </a:lnTo>
                  <a:lnTo>
                    <a:pt x="244208" y="2338387"/>
                  </a:lnTo>
                  <a:lnTo>
                    <a:pt x="245325" y="2337930"/>
                  </a:lnTo>
                  <a:lnTo>
                    <a:pt x="247192" y="2336063"/>
                  </a:lnTo>
                  <a:lnTo>
                    <a:pt x="247650" y="2334945"/>
                  </a:lnTo>
                  <a:lnTo>
                    <a:pt x="247650" y="2332317"/>
                  </a:lnTo>
                  <a:close/>
                </a:path>
                <a:path w="4486275" h="3114675">
                  <a:moveTo>
                    <a:pt x="247650" y="1556029"/>
                  </a:moveTo>
                  <a:lnTo>
                    <a:pt x="247192" y="1554911"/>
                  </a:lnTo>
                  <a:lnTo>
                    <a:pt x="245325" y="1553044"/>
                  </a:lnTo>
                  <a:lnTo>
                    <a:pt x="244208" y="1552575"/>
                  </a:lnTo>
                  <a:lnTo>
                    <a:pt x="241579" y="1552575"/>
                  </a:lnTo>
                  <a:lnTo>
                    <a:pt x="240461" y="1553044"/>
                  </a:lnTo>
                  <a:lnTo>
                    <a:pt x="238594" y="1554911"/>
                  </a:lnTo>
                  <a:lnTo>
                    <a:pt x="238125" y="1556029"/>
                  </a:lnTo>
                  <a:lnTo>
                    <a:pt x="238125" y="1558658"/>
                  </a:lnTo>
                  <a:lnTo>
                    <a:pt x="238594" y="1559775"/>
                  </a:lnTo>
                  <a:lnTo>
                    <a:pt x="240461" y="1561642"/>
                  </a:lnTo>
                  <a:lnTo>
                    <a:pt x="241579" y="1562100"/>
                  </a:lnTo>
                  <a:lnTo>
                    <a:pt x="244208" y="1562100"/>
                  </a:lnTo>
                  <a:lnTo>
                    <a:pt x="245325" y="1561642"/>
                  </a:lnTo>
                  <a:lnTo>
                    <a:pt x="247192" y="1559775"/>
                  </a:lnTo>
                  <a:lnTo>
                    <a:pt x="247650" y="1558658"/>
                  </a:lnTo>
                  <a:lnTo>
                    <a:pt x="247650" y="1556029"/>
                  </a:lnTo>
                  <a:close/>
                </a:path>
                <a:path w="4486275" h="3114675">
                  <a:moveTo>
                    <a:pt x="247650" y="779741"/>
                  </a:moveTo>
                  <a:lnTo>
                    <a:pt x="247192" y="778624"/>
                  </a:lnTo>
                  <a:lnTo>
                    <a:pt x="245325" y="776757"/>
                  </a:lnTo>
                  <a:lnTo>
                    <a:pt x="244208" y="776287"/>
                  </a:lnTo>
                  <a:lnTo>
                    <a:pt x="241579" y="776287"/>
                  </a:lnTo>
                  <a:lnTo>
                    <a:pt x="240461" y="776757"/>
                  </a:lnTo>
                  <a:lnTo>
                    <a:pt x="238594" y="778624"/>
                  </a:lnTo>
                  <a:lnTo>
                    <a:pt x="238125" y="779741"/>
                  </a:lnTo>
                  <a:lnTo>
                    <a:pt x="238125" y="782370"/>
                  </a:lnTo>
                  <a:lnTo>
                    <a:pt x="238594" y="783488"/>
                  </a:lnTo>
                  <a:lnTo>
                    <a:pt x="240461" y="785355"/>
                  </a:lnTo>
                  <a:lnTo>
                    <a:pt x="241579" y="785812"/>
                  </a:lnTo>
                  <a:lnTo>
                    <a:pt x="244208" y="785812"/>
                  </a:lnTo>
                  <a:lnTo>
                    <a:pt x="245325" y="785355"/>
                  </a:lnTo>
                  <a:lnTo>
                    <a:pt x="247192" y="783488"/>
                  </a:lnTo>
                  <a:lnTo>
                    <a:pt x="247650" y="782370"/>
                  </a:lnTo>
                  <a:lnTo>
                    <a:pt x="247650" y="779741"/>
                  </a:lnTo>
                  <a:close/>
                </a:path>
                <a:path w="4486275" h="3114675">
                  <a:moveTo>
                    <a:pt x="247650" y="3454"/>
                  </a:moveTo>
                  <a:lnTo>
                    <a:pt x="247192" y="2336"/>
                  </a:lnTo>
                  <a:lnTo>
                    <a:pt x="245325" y="469"/>
                  </a:lnTo>
                  <a:lnTo>
                    <a:pt x="244208" y="0"/>
                  </a:lnTo>
                  <a:lnTo>
                    <a:pt x="241579" y="0"/>
                  </a:lnTo>
                  <a:lnTo>
                    <a:pt x="240461" y="469"/>
                  </a:lnTo>
                  <a:lnTo>
                    <a:pt x="238594" y="2336"/>
                  </a:lnTo>
                  <a:lnTo>
                    <a:pt x="238125" y="3454"/>
                  </a:lnTo>
                  <a:lnTo>
                    <a:pt x="238125" y="6083"/>
                  </a:lnTo>
                  <a:lnTo>
                    <a:pt x="238594" y="7200"/>
                  </a:lnTo>
                  <a:lnTo>
                    <a:pt x="240461" y="9067"/>
                  </a:lnTo>
                  <a:lnTo>
                    <a:pt x="241579" y="9525"/>
                  </a:lnTo>
                  <a:lnTo>
                    <a:pt x="244208" y="9525"/>
                  </a:lnTo>
                  <a:lnTo>
                    <a:pt x="245325" y="9067"/>
                  </a:lnTo>
                  <a:lnTo>
                    <a:pt x="247192" y="7200"/>
                  </a:lnTo>
                  <a:lnTo>
                    <a:pt x="247650" y="6083"/>
                  </a:lnTo>
                  <a:lnTo>
                    <a:pt x="247650" y="3454"/>
                  </a:lnTo>
                  <a:close/>
                </a:path>
                <a:path w="4486275" h="3114675">
                  <a:moveTo>
                    <a:pt x="295275" y="3108604"/>
                  </a:moveTo>
                  <a:lnTo>
                    <a:pt x="294817" y="3107486"/>
                  </a:lnTo>
                  <a:lnTo>
                    <a:pt x="292950" y="3105620"/>
                  </a:lnTo>
                  <a:lnTo>
                    <a:pt x="291833" y="3105150"/>
                  </a:lnTo>
                  <a:lnTo>
                    <a:pt x="289204" y="3105150"/>
                  </a:lnTo>
                  <a:lnTo>
                    <a:pt x="288086" y="3105620"/>
                  </a:lnTo>
                  <a:lnTo>
                    <a:pt x="286219" y="3107486"/>
                  </a:lnTo>
                  <a:lnTo>
                    <a:pt x="285750" y="3108604"/>
                  </a:lnTo>
                  <a:lnTo>
                    <a:pt x="285750" y="3111233"/>
                  </a:lnTo>
                  <a:lnTo>
                    <a:pt x="286219" y="3112351"/>
                  </a:lnTo>
                  <a:lnTo>
                    <a:pt x="288086" y="3114217"/>
                  </a:lnTo>
                  <a:lnTo>
                    <a:pt x="289204" y="3114675"/>
                  </a:lnTo>
                  <a:lnTo>
                    <a:pt x="291833" y="3114675"/>
                  </a:lnTo>
                  <a:lnTo>
                    <a:pt x="292950" y="3114217"/>
                  </a:lnTo>
                  <a:lnTo>
                    <a:pt x="294817" y="3112351"/>
                  </a:lnTo>
                  <a:lnTo>
                    <a:pt x="295275" y="3111233"/>
                  </a:lnTo>
                  <a:lnTo>
                    <a:pt x="295275" y="3108604"/>
                  </a:lnTo>
                  <a:close/>
                </a:path>
                <a:path w="4486275" h="3114675">
                  <a:moveTo>
                    <a:pt x="295275" y="2332317"/>
                  </a:moveTo>
                  <a:lnTo>
                    <a:pt x="294817" y="2331199"/>
                  </a:lnTo>
                  <a:lnTo>
                    <a:pt x="292950" y="2329332"/>
                  </a:lnTo>
                  <a:lnTo>
                    <a:pt x="291833" y="2328862"/>
                  </a:lnTo>
                  <a:lnTo>
                    <a:pt x="289204" y="2328862"/>
                  </a:lnTo>
                  <a:lnTo>
                    <a:pt x="288086" y="2329332"/>
                  </a:lnTo>
                  <a:lnTo>
                    <a:pt x="286219" y="2331199"/>
                  </a:lnTo>
                  <a:lnTo>
                    <a:pt x="285750" y="2332317"/>
                  </a:lnTo>
                  <a:lnTo>
                    <a:pt x="285750" y="2334945"/>
                  </a:lnTo>
                  <a:lnTo>
                    <a:pt x="286219" y="2336063"/>
                  </a:lnTo>
                  <a:lnTo>
                    <a:pt x="288086" y="2337930"/>
                  </a:lnTo>
                  <a:lnTo>
                    <a:pt x="289204" y="2338387"/>
                  </a:lnTo>
                  <a:lnTo>
                    <a:pt x="291833" y="2338387"/>
                  </a:lnTo>
                  <a:lnTo>
                    <a:pt x="292950" y="2337930"/>
                  </a:lnTo>
                  <a:lnTo>
                    <a:pt x="294817" y="2336063"/>
                  </a:lnTo>
                  <a:lnTo>
                    <a:pt x="295275" y="2334945"/>
                  </a:lnTo>
                  <a:lnTo>
                    <a:pt x="295275" y="2332317"/>
                  </a:lnTo>
                  <a:close/>
                </a:path>
                <a:path w="4486275" h="3114675">
                  <a:moveTo>
                    <a:pt x="295275" y="1556029"/>
                  </a:moveTo>
                  <a:lnTo>
                    <a:pt x="294817" y="1554911"/>
                  </a:lnTo>
                  <a:lnTo>
                    <a:pt x="292950" y="1553044"/>
                  </a:lnTo>
                  <a:lnTo>
                    <a:pt x="291833" y="1552575"/>
                  </a:lnTo>
                  <a:lnTo>
                    <a:pt x="289204" y="1552575"/>
                  </a:lnTo>
                  <a:lnTo>
                    <a:pt x="288086" y="1553044"/>
                  </a:lnTo>
                  <a:lnTo>
                    <a:pt x="286219" y="1554911"/>
                  </a:lnTo>
                  <a:lnTo>
                    <a:pt x="285750" y="1556029"/>
                  </a:lnTo>
                  <a:lnTo>
                    <a:pt x="285750" y="1558658"/>
                  </a:lnTo>
                  <a:lnTo>
                    <a:pt x="286219" y="1559775"/>
                  </a:lnTo>
                  <a:lnTo>
                    <a:pt x="288086" y="1561642"/>
                  </a:lnTo>
                  <a:lnTo>
                    <a:pt x="289204" y="1562100"/>
                  </a:lnTo>
                  <a:lnTo>
                    <a:pt x="291833" y="1562100"/>
                  </a:lnTo>
                  <a:lnTo>
                    <a:pt x="292950" y="1561642"/>
                  </a:lnTo>
                  <a:lnTo>
                    <a:pt x="294817" y="1559775"/>
                  </a:lnTo>
                  <a:lnTo>
                    <a:pt x="295275" y="1558658"/>
                  </a:lnTo>
                  <a:lnTo>
                    <a:pt x="295275" y="1556029"/>
                  </a:lnTo>
                  <a:close/>
                </a:path>
                <a:path w="4486275" h="3114675">
                  <a:moveTo>
                    <a:pt x="295275" y="779741"/>
                  </a:moveTo>
                  <a:lnTo>
                    <a:pt x="294817" y="778624"/>
                  </a:lnTo>
                  <a:lnTo>
                    <a:pt x="292950" y="776757"/>
                  </a:lnTo>
                  <a:lnTo>
                    <a:pt x="291833" y="776287"/>
                  </a:lnTo>
                  <a:lnTo>
                    <a:pt x="289204" y="776287"/>
                  </a:lnTo>
                  <a:lnTo>
                    <a:pt x="288086" y="776757"/>
                  </a:lnTo>
                  <a:lnTo>
                    <a:pt x="286219" y="778624"/>
                  </a:lnTo>
                  <a:lnTo>
                    <a:pt x="285750" y="779741"/>
                  </a:lnTo>
                  <a:lnTo>
                    <a:pt x="285750" y="782370"/>
                  </a:lnTo>
                  <a:lnTo>
                    <a:pt x="286219" y="783488"/>
                  </a:lnTo>
                  <a:lnTo>
                    <a:pt x="288086" y="785355"/>
                  </a:lnTo>
                  <a:lnTo>
                    <a:pt x="289204" y="785812"/>
                  </a:lnTo>
                  <a:lnTo>
                    <a:pt x="291833" y="785812"/>
                  </a:lnTo>
                  <a:lnTo>
                    <a:pt x="292950" y="785355"/>
                  </a:lnTo>
                  <a:lnTo>
                    <a:pt x="294817" y="783488"/>
                  </a:lnTo>
                  <a:lnTo>
                    <a:pt x="295275" y="782370"/>
                  </a:lnTo>
                  <a:lnTo>
                    <a:pt x="295275" y="779741"/>
                  </a:lnTo>
                  <a:close/>
                </a:path>
                <a:path w="4486275" h="3114675">
                  <a:moveTo>
                    <a:pt x="295275" y="3454"/>
                  </a:moveTo>
                  <a:lnTo>
                    <a:pt x="294817" y="2336"/>
                  </a:lnTo>
                  <a:lnTo>
                    <a:pt x="292950" y="469"/>
                  </a:lnTo>
                  <a:lnTo>
                    <a:pt x="291833" y="0"/>
                  </a:lnTo>
                  <a:lnTo>
                    <a:pt x="289204" y="0"/>
                  </a:lnTo>
                  <a:lnTo>
                    <a:pt x="288086" y="469"/>
                  </a:lnTo>
                  <a:lnTo>
                    <a:pt x="286219" y="2336"/>
                  </a:lnTo>
                  <a:lnTo>
                    <a:pt x="285750" y="3454"/>
                  </a:lnTo>
                  <a:lnTo>
                    <a:pt x="285750" y="6083"/>
                  </a:lnTo>
                  <a:lnTo>
                    <a:pt x="286219" y="7200"/>
                  </a:lnTo>
                  <a:lnTo>
                    <a:pt x="288086" y="9067"/>
                  </a:lnTo>
                  <a:lnTo>
                    <a:pt x="289204" y="9525"/>
                  </a:lnTo>
                  <a:lnTo>
                    <a:pt x="291833" y="9525"/>
                  </a:lnTo>
                  <a:lnTo>
                    <a:pt x="292950" y="9067"/>
                  </a:lnTo>
                  <a:lnTo>
                    <a:pt x="294817" y="7200"/>
                  </a:lnTo>
                  <a:lnTo>
                    <a:pt x="295275" y="6083"/>
                  </a:lnTo>
                  <a:lnTo>
                    <a:pt x="295275" y="3454"/>
                  </a:lnTo>
                  <a:close/>
                </a:path>
                <a:path w="4486275" h="3114675">
                  <a:moveTo>
                    <a:pt x="342900" y="3108604"/>
                  </a:moveTo>
                  <a:lnTo>
                    <a:pt x="342442" y="3107486"/>
                  </a:lnTo>
                  <a:lnTo>
                    <a:pt x="340575" y="3105620"/>
                  </a:lnTo>
                  <a:lnTo>
                    <a:pt x="339458" y="3105150"/>
                  </a:lnTo>
                  <a:lnTo>
                    <a:pt x="336829" y="3105150"/>
                  </a:lnTo>
                  <a:lnTo>
                    <a:pt x="335711" y="3105620"/>
                  </a:lnTo>
                  <a:lnTo>
                    <a:pt x="333844" y="3107486"/>
                  </a:lnTo>
                  <a:lnTo>
                    <a:pt x="333375" y="3108604"/>
                  </a:lnTo>
                  <a:lnTo>
                    <a:pt x="333375" y="3111233"/>
                  </a:lnTo>
                  <a:lnTo>
                    <a:pt x="333844" y="3112351"/>
                  </a:lnTo>
                  <a:lnTo>
                    <a:pt x="335711" y="3114217"/>
                  </a:lnTo>
                  <a:lnTo>
                    <a:pt x="336829" y="3114675"/>
                  </a:lnTo>
                  <a:lnTo>
                    <a:pt x="339458" y="3114675"/>
                  </a:lnTo>
                  <a:lnTo>
                    <a:pt x="340575" y="3114217"/>
                  </a:lnTo>
                  <a:lnTo>
                    <a:pt x="342442" y="3112351"/>
                  </a:lnTo>
                  <a:lnTo>
                    <a:pt x="342900" y="3111233"/>
                  </a:lnTo>
                  <a:lnTo>
                    <a:pt x="342900" y="3108604"/>
                  </a:lnTo>
                  <a:close/>
                </a:path>
                <a:path w="4486275" h="3114675">
                  <a:moveTo>
                    <a:pt x="342900" y="2332317"/>
                  </a:moveTo>
                  <a:lnTo>
                    <a:pt x="342442" y="2331199"/>
                  </a:lnTo>
                  <a:lnTo>
                    <a:pt x="340575" y="2329332"/>
                  </a:lnTo>
                  <a:lnTo>
                    <a:pt x="339458" y="2328862"/>
                  </a:lnTo>
                  <a:lnTo>
                    <a:pt x="336829" y="2328862"/>
                  </a:lnTo>
                  <a:lnTo>
                    <a:pt x="335711" y="2329332"/>
                  </a:lnTo>
                  <a:lnTo>
                    <a:pt x="333844" y="2331199"/>
                  </a:lnTo>
                  <a:lnTo>
                    <a:pt x="333375" y="2332317"/>
                  </a:lnTo>
                  <a:lnTo>
                    <a:pt x="333375" y="2334945"/>
                  </a:lnTo>
                  <a:lnTo>
                    <a:pt x="333844" y="2336063"/>
                  </a:lnTo>
                  <a:lnTo>
                    <a:pt x="335711" y="2337930"/>
                  </a:lnTo>
                  <a:lnTo>
                    <a:pt x="336829" y="2338387"/>
                  </a:lnTo>
                  <a:lnTo>
                    <a:pt x="339458" y="2338387"/>
                  </a:lnTo>
                  <a:lnTo>
                    <a:pt x="340575" y="2337930"/>
                  </a:lnTo>
                  <a:lnTo>
                    <a:pt x="342442" y="2336063"/>
                  </a:lnTo>
                  <a:lnTo>
                    <a:pt x="342900" y="2334945"/>
                  </a:lnTo>
                  <a:lnTo>
                    <a:pt x="342900" y="2332317"/>
                  </a:lnTo>
                  <a:close/>
                </a:path>
                <a:path w="4486275" h="3114675">
                  <a:moveTo>
                    <a:pt x="342900" y="1556029"/>
                  </a:moveTo>
                  <a:lnTo>
                    <a:pt x="342442" y="1554911"/>
                  </a:lnTo>
                  <a:lnTo>
                    <a:pt x="340575" y="1553044"/>
                  </a:lnTo>
                  <a:lnTo>
                    <a:pt x="339458" y="1552575"/>
                  </a:lnTo>
                  <a:lnTo>
                    <a:pt x="336829" y="1552575"/>
                  </a:lnTo>
                  <a:lnTo>
                    <a:pt x="335711" y="1553044"/>
                  </a:lnTo>
                  <a:lnTo>
                    <a:pt x="333844" y="1554911"/>
                  </a:lnTo>
                  <a:lnTo>
                    <a:pt x="333375" y="1556029"/>
                  </a:lnTo>
                  <a:lnTo>
                    <a:pt x="333375" y="1558658"/>
                  </a:lnTo>
                  <a:lnTo>
                    <a:pt x="333844" y="1559775"/>
                  </a:lnTo>
                  <a:lnTo>
                    <a:pt x="335711" y="1561642"/>
                  </a:lnTo>
                  <a:lnTo>
                    <a:pt x="336829" y="1562100"/>
                  </a:lnTo>
                  <a:lnTo>
                    <a:pt x="339458" y="1562100"/>
                  </a:lnTo>
                  <a:lnTo>
                    <a:pt x="340575" y="1561642"/>
                  </a:lnTo>
                  <a:lnTo>
                    <a:pt x="342442" y="1559775"/>
                  </a:lnTo>
                  <a:lnTo>
                    <a:pt x="342900" y="1558658"/>
                  </a:lnTo>
                  <a:lnTo>
                    <a:pt x="342900" y="1556029"/>
                  </a:lnTo>
                  <a:close/>
                </a:path>
                <a:path w="4486275" h="3114675">
                  <a:moveTo>
                    <a:pt x="342900" y="779741"/>
                  </a:moveTo>
                  <a:lnTo>
                    <a:pt x="342442" y="778624"/>
                  </a:lnTo>
                  <a:lnTo>
                    <a:pt x="340575" y="776757"/>
                  </a:lnTo>
                  <a:lnTo>
                    <a:pt x="339458" y="776287"/>
                  </a:lnTo>
                  <a:lnTo>
                    <a:pt x="336829" y="776287"/>
                  </a:lnTo>
                  <a:lnTo>
                    <a:pt x="335711" y="776757"/>
                  </a:lnTo>
                  <a:lnTo>
                    <a:pt x="333844" y="778624"/>
                  </a:lnTo>
                  <a:lnTo>
                    <a:pt x="333375" y="779741"/>
                  </a:lnTo>
                  <a:lnTo>
                    <a:pt x="333375" y="782370"/>
                  </a:lnTo>
                  <a:lnTo>
                    <a:pt x="333844" y="783488"/>
                  </a:lnTo>
                  <a:lnTo>
                    <a:pt x="335711" y="785355"/>
                  </a:lnTo>
                  <a:lnTo>
                    <a:pt x="336829" y="785812"/>
                  </a:lnTo>
                  <a:lnTo>
                    <a:pt x="339458" y="785812"/>
                  </a:lnTo>
                  <a:lnTo>
                    <a:pt x="340575" y="785355"/>
                  </a:lnTo>
                  <a:lnTo>
                    <a:pt x="342442" y="783488"/>
                  </a:lnTo>
                  <a:lnTo>
                    <a:pt x="342900" y="782370"/>
                  </a:lnTo>
                  <a:lnTo>
                    <a:pt x="342900" y="779741"/>
                  </a:lnTo>
                  <a:close/>
                </a:path>
                <a:path w="4486275" h="3114675">
                  <a:moveTo>
                    <a:pt x="342900" y="3454"/>
                  </a:moveTo>
                  <a:lnTo>
                    <a:pt x="342442" y="2336"/>
                  </a:lnTo>
                  <a:lnTo>
                    <a:pt x="340575" y="469"/>
                  </a:lnTo>
                  <a:lnTo>
                    <a:pt x="339458" y="0"/>
                  </a:lnTo>
                  <a:lnTo>
                    <a:pt x="336829" y="0"/>
                  </a:lnTo>
                  <a:lnTo>
                    <a:pt x="335711" y="469"/>
                  </a:lnTo>
                  <a:lnTo>
                    <a:pt x="333844" y="2336"/>
                  </a:lnTo>
                  <a:lnTo>
                    <a:pt x="333375" y="3454"/>
                  </a:lnTo>
                  <a:lnTo>
                    <a:pt x="333375" y="6083"/>
                  </a:lnTo>
                  <a:lnTo>
                    <a:pt x="333844" y="7200"/>
                  </a:lnTo>
                  <a:lnTo>
                    <a:pt x="335711" y="9067"/>
                  </a:lnTo>
                  <a:lnTo>
                    <a:pt x="336829" y="9525"/>
                  </a:lnTo>
                  <a:lnTo>
                    <a:pt x="339458" y="9525"/>
                  </a:lnTo>
                  <a:lnTo>
                    <a:pt x="340575" y="9067"/>
                  </a:lnTo>
                  <a:lnTo>
                    <a:pt x="342442" y="7200"/>
                  </a:lnTo>
                  <a:lnTo>
                    <a:pt x="342900" y="6083"/>
                  </a:lnTo>
                  <a:lnTo>
                    <a:pt x="342900" y="3454"/>
                  </a:lnTo>
                  <a:close/>
                </a:path>
                <a:path w="4486275" h="3114675">
                  <a:moveTo>
                    <a:pt x="390525" y="3108604"/>
                  </a:moveTo>
                  <a:lnTo>
                    <a:pt x="390067" y="3107486"/>
                  </a:lnTo>
                  <a:lnTo>
                    <a:pt x="388200" y="3105620"/>
                  </a:lnTo>
                  <a:lnTo>
                    <a:pt x="387083" y="3105150"/>
                  </a:lnTo>
                  <a:lnTo>
                    <a:pt x="384454" y="3105150"/>
                  </a:lnTo>
                  <a:lnTo>
                    <a:pt x="383336" y="3105620"/>
                  </a:lnTo>
                  <a:lnTo>
                    <a:pt x="381469" y="3107486"/>
                  </a:lnTo>
                  <a:lnTo>
                    <a:pt x="381000" y="3108604"/>
                  </a:lnTo>
                  <a:lnTo>
                    <a:pt x="381000" y="3111233"/>
                  </a:lnTo>
                  <a:lnTo>
                    <a:pt x="381469" y="3112351"/>
                  </a:lnTo>
                  <a:lnTo>
                    <a:pt x="383336" y="3114217"/>
                  </a:lnTo>
                  <a:lnTo>
                    <a:pt x="384454" y="3114675"/>
                  </a:lnTo>
                  <a:lnTo>
                    <a:pt x="387083" y="3114675"/>
                  </a:lnTo>
                  <a:lnTo>
                    <a:pt x="388200" y="3114217"/>
                  </a:lnTo>
                  <a:lnTo>
                    <a:pt x="390067" y="3112351"/>
                  </a:lnTo>
                  <a:lnTo>
                    <a:pt x="390525" y="3111233"/>
                  </a:lnTo>
                  <a:lnTo>
                    <a:pt x="390525" y="3108604"/>
                  </a:lnTo>
                  <a:close/>
                </a:path>
                <a:path w="4486275" h="3114675">
                  <a:moveTo>
                    <a:pt x="390525" y="2332317"/>
                  </a:moveTo>
                  <a:lnTo>
                    <a:pt x="390067" y="2331199"/>
                  </a:lnTo>
                  <a:lnTo>
                    <a:pt x="388200" y="2329332"/>
                  </a:lnTo>
                  <a:lnTo>
                    <a:pt x="387083" y="2328862"/>
                  </a:lnTo>
                  <a:lnTo>
                    <a:pt x="384454" y="2328862"/>
                  </a:lnTo>
                  <a:lnTo>
                    <a:pt x="383336" y="2329332"/>
                  </a:lnTo>
                  <a:lnTo>
                    <a:pt x="381469" y="2331199"/>
                  </a:lnTo>
                  <a:lnTo>
                    <a:pt x="381000" y="2332317"/>
                  </a:lnTo>
                  <a:lnTo>
                    <a:pt x="381000" y="2334945"/>
                  </a:lnTo>
                  <a:lnTo>
                    <a:pt x="381469" y="2336063"/>
                  </a:lnTo>
                  <a:lnTo>
                    <a:pt x="383336" y="2337930"/>
                  </a:lnTo>
                  <a:lnTo>
                    <a:pt x="384454" y="2338387"/>
                  </a:lnTo>
                  <a:lnTo>
                    <a:pt x="387083" y="2338387"/>
                  </a:lnTo>
                  <a:lnTo>
                    <a:pt x="388200" y="2337930"/>
                  </a:lnTo>
                  <a:lnTo>
                    <a:pt x="390067" y="2336063"/>
                  </a:lnTo>
                  <a:lnTo>
                    <a:pt x="390525" y="2334945"/>
                  </a:lnTo>
                  <a:lnTo>
                    <a:pt x="390525" y="2332317"/>
                  </a:lnTo>
                  <a:close/>
                </a:path>
                <a:path w="4486275" h="3114675">
                  <a:moveTo>
                    <a:pt x="390525" y="1556029"/>
                  </a:moveTo>
                  <a:lnTo>
                    <a:pt x="390067" y="1554911"/>
                  </a:lnTo>
                  <a:lnTo>
                    <a:pt x="388200" y="1553044"/>
                  </a:lnTo>
                  <a:lnTo>
                    <a:pt x="387083" y="1552575"/>
                  </a:lnTo>
                  <a:lnTo>
                    <a:pt x="384454" y="1552575"/>
                  </a:lnTo>
                  <a:lnTo>
                    <a:pt x="383336" y="1553044"/>
                  </a:lnTo>
                  <a:lnTo>
                    <a:pt x="381469" y="1554911"/>
                  </a:lnTo>
                  <a:lnTo>
                    <a:pt x="381000" y="1556029"/>
                  </a:lnTo>
                  <a:lnTo>
                    <a:pt x="381000" y="1558658"/>
                  </a:lnTo>
                  <a:lnTo>
                    <a:pt x="381469" y="1559775"/>
                  </a:lnTo>
                  <a:lnTo>
                    <a:pt x="383336" y="1561642"/>
                  </a:lnTo>
                  <a:lnTo>
                    <a:pt x="384454" y="1562100"/>
                  </a:lnTo>
                  <a:lnTo>
                    <a:pt x="387083" y="1562100"/>
                  </a:lnTo>
                  <a:lnTo>
                    <a:pt x="388200" y="1561642"/>
                  </a:lnTo>
                  <a:lnTo>
                    <a:pt x="390067" y="1559775"/>
                  </a:lnTo>
                  <a:lnTo>
                    <a:pt x="390525" y="1558658"/>
                  </a:lnTo>
                  <a:lnTo>
                    <a:pt x="390525" y="1556029"/>
                  </a:lnTo>
                  <a:close/>
                </a:path>
                <a:path w="4486275" h="3114675">
                  <a:moveTo>
                    <a:pt x="390525" y="779741"/>
                  </a:moveTo>
                  <a:lnTo>
                    <a:pt x="390067" y="778624"/>
                  </a:lnTo>
                  <a:lnTo>
                    <a:pt x="388200" y="776757"/>
                  </a:lnTo>
                  <a:lnTo>
                    <a:pt x="387083" y="776287"/>
                  </a:lnTo>
                  <a:lnTo>
                    <a:pt x="384454" y="776287"/>
                  </a:lnTo>
                  <a:lnTo>
                    <a:pt x="383336" y="776757"/>
                  </a:lnTo>
                  <a:lnTo>
                    <a:pt x="381469" y="778624"/>
                  </a:lnTo>
                  <a:lnTo>
                    <a:pt x="381000" y="779741"/>
                  </a:lnTo>
                  <a:lnTo>
                    <a:pt x="381000" y="782370"/>
                  </a:lnTo>
                  <a:lnTo>
                    <a:pt x="381469" y="783488"/>
                  </a:lnTo>
                  <a:lnTo>
                    <a:pt x="383336" y="785355"/>
                  </a:lnTo>
                  <a:lnTo>
                    <a:pt x="384454" y="785812"/>
                  </a:lnTo>
                  <a:lnTo>
                    <a:pt x="387083" y="785812"/>
                  </a:lnTo>
                  <a:lnTo>
                    <a:pt x="388200" y="785355"/>
                  </a:lnTo>
                  <a:lnTo>
                    <a:pt x="390067" y="783488"/>
                  </a:lnTo>
                  <a:lnTo>
                    <a:pt x="390525" y="782370"/>
                  </a:lnTo>
                  <a:lnTo>
                    <a:pt x="390525" y="779741"/>
                  </a:lnTo>
                  <a:close/>
                </a:path>
                <a:path w="4486275" h="3114675">
                  <a:moveTo>
                    <a:pt x="390525" y="3454"/>
                  </a:moveTo>
                  <a:lnTo>
                    <a:pt x="390067" y="2336"/>
                  </a:lnTo>
                  <a:lnTo>
                    <a:pt x="388200" y="469"/>
                  </a:lnTo>
                  <a:lnTo>
                    <a:pt x="387083" y="0"/>
                  </a:lnTo>
                  <a:lnTo>
                    <a:pt x="384454" y="0"/>
                  </a:lnTo>
                  <a:lnTo>
                    <a:pt x="383336" y="469"/>
                  </a:lnTo>
                  <a:lnTo>
                    <a:pt x="381469" y="2336"/>
                  </a:lnTo>
                  <a:lnTo>
                    <a:pt x="381000" y="3454"/>
                  </a:lnTo>
                  <a:lnTo>
                    <a:pt x="381000" y="6083"/>
                  </a:lnTo>
                  <a:lnTo>
                    <a:pt x="381469" y="7200"/>
                  </a:lnTo>
                  <a:lnTo>
                    <a:pt x="383336" y="9067"/>
                  </a:lnTo>
                  <a:lnTo>
                    <a:pt x="384454" y="9525"/>
                  </a:lnTo>
                  <a:lnTo>
                    <a:pt x="387083" y="9525"/>
                  </a:lnTo>
                  <a:lnTo>
                    <a:pt x="388200" y="9067"/>
                  </a:lnTo>
                  <a:lnTo>
                    <a:pt x="390067" y="7200"/>
                  </a:lnTo>
                  <a:lnTo>
                    <a:pt x="390525" y="6083"/>
                  </a:lnTo>
                  <a:lnTo>
                    <a:pt x="390525" y="3454"/>
                  </a:lnTo>
                  <a:close/>
                </a:path>
                <a:path w="4486275" h="3114675">
                  <a:moveTo>
                    <a:pt x="438150" y="3108604"/>
                  </a:moveTo>
                  <a:lnTo>
                    <a:pt x="437692" y="3107486"/>
                  </a:lnTo>
                  <a:lnTo>
                    <a:pt x="435825" y="3105620"/>
                  </a:lnTo>
                  <a:lnTo>
                    <a:pt x="434708" y="3105150"/>
                  </a:lnTo>
                  <a:lnTo>
                    <a:pt x="432079" y="3105150"/>
                  </a:lnTo>
                  <a:lnTo>
                    <a:pt x="430961" y="3105620"/>
                  </a:lnTo>
                  <a:lnTo>
                    <a:pt x="429094" y="3107486"/>
                  </a:lnTo>
                  <a:lnTo>
                    <a:pt x="428625" y="3108604"/>
                  </a:lnTo>
                  <a:lnTo>
                    <a:pt x="428625" y="3111233"/>
                  </a:lnTo>
                  <a:lnTo>
                    <a:pt x="429094" y="3112351"/>
                  </a:lnTo>
                  <a:lnTo>
                    <a:pt x="430961" y="3114217"/>
                  </a:lnTo>
                  <a:lnTo>
                    <a:pt x="432079" y="3114675"/>
                  </a:lnTo>
                  <a:lnTo>
                    <a:pt x="434708" y="3114675"/>
                  </a:lnTo>
                  <a:lnTo>
                    <a:pt x="435825" y="3114217"/>
                  </a:lnTo>
                  <a:lnTo>
                    <a:pt x="437692" y="3112351"/>
                  </a:lnTo>
                  <a:lnTo>
                    <a:pt x="438150" y="3111233"/>
                  </a:lnTo>
                  <a:lnTo>
                    <a:pt x="438150" y="3108604"/>
                  </a:lnTo>
                  <a:close/>
                </a:path>
                <a:path w="4486275" h="3114675">
                  <a:moveTo>
                    <a:pt x="438150" y="2332317"/>
                  </a:moveTo>
                  <a:lnTo>
                    <a:pt x="437692" y="2331199"/>
                  </a:lnTo>
                  <a:lnTo>
                    <a:pt x="435825" y="2329332"/>
                  </a:lnTo>
                  <a:lnTo>
                    <a:pt x="434708" y="2328862"/>
                  </a:lnTo>
                  <a:lnTo>
                    <a:pt x="432079" y="2328862"/>
                  </a:lnTo>
                  <a:lnTo>
                    <a:pt x="430961" y="2329332"/>
                  </a:lnTo>
                  <a:lnTo>
                    <a:pt x="429094" y="2331199"/>
                  </a:lnTo>
                  <a:lnTo>
                    <a:pt x="428625" y="2332317"/>
                  </a:lnTo>
                  <a:lnTo>
                    <a:pt x="428625" y="2334945"/>
                  </a:lnTo>
                  <a:lnTo>
                    <a:pt x="429094" y="2336063"/>
                  </a:lnTo>
                  <a:lnTo>
                    <a:pt x="430961" y="2337930"/>
                  </a:lnTo>
                  <a:lnTo>
                    <a:pt x="432079" y="2338387"/>
                  </a:lnTo>
                  <a:lnTo>
                    <a:pt x="434708" y="2338387"/>
                  </a:lnTo>
                  <a:lnTo>
                    <a:pt x="435825" y="2337930"/>
                  </a:lnTo>
                  <a:lnTo>
                    <a:pt x="437692" y="2336063"/>
                  </a:lnTo>
                  <a:lnTo>
                    <a:pt x="438150" y="2334945"/>
                  </a:lnTo>
                  <a:lnTo>
                    <a:pt x="438150" y="2332317"/>
                  </a:lnTo>
                  <a:close/>
                </a:path>
                <a:path w="4486275" h="3114675">
                  <a:moveTo>
                    <a:pt x="438150" y="1556029"/>
                  </a:moveTo>
                  <a:lnTo>
                    <a:pt x="437692" y="1554911"/>
                  </a:lnTo>
                  <a:lnTo>
                    <a:pt x="435825" y="1553044"/>
                  </a:lnTo>
                  <a:lnTo>
                    <a:pt x="434708" y="1552575"/>
                  </a:lnTo>
                  <a:lnTo>
                    <a:pt x="432079" y="1552575"/>
                  </a:lnTo>
                  <a:lnTo>
                    <a:pt x="430961" y="1553044"/>
                  </a:lnTo>
                  <a:lnTo>
                    <a:pt x="429094" y="1554911"/>
                  </a:lnTo>
                  <a:lnTo>
                    <a:pt x="428625" y="1556029"/>
                  </a:lnTo>
                  <a:lnTo>
                    <a:pt x="428625" y="1558658"/>
                  </a:lnTo>
                  <a:lnTo>
                    <a:pt x="429094" y="1559775"/>
                  </a:lnTo>
                  <a:lnTo>
                    <a:pt x="430961" y="1561642"/>
                  </a:lnTo>
                  <a:lnTo>
                    <a:pt x="432079" y="1562100"/>
                  </a:lnTo>
                  <a:lnTo>
                    <a:pt x="434708" y="1562100"/>
                  </a:lnTo>
                  <a:lnTo>
                    <a:pt x="435825" y="1561642"/>
                  </a:lnTo>
                  <a:lnTo>
                    <a:pt x="437692" y="1559775"/>
                  </a:lnTo>
                  <a:lnTo>
                    <a:pt x="438150" y="1558658"/>
                  </a:lnTo>
                  <a:lnTo>
                    <a:pt x="438150" y="1556029"/>
                  </a:lnTo>
                  <a:close/>
                </a:path>
                <a:path w="4486275" h="3114675">
                  <a:moveTo>
                    <a:pt x="438150" y="779741"/>
                  </a:moveTo>
                  <a:lnTo>
                    <a:pt x="437692" y="778624"/>
                  </a:lnTo>
                  <a:lnTo>
                    <a:pt x="435825" y="776757"/>
                  </a:lnTo>
                  <a:lnTo>
                    <a:pt x="434708" y="776287"/>
                  </a:lnTo>
                  <a:lnTo>
                    <a:pt x="432079" y="776287"/>
                  </a:lnTo>
                  <a:lnTo>
                    <a:pt x="430961" y="776757"/>
                  </a:lnTo>
                  <a:lnTo>
                    <a:pt x="429094" y="778624"/>
                  </a:lnTo>
                  <a:lnTo>
                    <a:pt x="428625" y="779741"/>
                  </a:lnTo>
                  <a:lnTo>
                    <a:pt x="428625" y="782370"/>
                  </a:lnTo>
                  <a:lnTo>
                    <a:pt x="429094" y="783488"/>
                  </a:lnTo>
                  <a:lnTo>
                    <a:pt x="430961" y="785355"/>
                  </a:lnTo>
                  <a:lnTo>
                    <a:pt x="432079" y="785812"/>
                  </a:lnTo>
                  <a:lnTo>
                    <a:pt x="434708" y="785812"/>
                  </a:lnTo>
                  <a:lnTo>
                    <a:pt x="435825" y="785355"/>
                  </a:lnTo>
                  <a:lnTo>
                    <a:pt x="437692" y="783488"/>
                  </a:lnTo>
                  <a:lnTo>
                    <a:pt x="438150" y="782370"/>
                  </a:lnTo>
                  <a:lnTo>
                    <a:pt x="438150" y="779741"/>
                  </a:lnTo>
                  <a:close/>
                </a:path>
                <a:path w="4486275" h="3114675">
                  <a:moveTo>
                    <a:pt x="438150" y="3454"/>
                  </a:moveTo>
                  <a:lnTo>
                    <a:pt x="437692" y="2336"/>
                  </a:lnTo>
                  <a:lnTo>
                    <a:pt x="435825" y="469"/>
                  </a:lnTo>
                  <a:lnTo>
                    <a:pt x="434708" y="0"/>
                  </a:lnTo>
                  <a:lnTo>
                    <a:pt x="432079" y="0"/>
                  </a:lnTo>
                  <a:lnTo>
                    <a:pt x="430961" y="469"/>
                  </a:lnTo>
                  <a:lnTo>
                    <a:pt x="429094" y="2336"/>
                  </a:lnTo>
                  <a:lnTo>
                    <a:pt x="428625" y="3454"/>
                  </a:lnTo>
                  <a:lnTo>
                    <a:pt x="428625" y="6083"/>
                  </a:lnTo>
                  <a:lnTo>
                    <a:pt x="429094" y="7200"/>
                  </a:lnTo>
                  <a:lnTo>
                    <a:pt x="430961" y="9067"/>
                  </a:lnTo>
                  <a:lnTo>
                    <a:pt x="432079" y="9525"/>
                  </a:lnTo>
                  <a:lnTo>
                    <a:pt x="434708" y="9525"/>
                  </a:lnTo>
                  <a:lnTo>
                    <a:pt x="435825" y="9067"/>
                  </a:lnTo>
                  <a:lnTo>
                    <a:pt x="437692" y="7200"/>
                  </a:lnTo>
                  <a:lnTo>
                    <a:pt x="438150" y="6083"/>
                  </a:lnTo>
                  <a:lnTo>
                    <a:pt x="438150" y="3454"/>
                  </a:lnTo>
                  <a:close/>
                </a:path>
                <a:path w="4486275" h="3114675">
                  <a:moveTo>
                    <a:pt x="485775" y="3108604"/>
                  </a:moveTo>
                  <a:lnTo>
                    <a:pt x="485317" y="3107486"/>
                  </a:lnTo>
                  <a:lnTo>
                    <a:pt x="483450" y="3105620"/>
                  </a:lnTo>
                  <a:lnTo>
                    <a:pt x="482333" y="3105150"/>
                  </a:lnTo>
                  <a:lnTo>
                    <a:pt x="479704" y="3105150"/>
                  </a:lnTo>
                  <a:lnTo>
                    <a:pt x="478586" y="3105620"/>
                  </a:lnTo>
                  <a:lnTo>
                    <a:pt x="476719" y="3107486"/>
                  </a:lnTo>
                  <a:lnTo>
                    <a:pt x="476250" y="3108604"/>
                  </a:lnTo>
                  <a:lnTo>
                    <a:pt x="476250" y="3111233"/>
                  </a:lnTo>
                  <a:lnTo>
                    <a:pt x="476719" y="3112351"/>
                  </a:lnTo>
                  <a:lnTo>
                    <a:pt x="478586" y="3114217"/>
                  </a:lnTo>
                  <a:lnTo>
                    <a:pt x="479704" y="3114675"/>
                  </a:lnTo>
                  <a:lnTo>
                    <a:pt x="482333" y="3114675"/>
                  </a:lnTo>
                  <a:lnTo>
                    <a:pt x="483450" y="3114217"/>
                  </a:lnTo>
                  <a:lnTo>
                    <a:pt x="485317" y="3112351"/>
                  </a:lnTo>
                  <a:lnTo>
                    <a:pt x="485775" y="3111233"/>
                  </a:lnTo>
                  <a:lnTo>
                    <a:pt x="485775" y="3108604"/>
                  </a:lnTo>
                  <a:close/>
                </a:path>
                <a:path w="4486275" h="3114675">
                  <a:moveTo>
                    <a:pt x="485775" y="2332317"/>
                  </a:moveTo>
                  <a:lnTo>
                    <a:pt x="485317" y="2331199"/>
                  </a:lnTo>
                  <a:lnTo>
                    <a:pt x="483450" y="2329332"/>
                  </a:lnTo>
                  <a:lnTo>
                    <a:pt x="482333" y="2328862"/>
                  </a:lnTo>
                  <a:lnTo>
                    <a:pt x="479704" y="2328862"/>
                  </a:lnTo>
                  <a:lnTo>
                    <a:pt x="478586" y="2329332"/>
                  </a:lnTo>
                  <a:lnTo>
                    <a:pt x="476719" y="2331199"/>
                  </a:lnTo>
                  <a:lnTo>
                    <a:pt x="476250" y="2332317"/>
                  </a:lnTo>
                  <a:lnTo>
                    <a:pt x="476250" y="2334945"/>
                  </a:lnTo>
                  <a:lnTo>
                    <a:pt x="476719" y="2336063"/>
                  </a:lnTo>
                  <a:lnTo>
                    <a:pt x="478586" y="2337930"/>
                  </a:lnTo>
                  <a:lnTo>
                    <a:pt x="479704" y="2338387"/>
                  </a:lnTo>
                  <a:lnTo>
                    <a:pt x="482333" y="2338387"/>
                  </a:lnTo>
                  <a:lnTo>
                    <a:pt x="483450" y="2337930"/>
                  </a:lnTo>
                  <a:lnTo>
                    <a:pt x="485317" y="2336063"/>
                  </a:lnTo>
                  <a:lnTo>
                    <a:pt x="485775" y="2334945"/>
                  </a:lnTo>
                  <a:lnTo>
                    <a:pt x="485775" y="2332317"/>
                  </a:lnTo>
                  <a:close/>
                </a:path>
                <a:path w="4486275" h="3114675">
                  <a:moveTo>
                    <a:pt x="485775" y="1556029"/>
                  </a:moveTo>
                  <a:lnTo>
                    <a:pt x="485317" y="1554911"/>
                  </a:lnTo>
                  <a:lnTo>
                    <a:pt x="483450" y="1553044"/>
                  </a:lnTo>
                  <a:lnTo>
                    <a:pt x="482333" y="1552575"/>
                  </a:lnTo>
                  <a:lnTo>
                    <a:pt x="479704" y="1552575"/>
                  </a:lnTo>
                  <a:lnTo>
                    <a:pt x="478586" y="1553044"/>
                  </a:lnTo>
                  <a:lnTo>
                    <a:pt x="476719" y="1554911"/>
                  </a:lnTo>
                  <a:lnTo>
                    <a:pt x="476250" y="1556029"/>
                  </a:lnTo>
                  <a:lnTo>
                    <a:pt x="476250" y="1558658"/>
                  </a:lnTo>
                  <a:lnTo>
                    <a:pt x="476719" y="1559775"/>
                  </a:lnTo>
                  <a:lnTo>
                    <a:pt x="478586" y="1561642"/>
                  </a:lnTo>
                  <a:lnTo>
                    <a:pt x="479704" y="1562100"/>
                  </a:lnTo>
                  <a:lnTo>
                    <a:pt x="482333" y="1562100"/>
                  </a:lnTo>
                  <a:lnTo>
                    <a:pt x="483450" y="1561642"/>
                  </a:lnTo>
                  <a:lnTo>
                    <a:pt x="485317" y="1559775"/>
                  </a:lnTo>
                  <a:lnTo>
                    <a:pt x="485775" y="1558658"/>
                  </a:lnTo>
                  <a:lnTo>
                    <a:pt x="485775" y="1556029"/>
                  </a:lnTo>
                  <a:close/>
                </a:path>
                <a:path w="4486275" h="3114675">
                  <a:moveTo>
                    <a:pt x="485775" y="779741"/>
                  </a:moveTo>
                  <a:lnTo>
                    <a:pt x="485317" y="778624"/>
                  </a:lnTo>
                  <a:lnTo>
                    <a:pt x="483450" y="776757"/>
                  </a:lnTo>
                  <a:lnTo>
                    <a:pt x="482333" y="776287"/>
                  </a:lnTo>
                  <a:lnTo>
                    <a:pt x="479704" y="776287"/>
                  </a:lnTo>
                  <a:lnTo>
                    <a:pt x="478586" y="776757"/>
                  </a:lnTo>
                  <a:lnTo>
                    <a:pt x="476719" y="778624"/>
                  </a:lnTo>
                  <a:lnTo>
                    <a:pt x="476250" y="779741"/>
                  </a:lnTo>
                  <a:lnTo>
                    <a:pt x="476250" y="782370"/>
                  </a:lnTo>
                  <a:lnTo>
                    <a:pt x="476719" y="783488"/>
                  </a:lnTo>
                  <a:lnTo>
                    <a:pt x="478586" y="785355"/>
                  </a:lnTo>
                  <a:lnTo>
                    <a:pt x="479704" y="785812"/>
                  </a:lnTo>
                  <a:lnTo>
                    <a:pt x="482333" y="785812"/>
                  </a:lnTo>
                  <a:lnTo>
                    <a:pt x="483450" y="785355"/>
                  </a:lnTo>
                  <a:lnTo>
                    <a:pt x="485317" y="783488"/>
                  </a:lnTo>
                  <a:lnTo>
                    <a:pt x="485775" y="782370"/>
                  </a:lnTo>
                  <a:lnTo>
                    <a:pt x="485775" y="779741"/>
                  </a:lnTo>
                  <a:close/>
                </a:path>
                <a:path w="4486275" h="3114675">
                  <a:moveTo>
                    <a:pt x="485775" y="3454"/>
                  </a:moveTo>
                  <a:lnTo>
                    <a:pt x="485317" y="2336"/>
                  </a:lnTo>
                  <a:lnTo>
                    <a:pt x="483450" y="469"/>
                  </a:lnTo>
                  <a:lnTo>
                    <a:pt x="482333" y="0"/>
                  </a:lnTo>
                  <a:lnTo>
                    <a:pt x="479704" y="0"/>
                  </a:lnTo>
                  <a:lnTo>
                    <a:pt x="478586" y="469"/>
                  </a:lnTo>
                  <a:lnTo>
                    <a:pt x="476719" y="2336"/>
                  </a:lnTo>
                  <a:lnTo>
                    <a:pt x="476250" y="3454"/>
                  </a:lnTo>
                  <a:lnTo>
                    <a:pt x="476250" y="6083"/>
                  </a:lnTo>
                  <a:lnTo>
                    <a:pt x="476719" y="7200"/>
                  </a:lnTo>
                  <a:lnTo>
                    <a:pt x="478586" y="9067"/>
                  </a:lnTo>
                  <a:lnTo>
                    <a:pt x="479704" y="9525"/>
                  </a:lnTo>
                  <a:lnTo>
                    <a:pt x="482333" y="9525"/>
                  </a:lnTo>
                  <a:lnTo>
                    <a:pt x="483450" y="9067"/>
                  </a:lnTo>
                  <a:lnTo>
                    <a:pt x="485317" y="7200"/>
                  </a:lnTo>
                  <a:lnTo>
                    <a:pt x="485775" y="6083"/>
                  </a:lnTo>
                  <a:lnTo>
                    <a:pt x="485775" y="3454"/>
                  </a:lnTo>
                  <a:close/>
                </a:path>
                <a:path w="4486275" h="3114675">
                  <a:moveTo>
                    <a:pt x="533400" y="3108604"/>
                  </a:moveTo>
                  <a:lnTo>
                    <a:pt x="532942" y="3107486"/>
                  </a:lnTo>
                  <a:lnTo>
                    <a:pt x="531075" y="3105620"/>
                  </a:lnTo>
                  <a:lnTo>
                    <a:pt x="529958" y="3105150"/>
                  </a:lnTo>
                  <a:lnTo>
                    <a:pt x="527329" y="3105150"/>
                  </a:lnTo>
                  <a:lnTo>
                    <a:pt x="526211" y="3105620"/>
                  </a:lnTo>
                  <a:lnTo>
                    <a:pt x="524344" y="3107486"/>
                  </a:lnTo>
                  <a:lnTo>
                    <a:pt x="523875" y="3108604"/>
                  </a:lnTo>
                  <a:lnTo>
                    <a:pt x="523875" y="3111233"/>
                  </a:lnTo>
                  <a:lnTo>
                    <a:pt x="524344" y="3112351"/>
                  </a:lnTo>
                  <a:lnTo>
                    <a:pt x="526211" y="3114217"/>
                  </a:lnTo>
                  <a:lnTo>
                    <a:pt x="527329" y="3114675"/>
                  </a:lnTo>
                  <a:lnTo>
                    <a:pt x="529958" y="3114675"/>
                  </a:lnTo>
                  <a:lnTo>
                    <a:pt x="531075" y="3114217"/>
                  </a:lnTo>
                  <a:lnTo>
                    <a:pt x="532942" y="3112351"/>
                  </a:lnTo>
                  <a:lnTo>
                    <a:pt x="533400" y="3111233"/>
                  </a:lnTo>
                  <a:lnTo>
                    <a:pt x="533400" y="3108604"/>
                  </a:lnTo>
                  <a:close/>
                </a:path>
                <a:path w="4486275" h="3114675">
                  <a:moveTo>
                    <a:pt x="533400" y="2332317"/>
                  </a:moveTo>
                  <a:lnTo>
                    <a:pt x="532942" y="2331199"/>
                  </a:lnTo>
                  <a:lnTo>
                    <a:pt x="531075" y="2329332"/>
                  </a:lnTo>
                  <a:lnTo>
                    <a:pt x="529958" y="2328862"/>
                  </a:lnTo>
                  <a:lnTo>
                    <a:pt x="527329" y="2328862"/>
                  </a:lnTo>
                  <a:lnTo>
                    <a:pt x="526211" y="2329332"/>
                  </a:lnTo>
                  <a:lnTo>
                    <a:pt x="524344" y="2331199"/>
                  </a:lnTo>
                  <a:lnTo>
                    <a:pt x="523875" y="2332317"/>
                  </a:lnTo>
                  <a:lnTo>
                    <a:pt x="523875" y="2334945"/>
                  </a:lnTo>
                  <a:lnTo>
                    <a:pt x="524344" y="2336063"/>
                  </a:lnTo>
                  <a:lnTo>
                    <a:pt x="526211" y="2337930"/>
                  </a:lnTo>
                  <a:lnTo>
                    <a:pt x="527329" y="2338387"/>
                  </a:lnTo>
                  <a:lnTo>
                    <a:pt x="529958" y="2338387"/>
                  </a:lnTo>
                  <a:lnTo>
                    <a:pt x="531075" y="2337930"/>
                  </a:lnTo>
                  <a:lnTo>
                    <a:pt x="532942" y="2336063"/>
                  </a:lnTo>
                  <a:lnTo>
                    <a:pt x="533400" y="2334945"/>
                  </a:lnTo>
                  <a:lnTo>
                    <a:pt x="533400" y="2332317"/>
                  </a:lnTo>
                  <a:close/>
                </a:path>
                <a:path w="4486275" h="3114675">
                  <a:moveTo>
                    <a:pt x="533400" y="1556029"/>
                  </a:moveTo>
                  <a:lnTo>
                    <a:pt x="532942" y="1554911"/>
                  </a:lnTo>
                  <a:lnTo>
                    <a:pt x="531075" y="1553044"/>
                  </a:lnTo>
                  <a:lnTo>
                    <a:pt x="529958" y="1552575"/>
                  </a:lnTo>
                  <a:lnTo>
                    <a:pt x="527329" y="1552575"/>
                  </a:lnTo>
                  <a:lnTo>
                    <a:pt x="526211" y="1553044"/>
                  </a:lnTo>
                  <a:lnTo>
                    <a:pt x="524344" y="1554911"/>
                  </a:lnTo>
                  <a:lnTo>
                    <a:pt x="523875" y="1556029"/>
                  </a:lnTo>
                  <a:lnTo>
                    <a:pt x="523875" y="1558658"/>
                  </a:lnTo>
                  <a:lnTo>
                    <a:pt x="524344" y="1559775"/>
                  </a:lnTo>
                  <a:lnTo>
                    <a:pt x="526211" y="1561642"/>
                  </a:lnTo>
                  <a:lnTo>
                    <a:pt x="527329" y="1562100"/>
                  </a:lnTo>
                  <a:lnTo>
                    <a:pt x="529958" y="1562100"/>
                  </a:lnTo>
                  <a:lnTo>
                    <a:pt x="531075" y="1561642"/>
                  </a:lnTo>
                  <a:lnTo>
                    <a:pt x="532942" y="1559775"/>
                  </a:lnTo>
                  <a:lnTo>
                    <a:pt x="533400" y="1558658"/>
                  </a:lnTo>
                  <a:lnTo>
                    <a:pt x="533400" y="1556029"/>
                  </a:lnTo>
                  <a:close/>
                </a:path>
                <a:path w="4486275" h="3114675">
                  <a:moveTo>
                    <a:pt x="533400" y="779741"/>
                  </a:moveTo>
                  <a:lnTo>
                    <a:pt x="532942" y="778624"/>
                  </a:lnTo>
                  <a:lnTo>
                    <a:pt x="531075" y="776757"/>
                  </a:lnTo>
                  <a:lnTo>
                    <a:pt x="529958" y="776287"/>
                  </a:lnTo>
                  <a:lnTo>
                    <a:pt x="527329" y="776287"/>
                  </a:lnTo>
                  <a:lnTo>
                    <a:pt x="526211" y="776757"/>
                  </a:lnTo>
                  <a:lnTo>
                    <a:pt x="524344" y="778624"/>
                  </a:lnTo>
                  <a:lnTo>
                    <a:pt x="523875" y="779741"/>
                  </a:lnTo>
                  <a:lnTo>
                    <a:pt x="523875" y="782370"/>
                  </a:lnTo>
                  <a:lnTo>
                    <a:pt x="524344" y="783488"/>
                  </a:lnTo>
                  <a:lnTo>
                    <a:pt x="526211" y="785355"/>
                  </a:lnTo>
                  <a:lnTo>
                    <a:pt x="527329" y="785812"/>
                  </a:lnTo>
                  <a:lnTo>
                    <a:pt x="529958" y="785812"/>
                  </a:lnTo>
                  <a:lnTo>
                    <a:pt x="531075" y="785355"/>
                  </a:lnTo>
                  <a:lnTo>
                    <a:pt x="532942" y="783488"/>
                  </a:lnTo>
                  <a:lnTo>
                    <a:pt x="533400" y="782370"/>
                  </a:lnTo>
                  <a:lnTo>
                    <a:pt x="533400" y="779741"/>
                  </a:lnTo>
                  <a:close/>
                </a:path>
                <a:path w="4486275" h="3114675">
                  <a:moveTo>
                    <a:pt x="533400" y="3454"/>
                  </a:moveTo>
                  <a:lnTo>
                    <a:pt x="532942" y="2336"/>
                  </a:lnTo>
                  <a:lnTo>
                    <a:pt x="531075" y="469"/>
                  </a:lnTo>
                  <a:lnTo>
                    <a:pt x="529958" y="0"/>
                  </a:lnTo>
                  <a:lnTo>
                    <a:pt x="527329" y="0"/>
                  </a:lnTo>
                  <a:lnTo>
                    <a:pt x="526211" y="469"/>
                  </a:lnTo>
                  <a:lnTo>
                    <a:pt x="524344" y="2336"/>
                  </a:lnTo>
                  <a:lnTo>
                    <a:pt x="523875" y="3454"/>
                  </a:lnTo>
                  <a:lnTo>
                    <a:pt x="523875" y="6083"/>
                  </a:lnTo>
                  <a:lnTo>
                    <a:pt x="524344" y="7200"/>
                  </a:lnTo>
                  <a:lnTo>
                    <a:pt x="526211" y="9067"/>
                  </a:lnTo>
                  <a:lnTo>
                    <a:pt x="527329" y="9525"/>
                  </a:lnTo>
                  <a:lnTo>
                    <a:pt x="529958" y="9525"/>
                  </a:lnTo>
                  <a:lnTo>
                    <a:pt x="531075" y="9067"/>
                  </a:lnTo>
                  <a:lnTo>
                    <a:pt x="532942" y="7200"/>
                  </a:lnTo>
                  <a:lnTo>
                    <a:pt x="533400" y="6083"/>
                  </a:lnTo>
                  <a:lnTo>
                    <a:pt x="533400" y="3454"/>
                  </a:lnTo>
                  <a:close/>
                </a:path>
                <a:path w="4486275" h="3114675">
                  <a:moveTo>
                    <a:pt x="581025" y="3108604"/>
                  </a:moveTo>
                  <a:lnTo>
                    <a:pt x="580567" y="3107486"/>
                  </a:lnTo>
                  <a:lnTo>
                    <a:pt x="578700" y="3105620"/>
                  </a:lnTo>
                  <a:lnTo>
                    <a:pt x="577583" y="3105150"/>
                  </a:lnTo>
                  <a:lnTo>
                    <a:pt x="574954" y="3105150"/>
                  </a:lnTo>
                  <a:lnTo>
                    <a:pt x="573836" y="3105620"/>
                  </a:lnTo>
                  <a:lnTo>
                    <a:pt x="571969" y="3107486"/>
                  </a:lnTo>
                  <a:lnTo>
                    <a:pt x="571500" y="3108604"/>
                  </a:lnTo>
                  <a:lnTo>
                    <a:pt x="571500" y="3111233"/>
                  </a:lnTo>
                  <a:lnTo>
                    <a:pt x="571969" y="3112351"/>
                  </a:lnTo>
                  <a:lnTo>
                    <a:pt x="573836" y="3114217"/>
                  </a:lnTo>
                  <a:lnTo>
                    <a:pt x="574954" y="3114675"/>
                  </a:lnTo>
                  <a:lnTo>
                    <a:pt x="577583" y="3114675"/>
                  </a:lnTo>
                  <a:lnTo>
                    <a:pt x="578700" y="3114217"/>
                  </a:lnTo>
                  <a:lnTo>
                    <a:pt x="580567" y="3112351"/>
                  </a:lnTo>
                  <a:lnTo>
                    <a:pt x="581025" y="3111233"/>
                  </a:lnTo>
                  <a:lnTo>
                    <a:pt x="581025" y="3108604"/>
                  </a:lnTo>
                  <a:close/>
                </a:path>
                <a:path w="4486275" h="3114675">
                  <a:moveTo>
                    <a:pt x="581025" y="2332317"/>
                  </a:moveTo>
                  <a:lnTo>
                    <a:pt x="580567" y="2331199"/>
                  </a:lnTo>
                  <a:lnTo>
                    <a:pt x="578700" y="2329332"/>
                  </a:lnTo>
                  <a:lnTo>
                    <a:pt x="577583" y="2328862"/>
                  </a:lnTo>
                  <a:lnTo>
                    <a:pt x="574954" y="2328862"/>
                  </a:lnTo>
                  <a:lnTo>
                    <a:pt x="573836" y="2329332"/>
                  </a:lnTo>
                  <a:lnTo>
                    <a:pt x="571969" y="2331199"/>
                  </a:lnTo>
                  <a:lnTo>
                    <a:pt x="571500" y="2332317"/>
                  </a:lnTo>
                  <a:lnTo>
                    <a:pt x="571500" y="2334945"/>
                  </a:lnTo>
                  <a:lnTo>
                    <a:pt x="571969" y="2336063"/>
                  </a:lnTo>
                  <a:lnTo>
                    <a:pt x="573836" y="2337930"/>
                  </a:lnTo>
                  <a:lnTo>
                    <a:pt x="574954" y="2338387"/>
                  </a:lnTo>
                  <a:lnTo>
                    <a:pt x="577583" y="2338387"/>
                  </a:lnTo>
                  <a:lnTo>
                    <a:pt x="578700" y="2337930"/>
                  </a:lnTo>
                  <a:lnTo>
                    <a:pt x="580567" y="2336063"/>
                  </a:lnTo>
                  <a:lnTo>
                    <a:pt x="581025" y="2334945"/>
                  </a:lnTo>
                  <a:lnTo>
                    <a:pt x="581025" y="2332317"/>
                  </a:lnTo>
                  <a:close/>
                </a:path>
                <a:path w="4486275" h="3114675">
                  <a:moveTo>
                    <a:pt x="581025" y="1556029"/>
                  </a:moveTo>
                  <a:lnTo>
                    <a:pt x="580567" y="1554911"/>
                  </a:lnTo>
                  <a:lnTo>
                    <a:pt x="578700" y="1553044"/>
                  </a:lnTo>
                  <a:lnTo>
                    <a:pt x="577583" y="1552575"/>
                  </a:lnTo>
                  <a:lnTo>
                    <a:pt x="574954" y="1552575"/>
                  </a:lnTo>
                  <a:lnTo>
                    <a:pt x="573836" y="1553044"/>
                  </a:lnTo>
                  <a:lnTo>
                    <a:pt x="571969" y="1554911"/>
                  </a:lnTo>
                  <a:lnTo>
                    <a:pt x="571500" y="1556029"/>
                  </a:lnTo>
                  <a:lnTo>
                    <a:pt x="571500" y="1558658"/>
                  </a:lnTo>
                  <a:lnTo>
                    <a:pt x="571969" y="1559775"/>
                  </a:lnTo>
                  <a:lnTo>
                    <a:pt x="573836" y="1561642"/>
                  </a:lnTo>
                  <a:lnTo>
                    <a:pt x="574954" y="1562100"/>
                  </a:lnTo>
                  <a:lnTo>
                    <a:pt x="577583" y="1562100"/>
                  </a:lnTo>
                  <a:lnTo>
                    <a:pt x="578700" y="1561642"/>
                  </a:lnTo>
                  <a:lnTo>
                    <a:pt x="580567" y="1559775"/>
                  </a:lnTo>
                  <a:lnTo>
                    <a:pt x="581025" y="1558658"/>
                  </a:lnTo>
                  <a:lnTo>
                    <a:pt x="581025" y="1556029"/>
                  </a:lnTo>
                  <a:close/>
                </a:path>
                <a:path w="4486275" h="3114675">
                  <a:moveTo>
                    <a:pt x="581025" y="779741"/>
                  </a:moveTo>
                  <a:lnTo>
                    <a:pt x="580567" y="778624"/>
                  </a:lnTo>
                  <a:lnTo>
                    <a:pt x="578700" y="776757"/>
                  </a:lnTo>
                  <a:lnTo>
                    <a:pt x="577583" y="776287"/>
                  </a:lnTo>
                  <a:lnTo>
                    <a:pt x="574954" y="776287"/>
                  </a:lnTo>
                  <a:lnTo>
                    <a:pt x="573836" y="776757"/>
                  </a:lnTo>
                  <a:lnTo>
                    <a:pt x="571969" y="778624"/>
                  </a:lnTo>
                  <a:lnTo>
                    <a:pt x="571500" y="779741"/>
                  </a:lnTo>
                  <a:lnTo>
                    <a:pt x="571500" y="782370"/>
                  </a:lnTo>
                  <a:lnTo>
                    <a:pt x="571969" y="783488"/>
                  </a:lnTo>
                  <a:lnTo>
                    <a:pt x="573836" y="785355"/>
                  </a:lnTo>
                  <a:lnTo>
                    <a:pt x="574954" y="785812"/>
                  </a:lnTo>
                  <a:lnTo>
                    <a:pt x="577583" y="785812"/>
                  </a:lnTo>
                  <a:lnTo>
                    <a:pt x="578700" y="785355"/>
                  </a:lnTo>
                  <a:lnTo>
                    <a:pt x="580567" y="783488"/>
                  </a:lnTo>
                  <a:lnTo>
                    <a:pt x="581025" y="782370"/>
                  </a:lnTo>
                  <a:lnTo>
                    <a:pt x="581025" y="779741"/>
                  </a:lnTo>
                  <a:close/>
                </a:path>
                <a:path w="4486275" h="3114675">
                  <a:moveTo>
                    <a:pt x="581025" y="3454"/>
                  </a:moveTo>
                  <a:lnTo>
                    <a:pt x="580567" y="2336"/>
                  </a:lnTo>
                  <a:lnTo>
                    <a:pt x="578700" y="469"/>
                  </a:lnTo>
                  <a:lnTo>
                    <a:pt x="577583" y="0"/>
                  </a:lnTo>
                  <a:lnTo>
                    <a:pt x="574954" y="0"/>
                  </a:lnTo>
                  <a:lnTo>
                    <a:pt x="573836" y="469"/>
                  </a:lnTo>
                  <a:lnTo>
                    <a:pt x="571969" y="2336"/>
                  </a:lnTo>
                  <a:lnTo>
                    <a:pt x="571500" y="3454"/>
                  </a:lnTo>
                  <a:lnTo>
                    <a:pt x="571500" y="6083"/>
                  </a:lnTo>
                  <a:lnTo>
                    <a:pt x="571969" y="7200"/>
                  </a:lnTo>
                  <a:lnTo>
                    <a:pt x="573836" y="9067"/>
                  </a:lnTo>
                  <a:lnTo>
                    <a:pt x="574954" y="9525"/>
                  </a:lnTo>
                  <a:lnTo>
                    <a:pt x="577583" y="9525"/>
                  </a:lnTo>
                  <a:lnTo>
                    <a:pt x="578700" y="9067"/>
                  </a:lnTo>
                  <a:lnTo>
                    <a:pt x="580567" y="7200"/>
                  </a:lnTo>
                  <a:lnTo>
                    <a:pt x="581025" y="6083"/>
                  </a:lnTo>
                  <a:lnTo>
                    <a:pt x="581025" y="3454"/>
                  </a:lnTo>
                  <a:close/>
                </a:path>
                <a:path w="4486275" h="3114675">
                  <a:moveTo>
                    <a:pt x="628650" y="3108604"/>
                  </a:moveTo>
                  <a:lnTo>
                    <a:pt x="628192" y="3107486"/>
                  </a:lnTo>
                  <a:lnTo>
                    <a:pt x="626325" y="3105620"/>
                  </a:lnTo>
                  <a:lnTo>
                    <a:pt x="625208" y="3105150"/>
                  </a:lnTo>
                  <a:lnTo>
                    <a:pt x="622579" y="3105150"/>
                  </a:lnTo>
                  <a:lnTo>
                    <a:pt x="621461" y="3105620"/>
                  </a:lnTo>
                  <a:lnTo>
                    <a:pt x="619594" y="3107486"/>
                  </a:lnTo>
                  <a:lnTo>
                    <a:pt x="619125" y="3108604"/>
                  </a:lnTo>
                  <a:lnTo>
                    <a:pt x="619125" y="3111233"/>
                  </a:lnTo>
                  <a:lnTo>
                    <a:pt x="619594" y="3112351"/>
                  </a:lnTo>
                  <a:lnTo>
                    <a:pt x="621461" y="3114217"/>
                  </a:lnTo>
                  <a:lnTo>
                    <a:pt x="622579" y="3114675"/>
                  </a:lnTo>
                  <a:lnTo>
                    <a:pt x="625208" y="3114675"/>
                  </a:lnTo>
                  <a:lnTo>
                    <a:pt x="626325" y="3114217"/>
                  </a:lnTo>
                  <a:lnTo>
                    <a:pt x="628192" y="3112351"/>
                  </a:lnTo>
                  <a:lnTo>
                    <a:pt x="628650" y="3111233"/>
                  </a:lnTo>
                  <a:lnTo>
                    <a:pt x="628650" y="3108604"/>
                  </a:lnTo>
                  <a:close/>
                </a:path>
                <a:path w="4486275" h="3114675">
                  <a:moveTo>
                    <a:pt x="628650" y="2332317"/>
                  </a:moveTo>
                  <a:lnTo>
                    <a:pt x="628192" y="2331199"/>
                  </a:lnTo>
                  <a:lnTo>
                    <a:pt x="626325" y="2329332"/>
                  </a:lnTo>
                  <a:lnTo>
                    <a:pt x="625208" y="2328862"/>
                  </a:lnTo>
                  <a:lnTo>
                    <a:pt x="622579" y="2328862"/>
                  </a:lnTo>
                  <a:lnTo>
                    <a:pt x="621461" y="2329332"/>
                  </a:lnTo>
                  <a:lnTo>
                    <a:pt x="619594" y="2331199"/>
                  </a:lnTo>
                  <a:lnTo>
                    <a:pt x="619125" y="2332317"/>
                  </a:lnTo>
                  <a:lnTo>
                    <a:pt x="619125" y="2334945"/>
                  </a:lnTo>
                  <a:lnTo>
                    <a:pt x="619594" y="2336063"/>
                  </a:lnTo>
                  <a:lnTo>
                    <a:pt x="621461" y="2337930"/>
                  </a:lnTo>
                  <a:lnTo>
                    <a:pt x="622579" y="2338387"/>
                  </a:lnTo>
                  <a:lnTo>
                    <a:pt x="625208" y="2338387"/>
                  </a:lnTo>
                  <a:lnTo>
                    <a:pt x="626325" y="2337930"/>
                  </a:lnTo>
                  <a:lnTo>
                    <a:pt x="628192" y="2336063"/>
                  </a:lnTo>
                  <a:lnTo>
                    <a:pt x="628650" y="2334945"/>
                  </a:lnTo>
                  <a:lnTo>
                    <a:pt x="628650" y="2332317"/>
                  </a:lnTo>
                  <a:close/>
                </a:path>
                <a:path w="4486275" h="3114675">
                  <a:moveTo>
                    <a:pt x="628650" y="1556029"/>
                  </a:moveTo>
                  <a:lnTo>
                    <a:pt x="628192" y="1554911"/>
                  </a:lnTo>
                  <a:lnTo>
                    <a:pt x="626325" y="1553044"/>
                  </a:lnTo>
                  <a:lnTo>
                    <a:pt x="625208" y="1552575"/>
                  </a:lnTo>
                  <a:lnTo>
                    <a:pt x="622579" y="1552575"/>
                  </a:lnTo>
                  <a:lnTo>
                    <a:pt x="621461" y="1553044"/>
                  </a:lnTo>
                  <a:lnTo>
                    <a:pt x="619594" y="1554911"/>
                  </a:lnTo>
                  <a:lnTo>
                    <a:pt x="619125" y="1556029"/>
                  </a:lnTo>
                  <a:lnTo>
                    <a:pt x="619125" y="1558658"/>
                  </a:lnTo>
                  <a:lnTo>
                    <a:pt x="619594" y="1559775"/>
                  </a:lnTo>
                  <a:lnTo>
                    <a:pt x="621461" y="1561642"/>
                  </a:lnTo>
                  <a:lnTo>
                    <a:pt x="622579" y="1562100"/>
                  </a:lnTo>
                  <a:lnTo>
                    <a:pt x="625208" y="1562100"/>
                  </a:lnTo>
                  <a:lnTo>
                    <a:pt x="626325" y="1561642"/>
                  </a:lnTo>
                  <a:lnTo>
                    <a:pt x="628192" y="1559775"/>
                  </a:lnTo>
                  <a:lnTo>
                    <a:pt x="628650" y="1558658"/>
                  </a:lnTo>
                  <a:lnTo>
                    <a:pt x="628650" y="1556029"/>
                  </a:lnTo>
                  <a:close/>
                </a:path>
                <a:path w="4486275" h="3114675">
                  <a:moveTo>
                    <a:pt x="628650" y="779741"/>
                  </a:moveTo>
                  <a:lnTo>
                    <a:pt x="628192" y="778624"/>
                  </a:lnTo>
                  <a:lnTo>
                    <a:pt x="626325" y="776757"/>
                  </a:lnTo>
                  <a:lnTo>
                    <a:pt x="625208" y="776287"/>
                  </a:lnTo>
                  <a:lnTo>
                    <a:pt x="622579" y="776287"/>
                  </a:lnTo>
                  <a:lnTo>
                    <a:pt x="621461" y="776757"/>
                  </a:lnTo>
                  <a:lnTo>
                    <a:pt x="619594" y="778624"/>
                  </a:lnTo>
                  <a:lnTo>
                    <a:pt x="619125" y="779741"/>
                  </a:lnTo>
                  <a:lnTo>
                    <a:pt x="619125" y="782370"/>
                  </a:lnTo>
                  <a:lnTo>
                    <a:pt x="619594" y="783488"/>
                  </a:lnTo>
                  <a:lnTo>
                    <a:pt x="621461" y="785355"/>
                  </a:lnTo>
                  <a:lnTo>
                    <a:pt x="622579" y="785812"/>
                  </a:lnTo>
                  <a:lnTo>
                    <a:pt x="625208" y="785812"/>
                  </a:lnTo>
                  <a:lnTo>
                    <a:pt x="626325" y="785355"/>
                  </a:lnTo>
                  <a:lnTo>
                    <a:pt x="628192" y="783488"/>
                  </a:lnTo>
                  <a:lnTo>
                    <a:pt x="628650" y="782370"/>
                  </a:lnTo>
                  <a:lnTo>
                    <a:pt x="628650" y="779741"/>
                  </a:lnTo>
                  <a:close/>
                </a:path>
                <a:path w="4486275" h="3114675">
                  <a:moveTo>
                    <a:pt x="628650" y="3454"/>
                  </a:moveTo>
                  <a:lnTo>
                    <a:pt x="628192" y="2336"/>
                  </a:lnTo>
                  <a:lnTo>
                    <a:pt x="626325" y="469"/>
                  </a:lnTo>
                  <a:lnTo>
                    <a:pt x="625208" y="0"/>
                  </a:lnTo>
                  <a:lnTo>
                    <a:pt x="622579" y="0"/>
                  </a:lnTo>
                  <a:lnTo>
                    <a:pt x="621461" y="469"/>
                  </a:lnTo>
                  <a:lnTo>
                    <a:pt x="619594" y="2336"/>
                  </a:lnTo>
                  <a:lnTo>
                    <a:pt x="619125" y="3454"/>
                  </a:lnTo>
                  <a:lnTo>
                    <a:pt x="619125" y="6083"/>
                  </a:lnTo>
                  <a:lnTo>
                    <a:pt x="619594" y="7200"/>
                  </a:lnTo>
                  <a:lnTo>
                    <a:pt x="621461" y="9067"/>
                  </a:lnTo>
                  <a:lnTo>
                    <a:pt x="622579" y="9525"/>
                  </a:lnTo>
                  <a:lnTo>
                    <a:pt x="625208" y="9525"/>
                  </a:lnTo>
                  <a:lnTo>
                    <a:pt x="626325" y="9067"/>
                  </a:lnTo>
                  <a:lnTo>
                    <a:pt x="628192" y="7200"/>
                  </a:lnTo>
                  <a:lnTo>
                    <a:pt x="628650" y="6083"/>
                  </a:lnTo>
                  <a:lnTo>
                    <a:pt x="628650" y="3454"/>
                  </a:lnTo>
                  <a:close/>
                </a:path>
                <a:path w="4486275" h="3114675">
                  <a:moveTo>
                    <a:pt x="676275" y="3108604"/>
                  </a:moveTo>
                  <a:lnTo>
                    <a:pt x="675817" y="3107486"/>
                  </a:lnTo>
                  <a:lnTo>
                    <a:pt x="673950" y="3105620"/>
                  </a:lnTo>
                  <a:lnTo>
                    <a:pt x="672833" y="3105150"/>
                  </a:lnTo>
                  <a:lnTo>
                    <a:pt x="670204" y="3105150"/>
                  </a:lnTo>
                  <a:lnTo>
                    <a:pt x="669086" y="3105620"/>
                  </a:lnTo>
                  <a:lnTo>
                    <a:pt x="667219" y="3107486"/>
                  </a:lnTo>
                  <a:lnTo>
                    <a:pt x="666750" y="3108604"/>
                  </a:lnTo>
                  <a:lnTo>
                    <a:pt x="666750" y="3111233"/>
                  </a:lnTo>
                  <a:lnTo>
                    <a:pt x="667219" y="3112351"/>
                  </a:lnTo>
                  <a:lnTo>
                    <a:pt x="669086" y="3114217"/>
                  </a:lnTo>
                  <a:lnTo>
                    <a:pt x="670204" y="3114675"/>
                  </a:lnTo>
                  <a:lnTo>
                    <a:pt x="672833" y="3114675"/>
                  </a:lnTo>
                  <a:lnTo>
                    <a:pt x="673950" y="3114217"/>
                  </a:lnTo>
                  <a:lnTo>
                    <a:pt x="675817" y="3112351"/>
                  </a:lnTo>
                  <a:lnTo>
                    <a:pt x="676275" y="3111233"/>
                  </a:lnTo>
                  <a:lnTo>
                    <a:pt x="676275" y="3108604"/>
                  </a:lnTo>
                  <a:close/>
                </a:path>
                <a:path w="4486275" h="3114675">
                  <a:moveTo>
                    <a:pt x="676275" y="2332317"/>
                  </a:moveTo>
                  <a:lnTo>
                    <a:pt x="675817" y="2331199"/>
                  </a:lnTo>
                  <a:lnTo>
                    <a:pt x="673950" y="2329332"/>
                  </a:lnTo>
                  <a:lnTo>
                    <a:pt x="672833" y="2328862"/>
                  </a:lnTo>
                  <a:lnTo>
                    <a:pt x="670204" y="2328862"/>
                  </a:lnTo>
                  <a:lnTo>
                    <a:pt x="669086" y="2329332"/>
                  </a:lnTo>
                  <a:lnTo>
                    <a:pt x="667219" y="2331199"/>
                  </a:lnTo>
                  <a:lnTo>
                    <a:pt x="666750" y="2332317"/>
                  </a:lnTo>
                  <a:lnTo>
                    <a:pt x="666750" y="2334945"/>
                  </a:lnTo>
                  <a:lnTo>
                    <a:pt x="667219" y="2336063"/>
                  </a:lnTo>
                  <a:lnTo>
                    <a:pt x="669086" y="2337930"/>
                  </a:lnTo>
                  <a:lnTo>
                    <a:pt x="670204" y="2338387"/>
                  </a:lnTo>
                  <a:lnTo>
                    <a:pt x="672833" y="2338387"/>
                  </a:lnTo>
                  <a:lnTo>
                    <a:pt x="673950" y="2337930"/>
                  </a:lnTo>
                  <a:lnTo>
                    <a:pt x="675817" y="2336063"/>
                  </a:lnTo>
                  <a:lnTo>
                    <a:pt x="676275" y="2334945"/>
                  </a:lnTo>
                  <a:lnTo>
                    <a:pt x="676275" y="2332317"/>
                  </a:lnTo>
                  <a:close/>
                </a:path>
                <a:path w="4486275" h="3114675">
                  <a:moveTo>
                    <a:pt x="676275" y="1556029"/>
                  </a:moveTo>
                  <a:lnTo>
                    <a:pt x="675817" y="1554911"/>
                  </a:lnTo>
                  <a:lnTo>
                    <a:pt x="673950" y="1553044"/>
                  </a:lnTo>
                  <a:lnTo>
                    <a:pt x="672833" y="1552575"/>
                  </a:lnTo>
                  <a:lnTo>
                    <a:pt x="670204" y="1552575"/>
                  </a:lnTo>
                  <a:lnTo>
                    <a:pt x="669086" y="1553044"/>
                  </a:lnTo>
                  <a:lnTo>
                    <a:pt x="667219" y="1554911"/>
                  </a:lnTo>
                  <a:lnTo>
                    <a:pt x="666750" y="1556029"/>
                  </a:lnTo>
                  <a:lnTo>
                    <a:pt x="666750" y="1558658"/>
                  </a:lnTo>
                  <a:lnTo>
                    <a:pt x="667219" y="1559775"/>
                  </a:lnTo>
                  <a:lnTo>
                    <a:pt x="669086" y="1561642"/>
                  </a:lnTo>
                  <a:lnTo>
                    <a:pt x="670204" y="1562100"/>
                  </a:lnTo>
                  <a:lnTo>
                    <a:pt x="672833" y="1562100"/>
                  </a:lnTo>
                  <a:lnTo>
                    <a:pt x="673950" y="1561642"/>
                  </a:lnTo>
                  <a:lnTo>
                    <a:pt x="675817" y="1559775"/>
                  </a:lnTo>
                  <a:lnTo>
                    <a:pt x="676275" y="1558658"/>
                  </a:lnTo>
                  <a:lnTo>
                    <a:pt x="676275" y="1556029"/>
                  </a:lnTo>
                  <a:close/>
                </a:path>
                <a:path w="4486275" h="3114675">
                  <a:moveTo>
                    <a:pt x="676275" y="779741"/>
                  </a:moveTo>
                  <a:lnTo>
                    <a:pt x="675817" y="778624"/>
                  </a:lnTo>
                  <a:lnTo>
                    <a:pt x="673950" y="776757"/>
                  </a:lnTo>
                  <a:lnTo>
                    <a:pt x="672833" y="776287"/>
                  </a:lnTo>
                  <a:lnTo>
                    <a:pt x="670204" y="776287"/>
                  </a:lnTo>
                  <a:lnTo>
                    <a:pt x="669086" y="776757"/>
                  </a:lnTo>
                  <a:lnTo>
                    <a:pt x="667219" y="778624"/>
                  </a:lnTo>
                  <a:lnTo>
                    <a:pt x="666750" y="779741"/>
                  </a:lnTo>
                  <a:lnTo>
                    <a:pt x="666750" y="782370"/>
                  </a:lnTo>
                  <a:lnTo>
                    <a:pt x="667219" y="783488"/>
                  </a:lnTo>
                  <a:lnTo>
                    <a:pt x="669086" y="785355"/>
                  </a:lnTo>
                  <a:lnTo>
                    <a:pt x="670204" y="785812"/>
                  </a:lnTo>
                  <a:lnTo>
                    <a:pt x="672833" y="785812"/>
                  </a:lnTo>
                  <a:lnTo>
                    <a:pt x="673950" y="785355"/>
                  </a:lnTo>
                  <a:lnTo>
                    <a:pt x="675817" y="783488"/>
                  </a:lnTo>
                  <a:lnTo>
                    <a:pt x="676275" y="782370"/>
                  </a:lnTo>
                  <a:lnTo>
                    <a:pt x="676275" y="779741"/>
                  </a:lnTo>
                  <a:close/>
                </a:path>
                <a:path w="4486275" h="3114675">
                  <a:moveTo>
                    <a:pt x="676275" y="3454"/>
                  </a:moveTo>
                  <a:lnTo>
                    <a:pt x="675817" y="2336"/>
                  </a:lnTo>
                  <a:lnTo>
                    <a:pt x="673950" y="469"/>
                  </a:lnTo>
                  <a:lnTo>
                    <a:pt x="672833" y="0"/>
                  </a:lnTo>
                  <a:lnTo>
                    <a:pt x="670204" y="0"/>
                  </a:lnTo>
                  <a:lnTo>
                    <a:pt x="669086" y="469"/>
                  </a:lnTo>
                  <a:lnTo>
                    <a:pt x="667219" y="2336"/>
                  </a:lnTo>
                  <a:lnTo>
                    <a:pt x="666750" y="3454"/>
                  </a:lnTo>
                  <a:lnTo>
                    <a:pt x="666750" y="6083"/>
                  </a:lnTo>
                  <a:lnTo>
                    <a:pt x="667219" y="7200"/>
                  </a:lnTo>
                  <a:lnTo>
                    <a:pt x="669086" y="9067"/>
                  </a:lnTo>
                  <a:lnTo>
                    <a:pt x="670204" y="9525"/>
                  </a:lnTo>
                  <a:lnTo>
                    <a:pt x="672833" y="9525"/>
                  </a:lnTo>
                  <a:lnTo>
                    <a:pt x="673950" y="9067"/>
                  </a:lnTo>
                  <a:lnTo>
                    <a:pt x="675817" y="7200"/>
                  </a:lnTo>
                  <a:lnTo>
                    <a:pt x="676275" y="6083"/>
                  </a:lnTo>
                  <a:lnTo>
                    <a:pt x="676275" y="3454"/>
                  </a:lnTo>
                  <a:close/>
                </a:path>
                <a:path w="4486275" h="3114675">
                  <a:moveTo>
                    <a:pt x="723900" y="3108604"/>
                  </a:moveTo>
                  <a:lnTo>
                    <a:pt x="723442" y="3107486"/>
                  </a:lnTo>
                  <a:lnTo>
                    <a:pt x="721575" y="3105620"/>
                  </a:lnTo>
                  <a:lnTo>
                    <a:pt x="720458" y="3105150"/>
                  </a:lnTo>
                  <a:lnTo>
                    <a:pt x="717829" y="3105150"/>
                  </a:lnTo>
                  <a:lnTo>
                    <a:pt x="716711" y="3105620"/>
                  </a:lnTo>
                  <a:lnTo>
                    <a:pt x="714844" y="3107486"/>
                  </a:lnTo>
                  <a:lnTo>
                    <a:pt x="714375" y="3108604"/>
                  </a:lnTo>
                  <a:lnTo>
                    <a:pt x="714375" y="3111233"/>
                  </a:lnTo>
                  <a:lnTo>
                    <a:pt x="714844" y="3112351"/>
                  </a:lnTo>
                  <a:lnTo>
                    <a:pt x="716711" y="3114217"/>
                  </a:lnTo>
                  <a:lnTo>
                    <a:pt x="717829" y="3114675"/>
                  </a:lnTo>
                  <a:lnTo>
                    <a:pt x="720458" y="3114675"/>
                  </a:lnTo>
                  <a:lnTo>
                    <a:pt x="721575" y="3114217"/>
                  </a:lnTo>
                  <a:lnTo>
                    <a:pt x="723442" y="3112351"/>
                  </a:lnTo>
                  <a:lnTo>
                    <a:pt x="723900" y="3111233"/>
                  </a:lnTo>
                  <a:lnTo>
                    <a:pt x="723900" y="3108604"/>
                  </a:lnTo>
                  <a:close/>
                </a:path>
                <a:path w="4486275" h="3114675">
                  <a:moveTo>
                    <a:pt x="723900" y="2332317"/>
                  </a:moveTo>
                  <a:lnTo>
                    <a:pt x="723442" y="2331199"/>
                  </a:lnTo>
                  <a:lnTo>
                    <a:pt x="721575" y="2329332"/>
                  </a:lnTo>
                  <a:lnTo>
                    <a:pt x="720458" y="2328862"/>
                  </a:lnTo>
                  <a:lnTo>
                    <a:pt x="717829" y="2328862"/>
                  </a:lnTo>
                  <a:lnTo>
                    <a:pt x="716711" y="2329332"/>
                  </a:lnTo>
                  <a:lnTo>
                    <a:pt x="714844" y="2331199"/>
                  </a:lnTo>
                  <a:lnTo>
                    <a:pt x="714375" y="2332317"/>
                  </a:lnTo>
                  <a:lnTo>
                    <a:pt x="714375" y="2334945"/>
                  </a:lnTo>
                  <a:lnTo>
                    <a:pt x="714844" y="2336063"/>
                  </a:lnTo>
                  <a:lnTo>
                    <a:pt x="716711" y="2337930"/>
                  </a:lnTo>
                  <a:lnTo>
                    <a:pt x="717829" y="2338387"/>
                  </a:lnTo>
                  <a:lnTo>
                    <a:pt x="720458" y="2338387"/>
                  </a:lnTo>
                  <a:lnTo>
                    <a:pt x="721575" y="2337930"/>
                  </a:lnTo>
                  <a:lnTo>
                    <a:pt x="723442" y="2336063"/>
                  </a:lnTo>
                  <a:lnTo>
                    <a:pt x="723900" y="2334945"/>
                  </a:lnTo>
                  <a:lnTo>
                    <a:pt x="723900" y="2332317"/>
                  </a:lnTo>
                  <a:close/>
                </a:path>
                <a:path w="4486275" h="3114675">
                  <a:moveTo>
                    <a:pt x="723900" y="1556029"/>
                  </a:moveTo>
                  <a:lnTo>
                    <a:pt x="723442" y="1554911"/>
                  </a:lnTo>
                  <a:lnTo>
                    <a:pt x="721575" y="1553044"/>
                  </a:lnTo>
                  <a:lnTo>
                    <a:pt x="720458" y="1552575"/>
                  </a:lnTo>
                  <a:lnTo>
                    <a:pt x="717829" y="1552575"/>
                  </a:lnTo>
                  <a:lnTo>
                    <a:pt x="716711" y="1553044"/>
                  </a:lnTo>
                  <a:lnTo>
                    <a:pt x="714844" y="1554911"/>
                  </a:lnTo>
                  <a:lnTo>
                    <a:pt x="714375" y="1556029"/>
                  </a:lnTo>
                  <a:lnTo>
                    <a:pt x="714375" y="1558658"/>
                  </a:lnTo>
                  <a:lnTo>
                    <a:pt x="714844" y="1559775"/>
                  </a:lnTo>
                  <a:lnTo>
                    <a:pt x="716711" y="1561642"/>
                  </a:lnTo>
                  <a:lnTo>
                    <a:pt x="717829" y="1562100"/>
                  </a:lnTo>
                  <a:lnTo>
                    <a:pt x="720458" y="1562100"/>
                  </a:lnTo>
                  <a:lnTo>
                    <a:pt x="721575" y="1561642"/>
                  </a:lnTo>
                  <a:lnTo>
                    <a:pt x="723442" y="1559775"/>
                  </a:lnTo>
                  <a:lnTo>
                    <a:pt x="723900" y="1558658"/>
                  </a:lnTo>
                  <a:lnTo>
                    <a:pt x="723900" y="1556029"/>
                  </a:lnTo>
                  <a:close/>
                </a:path>
                <a:path w="4486275" h="3114675">
                  <a:moveTo>
                    <a:pt x="723900" y="779741"/>
                  </a:moveTo>
                  <a:lnTo>
                    <a:pt x="723442" y="778624"/>
                  </a:lnTo>
                  <a:lnTo>
                    <a:pt x="721575" y="776757"/>
                  </a:lnTo>
                  <a:lnTo>
                    <a:pt x="720458" y="776287"/>
                  </a:lnTo>
                  <a:lnTo>
                    <a:pt x="717829" y="776287"/>
                  </a:lnTo>
                  <a:lnTo>
                    <a:pt x="716711" y="776757"/>
                  </a:lnTo>
                  <a:lnTo>
                    <a:pt x="714844" y="778624"/>
                  </a:lnTo>
                  <a:lnTo>
                    <a:pt x="714375" y="779741"/>
                  </a:lnTo>
                  <a:lnTo>
                    <a:pt x="714375" y="782370"/>
                  </a:lnTo>
                  <a:lnTo>
                    <a:pt x="714844" y="783488"/>
                  </a:lnTo>
                  <a:lnTo>
                    <a:pt x="716711" y="785355"/>
                  </a:lnTo>
                  <a:lnTo>
                    <a:pt x="717829" y="785812"/>
                  </a:lnTo>
                  <a:lnTo>
                    <a:pt x="720458" y="785812"/>
                  </a:lnTo>
                  <a:lnTo>
                    <a:pt x="721575" y="785355"/>
                  </a:lnTo>
                  <a:lnTo>
                    <a:pt x="723442" y="783488"/>
                  </a:lnTo>
                  <a:lnTo>
                    <a:pt x="723900" y="782370"/>
                  </a:lnTo>
                  <a:lnTo>
                    <a:pt x="723900" y="779741"/>
                  </a:lnTo>
                  <a:close/>
                </a:path>
                <a:path w="4486275" h="3114675">
                  <a:moveTo>
                    <a:pt x="723900" y="3454"/>
                  </a:moveTo>
                  <a:lnTo>
                    <a:pt x="723442" y="2336"/>
                  </a:lnTo>
                  <a:lnTo>
                    <a:pt x="721575" y="469"/>
                  </a:lnTo>
                  <a:lnTo>
                    <a:pt x="720458" y="0"/>
                  </a:lnTo>
                  <a:lnTo>
                    <a:pt x="717829" y="0"/>
                  </a:lnTo>
                  <a:lnTo>
                    <a:pt x="716711" y="469"/>
                  </a:lnTo>
                  <a:lnTo>
                    <a:pt x="714844" y="2336"/>
                  </a:lnTo>
                  <a:lnTo>
                    <a:pt x="714375" y="3454"/>
                  </a:lnTo>
                  <a:lnTo>
                    <a:pt x="714375" y="6083"/>
                  </a:lnTo>
                  <a:lnTo>
                    <a:pt x="714844" y="7200"/>
                  </a:lnTo>
                  <a:lnTo>
                    <a:pt x="716711" y="9067"/>
                  </a:lnTo>
                  <a:lnTo>
                    <a:pt x="717829" y="9525"/>
                  </a:lnTo>
                  <a:lnTo>
                    <a:pt x="720458" y="9525"/>
                  </a:lnTo>
                  <a:lnTo>
                    <a:pt x="721575" y="9067"/>
                  </a:lnTo>
                  <a:lnTo>
                    <a:pt x="723442" y="7200"/>
                  </a:lnTo>
                  <a:lnTo>
                    <a:pt x="723900" y="6083"/>
                  </a:lnTo>
                  <a:lnTo>
                    <a:pt x="723900" y="3454"/>
                  </a:lnTo>
                  <a:close/>
                </a:path>
                <a:path w="4486275" h="3114675">
                  <a:moveTo>
                    <a:pt x="771525" y="3108604"/>
                  </a:moveTo>
                  <a:lnTo>
                    <a:pt x="771067" y="3107486"/>
                  </a:lnTo>
                  <a:lnTo>
                    <a:pt x="769200" y="3105620"/>
                  </a:lnTo>
                  <a:lnTo>
                    <a:pt x="768083" y="3105150"/>
                  </a:lnTo>
                  <a:lnTo>
                    <a:pt x="765454" y="3105150"/>
                  </a:lnTo>
                  <a:lnTo>
                    <a:pt x="764336" y="3105620"/>
                  </a:lnTo>
                  <a:lnTo>
                    <a:pt x="762469" y="3107486"/>
                  </a:lnTo>
                  <a:lnTo>
                    <a:pt x="762000" y="3108604"/>
                  </a:lnTo>
                  <a:lnTo>
                    <a:pt x="762000" y="3111233"/>
                  </a:lnTo>
                  <a:lnTo>
                    <a:pt x="762469" y="3112351"/>
                  </a:lnTo>
                  <a:lnTo>
                    <a:pt x="764336" y="3114217"/>
                  </a:lnTo>
                  <a:lnTo>
                    <a:pt x="765454" y="3114675"/>
                  </a:lnTo>
                  <a:lnTo>
                    <a:pt x="768083" y="3114675"/>
                  </a:lnTo>
                  <a:lnTo>
                    <a:pt x="769200" y="3114217"/>
                  </a:lnTo>
                  <a:lnTo>
                    <a:pt x="771067" y="3112351"/>
                  </a:lnTo>
                  <a:lnTo>
                    <a:pt x="771525" y="3111233"/>
                  </a:lnTo>
                  <a:lnTo>
                    <a:pt x="771525" y="3108604"/>
                  </a:lnTo>
                  <a:close/>
                </a:path>
                <a:path w="4486275" h="3114675">
                  <a:moveTo>
                    <a:pt x="771525" y="2332317"/>
                  </a:moveTo>
                  <a:lnTo>
                    <a:pt x="771067" y="2331199"/>
                  </a:lnTo>
                  <a:lnTo>
                    <a:pt x="769200" y="2329332"/>
                  </a:lnTo>
                  <a:lnTo>
                    <a:pt x="768083" y="2328862"/>
                  </a:lnTo>
                  <a:lnTo>
                    <a:pt x="765454" y="2328862"/>
                  </a:lnTo>
                  <a:lnTo>
                    <a:pt x="764336" y="2329332"/>
                  </a:lnTo>
                  <a:lnTo>
                    <a:pt x="762469" y="2331199"/>
                  </a:lnTo>
                  <a:lnTo>
                    <a:pt x="762000" y="2332317"/>
                  </a:lnTo>
                  <a:lnTo>
                    <a:pt x="762000" y="2334945"/>
                  </a:lnTo>
                  <a:lnTo>
                    <a:pt x="762469" y="2336063"/>
                  </a:lnTo>
                  <a:lnTo>
                    <a:pt x="764336" y="2337930"/>
                  </a:lnTo>
                  <a:lnTo>
                    <a:pt x="765454" y="2338387"/>
                  </a:lnTo>
                  <a:lnTo>
                    <a:pt x="768083" y="2338387"/>
                  </a:lnTo>
                  <a:lnTo>
                    <a:pt x="769200" y="2337930"/>
                  </a:lnTo>
                  <a:lnTo>
                    <a:pt x="771067" y="2336063"/>
                  </a:lnTo>
                  <a:lnTo>
                    <a:pt x="771525" y="2334945"/>
                  </a:lnTo>
                  <a:lnTo>
                    <a:pt x="771525" y="2332317"/>
                  </a:lnTo>
                  <a:close/>
                </a:path>
                <a:path w="4486275" h="3114675">
                  <a:moveTo>
                    <a:pt x="771525" y="1556029"/>
                  </a:moveTo>
                  <a:lnTo>
                    <a:pt x="771067" y="1554911"/>
                  </a:lnTo>
                  <a:lnTo>
                    <a:pt x="769200" y="1553044"/>
                  </a:lnTo>
                  <a:lnTo>
                    <a:pt x="768083" y="1552575"/>
                  </a:lnTo>
                  <a:lnTo>
                    <a:pt x="765454" y="1552575"/>
                  </a:lnTo>
                  <a:lnTo>
                    <a:pt x="764336" y="1553044"/>
                  </a:lnTo>
                  <a:lnTo>
                    <a:pt x="762469" y="1554911"/>
                  </a:lnTo>
                  <a:lnTo>
                    <a:pt x="762000" y="1556029"/>
                  </a:lnTo>
                  <a:lnTo>
                    <a:pt x="762000" y="1558658"/>
                  </a:lnTo>
                  <a:lnTo>
                    <a:pt x="762469" y="1559775"/>
                  </a:lnTo>
                  <a:lnTo>
                    <a:pt x="764336" y="1561642"/>
                  </a:lnTo>
                  <a:lnTo>
                    <a:pt x="765454" y="1562100"/>
                  </a:lnTo>
                  <a:lnTo>
                    <a:pt x="768083" y="1562100"/>
                  </a:lnTo>
                  <a:lnTo>
                    <a:pt x="769200" y="1561642"/>
                  </a:lnTo>
                  <a:lnTo>
                    <a:pt x="771067" y="1559775"/>
                  </a:lnTo>
                  <a:lnTo>
                    <a:pt x="771525" y="1558658"/>
                  </a:lnTo>
                  <a:lnTo>
                    <a:pt x="771525" y="1556029"/>
                  </a:lnTo>
                  <a:close/>
                </a:path>
                <a:path w="4486275" h="3114675">
                  <a:moveTo>
                    <a:pt x="771525" y="779741"/>
                  </a:moveTo>
                  <a:lnTo>
                    <a:pt x="771067" y="778624"/>
                  </a:lnTo>
                  <a:lnTo>
                    <a:pt x="769200" y="776757"/>
                  </a:lnTo>
                  <a:lnTo>
                    <a:pt x="768083" y="776287"/>
                  </a:lnTo>
                  <a:lnTo>
                    <a:pt x="765454" y="776287"/>
                  </a:lnTo>
                  <a:lnTo>
                    <a:pt x="764336" y="776757"/>
                  </a:lnTo>
                  <a:lnTo>
                    <a:pt x="762469" y="778624"/>
                  </a:lnTo>
                  <a:lnTo>
                    <a:pt x="762000" y="779741"/>
                  </a:lnTo>
                  <a:lnTo>
                    <a:pt x="762000" y="782370"/>
                  </a:lnTo>
                  <a:lnTo>
                    <a:pt x="762469" y="783488"/>
                  </a:lnTo>
                  <a:lnTo>
                    <a:pt x="764336" y="785355"/>
                  </a:lnTo>
                  <a:lnTo>
                    <a:pt x="765454" y="785812"/>
                  </a:lnTo>
                  <a:lnTo>
                    <a:pt x="768083" y="785812"/>
                  </a:lnTo>
                  <a:lnTo>
                    <a:pt x="769200" y="785355"/>
                  </a:lnTo>
                  <a:lnTo>
                    <a:pt x="771067" y="783488"/>
                  </a:lnTo>
                  <a:lnTo>
                    <a:pt x="771525" y="782370"/>
                  </a:lnTo>
                  <a:lnTo>
                    <a:pt x="771525" y="779741"/>
                  </a:lnTo>
                  <a:close/>
                </a:path>
                <a:path w="4486275" h="3114675">
                  <a:moveTo>
                    <a:pt x="771525" y="3454"/>
                  </a:moveTo>
                  <a:lnTo>
                    <a:pt x="771067" y="2336"/>
                  </a:lnTo>
                  <a:lnTo>
                    <a:pt x="769200" y="469"/>
                  </a:lnTo>
                  <a:lnTo>
                    <a:pt x="768083" y="0"/>
                  </a:lnTo>
                  <a:lnTo>
                    <a:pt x="765454" y="0"/>
                  </a:lnTo>
                  <a:lnTo>
                    <a:pt x="764336" y="469"/>
                  </a:lnTo>
                  <a:lnTo>
                    <a:pt x="762469" y="2336"/>
                  </a:lnTo>
                  <a:lnTo>
                    <a:pt x="762000" y="3454"/>
                  </a:lnTo>
                  <a:lnTo>
                    <a:pt x="762000" y="6083"/>
                  </a:lnTo>
                  <a:lnTo>
                    <a:pt x="762469" y="7200"/>
                  </a:lnTo>
                  <a:lnTo>
                    <a:pt x="764336" y="9067"/>
                  </a:lnTo>
                  <a:lnTo>
                    <a:pt x="765454" y="9525"/>
                  </a:lnTo>
                  <a:lnTo>
                    <a:pt x="768083" y="9525"/>
                  </a:lnTo>
                  <a:lnTo>
                    <a:pt x="769200" y="9067"/>
                  </a:lnTo>
                  <a:lnTo>
                    <a:pt x="771067" y="7200"/>
                  </a:lnTo>
                  <a:lnTo>
                    <a:pt x="771525" y="6083"/>
                  </a:lnTo>
                  <a:lnTo>
                    <a:pt x="771525" y="3454"/>
                  </a:lnTo>
                  <a:close/>
                </a:path>
                <a:path w="4486275" h="3114675">
                  <a:moveTo>
                    <a:pt x="819150" y="3108604"/>
                  </a:moveTo>
                  <a:lnTo>
                    <a:pt x="818692" y="3107486"/>
                  </a:lnTo>
                  <a:lnTo>
                    <a:pt x="816825" y="3105620"/>
                  </a:lnTo>
                  <a:lnTo>
                    <a:pt x="815708" y="3105150"/>
                  </a:lnTo>
                  <a:lnTo>
                    <a:pt x="813079" y="3105150"/>
                  </a:lnTo>
                  <a:lnTo>
                    <a:pt x="811961" y="3105620"/>
                  </a:lnTo>
                  <a:lnTo>
                    <a:pt x="810094" y="3107486"/>
                  </a:lnTo>
                  <a:lnTo>
                    <a:pt x="809625" y="3108604"/>
                  </a:lnTo>
                  <a:lnTo>
                    <a:pt x="809625" y="3111233"/>
                  </a:lnTo>
                  <a:lnTo>
                    <a:pt x="810094" y="3112351"/>
                  </a:lnTo>
                  <a:lnTo>
                    <a:pt x="811961" y="3114217"/>
                  </a:lnTo>
                  <a:lnTo>
                    <a:pt x="813079" y="3114675"/>
                  </a:lnTo>
                  <a:lnTo>
                    <a:pt x="815708" y="3114675"/>
                  </a:lnTo>
                  <a:lnTo>
                    <a:pt x="816825" y="3114217"/>
                  </a:lnTo>
                  <a:lnTo>
                    <a:pt x="818692" y="3112351"/>
                  </a:lnTo>
                  <a:lnTo>
                    <a:pt x="819150" y="3111233"/>
                  </a:lnTo>
                  <a:lnTo>
                    <a:pt x="819150" y="3108604"/>
                  </a:lnTo>
                  <a:close/>
                </a:path>
                <a:path w="4486275" h="3114675">
                  <a:moveTo>
                    <a:pt x="819150" y="2332317"/>
                  </a:moveTo>
                  <a:lnTo>
                    <a:pt x="818692" y="2331199"/>
                  </a:lnTo>
                  <a:lnTo>
                    <a:pt x="816825" y="2329332"/>
                  </a:lnTo>
                  <a:lnTo>
                    <a:pt x="815708" y="2328862"/>
                  </a:lnTo>
                  <a:lnTo>
                    <a:pt x="813079" y="2328862"/>
                  </a:lnTo>
                  <a:lnTo>
                    <a:pt x="811961" y="2329332"/>
                  </a:lnTo>
                  <a:lnTo>
                    <a:pt x="810094" y="2331199"/>
                  </a:lnTo>
                  <a:lnTo>
                    <a:pt x="809625" y="2332317"/>
                  </a:lnTo>
                  <a:lnTo>
                    <a:pt x="809625" y="2334945"/>
                  </a:lnTo>
                  <a:lnTo>
                    <a:pt x="810094" y="2336063"/>
                  </a:lnTo>
                  <a:lnTo>
                    <a:pt x="811961" y="2337930"/>
                  </a:lnTo>
                  <a:lnTo>
                    <a:pt x="813079" y="2338387"/>
                  </a:lnTo>
                  <a:lnTo>
                    <a:pt x="815708" y="2338387"/>
                  </a:lnTo>
                  <a:lnTo>
                    <a:pt x="816825" y="2337930"/>
                  </a:lnTo>
                  <a:lnTo>
                    <a:pt x="818692" y="2336063"/>
                  </a:lnTo>
                  <a:lnTo>
                    <a:pt x="819150" y="2334945"/>
                  </a:lnTo>
                  <a:lnTo>
                    <a:pt x="819150" y="2332317"/>
                  </a:lnTo>
                  <a:close/>
                </a:path>
                <a:path w="4486275" h="3114675">
                  <a:moveTo>
                    <a:pt x="819150" y="1556029"/>
                  </a:moveTo>
                  <a:lnTo>
                    <a:pt x="818692" y="1554911"/>
                  </a:lnTo>
                  <a:lnTo>
                    <a:pt x="816825" y="1553044"/>
                  </a:lnTo>
                  <a:lnTo>
                    <a:pt x="815708" y="1552575"/>
                  </a:lnTo>
                  <a:lnTo>
                    <a:pt x="813079" y="1552575"/>
                  </a:lnTo>
                  <a:lnTo>
                    <a:pt x="811961" y="1553044"/>
                  </a:lnTo>
                  <a:lnTo>
                    <a:pt x="810094" y="1554911"/>
                  </a:lnTo>
                  <a:lnTo>
                    <a:pt x="809625" y="1556029"/>
                  </a:lnTo>
                  <a:lnTo>
                    <a:pt x="809625" y="1558658"/>
                  </a:lnTo>
                  <a:lnTo>
                    <a:pt x="810094" y="1559775"/>
                  </a:lnTo>
                  <a:lnTo>
                    <a:pt x="811961" y="1561642"/>
                  </a:lnTo>
                  <a:lnTo>
                    <a:pt x="813079" y="1562100"/>
                  </a:lnTo>
                  <a:lnTo>
                    <a:pt x="815708" y="1562100"/>
                  </a:lnTo>
                  <a:lnTo>
                    <a:pt x="816825" y="1561642"/>
                  </a:lnTo>
                  <a:lnTo>
                    <a:pt x="818692" y="1559775"/>
                  </a:lnTo>
                  <a:lnTo>
                    <a:pt x="819150" y="1558658"/>
                  </a:lnTo>
                  <a:lnTo>
                    <a:pt x="819150" y="1556029"/>
                  </a:lnTo>
                  <a:close/>
                </a:path>
                <a:path w="4486275" h="3114675">
                  <a:moveTo>
                    <a:pt x="819150" y="779741"/>
                  </a:moveTo>
                  <a:lnTo>
                    <a:pt x="818692" y="778624"/>
                  </a:lnTo>
                  <a:lnTo>
                    <a:pt x="816825" y="776757"/>
                  </a:lnTo>
                  <a:lnTo>
                    <a:pt x="815708" y="776287"/>
                  </a:lnTo>
                  <a:lnTo>
                    <a:pt x="813079" y="776287"/>
                  </a:lnTo>
                  <a:lnTo>
                    <a:pt x="811961" y="776757"/>
                  </a:lnTo>
                  <a:lnTo>
                    <a:pt x="810094" y="778624"/>
                  </a:lnTo>
                  <a:lnTo>
                    <a:pt x="809625" y="779741"/>
                  </a:lnTo>
                  <a:lnTo>
                    <a:pt x="809625" y="782370"/>
                  </a:lnTo>
                  <a:lnTo>
                    <a:pt x="810094" y="783488"/>
                  </a:lnTo>
                  <a:lnTo>
                    <a:pt x="811961" y="785355"/>
                  </a:lnTo>
                  <a:lnTo>
                    <a:pt x="813079" y="785812"/>
                  </a:lnTo>
                  <a:lnTo>
                    <a:pt x="815708" y="785812"/>
                  </a:lnTo>
                  <a:lnTo>
                    <a:pt x="816825" y="785355"/>
                  </a:lnTo>
                  <a:lnTo>
                    <a:pt x="818692" y="783488"/>
                  </a:lnTo>
                  <a:lnTo>
                    <a:pt x="819150" y="782370"/>
                  </a:lnTo>
                  <a:lnTo>
                    <a:pt x="819150" y="779741"/>
                  </a:lnTo>
                  <a:close/>
                </a:path>
                <a:path w="4486275" h="3114675">
                  <a:moveTo>
                    <a:pt x="819150" y="3454"/>
                  </a:moveTo>
                  <a:lnTo>
                    <a:pt x="818692" y="2336"/>
                  </a:lnTo>
                  <a:lnTo>
                    <a:pt x="816825" y="469"/>
                  </a:lnTo>
                  <a:lnTo>
                    <a:pt x="815708" y="0"/>
                  </a:lnTo>
                  <a:lnTo>
                    <a:pt x="813079" y="0"/>
                  </a:lnTo>
                  <a:lnTo>
                    <a:pt x="811961" y="469"/>
                  </a:lnTo>
                  <a:lnTo>
                    <a:pt x="810094" y="2336"/>
                  </a:lnTo>
                  <a:lnTo>
                    <a:pt x="809625" y="3454"/>
                  </a:lnTo>
                  <a:lnTo>
                    <a:pt x="809625" y="6083"/>
                  </a:lnTo>
                  <a:lnTo>
                    <a:pt x="810094" y="7200"/>
                  </a:lnTo>
                  <a:lnTo>
                    <a:pt x="811961" y="9067"/>
                  </a:lnTo>
                  <a:lnTo>
                    <a:pt x="813079" y="9525"/>
                  </a:lnTo>
                  <a:lnTo>
                    <a:pt x="815708" y="9525"/>
                  </a:lnTo>
                  <a:lnTo>
                    <a:pt x="816825" y="9067"/>
                  </a:lnTo>
                  <a:lnTo>
                    <a:pt x="818692" y="7200"/>
                  </a:lnTo>
                  <a:lnTo>
                    <a:pt x="819150" y="6083"/>
                  </a:lnTo>
                  <a:lnTo>
                    <a:pt x="819150" y="3454"/>
                  </a:lnTo>
                  <a:close/>
                </a:path>
                <a:path w="4486275" h="3114675">
                  <a:moveTo>
                    <a:pt x="866775" y="3108604"/>
                  </a:moveTo>
                  <a:lnTo>
                    <a:pt x="866317" y="3107486"/>
                  </a:lnTo>
                  <a:lnTo>
                    <a:pt x="864450" y="3105620"/>
                  </a:lnTo>
                  <a:lnTo>
                    <a:pt x="863333" y="3105150"/>
                  </a:lnTo>
                  <a:lnTo>
                    <a:pt x="860704" y="3105150"/>
                  </a:lnTo>
                  <a:lnTo>
                    <a:pt x="859586" y="3105620"/>
                  </a:lnTo>
                  <a:lnTo>
                    <a:pt x="857719" y="3107486"/>
                  </a:lnTo>
                  <a:lnTo>
                    <a:pt x="857250" y="3108604"/>
                  </a:lnTo>
                  <a:lnTo>
                    <a:pt x="857250" y="3111233"/>
                  </a:lnTo>
                  <a:lnTo>
                    <a:pt x="857719" y="3112351"/>
                  </a:lnTo>
                  <a:lnTo>
                    <a:pt x="859586" y="3114217"/>
                  </a:lnTo>
                  <a:lnTo>
                    <a:pt x="860704" y="3114675"/>
                  </a:lnTo>
                  <a:lnTo>
                    <a:pt x="863333" y="3114675"/>
                  </a:lnTo>
                  <a:lnTo>
                    <a:pt x="864450" y="3114217"/>
                  </a:lnTo>
                  <a:lnTo>
                    <a:pt x="866317" y="3112351"/>
                  </a:lnTo>
                  <a:lnTo>
                    <a:pt x="866775" y="3111233"/>
                  </a:lnTo>
                  <a:lnTo>
                    <a:pt x="866775" y="3108604"/>
                  </a:lnTo>
                  <a:close/>
                </a:path>
                <a:path w="4486275" h="3114675">
                  <a:moveTo>
                    <a:pt x="866775" y="2332317"/>
                  </a:moveTo>
                  <a:lnTo>
                    <a:pt x="866317" y="2331199"/>
                  </a:lnTo>
                  <a:lnTo>
                    <a:pt x="864450" y="2329332"/>
                  </a:lnTo>
                  <a:lnTo>
                    <a:pt x="863333" y="2328862"/>
                  </a:lnTo>
                  <a:lnTo>
                    <a:pt x="860704" y="2328862"/>
                  </a:lnTo>
                  <a:lnTo>
                    <a:pt x="859586" y="2329332"/>
                  </a:lnTo>
                  <a:lnTo>
                    <a:pt x="857719" y="2331199"/>
                  </a:lnTo>
                  <a:lnTo>
                    <a:pt x="857250" y="2332317"/>
                  </a:lnTo>
                  <a:lnTo>
                    <a:pt x="857250" y="2334945"/>
                  </a:lnTo>
                  <a:lnTo>
                    <a:pt x="857719" y="2336063"/>
                  </a:lnTo>
                  <a:lnTo>
                    <a:pt x="859586" y="2337930"/>
                  </a:lnTo>
                  <a:lnTo>
                    <a:pt x="860704" y="2338387"/>
                  </a:lnTo>
                  <a:lnTo>
                    <a:pt x="863333" y="2338387"/>
                  </a:lnTo>
                  <a:lnTo>
                    <a:pt x="864450" y="2337930"/>
                  </a:lnTo>
                  <a:lnTo>
                    <a:pt x="866317" y="2336063"/>
                  </a:lnTo>
                  <a:lnTo>
                    <a:pt x="866775" y="2334945"/>
                  </a:lnTo>
                  <a:lnTo>
                    <a:pt x="866775" y="2332317"/>
                  </a:lnTo>
                  <a:close/>
                </a:path>
                <a:path w="4486275" h="3114675">
                  <a:moveTo>
                    <a:pt x="866775" y="1556029"/>
                  </a:moveTo>
                  <a:lnTo>
                    <a:pt x="866317" y="1554911"/>
                  </a:lnTo>
                  <a:lnTo>
                    <a:pt x="864450" y="1553044"/>
                  </a:lnTo>
                  <a:lnTo>
                    <a:pt x="863333" y="1552575"/>
                  </a:lnTo>
                  <a:lnTo>
                    <a:pt x="860704" y="1552575"/>
                  </a:lnTo>
                  <a:lnTo>
                    <a:pt x="859586" y="1553044"/>
                  </a:lnTo>
                  <a:lnTo>
                    <a:pt x="857719" y="1554911"/>
                  </a:lnTo>
                  <a:lnTo>
                    <a:pt x="857250" y="1556029"/>
                  </a:lnTo>
                  <a:lnTo>
                    <a:pt x="857250" y="1558658"/>
                  </a:lnTo>
                  <a:lnTo>
                    <a:pt x="857719" y="1559775"/>
                  </a:lnTo>
                  <a:lnTo>
                    <a:pt x="859586" y="1561642"/>
                  </a:lnTo>
                  <a:lnTo>
                    <a:pt x="860704" y="1562100"/>
                  </a:lnTo>
                  <a:lnTo>
                    <a:pt x="863333" y="1562100"/>
                  </a:lnTo>
                  <a:lnTo>
                    <a:pt x="864450" y="1561642"/>
                  </a:lnTo>
                  <a:lnTo>
                    <a:pt x="866317" y="1559775"/>
                  </a:lnTo>
                  <a:lnTo>
                    <a:pt x="866775" y="1558658"/>
                  </a:lnTo>
                  <a:lnTo>
                    <a:pt x="866775" y="1556029"/>
                  </a:lnTo>
                  <a:close/>
                </a:path>
                <a:path w="4486275" h="3114675">
                  <a:moveTo>
                    <a:pt x="866775" y="779741"/>
                  </a:moveTo>
                  <a:lnTo>
                    <a:pt x="866317" y="778624"/>
                  </a:lnTo>
                  <a:lnTo>
                    <a:pt x="864450" y="776757"/>
                  </a:lnTo>
                  <a:lnTo>
                    <a:pt x="863333" y="776287"/>
                  </a:lnTo>
                  <a:lnTo>
                    <a:pt x="860704" y="776287"/>
                  </a:lnTo>
                  <a:lnTo>
                    <a:pt x="859586" y="776757"/>
                  </a:lnTo>
                  <a:lnTo>
                    <a:pt x="857719" y="778624"/>
                  </a:lnTo>
                  <a:lnTo>
                    <a:pt x="857250" y="779741"/>
                  </a:lnTo>
                  <a:lnTo>
                    <a:pt x="857250" y="782370"/>
                  </a:lnTo>
                  <a:lnTo>
                    <a:pt x="857719" y="783488"/>
                  </a:lnTo>
                  <a:lnTo>
                    <a:pt x="859586" y="785355"/>
                  </a:lnTo>
                  <a:lnTo>
                    <a:pt x="860704" y="785812"/>
                  </a:lnTo>
                  <a:lnTo>
                    <a:pt x="863333" y="785812"/>
                  </a:lnTo>
                  <a:lnTo>
                    <a:pt x="864450" y="785355"/>
                  </a:lnTo>
                  <a:lnTo>
                    <a:pt x="866317" y="783488"/>
                  </a:lnTo>
                  <a:lnTo>
                    <a:pt x="866775" y="782370"/>
                  </a:lnTo>
                  <a:lnTo>
                    <a:pt x="866775" y="779741"/>
                  </a:lnTo>
                  <a:close/>
                </a:path>
                <a:path w="4486275" h="3114675">
                  <a:moveTo>
                    <a:pt x="866775" y="3454"/>
                  </a:moveTo>
                  <a:lnTo>
                    <a:pt x="866317" y="2336"/>
                  </a:lnTo>
                  <a:lnTo>
                    <a:pt x="864450" y="469"/>
                  </a:lnTo>
                  <a:lnTo>
                    <a:pt x="863333" y="0"/>
                  </a:lnTo>
                  <a:lnTo>
                    <a:pt x="860704" y="0"/>
                  </a:lnTo>
                  <a:lnTo>
                    <a:pt x="859586" y="469"/>
                  </a:lnTo>
                  <a:lnTo>
                    <a:pt x="857719" y="2336"/>
                  </a:lnTo>
                  <a:lnTo>
                    <a:pt x="857250" y="3454"/>
                  </a:lnTo>
                  <a:lnTo>
                    <a:pt x="857250" y="6083"/>
                  </a:lnTo>
                  <a:lnTo>
                    <a:pt x="857719" y="7200"/>
                  </a:lnTo>
                  <a:lnTo>
                    <a:pt x="859586" y="9067"/>
                  </a:lnTo>
                  <a:lnTo>
                    <a:pt x="860704" y="9525"/>
                  </a:lnTo>
                  <a:lnTo>
                    <a:pt x="863333" y="9525"/>
                  </a:lnTo>
                  <a:lnTo>
                    <a:pt x="864450" y="9067"/>
                  </a:lnTo>
                  <a:lnTo>
                    <a:pt x="866317" y="7200"/>
                  </a:lnTo>
                  <a:lnTo>
                    <a:pt x="866775" y="6083"/>
                  </a:lnTo>
                  <a:lnTo>
                    <a:pt x="866775" y="3454"/>
                  </a:lnTo>
                  <a:close/>
                </a:path>
                <a:path w="4486275" h="3114675">
                  <a:moveTo>
                    <a:pt x="914400" y="3108604"/>
                  </a:moveTo>
                  <a:lnTo>
                    <a:pt x="913942" y="3107486"/>
                  </a:lnTo>
                  <a:lnTo>
                    <a:pt x="912075" y="3105620"/>
                  </a:lnTo>
                  <a:lnTo>
                    <a:pt x="910958" y="3105150"/>
                  </a:lnTo>
                  <a:lnTo>
                    <a:pt x="908329" y="3105150"/>
                  </a:lnTo>
                  <a:lnTo>
                    <a:pt x="907211" y="3105620"/>
                  </a:lnTo>
                  <a:lnTo>
                    <a:pt x="905344" y="3107486"/>
                  </a:lnTo>
                  <a:lnTo>
                    <a:pt x="904875" y="3108604"/>
                  </a:lnTo>
                  <a:lnTo>
                    <a:pt x="904875" y="3111233"/>
                  </a:lnTo>
                  <a:lnTo>
                    <a:pt x="905344" y="3112351"/>
                  </a:lnTo>
                  <a:lnTo>
                    <a:pt x="907211" y="3114217"/>
                  </a:lnTo>
                  <a:lnTo>
                    <a:pt x="908329" y="3114675"/>
                  </a:lnTo>
                  <a:lnTo>
                    <a:pt x="910958" y="3114675"/>
                  </a:lnTo>
                  <a:lnTo>
                    <a:pt x="912075" y="3114217"/>
                  </a:lnTo>
                  <a:lnTo>
                    <a:pt x="913942" y="3112351"/>
                  </a:lnTo>
                  <a:lnTo>
                    <a:pt x="914400" y="3111233"/>
                  </a:lnTo>
                  <a:lnTo>
                    <a:pt x="914400" y="3108604"/>
                  </a:lnTo>
                  <a:close/>
                </a:path>
                <a:path w="4486275" h="3114675">
                  <a:moveTo>
                    <a:pt x="914400" y="2332317"/>
                  </a:moveTo>
                  <a:lnTo>
                    <a:pt x="913942" y="2331199"/>
                  </a:lnTo>
                  <a:lnTo>
                    <a:pt x="912075" y="2329332"/>
                  </a:lnTo>
                  <a:lnTo>
                    <a:pt x="910958" y="2328862"/>
                  </a:lnTo>
                  <a:lnTo>
                    <a:pt x="908329" y="2328862"/>
                  </a:lnTo>
                  <a:lnTo>
                    <a:pt x="907211" y="2329332"/>
                  </a:lnTo>
                  <a:lnTo>
                    <a:pt x="905344" y="2331199"/>
                  </a:lnTo>
                  <a:lnTo>
                    <a:pt x="904875" y="2332317"/>
                  </a:lnTo>
                  <a:lnTo>
                    <a:pt x="904875" y="2334945"/>
                  </a:lnTo>
                  <a:lnTo>
                    <a:pt x="905344" y="2336063"/>
                  </a:lnTo>
                  <a:lnTo>
                    <a:pt x="907211" y="2337930"/>
                  </a:lnTo>
                  <a:lnTo>
                    <a:pt x="908329" y="2338387"/>
                  </a:lnTo>
                  <a:lnTo>
                    <a:pt x="910958" y="2338387"/>
                  </a:lnTo>
                  <a:lnTo>
                    <a:pt x="912075" y="2337930"/>
                  </a:lnTo>
                  <a:lnTo>
                    <a:pt x="913942" y="2336063"/>
                  </a:lnTo>
                  <a:lnTo>
                    <a:pt x="914400" y="2334945"/>
                  </a:lnTo>
                  <a:lnTo>
                    <a:pt x="914400" y="2332317"/>
                  </a:lnTo>
                  <a:close/>
                </a:path>
                <a:path w="4486275" h="3114675">
                  <a:moveTo>
                    <a:pt x="914400" y="1556029"/>
                  </a:moveTo>
                  <a:lnTo>
                    <a:pt x="913942" y="1554911"/>
                  </a:lnTo>
                  <a:lnTo>
                    <a:pt x="912075" y="1553044"/>
                  </a:lnTo>
                  <a:lnTo>
                    <a:pt x="910958" y="1552575"/>
                  </a:lnTo>
                  <a:lnTo>
                    <a:pt x="908329" y="1552575"/>
                  </a:lnTo>
                  <a:lnTo>
                    <a:pt x="907211" y="1553044"/>
                  </a:lnTo>
                  <a:lnTo>
                    <a:pt x="905344" y="1554911"/>
                  </a:lnTo>
                  <a:lnTo>
                    <a:pt x="904875" y="1556029"/>
                  </a:lnTo>
                  <a:lnTo>
                    <a:pt x="904875" y="1558658"/>
                  </a:lnTo>
                  <a:lnTo>
                    <a:pt x="905344" y="1559775"/>
                  </a:lnTo>
                  <a:lnTo>
                    <a:pt x="907211" y="1561642"/>
                  </a:lnTo>
                  <a:lnTo>
                    <a:pt x="908329" y="1562100"/>
                  </a:lnTo>
                  <a:lnTo>
                    <a:pt x="910958" y="1562100"/>
                  </a:lnTo>
                  <a:lnTo>
                    <a:pt x="912075" y="1561642"/>
                  </a:lnTo>
                  <a:lnTo>
                    <a:pt x="913942" y="1559775"/>
                  </a:lnTo>
                  <a:lnTo>
                    <a:pt x="914400" y="1558658"/>
                  </a:lnTo>
                  <a:lnTo>
                    <a:pt x="914400" y="1556029"/>
                  </a:lnTo>
                  <a:close/>
                </a:path>
                <a:path w="4486275" h="3114675">
                  <a:moveTo>
                    <a:pt x="914400" y="779741"/>
                  </a:moveTo>
                  <a:lnTo>
                    <a:pt x="913942" y="778624"/>
                  </a:lnTo>
                  <a:lnTo>
                    <a:pt x="912075" y="776757"/>
                  </a:lnTo>
                  <a:lnTo>
                    <a:pt x="910958" y="776287"/>
                  </a:lnTo>
                  <a:lnTo>
                    <a:pt x="908329" y="776287"/>
                  </a:lnTo>
                  <a:lnTo>
                    <a:pt x="907211" y="776757"/>
                  </a:lnTo>
                  <a:lnTo>
                    <a:pt x="905344" y="778624"/>
                  </a:lnTo>
                  <a:lnTo>
                    <a:pt x="904875" y="779741"/>
                  </a:lnTo>
                  <a:lnTo>
                    <a:pt x="904875" y="782370"/>
                  </a:lnTo>
                  <a:lnTo>
                    <a:pt x="905344" y="783488"/>
                  </a:lnTo>
                  <a:lnTo>
                    <a:pt x="907211" y="785355"/>
                  </a:lnTo>
                  <a:lnTo>
                    <a:pt x="908329" y="785812"/>
                  </a:lnTo>
                  <a:lnTo>
                    <a:pt x="910958" y="785812"/>
                  </a:lnTo>
                  <a:lnTo>
                    <a:pt x="912075" y="785355"/>
                  </a:lnTo>
                  <a:lnTo>
                    <a:pt x="913942" y="783488"/>
                  </a:lnTo>
                  <a:lnTo>
                    <a:pt x="914400" y="782370"/>
                  </a:lnTo>
                  <a:lnTo>
                    <a:pt x="914400" y="779741"/>
                  </a:lnTo>
                  <a:close/>
                </a:path>
                <a:path w="4486275" h="3114675">
                  <a:moveTo>
                    <a:pt x="914400" y="3454"/>
                  </a:moveTo>
                  <a:lnTo>
                    <a:pt x="913942" y="2336"/>
                  </a:lnTo>
                  <a:lnTo>
                    <a:pt x="912075" y="469"/>
                  </a:lnTo>
                  <a:lnTo>
                    <a:pt x="910958" y="0"/>
                  </a:lnTo>
                  <a:lnTo>
                    <a:pt x="908329" y="0"/>
                  </a:lnTo>
                  <a:lnTo>
                    <a:pt x="907211" y="469"/>
                  </a:lnTo>
                  <a:lnTo>
                    <a:pt x="905344" y="2336"/>
                  </a:lnTo>
                  <a:lnTo>
                    <a:pt x="904875" y="3454"/>
                  </a:lnTo>
                  <a:lnTo>
                    <a:pt x="904875" y="6083"/>
                  </a:lnTo>
                  <a:lnTo>
                    <a:pt x="905344" y="7200"/>
                  </a:lnTo>
                  <a:lnTo>
                    <a:pt x="907211" y="9067"/>
                  </a:lnTo>
                  <a:lnTo>
                    <a:pt x="908329" y="9525"/>
                  </a:lnTo>
                  <a:lnTo>
                    <a:pt x="910958" y="9525"/>
                  </a:lnTo>
                  <a:lnTo>
                    <a:pt x="912075" y="9067"/>
                  </a:lnTo>
                  <a:lnTo>
                    <a:pt x="913942" y="7200"/>
                  </a:lnTo>
                  <a:lnTo>
                    <a:pt x="914400" y="6083"/>
                  </a:lnTo>
                  <a:lnTo>
                    <a:pt x="914400" y="3454"/>
                  </a:lnTo>
                  <a:close/>
                </a:path>
                <a:path w="4486275" h="3114675">
                  <a:moveTo>
                    <a:pt x="962025" y="3108604"/>
                  </a:moveTo>
                  <a:lnTo>
                    <a:pt x="961567" y="3107486"/>
                  </a:lnTo>
                  <a:lnTo>
                    <a:pt x="959700" y="3105620"/>
                  </a:lnTo>
                  <a:lnTo>
                    <a:pt x="958583" y="3105150"/>
                  </a:lnTo>
                  <a:lnTo>
                    <a:pt x="955954" y="3105150"/>
                  </a:lnTo>
                  <a:lnTo>
                    <a:pt x="954836" y="3105620"/>
                  </a:lnTo>
                  <a:lnTo>
                    <a:pt x="952969" y="3107486"/>
                  </a:lnTo>
                  <a:lnTo>
                    <a:pt x="952500" y="3108604"/>
                  </a:lnTo>
                  <a:lnTo>
                    <a:pt x="952500" y="3111233"/>
                  </a:lnTo>
                  <a:lnTo>
                    <a:pt x="952969" y="3112351"/>
                  </a:lnTo>
                  <a:lnTo>
                    <a:pt x="954836" y="3114217"/>
                  </a:lnTo>
                  <a:lnTo>
                    <a:pt x="955954" y="3114675"/>
                  </a:lnTo>
                  <a:lnTo>
                    <a:pt x="958583" y="3114675"/>
                  </a:lnTo>
                  <a:lnTo>
                    <a:pt x="959700" y="3114217"/>
                  </a:lnTo>
                  <a:lnTo>
                    <a:pt x="961567" y="3112351"/>
                  </a:lnTo>
                  <a:lnTo>
                    <a:pt x="962025" y="3111233"/>
                  </a:lnTo>
                  <a:lnTo>
                    <a:pt x="962025" y="3108604"/>
                  </a:lnTo>
                  <a:close/>
                </a:path>
                <a:path w="4486275" h="3114675">
                  <a:moveTo>
                    <a:pt x="962025" y="2332317"/>
                  </a:moveTo>
                  <a:lnTo>
                    <a:pt x="961567" y="2331199"/>
                  </a:lnTo>
                  <a:lnTo>
                    <a:pt x="959700" y="2329332"/>
                  </a:lnTo>
                  <a:lnTo>
                    <a:pt x="958583" y="2328862"/>
                  </a:lnTo>
                  <a:lnTo>
                    <a:pt x="955954" y="2328862"/>
                  </a:lnTo>
                  <a:lnTo>
                    <a:pt x="954836" y="2329332"/>
                  </a:lnTo>
                  <a:lnTo>
                    <a:pt x="952969" y="2331199"/>
                  </a:lnTo>
                  <a:lnTo>
                    <a:pt x="952500" y="2332317"/>
                  </a:lnTo>
                  <a:lnTo>
                    <a:pt x="952500" y="2334945"/>
                  </a:lnTo>
                  <a:lnTo>
                    <a:pt x="952969" y="2336063"/>
                  </a:lnTo>
                  <a:lnTo>
                    <a:pt x="954836" y="2337930"/>
                  </a:lnTo>
                  <a:lnTo>
                    <a:pt x="955954" y="2338387"/>
                  </a:lnTo>
                  <a:lnTo>
                    <a:pt x="958583" y="2338387"/>
                  </a:lnTo>
                  <a:lnTo>
                    <a:pt x="959700" y="2337930"/>
                  </a:lnTo>
                  <a:lnTo>
                    <a:pt x="961567" y="2336063"/>
                  </a:lnTo>
                  <a:lnTo>
                    <a:pt x="962025" y="2334945"/>
                  </a:lnTo>
                  <a:lnTo>
                    <a:pt x="962025" y="2332317"/>
                  </a:lnTo>
                  <a:close/>
                </a:path>
                <a:path w="4486275" h="3114675">
                  <a:moveTo>
                    <a:pt x="962025" y="1556029"/>
                  </a:moveTo>
                  <a:lnTo>
                    <a:pt x="961567" y="1554911"/>
                  </a:lnTo>
                  <a:lnTo>
                    <a:pt x="959700" y="1553044"/>
                  </a:lnTo>
                  <a:lnTo>
                    <a:pt x="958583" y="1552575"/>
                  </a:lnTo>
                  <a:lnTo>
                    <a:pt x="955954" y="1552575"/>
                  </a:lnTo>
                  <a:lnTo>
                    <a:pt x="954836" y="1553044"/>
                  </a:lnTo>
                  <a:lnTo>
                    <a:pt x="952969" y="1554911"/>
                  </a:lnTo>
                  <a:lnTo>
                    <a:pt x="952500" y="1556029"/>
                  </a:lnTo>
                  <a:lnTo>
                    <a:pt x="952500" y="1558658"/>
                  </a:lnTo>
                  <a:lnTo>
                    <a:pt x="952969" y="1559775"/>
                  </a:lnTo>
                  <a:lnTo>
                    <a:pt x="954836" y="1561642"/>
                  </a:lnTo>
                  <a:lnTo>
                    <a:pt x="955954" y="1562100"/>
                  </a:lnTo>
                  <a:lnTo>
                    <a:pt x="958583" y="1562100"/>
                  </a:lnTo>
                  <a:lnTo>
                    <a:pt x="959700" y="1561642"/>
                  </a:lnTo>
                  <a:lnTo>
                    <a:pt x="961567" y="1559775"/>
                  </a:lnTo>
                  <a:lnTo>
                    <a:pt x="962025" y="1558658"/>
                  </a:lnTo>
                  <a:lnTo>
                    <a:pt x="962025" y="1556029"/>
                  </a:lnTo>
                  <a:close/>
                </a:path>
                <a:path w="4486275" h="3114675">
                  <a:moveTo>
                    <a:pt x="962025" y="779741"/>
                  </a:moveTo>
                  <a:lnTo>
                    <a:pt x="961567" y="778624"/>
                  </a:lnTo>
                  <a:lnTo>
                    <a:pt x="959700" y="776757"/>
                  </a:lnTo>
                  <a:lnTo>
                    <a:pt x="958583" y="776287"/>
                  </a:lnTo>
                  <a:lnTo>
                    <a:pt x="955954" y="776287"/>
                  </a:lnTo>
                  <a:lnTo>
                    <a:pt x="954836" y="776757"/>
                  </a:lnTo>
                  <a:lnTo>
                    <a:pt x="952969" y="778624"/>
                  </a:lnTo>
                  <a:lnTo>
                    <a:pt x="952500" y="779741"/>
                  </a:lnTo>
                  <a:lnTo>
                    <a:pt x="952500" y="782370"/>
                  </a:lnTo>
                  <a:lnTo>
                    <a:pt x="952969" y="783488"/>
                  </a:lnTo>
                  <a:lnTo>
                    <a:pt x="954836" y="785355"/>
                  </a:lnTo>
                  <a:lnTo>
                    <a:pt x="955954" y="785812"/>
                  </a:lnTo>
                  <a:lnTo>
                    <a:pt x="958583" y="785812"/>
                  </a:lnTo>
                  <a:lnTo>
                    <a:pt x="959700" y="785355"/>
                  </a:lnTo>
                  <a:lnTo>
                    <a:pt x="961567" y="783488"/>
                  </a:lnTo>
                  <a:lnTo>
                    <a:pt x="962025" y="782370"/>
                  </a:lnTo>
                  <a:lnTo>
                    <a:pt x="962025" y="779741"/>
                  </a:lnTo>
                  <a:close/>
                </a:path>
                <a:path w="4486275" h="3114675">
                  <a:moveTo>
                    <a:pt x="962025" y="3454"/>
                  </a:moveTo>
                  <a:lnTo>
                    <a:pt x="961567" y="2336"/>
                  </a:lnTo>
                  <a:lnTo>
                    <a:pt x="959700" y="469"/>
                  </a:lnTo>
                  <a:lnTo>
                    <a:pt x="958583" y="0"/>
                  </a:lnTo>
                  <a:lnTo>
                    <a:pt x="955954" y="0"/>
                  </a:lnTo>
                  <a:lnTo>
                    <a:pt x="954836" y="469"/>
                  </a:lnTo>
                  <a:lnTo>
                    <a:pt x="952969" y="2336"/>
                  </a:lnTo>
                  <a:lnTo>
                    <a:pt x="952500" y="3454"/>
                  </a:lnTo>
                  <a:lnTo>
                    <a:pt x="952500" y="6083"/>
                  </a:lnTo>
                  <a:lnTo>
                    <a:pt x="952969" y="7200"/>
                  </a:lnTo>
                  <a:lnTo>
                    <a:pt x="954836" y="9067"/>
                  </a:lnTo>
                  <a:lnTo>
                    <a:pt x="955954" y="9525"/>
                  </a:lnTo>
                  <a:lnTo>
                    <a:pt x="958583" y="9525"/>
                  </a:lnTo>
                  <a:lnTo>
                    <a:pt x="959700" y="9067"/>
                  </a:lnTo>
                  <a:lnTo>
                    <a:pt x="961567" y="7200"/>
                  </a:lnTo>
                  <a:lnTo>
                    <a:pt x="962025" y="6083"/>
                  </a:lnTo>
                  <a:lnTo>
                    <a:pt x="962025" y="3454"/>
                  </a:lnTo>
                  <a:close/>
                </a:path>
                <a:path w="4486275" h="3114675">
                  <a:moveTo>
                    <a:pt x="1009650" y="3108604"/>
                  </a:moveTo>
                  <a:lnTo>
                    <a:pt x="1009192" y="3107486"/>
                  </a:lnTo>
                  <a:lnTo>
                    <a:pt x="1007325" y="3105620"/>
                  </a:lnTo>
                  <a:lnTo>
                    <a:pt x="1006208" y="3105150"/>
                  </a:lnTo>
                  <a:lnTo>
                    <a:pt x="1003579" y="3105150"/>
                  </a:lnTo>
                  <a:lnTo>
                    <a:pt x="1002461" y="3105620"/>
                  </a:lnTo>
                  <a:lnTo>
                    <a:pt x="1000594" y="3107486"/>
                  </a:lnTo>
                  <a:lnTo>
                    <a:pt x="1000125" y="3108604"/>
                  </a:lnTo>
                  <a:lnTo>
                    <a:pt x="1000125" y="3111233"/>
                  </a:lnTo>
                  <a:lnTo>
                    <a:pt x="1000594" y="3112351"/>
                  </a:lnTo>
                  <a:lnTo>
                    <a:pt x="1002461" y="3114217"/>
                  </a:lnTo>
                  <a:lnTo>
                    <a:pt x="1003579" y="3114675"/>
                  </a:lnTo>
                  <a:lnTo>
                    <a:pt x="1006208" y="3114675"/>
                  </a:lnTo>
                  <a:lnTo>
                    <a:pt x="1007325" y="3114217"/>
                  </a:lnTo>
                  <a:lnTo>
                    <a:pt x="1009192" y="3112351"/>
                  </a:lnTo>
                  <a:lnTo>
                    <a:pt x="1009650" y="3111233"/>
                  </a:lnTo>
                  <a:lnTo>
                    <a:pt x="1009650" y="3108604"/>
                  </a:lnTo>
                  <a:close/>
                </a:path>
                <a:path w="4486275" h="3114675">
                  <a:moveTo>
                    <a:pt x="1009650" y="2332317"/>
                  </a:moveTo>
                  <a:lnTo>
                    <a:pt x="1009192" y="2331199"/>
                  </a:lnTo>
                  <a:lnTo>
                    <a:pt x="1007325" y="2329332"/>
                  </a:lnTo>
                  <a:lnTo>
                    <a:pt x="1006208" y="2328862"/>
                  </a:lnTo>
                  <a:lnTo>
                    <a:pt x="1003579" y="2328862"/>
                  </a:lnTo>
                  <a:lnTo>
                    <a:pt x="1002461" y="2329332"/>
                  </a:lnTo>
                  <a:lnTo>
                    <a:pt x="1000594" y="2331199"/>
                  </a:lnTo>
                  <a:lnTo>
                    <a:pt x="1000125" y="2332317"/>
                  </a:lnTo>
                  <a:lnTo>
                    <a:pt x="1000125" y="2334945"/>
                  </a:lnTo>
                  <a:lnTo>
                    <a:pt x="1000594" y="2336063"/>
                  </a:lnTo>
                  <a:lnTo>
                    <a:pt x="1002461" y="2337930"/>
                  </a:lnTo>
                  <a:lnTo>
                    <a:pt x="1003579" y="2338387"/>
                  </a:lnTo>
                  <a:lnTo>
                    <a:pt x="1006208" y="2338387"/>
                  </a:lnTo>
                  <a:lnTo>
                    <a:pt x="1007325" y="2337930"/>
                  </a:lnTo>
                  <a:lnTo>
                    <a:pt x="1009192" y="2336063"/>
                  </a:lnTo>
                  <a:lnTo>
                    <a:pt x="1009650" y="2334945"/>
                  </a:lnTo>
                  <a:lnTo>
                    <a:pt x="1009650" y="2332317"/>
                  </a:lnTo>
                  <a:close/>
                </a:path>
                <a:path w="4486275" h="3114675">
                  <a:moveTo>
                    <a:pt x="1009650" y="1556029"/>
                  </a:moveTo>
                  <a:lnTo>
                    <a:pt x="1009192" y="1554911"/>
                  </a:lnTo>
                  <a:lnTo>
                    <a:pt x="1007325" y="1553044"/>
                  </a:lnTo>
                  <a:lnTo>
                    <a:pt x="1006208" y="1552575"/>
                  </a:lnTo>
                  <a:lnTo>
                    <a:pt x="1003579" y="1552575"/>
                  </a:lnTo>
                  <a:lnTo>
                    <a:pt x="1002461" y="1553044"/>
                  </a:lnTo>
                  <a:lnTo>
                    <a:pt x="1000594" y="1554911"/>
                  </a:lnTo>
                  <a:lnTo>
                    <a:pt x="1000125" y="1556029"/>
                  </a:lnTo>
                  <a:lnTo>
                    <a:pt x="1000125" y="1558658"/>
                  </a:lnTo>
                  <a:lnTo>
                    <a:pt x="1000594" y="1559775"/>
                  </a:lnTo>
                  <a:lnTo>
                    <a:pt x="1002461" y="1561642"/>
                  </a:lnTo>
                  <a:lnTo>
                    <a:pt x="1003579" y="1562100"/>
                  </a:lnTo>
                  <a:lnTo>
                    <a:pt x="1006208" y="1562100"/>
                  </a:lnTo>
                  <a:lnTo>
                    <a:pt x="1007325" y="1561642"/>
                  </a:lnTo>
                  <a:lnTo>
                    <a:pt x="1009192" y="1559775"/>
                  </a:lnTo>
                  <a:lnTo>
                    <a:pt x="1009650" y="1558658"/>
                  </a:lnTo>
                  <a:lnTo>
                    <a:pt x="1009650" y="1556029"/>
                  </a:lnTo>
                  <a:close/>
                </a:path>
                <a:path w="4486275" h="3114675">
                  <a:moveTo>
                    <a:pt x="1009650" y="779741"/>
                  </a:moveTo>
                  <a:lnTo>
                    <a:pt x="1009192" y="778624"/>
                  </a:lnTo>
                  <a:lnTo>
                    <a:pt x="1007325" y="776757"/>
                  </a:lnTo>
                  <a:lnTo>
                    <a:pt x="1006208" y="776287"/>
                  </a:lnTo>
                  <a:lnTo>
                    <a:pt x="1003579" y="776287"/>
                  </a:lnTo>
                  <a:lnTo>
                    <a:pt x="1002461" y="776757"/>
                  </a:lnTo>
                  <a:lnTo>
                    <a:pt x="1000594" y="778624"/>
                  </a:lnTo>
                  <a:lnTo>
                    <a:pt x="1000125" y="779741"/>
                  </a:lnTo>
                  <a:lnTo>
                    <a:pt x="1000125" y="782370"/>
                  </a:lnTo>
                  <a:lnTo>
                    <a:pt x="1000594" y="783488"/>
                  </a:lnTo>
                  <a:lnTo>
                    <a:pt x="1002461" y="785355"/>
                  </a:lnTo>
                  <a:lnTo>
                    <a:pt x="1003579" y="785812"/>
                  </a:lnTo>
                  <a:lnTo>
                    <a:pt x="1006208" y="785812"/>
                  </a:lnTo>
                  <a:lnTo>
                    <a:pt x="1007325" y="785355"/>
                  </a:lnTo>
                  <a:lnTo>
                    <a:pt x="1009192" y="783488"/>
                  </a:lnTo>
                  <a:lnTo>
                    <a:pt x="1009650" y="782370"/>
                  </a:lnTo>
                  <a:lnTo>
                    <a:pt x="1009650" y="779741"/>
                  </a:lnTo>
                  <a:close/>
                </a:path>
                <a:path w="4486275" h="3114675">
                  <a:moveTo>
                    <a:pt x="1009650" y="3454"/>
                  </a:moveTo>
                  <a:lnTo>
                    <a:pt x="1009192" y="2336"/>
                  </a:lnTo>
                  <a:lnTo>
                    <a:pt x="1007325" y="469"/>
                  </a:lnTo>
                  <a:lnTo>
                    <a:pt x="1006208" y="0"/>
                  </a:lnTo>
                  <a:lnTo>
                    <a:pt x="1003579" y="0"/>
                  </a:lnTo>
                  <a:lnTo>
                    <a:pt x="1002461" y="469"/>
                  </a:lnTo>
                  <a:lnTo>
                    <a:pt x="1000594" y="2336"/>
                  </a:lnTo>
                  <a:lnTo>
                    <a:pt x="1000125" y="3454"/>
                  </a:lnTo>
                  <a:lnTo>
                    <a:pt x="1000125" y="6083"/>
                  </a:lnTo>
                  <a:lnTo>
                    <a:pt x="1000594" y="7200"/>
                  </a:lnTo>
                  <a:lnTo>
                    <a:pt x="1002461" y="9067"/>
                  </a:lnTo>
                  <a:lnTo>
                    <a:pt x="1003579" y="9525"/>
                  </a:lnTo>
                  <a:lnTo>
                    <a:pt x="1006208" y="9525"/>
                  </a:lnTo>
                  <a:lnTo>
                    <a:pt x="1007325" y="9067"/>
                  </a:lnTo>
                  <a:lnTo>
                    <a:pt x="1009192" y="7200"/>
                  </a:lnTo>
                  <a:lnTo>
                    <a:pt x="1009650" y="6083"/>
                  </a:lnTo>
                  <a:lnTo>
                    <a:pt x="1009650" y="3454"/>
                  </a:lnTo>
                  <a:close/>
                </a:path>
                <a:path w="4486275" h="3114675">
                  <a:moveTo>
                    <a:pt x="1057275" y="3108604"/>
                  </a:moveTo>
                  <a:lnTo>
                    <a:pt x="1056817" y="3107486"/>
                  </a:lnTo>
                  <a:lnTo>
                    <a:pt x="1054950" y="3105620"/>
                  </a:lnTo>
                  <a:lnTo>
                    <a:pt x="1053833" y="3105150"/>
                  </a:lnTo>
                  <a:lnTo>
                    <a:pt x="1051204" y="3105150"/>
                  </a:lnTo>
                  <a:lnTo>
                    <a:pt x="1050086" y="3105620"/>
                  </a:lnTo>
                  <a:lnTo>
                    <a:pt x="1048219" y="3107486"/>
                  </a:lnTo>
                  <a:lnTo>
                    <a:pt x="1047750" y="3108604"/>
                  </a:lnTo>
                  <a:lnTo>
                    <a:pt x="1047750" y="3111233"/>
                  </a:lnTo>
                  <a:lnTo>
                    <a:pt x="1048219" y="3112351"/>
                  </a:lnTo>
                  <a:lnTo>
                    <a:pt x="1050086" y="3114217"/>
                  </a:lnTo>
                  <a:lnTo>
                    <a:pt x="1051204" y="3114675"/>
                  </a:lnTo>
                  <a:lnTo>
                    <a:pt x="1053833" y="3114675"/>
                  </a:lnTo>
                  <a:lnTo>
                    <a:pt x="1054950" y="3114217"/>
                  </a:lnTo>
                  <a:lnTo>
                    <a:pt x="1056817" y="3112351"/>
                  </a:lnTo>
                  <a:lnTo>
                    <a:pt x="1057275" y="3111233"/>
                  </a:lnTo>
                  <a:lnTo>
                    <a:pt x="1057275" y="3108604"/>
                  </a:lnTo>
                  <a:close/>
                </a:path>
                <a:path w="4486275" h="3114675">
                  <a:moveTo>
                    <a:pt x="1057275" y="2332317"/>
                  </a:moveTo>
                  <a:lnTo>
                    <a:pt x="1056817" y="2331199"/>
                  </a:lnTo>
                  <a:lnTo>
                    <a:pt x="1054950" y="2329332"/>
                  </a:lnTo>
                  <a:lnTo>
                    <a:pt x="1053833" y="2328862"/>
                  </a:lnTo>
                  <a:lnTo>
                    <a:pt x="1051204" y="2328862"/>
                  </a:lnTo>
                  <a:lnTo>
                    <a:pt x="1050086" y="2329332"/>
                  </a:lnTo>
                  <a:lnTo>
                    <a:pt x="1048219" y="2331199"/>
                  </a:lnTo>
                  <a:lnTo>
                    <a:pt x="1047750" y="2332317"/>
                  </a:lnTo>
                  <a:lnTo>
                    <a:pt x="1047750" y="2334945"/>
                  </a:lnTo>
                  <a:lnTo>
                    <a:pt x="1048219" y="2336063"/>
                  </a:lnTo>
                  <a:lnTo>
                    <a:pt x="1050086" y="2337930"/>
                  </a:lnTo>
                  <a:lnTo>
                    <a:pt x="1051204" y="2338387"/>
                  </a:lnTo>
                  <a:lnTo>
                    <a:pt x="1053833" y="2338387"/>
                  </a:lnTo>
                  <a:lnTo>
                    <a:pt x="1054950" y="2337930"/>
                  </a:lnTo>
                  <a:lnTo>
                    <a:pt x="1056817" y="2336063"/>
                  </a:lnTo>
                  <a:lnTo>
                    <a:pt x="1057275" y="2334945"/>
                  </a:lnTo>
                  <a:lnTo>
                    <a:pt x="1057275" y="2332317"/>
                  </a:lnTo>
                  <a:close/>
                </a:path>
                <a:path w="4486275" h="3114675">
                  <a:moveTo>
                    <a:pt x="1057275" y="1556029"/>
                  </a:moveTo>
                  <a:lnTo>
                    <a:pt x="1056817" y="1554911"/>
                  </a:lnTo>
                  <a:lnTo>
                    <a:pt x="1054950" y="1553044"/>
                  </a:lnTo>
                  <a:lnTo>
                    <a:pt x="1053833" y="1552575"/>
                  </a:lnTo>
                  <a:lnTo>
                    <a:pt x="1051204" y="1552575"/>
                  </a:lnTo>
                  <a:lnTo>
                    <a:pt x="1050086" y="1553044"/>
                  </a:lnTo>
                  <a:lnTo>
                    <a:pt x="1048219" y="1554911"/>
                  </a:lnTo>
                  <a:lnTo>
                    <a:pt x="1047750" y="1556029"/>
                  </a:lnTo>
                  <a:lnTo>
                    <a:pt x="1047750" y="1558658"/>
                  </a:lnTo>
                  <a:lnTo>
                    <a:pt x="1048219" y="1559775"/>
                  </a:lnTo>
                  <a:lnTo>
                    <a:pt x="1050086" y="1561642"/>
                  </a:lnTo>
                  <a:lnTo>
                    <a:pt x="1051204" y="1562100"/>
                  </a:lnTo>
                  <a:lnTo>
                    <a:pt x="1053833" y="1562100"/>
                  </a:lnTo>
                  <a:lnTo>
                    <a:pt x="1054950" y="1561642"/>
                  </a:lnTo>
                  <a:lnTo>
                    <a:pt x="1056817" y="1559775"/>
                  </a:lnTo>
                  <a:lnTo>
                    <a:pt x="1057275" y="1558658"/>
                  </a:lnTo>
                  <a:lnTo>
                    <a:pt x="1057275" y="1556029"/>
                  </a:lnTo>
                  <a:close/>
                </a:path>
                <a:path w="4486275" h="3114675">
                  <a:moveTo>
                    <a:pt x="1057275" y="779741"/>
                  </a:moveTo>
                  <a:lnTo>
                    <a:pt x="1056817" y="778624"/>
                  </a:lnTo>
                  <a:lnTo>
                    <a:pt x="1054950" y="776757"/>
                  </a:lnTo>
                  <a:lnTo>
                    <a:pt x="1053833" y="776287"/>
                  </a:lnTo>
                  <a:lnTo>
                    <a:pt x="1051204" y="776287"/>
                  </a:lnTo>
                  <a:lnTo>
                    <a:pt x="1050086" y="776757"/>
                  </a:lnTo>
                  <a:lnTo>
                    <a:pt x="1048219" y="778624"/>
                  </a:lnTo>
                  <a:lnTo>
                    <a:pt x="1047750" y="779741"/>
                  </a:lnTo>
                  <a:lnTo>
                    <a:pt x="1047750" y="782370"/>
                  </a:lnTo>
                  <a:lnTo>
                    <a:pt x="1048219" y="783488"/>
                  </a:lnTo>
                  <a:lnTo>
                    <a:pt x="1050086" y="785355"/>
                  </a:lnTo>
                  <a:lnTo>
                    <a:pt x="1051204" y="785812"/>
                  </a:lnTo>
                  <a:lnTo>
                    <a:pt x="1053833" y="785812"/>
                  </a:lnTo>
                  <a:lnTo>
                    <a:pt x="1054950" y="785355"/>
                  </a:lnTo>
                  <a:lnTo>
                    <a:pt x="1056817" y="783488"/>
                  </a:lnTo>
                  <a:lnTo>
                    <a:pt x="1057275" y="782370"/>
                  </a:lnTo>
                  <a:lnTo>
                    <a:pt x="1057275" y="779741"/>
                  </a:lnTo>
                  <a:close/>
                </a:path>
                <a:path w="4486275" h="3114675">
                  <a:moveTo>
                    <a:pt x="1057275" y="3454"/>
                  </a:moveTo>
                  <a:lnTo>
                    <a:pt x="1056817" y="2336"/>
                  </a:lnTo>
                  <a:lnTo>
                    <a:pt x="1054950" y="469"/>
                  </a:lnTo>
                  <a:lnTo>
                    <a:pt x="1053833" y="0"/>
                  </a:lnTo>
                  <a:lnTo>
                    <a:pt x="1051204" y="0"/>
                  </a:lnTo>
                  <a:lnTo>
                    <a:pt x="1050086" y="469"/>
                  </a:lnTo>
                  <a:lnTo>
                    <a:pt x="1048219" y="2336"/>
                  </a:lnTo>
                  <a:lnTo>
                    <a:pt x="1047750" y="3454"/>
                  </a:lnTo>
                  <a:lnTo>
                    <a:pt x="1047750" y="6083"/>
                  </a:lnTo>
                  <a:lnTo>
                    <a:pt x="1048219" y="7200"/>
                  </a:lnTo>
                  <a:lnTo>
                    <a:pt x="1050086" y="9067"/>
                  </a:lnTo>
                  <a:lnTo>
                    <a:pt x="1051204" y="9525"/>
                  </a:lnTo>
                  <a:lnTo>
                    <a:pt x="1053833" y="9525"/>
                  </a:lnTo>
                  <a:lnTo>
                    <a:pt x="1054950" y="9067"/>
                  </a:lnTo>
                  <a:lnTo>
                    <a:pt x="1056817" y="7200"/>
                  </a:lnTo>
                  <a:lnTo>
                    <a:pt x="1057275" y="6083"/>
                  </a:lnTo>
                  <a:lnTo>
                    <a:pt x="1057275" y="3454"/>
                  </a:lnTo>
                  <a:close/>
                </a:path>
                <a:path w="4486275" h="3114675">
                  <a:moveTo>
                    <a:pt x="1104900" y="3108604"/>
                  </a:moveTo>
                  <a:lnTo>
                    <a:pt x="1104442" y="3107486"/>
                  </a:lnTo>
                  <a:lnTo>
                    <a:pt x="1102575" y="3105620"/>
                  </a:lnTo>
                  <a:lnTo>
                    <a:pt x="1101458" y="3105150"/>
                  </a:lnTo>
                  <a:lnTo>
                    <a:pt x="1098829" y="3105150"/>
                  </a:lnTo>
                  <a:lnTo>
                    <a:pt x="1097711" y="3105620"/>
                  </a:lnTo>
                  <a:lnTo>
                    <a:pt x="1095844" y="3107486"/>
                  </a:lnTo>
                  <a:lnTo>
                    <a:pt x="1095375" y="3108604"/>
                  </a:lnTo>
                  <a:lnTo>
                    <a:pt x="1095375" y="3111233"/>
                  </a:lnTo>
                  <a:lnTo>
                    <a:pt x="1095844" y="3112351"/>
                  </a:lnTo>
                  <a:lnTo>
                    <a:pt x="1097711" y="3114217"/>
                  </a:lnTo>
                  <a:lnTo>
                    <a:pt x="1098829" y="3114675"/>
                  </a:lnTo>
                  <a:lnTo>
                    <a:pt x="1101458" y="3114675"/>
                  </a:lnTo>
                  <a:lnTo>
                    <a:pt x="1102575" y="3114217"/>
                  </a:lnTo>
                  <a:lnTo>
                    <a:pt x="1104442" y="3112351"/>
                  </a:lnTo>
                  <a:lnTo>
                    <a:pt x="1104900" y="3111233"/>
                  </a:lnTo>
                  <a:lnTo>
                    <a:pt x="1104900" y="3108604"/>
                  </a:lnTo>
                  <a:close/>
                </a:path>
                <a:path w="4486275" h="3114675">
                  <a:moveTo>
                    <a:pt x="1104900" y="2332317"/>
                  </a:moveTo>
                  <a:lnTo>
                    <a:pt x="1104442" y="2331199"/>
                  </a:lnTo>
                  <a:lnTo>
                    <a:pt x="1102575" y="2329332"/>
                  </a:lnTo>
                  <a:lnTo>
                    <a:pt x="1101458" y="2328862"/>
                  </a:lnTo>
                  <a:lnTo>
                    <a:pt x="1098829" y="2328862"/>
                  </a:lnTo>
                  <a:lnTo>
                    <a:pt x="1097711" y="2329332"/>
                  </a:lnTo>
                  <a:lnTo>
                    <a:pt x="1095844" y="2331199"/>
                  </a:lnTo>
                  <a:lnTo>
                    <a:pt x="1095375" y="2332317"/>
                  </a:lnTo>
                  <a:lnTo>
                    <a:pt x="1095375" y="2334945"/>
                  </a:lnTo>
                  <a:lnTo>
                    <a:pt x="1095844" y="2336063"/>
                  </a:lnTo>
                  <a:lnTo>
                    <a:pt x="1097711" y="2337930"/>
                  </a:lnTo>
                  <a:lnTo>
                    <a:pt x="1098829" y="2338387"/>
                  </a:lnTo>
                  <a:lnTo>
                    <a:pt x="1101458" y="2338387"/>
                  </a:lnTo>
                  <a:lnTo>
                    <a:pt x="1102575" y="2337930"/>
                  </a:lnTo>
                  <a:lnTo>
                    <a:pt x="1104442" y="2336063"/>
                  </a:lnTo>
                  <a:lnTo>
                    <a:pt x="1104900" y="2334945"/>
                  </a:lnTo>
                  <a:lnTo>
                    <a:pt x="1104900" y="2332317"/>
                  </a:lnTo>
                  <a:close/>
                </a:path>
                <a:path w="4486275" h="3114675">
                  <a:moveTo>
                    <a:pt x="1104900" y="1556029"/>
                  </a:moveTo>
                  <a:lnTo>
                    <a:pt x="1104442" y="1554911"/>
                  </a:lnTo>
                  <a:lnTo>
                    <a:pt x="1102575" y="1553044"/>
                  </a:lnTo>
                  <a:lnTo>
                    <a:pt x="1101458" y="1552575"/>
                  </a:lnTo>
                  <a:lnTo>
                    <a:pt x="1098829" y="1552575"/>
                  </a:lnTo>
                  <a:lnTo>
                    <a:pt x="1097711" y="1553044"/>
                  </a:lnTo>
                  <a:lnTo>
                    <a:pt x="1095844" y="1554911"/>
                  </a:lnTo>
                  <a:lnTo>
                    <a:pt x="1095375" y="1556029"/>
                  </a:lnTo>
                  <a:lnTo>
                    <a:pt x="1095375" y="1558658"/>
                  </a:lnTo>
                  <a:lnTo>
                    <a:pt x="1095844" y="1559775"/>
                  </a:lnTo>
                  <a:lnTo>
                    <a:pt x="1097711" y="1561642"/>
                  </a:lnTo>
                  <a:lnTo>
                    <a:pt x="1098829" y="1562100"/>
                  </a:lnTo>
                  <a:lnTo>
                    <a:pt x="1101458" y="1562100"/>
                  </a:lnTo>
                  <a:lnTo>
                    <a:pt x="1102575" y="1561642"/>
                  </a:lnTo>
                  <a:lnTo>
                    <a:pt x="1104442" y="1559775"/>
                  </a:lnTo>
                  <a:lnTo>
                    <a:pt x="1104900" y="1558658"/>
                  </a:lnTo>
                  <a:lnTo>
                    <a:pt x="1104900" y="1556029"/>
                  </a:lnTo>
                  <a:close/>
                </a:path>
                <a:path w="4486275" h="3114675">
                  <a:moveTo>
                    <a:pt x="1104900" y="779741"/>
                  </a:moveTo>
                  <a:lnTo>
                    <a:pt x="1104442" y="778624"/>
                  </a:lnTo>
                  <a:lnTo>
                    <a:pt x="1102575" y="776757"/>
                  </a:lnTo>
                  <a:lnTo>
                    <a:pt x="1101458" y="776287"/>
                  </a:lnTo>
                  <a:lnTo>
                    <a:pt x="1098829" y="776287"/>
                  </a:lnTo>
                  <a:lnTo>
                    <a:pt x="1097711" y="776757"/>
                  </a:lnTo>
                  <a:lnTo>
                    <a:pt x="1095844" y="778624"/>
                  </a:lnTo>
                  <a:lnTo>
                    <a:pt x="1095375" y="779741"/>
                  </a:lnTo>
                  <a:lnTo>
                    <a:pt x="1095375" y="782370"/>
                  </a:lnTo>
                  <a:lnTo>
                    <a:pt x="1095844" y="783488"/>
                  </a:lnTo>
                  <a:lnTo>
                    <a:pt x="1097711" y="785355"/>
                  </a:lnTo>
                  <a:lnTo>
                    <a:pt x="1098829" y="785812"/>
                  </a:lnTo>
                  <a:lnTo>
                    <a:pt x="1101458" y="785812"/>
                  </a:lnTo>
                  <a:lnTo>
                    <a:pt x="1102575" y="785355"/>
                  </a:lnTo>
                  <a:lnTo>
                    <a:pt x="1104442" y="783488"/>
                  </a:lnTo>
                  <a:lnTo>
                    <a:pt x="1104900" y="782370"/>
                  </a:lnTo>
                  <a:lnTo>
                    <a:pt x="1104900" y="779741"/>
                  </a:lnTo>
                  <a:close/>
                </a:path>
                <a:path w="4486275" h="3114675">
                  <a:moveTo>
                    <a:pt x="1104900" y="3454"/>
                  </a:moveTo>
                  <a:lnTo>
                    <a:pt x="1104442" y="2336"/>
                  </a:lnTo>
                  <a:lnTo>
                    <a:pt x="1102575" y="469"/>
                  </a:lnTo>
                  <a:lnTo>
                    <a:pt x="1101458" y="0"/>
                  </a:lnTo>
                  <a:lnTo>
                    <a:pt x="1098829" y="0"/>
                  </a:lnTo>
                  <a:lnTo>
                    <a:pt x="1097711" y="469"/>
                  </a:lnTo>
                  <a:lnTo>
                    <a:pt x="1095844" y="2336"/>
                  </a:lnTo>
                  <a:lnTo>
                    <a:pt x="1095375" y="3454"/>
                  </a:lnTo>
                  <a:lnTo>
                    <a:pt x="1095375" y="6083"/>
                  </a:lnTo>
                  <a:lnTo>
                    <a:pt x="1095844" y="7200"/>
                  </a:lnTo>
                  <a:lnTo>
                    <a:pt x="1097711" y="9067"/>
                  </a:lnTo>
                  <a:lnTo>
                    <a:pt x="1098829" y="9525"/>
                  </a:lnTo>
                  <a:lnTo>
                    <a:pt x="1101458" y="9525"/>
                  </a:lnTo>
                  <a:lnTo>
                    <a:pt x="1102575" y="9067"/>
                  </a:lnTo>
                  <a:lnTo>
                    <a:pt x="1104442" y="7200"/>
                  </a:lnTo>
                  <a:lnTo>
                    <a:pt x="1104900" y="6083"/>
                  </a:lnTo>
                  <a:lnTo>
                    <a:pt x="1104900" y="3454"/>
                  </a:lnTo>
                  <a:close/>
                </a:path>
                <a:path w="4486275" h="3114675">
                  <a:moveTo>
                    <a:pt x="1152525" y="3108604"/>
                  </a:moveTo>
                  <a:lnTo>
                    <a:pt x="1152067" y="3107486"/>
                  </a:lnTo>
                  <a:lnTo>
                    <a:pt x="1150200" y="3105620"/>
                  </a:lnTo>
                  <a:lnTo>
                    <a:pt x="1149083" y="3105150"/>
                  </a:lnTo>
                  <a:lnTo>
                    <a:pt x="1146454" y="3105150"/>
                  </a:lnTo>
                  <a:lnTo>
                    <a:pt x="1145336" y="3105620"/>
                  </a:lnTo>
                  <a:lnTo>
                    <a:pt x="1143469" y="3107486"/>
                  </a:lnTo>
                  <a:lnTo>
                    <a:pt x="1143000" y="3108604"/>
                  </a:lnTo>
                  <a:lnTo>
                    <a:pt x="1143000" y="3111233"/>
                  </a:lnTo>
                  <a:lnTo>
                    <a:pt x="1143469" y="3112351"/>
                  </a:lnTo>
                  <a:lnTo>
                    <a:pt x="1145336" y="3114217"/>
                  </a:lnTo>
                  <a:lnTo>
                    <a:pt x="1146454" y="3114675"/>
                  </a:lnTo>
                  <a:lnTo>
                    <a:pt x="1149083" y="3114675"/>
                  </a:lnTo>
                  <a:lnTo>
                    <a:pt x="1150200" y="3114217"/>
                  </a:lnTo>
                  <a:lnTo>
                    <a:pt x="1152067" y="3112351"/>
                  </a:lnTo>
                  <a:lnTo>
                    <a:pt x="1152525" y="3111233"/>
                  </a:lnTo>
                  <a:lnTo>
                    <a:pt x="1152525" y="3108604"/>
                  </a:lnTo>
                  <a:close/>
                </a:path>
                <a:path w="4486275" h="3114675">
                  <a:moveTo>
                    <a:pt x="1152525" y="2332317"/>
                  </a:moveTo>
                  <a:lnTo>
                    <a:pt x="1152067" y="2331199"/>
                  </a:lnTo>
                  <a:lnTo>
                    <a:pt x="1150200" y="2329332"/>
                  </a:lnTo>
                  <a:lnTo>
                    <a:pt x="1149083" y="2328862"/>
                  </a:lnTo>
                  <a:lnTo>
                    <a:pt x="1146454" y="2328862"/>
                  </a:lnTo>
                  <a:lnTo>
                    <a:pt x="1145336" y="2329332"/>
                  </a:lnTo>
                  <a:lnTo>
                    <a:pt x="1143469" y="2331199"/>
                  </a:lnTo>
                  <a:lnTo>
                    <a:pt x="1143000" y="2332317"/>
                  </a:lnTo>
                  <a:lnTo>
                    <a:pt x="1143000" y="2334945"/>
                  </a:lnTo>
                  <a:lnTo>
                    <a:pt x="1143469" y="2336063"/>
                  </a:lnTo>
                  <a:lnTo>
                    <a:pt x="1145336" y="2337930"/>
                  </a:lnTo>
                  <a:lnTo>
                    <a:pt x="1146454" y="2338387"/>
                  </a:lnTo>
                  <a:lnTo>
                    <a:pt x="1149083" y="2338387"/>
                  </a:lnTo>
                  <a:lnTo>
                    <a:pt x="1150200" y="2337930"/>
                  </a:lnTo>
                  <a:lnTo>
                    <a:pt x="1152067" y="2336063"/>
                  </a:lnTo>
                  <a:lnTo>
                    <a:pt x="1152525" y="2334945"/>
                  </a:lnTo>
                  <a:lnTo>
                    <a:pt x="1152525" y="2332317"/>
                  </a:lnTo>
                  <a:close/>
                </a:path>
                <a:path w="4486275" h="3114675">
                  <a:moveTo>
                    <a:pt x="1152525" y="1556029"/>
                  </a:moveTo>
                  <a:lnTo>
                    <a:pt x="1152067" y="1554911"/>
                  </a:lnTo>
                  <a:lnTo>
                    <a:pt x="1150200" y="1553044"/>
                  </a:lnTo>
                  <a:lnTo>
                    <a:pt x="1149083" y="1552575"/>
                  </a:lnTo>
                  <a:lnTo>
                    <a:pt x="1146454" y="1552575"/>
                  </a:lnTo>
                  <a:lnTo>
                    <a:pt x="1145336" y="1553044"/>
                  </a:lnTo>
                  <a:lnTo>
                    <a:pt x="1143469" y="1554911"/>
                  </a:lnTo>
                  <a:lnTo>
                    <a:pt x="1143000" y="1556029"/>
                  </a:lnTo>
                  <a:lnTo>
                    <a:pt x="1143000" y="1558658"/>
                  </a:lnTo>
                  <a:lnTo>
                    <a:pt x="1143469" y="1559775"/>
                  </a:lnTo>
                  <a:lnTo>
                    <a:pt x="1145336" y="1561642"/>
                  </a:lnTo>
                  <a:lnTo>
                    <a:pt x="1146454" y="1562100"/>
                  </a:lnTo>
                  <a:lnTo>
                    <a:pt x="1149083" y="1562100"/>
                  </a:lnTo>
                  <a:lnTo>
                    <a:pt x="1150200" y="1561642"/>
                  </a:lnTo>
                  <a:lnTo>
                    <a:pt x="1152067" y="1559775"/>
                  </a:lnTo>
                  <a:lnTo>
                    <a:pt x="1152525" y="1558658"/>
                  </a:lnTo>
                  <a:lnTo>
                    <a:pt x="1152525" y="1556029"/>
                  </a:lnTo>
                  <a:close/>
                </a:path>
                <a:path w="4486275" h="3114675">
                  <a:moveTo>
                    <a:pt x="1152525" y="779741"/>
                  </a:moveTo>
                  <a:lnTo>
                    <a:pt x="1152067" y="778624"/>
                  </a:lnTo>
                  <a:lnTo>
                    <a:pt x="1150200" y="776757"/>
                  </a:lnTo>
                  <a:lnTo>
                    <a:pt x="1149083" y="776287"/>
                  </a:lnTo>
                  <a:lnTo>
                    <a:pt x="1146454" y="776287"/>
                  </a:lnTo>
                  <a:lnTo>
                    <a:pt x="1145336" y="776757"/>
                  </a:lnTo>
                  <a:lnTo>
                    <a:pt x="1143469" y="778624"/>
                  </a:lnTo>
                  <a:lnTo>
                    <a:pt x="1143000" y="779741"/>
                  </a:lnTo>
                  <a:lnTo>
                    <a:pt x="1143000" y="782370"/>
                  </a:lnTo>
                  <a:lnTo>
                    <a:pt x="1143469" y="783488"/>
                  </a:lnTo>
                  <a:lnTo>
                    <a:pt x="1145336" y="785355"/>
                  </a:lnTo>
                  <a:lnTo>
                    <a:pt x="1146454" y="785812"/>
                  </a:lnTo>
                  <a:lnTo>
                    <a:pt x="1149083" y="785812"/>
                  </a:lnTo>
                  <a:lnTo>
                    <a:pt x="1150200" y="785355"/>
                  </a:lnTo>
                  <a:lnTo>
                    <a:pt x="1152067" y="783488"/>
                  </a:lnTo>
                  <a:lnTo>
                    <a:pt x="1152525" y="782370"/>
                  </a:lnTo>
                  <a:lnTo>
                    <a:pt x="1152525" y="779741"/>
                  </a:lnTo>
                  <a:close/>
                </a:path>
                <a:path w="4486275" h="3114675">
                  <a:moveTo>
                    <a:pt x="1152525" y="3454"/>
                  </a:moveTo>
                  <a:lnTo>
                    <a:pt x="1152067" y="2336"/>
                  </a:lnTo>
                  <a:lnTo>
                    <a:pt x="1150200" y="469"/>
                  </a:lnTo>
                  <a:lnTo>
                    <a:pt x="1149083" y="0"/>
                  </a:lnTo>
                  <a:lnTo>
                    <a:pt x="1146454" y="0"/>
                  </a:lnTo>
                  <a:lnTo>
                    <a:pt x="1145336" y="469"/>
                  </a:lnTo>
                  <a:lnTo>
                    <a:pt x="1143469" y="2336"/>
                  </a:lnTo>
                  <a:lnTo>
                    <a:pt x="1143000" y="3454"/>
                  </a:lnTo>
                  <a:lnTo>
                    <a:pt x="1143000" y="6083"/>
                  </a:lnTo>
                  <a:lnTo>
                    <a:pt x="1143469" y="7200"/>
                  </a:lnTo>
                  <a:lnTo>
                    <a:pt x="1145336" y="9067"/>
                  </a:lnTo>
                  <a:lnTo>
                    <a:pt x="1146454" y="9525"/>
                  </a:lnTo>
                  <a:lnTo>
                    <a:pt x="1149083" y="9525"/>
                  </a:lnTo>
                  <a:lnTo>
                    <a:pt x="1150200" y="9067"/>
                  </a:lnTo>
                  <a:lnTo>
                    <a:pt x="1152067" y="7200"/>
                  </a:lnTo>
                  <a:lnTo>
                    <a:pt x="1152525" y="6083"/>
                  </a:lnTo>
                  <a:lnTo>
                    <a:pt x="1152525" y="3454"/>
                  </a:lnTo>
                  <a:close/>
                </a:path>
                <a:path w="4486275" h="3114675">
                  <a:moveTo>
                    <a:pt x="1200150" y="3108604"/>
                  </a:moveTo>
                  <a:lnTo>
                    <a:pt x="1199692" y="3107486"/>
                  </a:lnTo>
                  <a:lnTo>
                    <a:pt x="1197825" y="3105620"/>
                  </a:lnTo>
                  <a:lnTo>
                    <a:pt x="1196708" y="3105150"/>
                  </a:lnTo>
                  <a:lnTo>
                    <a:pt x="1194079" y="3105150"/>
                  </a:lnTo>
                  <a:lnTo>
                    <a:pt x="1192961" y="3105620"/>
                  </a:lnTo>
                  <a:lnTo>
                    <a:pt x="1191094" y="3107486"/>
                  </a:lnTo>
                  <a:lnTo>
                    <a:pt x="1190625" y="3108604"/>
                  </a:lnTo>
                  <a:lnTo>
                    <a:pt x="1190625" y="3111233"/>
                  </a:lnTo>
                  <a:lnTo>
                    <a:pt x="1191094" y="3112351"/>
                  </a:lnTo>
                  <a:lnTo>
                    <a:pt x="1192961" y="3114217"/>
                  </a:lnTo>
                  <a:lnTo>
                    <a:pt x="1194079" y="3114675"/>
                  </a:lnTo>
                  <a:lnTo>
                    <a:pt x="1196708" y="3114675"/>
                  </a:lnTo>
                  <a:lnTo>
                    <a:pt x="1197825" y="3114217"/>
                  </a:lnTo>
                  <a:lnTo>
                    <a:pt x="1199692" y="3112351"/>
                  </a:lnTo>
                  <a:lnTo>
                    <a:pt x="1200150" y="3111233"/>
                  </a:lnTo>
                  <a:lnTo>
                    <a:pt x="1200150" y="3108604"/>
                  </a:lnTo>
                  <a:close/>
                </a:path>
                <a:path w="4486275" h="3114675">
                  <a:moveTo>
                    <a:pt x="1200150" y="2332317"/>
                  </a:moveTo>
                  <a:lnTo>
                    <a:pt x="1199692" y="2331199"/>
                  </a:lnTo>
                  <a:lnTo>
                    <a:pt x="1197825" y="2329332"/>
                  </a:lnTo>
                  <a:lnTo>
                    <a:pt x="1196708" y="2328862"/>
                  </a:lnTo>
                  <a:lnTo>
                    <a:pt x="1194079" y="2328862"/>
                  </a:lnTo>
                  <a:lnTo>
                    <a:pt x="1192961" y="2329332"/>
                  </a:lnTo>
                  <a:lnTo>
                    <a:pt x="1191094" y="2331199"/>
                  </a:lnTo>
                  <a:lnTo>
                    <a:pt x="1190625" y="2332317"/>
                  </a:lnTo>
                  <a:lnTo>
                    <a:pt x="1190625" y="2334945"/>
                  </a:lnTo>
                  <a:lnTo>
                    <a:pt x="1191094" y="2336063"/>
                  </a:lnTo>
                  <a:lnTo>
                    <a:pt x="1192961" y="2337930"/>
                  </a:lnTo>
                  <a:lnTo>
                    <a:pt x="1194079" y="2338387"/>
                  </a:lnTo>
                  <a:lnTo>
                    <a:pt x="1196708" y="2338387"/>
                  </a:lnTo>
                  <a:lnTo>
                    <a:pt x="1197825" y="2337930"/>
                  </a:lnTo>
                  <a:lnTo>
                    <a:pt x="1199692" y="2336063"/>
                  </a:lnTo>
                  <a:lnTo>
                    <a:pt x="1200150" y="2334945"/>
                  </a:lnTo>
                  <a:lnTo>
                    <a:pt x="1200150" y="2332317"/>
                  </a:lnTo>
                  <a:close/>
                </a:path>
                <a:path w="4486275" h="3114675">
                  <a:moveTo>
                    <a:pt x="1200150" y="1556029"/>
                  </a:moveTo>
                  <a:lnTo>
                    <a:pt x="1199692" y="1554911"/>
                  </a:lnTo>
                  <a:lnTo>
                    <a:pt x="1197825" y="1553044"/>
                  </a:lnTo>
                  <a:lnTo>
                    <a:pt x="1196708" y="1552575"/>
                  </a:lnTo>
                  <a:lnTo>
                    <a:pt x="1194079" y="1552575"/>
                  </a:lnTo>
                  <a:lnTo>
                    <a:pt x="1192961" y="1553044"/>
                  </a:lnTo>
                  <a:lnTo>
                    <a:pt x="1191094" y="1554911"/>
                  </a:lnTo>
                  <a:lnTo>
                    <a:pt x="1190625" y="1556029"/>
                  </a:lnTo>
                  <a:lnTo>
                    <a:pt x="1190625" y="1558658"/>
                  </a:lnTo>
                  <a:lnTo>
                    <a:pt x="1191094" y="1559775"/>
                  </a:lnTo>
                  <a:lnTo>
                    <a:pt x="1192961" y="1561642"/>
                  </a:lnTo>
                  <a:lnTo>
                    <a:pt x="1194079" y="1562100"/>
                  </a:lnTo>
                  <a:lnTo>
                    <a:pt x="1196708" y="1562100"/>
                  </a:lnTo>
                  <a:lnTo>
                    <a:pt x="1197825" y="1561642"/>
                  </a:lnTo>
                  <a:lnTo>
                    <a:pt x="1199692" y="1559775"/>
                  </a:lnTo>
                  <a:lnTo>
                    <a:pt x="1200150" y="1558658"/>
                  </a:lnTo>
                  <a:lnTo>
                    <a:pt x="1200150" y="1556029"/>
                  </a:lnTo>
                  <a:close/>
                </a:path>
                <a:path w="4486275" h="3114675">
                  <a:moveTo>
                    <a:pt x="1200150" y="779741"/>
                  </a:moveTo>
                  <a:lnTo>
                    <a:pt x="1199692" y="778624"/>
                  </a:lnTo>
                  <a:lnTo>
                    <a:pt x="1197825" y="776757"/>
                  </a:lnTo>
                  <a:lnTo>
                    <a:pt x="1196708" y="776287"/>
                  </a:lnTo>
                  <a:lnTo>
                    <a:pt x="1194079" y="776287"/>
                  </a:lnTo>
                  <a:lnTo>
                    <a:pt x="1192961" y="776757"/>
                  </a:lnTo>
                  <a:lnTo>
                    <a:pt x="1191094" y="778624"/>
                  </a:lnTo>
                  <a:lnTo>
                    <a:pt x="1190625" y="779741"/>
                  </a:lnTo>
                  <a:lnTo>
                    <a:pt x="1190625" y="782370"/>
                  </a:lnTo>
                  <a:lnTo>
                    <a:pt x="1191094" y="783488"/>
                  </a:lnTo>
                  <a:lnTo>
                    <a:pt x="1192961" y="785355"/>
                  </a:lnTo>
                  <a:lnTo>
                    <a:pt x="1194079" y="785812"/>
                  </a:lnTo>
                  <a:lnTo>
                    <a:pt x="1196708" y="785812"/>
                  </a:lnTo>
                  <a:lnTo>
                    <a:pt x="1197825" y="785355"/>
                  </a:lnTo>
                  <a:lnTo>
                    <a:pt x="1199692" y="783488"/>
                  </a:lnTo>
                  <a:lnTo>
                    <a:pt x="1200150" y="782370"/>
                  </a:lnTo>
                  <a:lnTo>
                    <a:pt x="1200150" y="779741"/>
                  </a:lnTo>
                  <a:close/>
                </a:path>
                <a:path w="4486275" h="3114675">
                  <a:moveTo>
                    <a:pt x="1200150" y="3454"/>
                  </a:moveTo>
                  <a:lnTo>
                    <a:pt x="1199692" y="2336"/>
                  </a:lnTo>
                  <a:lnTo>
                    <a:pt x="1197825" y="469"/>
                  </a:lnTo>
                  <a:lnTo>
                    <a:pt x="1196708" y="0"/>
                  </a:lnTo>
                  <a:lnTo>
                    <a:pt x="1194079" y="0"/>
                  </a:lnTo>
                  <a:lnTo>
                    <a:pt x="1192961" y="469"/>
                  </a:lnTo>
                  <a:lnTo>
                    <a:pt x="1191094" y="2336"/>
                  </a:lnTo>
                  <a:lnTo>
                    <a:pt x="1190625" y="3454"/>
                  </a:lnTo>
                  <a:lnTo>
                    <a:pt x="1190625" y="6083"/>
                  </a:lnTo>
                  <a:lnTo>
                    <a:pt x="1191094" y="7200"/>
                  </a:lnTo>
                  <a:lnTo>
                    <a:pt x="1192961" y="9067"/>
                  </a:lnTo>
                  <a:lnTo>
                    <a:pt x="1194079" y="9525"/>
                  </a:lnTo>
                  <a:lnTo>
                    <a:pt x="1196708" y="9525"/>
                  </a:lnTo>
                  <a:lnTo>
                    <a:pt x="1197825" y="9067"/>
                  </a:lnTo>
                  <a:lnTo>
                    <a:pt x="1199692" y="7200"/>
                  </a:lnTo>
                  <a:lnTo>
                    <a:pt x="1200150" y="6083"/>
                  </a:lnTo>
                  <a:lnTo>
                    <a:pt x="1200150" y="3454"/>
                  </a:lnTo>
                  <a:close/>
                </a:path>
                <a:path w="4486275" h="3114675">
                  <a:moveTo>
                    <a:pt x="1247775" y="3108604"/>
                  </a:moveTo>
                  <a:lnTo>
                    <a:pt x="1247317" y="3107486"/>
                  </a:lnTo>
                  <a:lnTo>
                    <a:pt x="1245450" y="3105620"/>
                  </a:lnTo>
                  <a:lnTo>
                    <a:pt x="1244333" y="3105150"/>
                  </a:lnTo>
                  <a:lnTo>
                    <a:pt x="1241704" y="3105150"/>
                  </a:lnTo>
                  <a:lnTo>
                    <a:pt x="1240586" y="3105620"/>
                  </a:lnTo>
                  <a:lnTo>
                    <a:pt x="1238719" y="3107486"/>
                  </a:lnTo>
                  <a:lnTo>
                    <a:pt x="1238250" y="3108604"/>
                  </a:lnTo>
                  <a:lnTo>
                    <a:pt x="1238250" y="3111233"/>
                  </a:lnTo>
                  <a:lnTo>
                    <a:pt x="1238719" y="3112351"/>
                  </a:lnTo>
                  <a:lnTo>
                    <a:pt x="1240586" y="3114217"/>
                  </a:lnTo>
                  <a:lnTo>
                    <a:pt x="1241704" y="3114675"/>
                  </a:lnTo>
                  <a:lnTo>
                    <a:pt x="1244333" y="3114675"/>
                  </a:lnTo>
                  <a:lnTo>
                    <a:pt x="1245450" y="3114217"/>
                  </a:lnTo>
                  <a:lnTo>
                    <a:pt x="1247317" y="3112351"/>
                  </a:lnTo>
                  <a:lnTo>
                    <a:pt x="1247775" y="3111233"/>
                  </a:lnTo>
                  <a:lnTo>
                    <a:pt x="1247775" y="3108604"/>
                  </a:lnTo>
                  <a:close/>
                </a:path>
                <a:path w="4486275" h="3114675">
                  <a:moveTo>
                    <a:pt x="1247775" y="2332317"/>
                  </a:moveTo>
                  <a:lnTo>
                    <a:pt x="1247317" y="2331199"/>
                  </a:lnTo>
                  <a:lnTo>
                    <a:pt x="1245450" y="2329332"/>
                  </a:lnTo>
                  <a:lnTo>
                    <a:pt x="1244333" y="2328862"/>
                  </a:lnTo>
                  <a:lnTo>
                    <a:pt x="1241704" y="2328862"/>
                  </a:lnTo>
                  <a:lnTo>
                    <a:pt x="1240586" y="2329332"/>
                  </a:lnTo>
                  <a:lnTo>
                    <a:pt x="1238719" y="2331199"/>
                  </a:lnTo>
                  <a:lnTo>
                    <a:pt x="1238250" y="2332317"/>
                  </a:lnTo>
                  <a:lnTo>
                    <a:pt x="1238250" y="2334945"/>
                  </a:lnTo>
                  <a:lnTo>
                    <a:pt x="1238719" y="2336063"/>
                  </a:lnTo>
                  <a:lnTo>
                    <a:pt x="1240586" y="2337930"/>
                  </a:lnTo>
                  <a:lnTo>
                    <a:pt x="1241704" y="2338387"/>
                  </a:lnTo>
                  <a:lnTo>
                    <a:pt x="1244333" y="2338387"/>
                  </a:lnTo>
                  <a:lnTo>
                    <a:pt x="1245450" y="2337930"/>
                  </a:lnTo>
                  <a:lnTo>
                    <a:pt x="1247317" y="2336063"/>
                  </a:lnTo>
                  <a:lnTo>
                    <a:pt x="1247775" y="2334945"/>
                  </a:lnTo>
                  <a:lnTo>
                    <a:pt x="1247775" y="2332317"/>
                  </a:lnTo>
                  <a:close/>
                </a:path>
                <a:path w="4486275" h="3114675">
                  <a:moveTo>
                    <a:pt x="1247775" y="1556029"/>
                  </a:moveTo>
                  <a:lnTo>
                    <a:pt x="1247317" y="1554911"/>
                  </a:lnTo>
                  <a:lnTo>
                    <a:pt x="1245450" y="1553044"/>
                  </a:lnTo>
                  <a:lnTo>
                    <a:pt x="1244333" y="1552575"/>
                  </a:lnTo>
                  <a:lnTo>
                    <a:pt x="1241704" y="1552575"/>
                  </a:lnTo>
                  <a:lnTo>
                    <a:pt x="1240586" y="1553044"/>
                  </a:lnTo>
                  <a:lnTo>
                    <a:pt x="1238719" y="1554911"/>
                  </a:lnTo>
                  <a:lnTo>
                    <a:pt x="1238250" y="1556029"/>
                  </a:lnTo>
                  <a:lnTo>
                    <a:pt x="1238250" y="1558658"/>
                  </a:lnTo>
                  <a:lnTo>
                    <a:pt x="1238719" y="1559775"/>
                  </a:lnTo>
                  <a:lnTo>
                    <a:pt x="1240586" y="1561642"/>
                  </a:lnTo>
                  <a:lnTo>
                    <a:pt x="1241704" y="1562100"/>
                  </a:lnTo>
                  <a:lnTo>
                    <a:pt x="1244333" y="1562100"/>
                  </a:lnTo>
                  <a:lnTo>
                    <a:pt x="1245450" y="1561642"/>
                  </a:lnTo>
                  <a:lnTo>
                    <a:pt x="1247317" y="1559775"/>
                  </a:lnTo>
                  <a:lnTo>
                    <a:pt x="1247775" y="1558658"/>
                  </a:lnTo>
                  <a:lnTo>
                    <a:pt x="1247775" y="1556029"/>
                  </a:lnTo>
                  <a:close/>
                </a:path>
                <a:path w="4486275" h="3114675">
                  <a:moveTo>
                    <a:pt x="1247775" y="779741"/>
                  </a:moveTo>
                  <a:lnTo>
                    <a:pt x="1247317" y="778624"/>
                  </a:lnTo>
                  <a:lnTo>
                    <a:pt x="1245450" y="776757"/>
                  </a:lnTo>
                  <a:lnTo>
                    <a:pt x="1244333" y="776287"/>
                  </a:lnTo>
                  <a:lnTo>
                    <a:pt x="1241704" y="776287"/>
                  </a:lnTo>
                  <a:lnTo>
                    <a:pt x="1240586" y="776757"/>
                  </a:lnTo>
                  <a:lnTo>
                    <a:pt x="1238719" y="778624"/>
                  </a:lnTo>
                  <a:lnTo>
                    <a:pt x="1238250" y="779741"/>
                  </a:lnTo>
                  <a:lnTo>
                    <a:pt x="1238250" y="782370"/>
                  </a:lnTo>
                  <a:lnTo>
                    <a:pt x="1238719" y="783488"/>
                  </a:lnTo>
                  <a:lnTo>
                    <a:pt x="1240586" y="785355"/>
                  </a:lnTo>
                  <a:lnTo>
                    <a:pt x="1241704" y="785812"/>
                  </a:lnTo>
                  <a:lnTo>
                    <a:pt x="1244333" y="785812"/>
                  </a:lnTo>
                  <a:lnTo>
                    <a:pt x="1245450" y="785355"/>
                  </a:lnTo>
                  <a:lnTo>
                    <a:pt x="1247317" y="783488"/>
                  </a:lnTo>
                  <a:lnTo>
                    <a:pt x="1247775" y="782370"/>
                  </a:lnTo>
                  <a:lnTo>
                    <a:pt x="1247775" y="779741"/>
                  </a:lnTo>
                  <a:close/>
                </a:path>
                <a:path w="4486275" h="3114675">
                  <a:moveTo>
                    <a:pt x="1247775" y="3454"/>
                  </a:moveTo>
                  <a:lnTo>
                    <a:pt x="1247317" y="2336"/>
                  </a:lnTo>
                  <a:lnTo>
                    <a:pt x="1245450" y="469"/>
                  </a:lnTo>
                  <a:lnTo>
                    <a:pt x="1244333" y="0"/>
                  </a:lnTo>
                  <a:lnTo>
                    <a:pt x="1241704" y="0"/>
                  </a:lnTo>
                  <a:lnTo>
                    <a:pt x="1240586" y="469"/>
                  </a:lnTo>
                  <a:lnTo>
                    <a:pt x="1238719" y="2336"/>
                  </a:lnTo>
                  <a:lnTo>
                    <a:pt x="1238250" y="3454"/>
                  </a:lnTo>
                  <a:lnTo>
                    <a:pt x="1238250" y="6083"/>
                  </a:lnTo>
                  <a:lnTo>
                    <a:pt x="1238719" y="7200"/>
                  </a:lnTo>
                  <a:lnTo>
                    <a:pt x="1240586" y="9067"/>
                  </a:lnTo>
                  <a:lnTo>
                    <a:pt x="1241704" y="9525"/>
                  </a:lnTo>
                  <a:lnTo>
                    <a:pt x="1244333" y="9525"/>
                  </a:lnTo>
                  <a:lnTo>
                    <a:pt x="1245450" y="9067"/>
                  </a:lnTo>
                  <a:lnTo>
                    <a:pt x="1247317" y="7200"/>
                  </a:lnTo>
                  <a:lnTo>
                    <a:pt x="1247775" y="6083"/>
                  </a:lnTo>
                  <a:lnTo>
                    <a:pt x="1247775" y="3454"/>
                  </a:lnTo>
                  <a:close/>
                </a:path>
                <a:path w="4486275" h="3114675">
                  <a:moveTo>
                    <a:pt x="1295400" y="3108604"/>
                  </a:moveTo>
                  <a:lnTo>
                    <a:pt x="1294942" y="3107486"/>
                  </a:lnTo>
                  <a:lnTo>
                    <a:pt x="1293075" y="3105620"/>
                  </a:lnTo>
                  <a:lnTo>
                    <a:pt x="1291958" y="3105150"/>
                  </a:lnTo>
                  <a:lnTo>
                    <a:pt x="1289329" y="3105150"/>
                  </a:lnTo>
                  <a:lnTo>
                    <a:pt x="1288211" y="3105620"/>
                  </a:lnTo>
                  <a:lnTo>
                    <a:pt x="1286344" y="3107486"/>
                  </a:lnTo>
                  <a:lnTo>
                    <a:pt x="1285875" y="3108604"/>
                  </a:lnTo>
                  <a:lnTo>
                    <a:pt x="1285875" y="3111233"/>
                  </a:lnTo>
                  <a:lnTo>
                    <a:pt x="1286344" y="3112351"/>
                  </a:lnTo>
                  <a:lnTo>
                    <a:pt x="1288211" y="3114217"/>
                  </a:lnTo>
                  <a:lnTo>
                    <a:pt x="1289329" y="3114675"/>
                  </a:lnTo>
                  <a:lnTo>
                    <a:pt x="1291958" y="3114675"/>
                  </a:lnTo>
                  <a:lnTo>
                    <a:pt x="1293075" y="3114217"/>
                  </a:lnTo>
                  <a:lnTo>
                    <a:pt x="1294942" y="3112351"/>
                  </a:lnTo>
                  <a:lnTo>
                    <a:pt x="1295400" y="3111233"/>
                  </a:lnTo>
                  <a:lnTo>
                    <a:pt x="1295400" y="3108604"/>
                  </a:lnTo>
                  <a:close/>
                </a:path>
                <a:path w="4486275" h="3114675">
                  <a:moveTo>
                    <a:pt x="1295400" y="2332317"/>
                  </a:moveTo>
                  <a:lnTo>
                    <a:pt x="1294942" y="2331199"/>
                  </a:lnTo>
                  <a:lnTo>
                    <a:pt x="1293075" y="2329332"/>
                  </a:lnTo>
                  <a:lnTo>
                    <a:pt x="1291958" y="2328862"/>
                  </a:lnTo>
                  <a:lnTo>
                    <a:pt x="1289329" y="2328862"/>
                  </a:lnTo>
                  <a:lnTo>
                    <a:pt x="1288211" y="2329332"/>
                  </a:lnTo>
                  <a:lnTo>
                    <a:pt x="1286344" y="2331199"/>
                  </a:lnTo>
                  <a:lnTo>
                    <a:pt x="1285875" y="2332317"/>
                  </a:lnTo>
                  <a:lnTo>
                    <a:pt x="1285875" y="2334945"/>
                  </a:lnTo>
                  <a:lnTo>
                    <a:pt x="1286344" y="2336063"/>
                  </a:lnTo>
                  <a:lnTo>
                    <a:pt x="1288211" y="2337930"/>
                  </a:lnTo>
                  <a:lnTo>
                    <a:pt x="1289329" y="2338387"/>
                  </a:lnTo>
                  <a:lnTo>
                    <a:pt x="1291958" y="2338387"/>
                  </a:lnTo>
                  <a:lnTo>
                    <a:pt x="1293075" y="2337930"/>
                  </a:lnTo>
                  <a:lnTo>
                    <a:pt x="1294942" y="2336063"/>
                  </a:lnTo>
                  <a:lnTo>
                    <a:pt x="1295400" y="2334945"/>
                  </a:lnTo>
                  <a:lnTo>
                    <a:pt x="1295400" y="2332317"/>
                  </a:lnTo>
                  <a:close/>
                </a:path>
                <a:path w="4486275" h="3114675">
                  <a:moveTo>
                    <a:pt x="1295400" y="1556029"/>
                  </a:moveTo>
                  <a:lnTo>
                    <a:pt x="1294942" y="1554911"/>
                  </a:lnTo>
                  <a:lnTo>
                    <a:pt x="1293075" y="1553044"/>
                  </a:lnTo>
                  <a:lnTo>
                    <a:pt x="1291958" y="1552575"/>
                  </a:lnTo>
                  <a:lnTo>
                    <a:pt x="1289329" y="1552575"/>
                  </a:lnTo>
                  <a:lnTo>
                    <a:pt x="1288211" y="1553044"/>
                  </a:lnTo>
                  <a:lnTo>
                    <a:pt x="1286344" y="1554911"/>
                  </a:lnTo>
                  <a:lnTo>
                    <a:pt x="1285875" y="1556029"/>
                  </a:lnTo>
                  <a:lnTo>
                    <a:pt x="1285875" y="1558658"/>
                  </a:lnTo>
                  <a:lnTo>
                    <a:pt x="1286344" y="1559775"/>
                  </a:lnTo>
                  <a:lnTo>
                    <a:pt x="1288211" y="1561642"/>
                  </a:lnTo>
                  <a:lnTo>
                    <a:pt x="1289329" y="1562100"/>
                  </a:lnTo>
                  <a:lnTo>
                    <a:pt x="1291958" y="1562100"/>
                  </a:lnTo>
                  <a:lnTo>
                    <a:pt x="1293075" y="1561642"/>
                  </a:lnTo>
                  <a:lnTo>
                    <a:pt x="1294942" y="1559775"/>
                  </a:lnTo>
                  <a:lnTo>
                    <a:pt x="1295400" y="1558658"/>
                  </a:lnTo>
                  <a:lnTo>
                    <a:pt x="1295400" y="1556029"/>
                  </a:lnTo>
                  <a:close/>
                </a:path>
                <a:path w="4486275" h="3114675">
                  <a:moveTo>
                    <a:pt x="1295400" y="779741"/>
                  </a:moveTo>
                  <a:lnTo>
                    <a:pt x="1294942" y="778624"/>
                  </a:lnTo>
                  <a:lnTo>
                    <a:pt x="1293075" y="776757"/>
                  </a:lnTo>
                  <a:lnTo>
                    <a:pt x="1291958" y="776287"/>
                  </a:lnTo>
                  <a:lnTo>
                    <a:pt x="1289329" y="776287"/>
                  </a:lnTo>
                  <a:lnTo>
                    <a:pt x="1288211" y="776757"/>
                  </a:lnTo>
                  <a:lnTo>
                    <a:pt x="1286344" y="778624"/>
                  </a:lnTo>
                  <a:lnTo>
                    <a:pt x="1285875" y="779741"/>
                  </a:lnTo>
                  <a:lnTo>
                    <a:pt x="1285875" y="782370"/>
                  </a:lnTo>
                  <a:lnTo>
                    <a:pt x="1286344" y="783488"/>
                  </a:lnTo>
                  <a:lnTo>
                    <a:pt x="1288211" y="785355"/>
                  </a:lnTo>
                  <a:lnTo>
                    <a:pt x="1289329" y="785812"/>
                  </a:lnTo>
                  <a:lnTo>
                    <a:pt x="1291958" y="785812"/>
                  </a:lnTo>
                  <a:lnTo>
                    <a:pt x="1293075" y="785355"/>
                  </a:lnTo>
                  <a:lnTo>
                    <a:pt x="1294942" y="783488"/>
                  </a:lnTo>
                  <a:lnTo>
                    <a:pt x="1295400" y="782370"/>
                  </a:lnTo>
                  <a:lnTo>
                    <a:pt x="1295400" y="779741"/>
                  </a:lnTo>
                  <a:close/>
                </a:path>
                <a:path w="4486275" h="3114675">
                  <a:moveTo>
                    <a:pt x="1295400" y="3454"/>
                  </a:moveTo>
                  <a:lnTo>
                    <a:pt x="1294942" y="2336"/>
                  </a:lnTo>
                  <a:lnTo>
                    <a:pt x="1293075" y="469"/>
                  </a:lnTo>
                  <a:lnTo>
                    <a:pt x="1291958" y="0"/>
                  </a:lnTo>
                  <a:lnTo>
                    <a:pt x="1289329" y="0"/>
                  </a:lnTo>
                  <a:lnTo>
                    <a:pt x="1288211" y="469"/>
                  </a:lnTo>
                  <a:lnTo>
                    <a:pt x="1286344" y="2336"/>
                  </a:lnTo>
                  <a:lnTo>
                    <a:pt x="1285875" y="3454"/>
                  </a:lnTo>
                  <a:lnTo>
                    <a:pt x="1285875" y="6083"/>
                  </a:lnTo>
                  <a:lnTo>
                    <a:pt x="1286344" y="7200"/>
                  </a:lnTo>
                  <a:lnTo>
                    <a:pt x="1288211" y="9067"/>
                  </a:lnTo>
                  <a:lnTo>
                    <a:pt x="1289329" y="9525"/>
                  </a:lnTo>
                  <a:lnTo>
                    <a:pt x="1291958" y="9525"/>
                  </a:lnTo>
                  <a:lnTo>
                    <a:pt x="1293075" y="9067"/>
                  </a:lnTo>
                  <a:lnTo>
                    <a:pt x="1294942" y="7200"/>
                  </a:lnTo>
                  <a:lnTo>
                    <a:pt x="1295400" y="6083"/>
                  </a:lnTo>
                  <a:lnTo>
                    <a:pt x="1295400" y="3454"/>
                  </a:lnTo>
                  <a:close/>
                </a:path>
                <a:path w="4486275" h="3114675">
                  <a:moveTo>
                    <a:pt x="1343025" y="3108604"/>
                  </a:moveTo>
                  <a:lnTo>
                    <a:pt x="1342567" y="3107486"/>
                  </a:lnTo>
                  <a:lnTo>
                    <a:pt x="1340700" y="3105620"/>
                  </a:lnTo>
                  <a:lnTo>
                    <a:pt x="1339583" y="3105150"/>
                  </a:lnTo>
                  <a:lnTo>
                    <a:pt x="1336954" y="3105150"/>
                  </a:lnTo>
                  <a:lnTo>
                    <a:pt x="1335836" y="3105620"/>
                  </a:lnTo>
                  <a:lnTo>
                    <a:pt x="1333969" y="3107486"/>
                  </a:lnTo>
                  <a:lnTo>
                    <a:pt x="1333500" y="3108604"/>
                  </a:lnTo>
                  <a:lnTo>
                    <a:pt x="1333500" y="3111233"/>
                  </a:lnTo>
                  <a:lnTo>
                    <a:pt x="1333969" y="3112351"/>
                  </a:lnTo>
                  <a:lnTo>
                    <a:pt x="1335836" y="3114217"/>
                  </a:lnTo>
                  <a:lnTo>
                    <a:pt x="1336954" y="3114675"/>
                  </a:lnTo>
                  <a:lnTo>
                    <a:pt x="1339583" y="3114675"/>
                  </a:lnTo>
                  <a:lnTo>
                    <a:pt x="1340700" y="3114217"/>
                  </a:lnTo>
                  <a:lnTo>
                    <a:pt x="1342567" y="3112351"/>
                  </a:lnTo>
                  <a:lnTo>
                    <a:pt x="1343025" y="3111233"/>
                  </a:lnTo>
                  <a:lnTo>
                    <a:pt x="1343025" y="3108604"/>
                  </a:lnTo>
                  <a:close/>
                </a:path>
                <a:path w="4486275" h="3114675">
                  <a:moveTo>
                    <a:pt x="1343025" y="2332317"/>
                  </a:moveTo>
                  <a:lnTo>
                    <a:pt x="1342567" y="2331199"/>
                  </a:lnTo>
                  <a:lnTo>
                    <a:pt x="1340700" y="2329332"/>
                  </a:lnTo>
                  <a:lnTo>
                    <a:pt x="1339583" y="2328862"/>
                  </a:lnTo>
                  <a:lnTo>
                    <a:pt x="1336954" y="2328862"/>
                  </a:lnTo>
                  <a:lnTo>
                    <a:pt x="1335836" y="2329332"/>
                  </a:lnTo>
                  <a:lnTo>
                    <a:pt x="1333969" y="2331199"/>
                  </a:lnTo>
                  <a:lnTo>
                    <a:pt x="1333500" y="2332317"/>
                  </a:lnTo>
                  <a:lnTo>
                    <a:pt x="1333500" y="2334945"/>
                  </a:lnTo>
                  <a:lnTo>
                    <a:pt x="1333969" y="2336063"/>
                  </a:lnTo>
                  <a:lnTo>
                    <a:pt x="1335836" y="2337930"/>
                  </a:lnTo>
                  <a:lnTo>
                    <a:pt x="1336954" y="2338387"/>
                  </a:lnTo>
                  <a:lnTo>
                    <a:pt x="1339583" y="2338387"/>
                  </a:lnTo>
                  <a:lnTo>
                    <a:pt x="1340700" y="2337930"/>
                  </a:lnTo>
                  <a:lnTo>
                    <a:pt x="1342567" y="2336063"/>
                  </a:lnTo>
                  <a:lnTo>
                    <a:pt x="1343025" y="2334945"/>
                  </a:lnTo>
                  <a:lnTo>
                    <a:pt x="1343025" y="2332317"/>
                  </a:lnTo>
                  <a:close/>
                </a:path>
                <a:path w="4486275" h="3114675">
                  <a:moveTo>
                    <a:pt x="1343025" y="1556029"/>
                  </a:moveTo>
                  <a:lnTo>
                    <a:pt x="1342567" y="1554911"/>
                  </a:lnTo>
                  <a:lnTo>
                    <a:pt x="1340700" y="1553044"/>
                  </a:lnTo>
                  <a:lnTo>
                    <a:pt x="1339583" y="1552575"/>
                  </a:lnTo>
                  <a:lnTo>
                    <a:pt x="1336954" y="1552575"/>
                  </a:lnTo>
                  <a:lnTo>
                    <a:pt x="1335836" y="1553044"/>
                  </a:lnTo>
                  <a:lnTo>
                    <a:pt x="1333969" y="1554911"/>
                  </a:lnTo>
                  <a:lnTo>
                    <a:pt x="1333500" y="1556029"/>
                  </a:lnTo>
                  <a:lnTo>
                    <a:pt x="1333500" y="1558658"/>
                  </a:lnTo>
                  <a:lnTo>
                    <a:pt x="1333969" y="1559775"/>
                  </a:lnTo>
                  <a:lnTo>
                    <a:pt x="1335836" y="1561642"/>
                  </a:lnTo>
                  <a:lnTo>
                    <a:pt x="1336954" y="1562100"/>
                  </a:lnTo>
                  <a:lnTo>
                    <a:pt x="1339583" y="1562100"/>
                  </a:lnTo>
                  <a:lnTo>
                    <a:pt x="1340700" y="1561642"/>
                  </a:lnTo>
                  <a:lnTo>
                    <a:pt x="1342567" y="1559775"/>
                  </a:lnTo>
                  <a:lnTo>
                    <a:pt x="1343025" y="1558658"/>
                  </a:lnTo>
                  <a:lnTo>
                    <a:pt x="1343025" y="1556029"/>
                  </a:lnTo>
                  <a:close/>
                </a:path>
                <a:path w="4486275" h="3114675">
                  <a:moveTo>
                    <a:pt x="1343025" y="779741"/>
                  </a:moveTo>
                  <a:lnTo>
                    <a:pt x="1342567" y="778624"/>
                  </a:lnTo>
                  <a:lnTo>
                    <a:pt x="1340700" y="776757"/>
                  </a:lnTo>
                  <a:lnTo>
                    <a:pt x="1339583" y="776287"/>
                  </a:lnTo>
                  <a:lnTo>
                    <a:pt x="1336954" y="776287"/>
                  </a:lnTo>
                  <a:lnTo>
                    <a:pt x="1335836" y="776757"/>
                  </a:lnTo>
                  <a:lnTo>
                    <a:pt x="1333969" y="778624"/>
                  </a:lnTo>
                  <a:lnTo>
                    <a:pt x="1333500" y="779741"/>
                  </a:lnTo>
                  <a:lnTo>
                    <a:pt x="1333500" y="782370"/>
                  </a:lnTo>
                  <a:lnTo>
                    <a:pt x="1333969" y="783488"/>
                  </a:lnTo>
                  <a:lnTo>
                    <a:pt x="1335836" y="785355"/>
                  </a:lnTo>
                  <a:lnTo>
                    <a:pt x="1336954" y="785812"/>
                  </a:lnTo>
                  <a:lnTo>
                    <a:pt x="1339583" y="785812"/>
                  </a:lnTo>
                  <a:lnTo>
                    <a:pt x="1340700" y="785355"/>
                  </a:lnTo>
                  <a:lnTo>
                    <a:pt x="1342567" y="783488"/>
                  </a:lnTo>
                  <a:lnTo>
                    <a:pt x="1343025" y="782370"/>
                  </a:lnTo>
                  <a:lnTo>
                    <a:pt x="1343025" y="779741"/>
                  </a:lnTo>
                  <a:close/>
                </a:path>
                <a:path w="4486275" h="3114675">
                  <a:moveTo>
                    <a:pt x="1343025" y="3454"/>
                  </a:moveTo>
                  <a:lnTo>
                    <a:pt x="1342567" y="2336"/>
                  </a:lnTo>
                  <a:lnTo>
                    <a:pt x="1340700" y="469"/>
                  </a:lnTo>
                  <a:lnTo>
                    <a:pt x="1339583" y="0"/>
                  </a:lnTo>
                  <a:lnTo>
                    <a:pt x="1336954" y="0"/>
                  </a:lnTo>
                  <a:lnTo>
                    <a:pt x="1335836" y="469"/>
                  </a:lnTo>
                  <a:lnTo>
                    <a:pt x="1333969" y="2336"/>
                  </a:lnTo>
                  <a:lnTo>
                    <a:pt x="1333500" y="3454"/>
                  </a:lnTo>
                  <a:lnTo>
                    <a:pt x="1333500" y="6083"/>
                  </a:lnTo>
                  <a:lnTo>
                    <a:pt x="1333969" y="7200"/>
                  </a:lnTo>
                  <a:lnTo>
                    <a:pt x="1335836" y="9067"/>
                  </a:lnTo>
                  <a:lnTo>
                    <a:pt x="1336954" y="9525"/>
                  </a:lnTo>
                  <a:lnTo>
                    <a:pt x="1339583" y="9525"/>
                  </a:lnTo>
                  <a:lnTo>
                    <a:pt x="1340700" y="9067"/>
                  </a:lnTo>
                  <a:lnTo>
                    <a:pt x="1342567" y="7200"/>
                  </a:lnTo>
                  <a:lnTo>
                    <a:pt x="1343025" y="6083"/>
                  </a:lnTo>
                  <a:lnTo>
                    <a:pt x="1343025" y="3454"/>
                  </a:lnTo>
                  <a:close/>
                </a:path>
                <a:path w="4486275" h="3114675">
                  <a:moveTo>
                    <a:pt x="1390650" y="3108604"/>
                  </a:moveTo>
                  <a:lnTo>
                    <a:pt x="1390192" y="3107486"/>
                  </a:lnTo>
                  <a:lnTo>
                    <a:pt x="1388325" y="3105620"/>
                  </a:lnTo>
                  <a:lnTo>
                    <a:pt x="1387208" y="3105150"/>
                  </a:lnTo>
                  <a:lnTo>
                    <a:pt x="1384579" y="3105150"/>
                  </a:lnTo>
                  <a:lnTo>
                    <a:pt x="1383461" y="3105620"/>
                  </a:lnTo>
                  <a:lnTo>
                    <a:pt x="1381594" y="3107486"/>
                  </a:lnTo>
                  <a:lnTo>
                    <a:pt x="1381125" y="3108604"/>
                  </a:lnTo>
                  <a:lnTo>
                    <a:pt x="1381125" y="3111233"/>
                  </a:lnTo>
                  <a:lnTo>
                    <a:pt x="1381594" y="3112351"/>
                  </a:lnTo>
                  <a:lnTo>
                    <a:pt x="1383461" y="3114217"/>
                  </a:lnTo>
                  <a:lnTo>
                    <a:pt x="1384579" y="3114675"/>
                  </a:lnTo>
                  <a:lnTo>
                    <a:pt x="1387208" y="3114675"/>
                  </a:lnTo>
                  <a:lnTo>
                    <a:pt x="1388325" y="3114217"/>
                  </a:lnTo>
                  <a:lnTo>
                    <a:pt x="1390192" y="3112351"/>
                  </a:lnTo>
                  <a:lnTo>
                    <a:pt x="1390650" y="3111233"/>
                  </a:lnTo>
                  <a:lnTo>
                    <a:pt x="1390650" y="3108604"/>
                  </a:lnTo>
                  <a:close/>
                </a:path>
                <a:path w="4486275" h="3114675">
                  <a:moveTo>
                    <a:pt x="1390650" y="2332317"/>
                  </a:moveTo>
                  <a:lnTo>
                    <a:pt x="1390192" y="2331199"/>
                  </a:lnTo>
                  <a:lnTo>
                    <a:pt x="1388325" y="2329332"/>
                  </a:lnTo>
                  <a:lnTo>
                    <a:pt x="1387208" y="2328862"/>
                  </a:lnTo>
                  <a:lnTo>
                    <a:pt x="1384579" y="2328862"/>
                  </a:lnTo>
                  <a:lnTo>
                    <a:pt x="1383461" y="2329332"/>
                  </a:lnTo>
                  <a:lnTo>
                    <a:pt x="1381594" y="2331199"/>
                  </a:lnTo>
                  <a:lnTo>
                    <a:pt x="1381125" y="2332317"/>
                  </a:lnTo>
                  <a:lnTo>
                    <a:pt x="1381125" y="2334945"/>
                  </a:lnTo>
                  <a:lnTo>
                    <a:pt x="1381594" y="2336063"/>
                  </a:lnTo>
                  <a:lnTo>
                    <a:pt x="1383461" y="2337930"/>
                  </a:lnTo>
                  <a:lnTo>
                    <a:pt x="1384579" y="2338387"/>
                  </a:lnTo>
                  <a:lnTo>
                    <a:pt x="1387208" y="2338387"/>
                  </a:lnTo>
                  <a:lnTo>
                    <a:pt x="1388325" y="2337930"/>
                  </a:lnTo>
                  <a:lnTo>
                    <a:pt x="1390192" y="2336063"/>
                  </a:lnTo>
                  <a:lnTo>
                    <a:pt x="1390650" y="2334945"/>
                  </a:lnTo>
                  <a:lnTo>
                    <a:pt x="1390650" y="2332317"/>
                  </a:lnTo>
                  <a:close/>
                </a:path>
                <a:path w="4486275" h="3114675">
                  <a:moveTo>
                    <a:pt x="1390650" y="1556029"/>
                  </a:moveTo>
                  <a:lnTo>
                    <a:pt x="1390192" y="1554911"/>
                  </a:lnTo>
                  <a:lnTo>
                    <a:pt x="1388325" y="1553044"/>
                  </a:lnTo>
                  <a:lnTo>
                    <a:pt x="1387208" y="1552575"/>
                  </a:lnTo>
                  <a:lnTo>
                    <a:pt x="1384579" y="1552575"/>
                  </a:lnTo>
                  <a:lnTo>
                    <a:pt x="1383461" y="1553044"/>
                  </a:lnTo>
                  <a:lnTo>
                    <a:pt x="1381594" y="1554911"/>
                  </a:lnTo>
                  <a:lnTo>
                    <a:pt x="1381125" y="1556029"/>
                  </a:lnTo>
                  <a:lnTo>
                    <a:pt x="1381125" y="1558658"/>
                  </a:lnTo>
                  <a:lnTo>
                    <a:pt x="1381594" y="1559775"/>
                  </a:lnTo>
                  <a:lnTo>
                    <a:pt x="1383461" y="1561642"/>
                  </a:lnTo>
                  <a:lnTo>
                    <a:pt x="1384579" y="1562100"/>
                  </a:lnTo>
                  <a:lnTo>
                    <a:pt x="1387208" y="1562100"/>
                  </a:lnTo>
                  <a:lnTo>
                    <a:pt x="1388325" y="1561642"/>
                  </a:lnTo>
                  <a:lnTo>
                    <a:pt x="1390192" y="1559775"/>
                  </a:lnTo>
                  <a:lnTo>
                    <a:pt x="1390650" y="1558658"/>
                  </a:lnTo>
                  <a:lnTo>
                    <a:pt x="1390650" y="1556029"/>
                  </a:lnTo>
                  <a:close/>
                </a:path>
                <a:path w="4486275" h="3114675">
                  <a:moveTo>
                    <a:pt x="1390650" y="779741"/>
                  </a:moveTo>
                  <a:lnTo>
                    <a:pt x="1390192" y="778624"/>
                  </a:lnTo>
                  <a:lnTo>
                    <a:pt x="1388325" y="776757"/>
                  </a:lnTo>
                  <a:lnTo>
                    <a:pt x="1387208" y="776287"/>
                  </a:lnTo>
                  <a:lnTo>
                    <a:pt x="1384579" y="776287"/>
                  </a:lnTo>
                  <a:lnTo>
                    <a:pt x="1383461" y="776757"/>
                  </a:lnTo>
                  <a:lnTo>
                    <a:pt x="1381594" y="778624"/>
                  </a:lnTo>
                  <a:lnTo>
                    <a:pt x="1381125" y="779741"/>
                  </a:lnTo>
                  <a:lnTo>
                    <a:pt x="1381125" y="782370"/>
                  </a:lnTo>
                  <a:lnTo>
                    <a:pt x="1381594" y="783488"/>
                  </a:lnTo>
                  <a:lnTo>
                    <a:pt x="1383461" y="785355"/>
                  </a:lnTo>
                  <a:lnTo>
                    <a:pt x="1384579" y="785812"/>
                  </a:lnTo>
                  <a:lnTo>
                    <a:pt x="1387208" y="785812"/>
                  </a:lnTo>
                  <a:lnTo>
                    <a:pt x="1388325" y="785355"/>
                  </a:lnTo>
                  <a:lnTo>
                    <a:pt x="1390192" y="783488"/>
                  </a:lnTo>
                  <a:lnTo>
                    <a:pt x="1390650" y="782370"/>
                  </a:lnTo>
                  <a:lnTo>
                    <a:pt x="1390650" y="779741"/>
                  </a:lnTo>
                  <a:close/>
                </a:path>
                <a:path w="4486275" h="3114675">
                  <a:moveTo>
                    <a:pt x="1390650" y="3454"/>
                  </a:moveTo>
                  <a:lnTo>
                    <a:pt x="1390192" y="2336"/>
                  </a:lnTo>
                  <a:lnTo>
                    <a:pt x="1388325" y="469"/>
                  </a:lnTo>
                  <a:lnTo>
                    <a:pt x="1387208" y="0"/>
                  </a:lnTo>
                  <a:lnTo>
                    <a:pt x="1384579" y="0"/>
                  </a:lnTo>
                  <a:lnTo>
                    <a:pt x="1383461" y="469"/>
                  </a:lnTo>
                  <a:lnTo>
                    <a:pt x="1381594" y="2336"/>
                  </a:lnTo>
                  <a:lnTo>
                    <a:pt x="1381125" y="3454"/>
                  </a:lnTo>
                  <a:lnTo>
                    <a:pt x="1381125" y="6083"/>
                  </a:lnTo>
                  <a:lnTo>
                    <a:pt x="1381594" y="7200"/>
                  </a:lnTo>
                  <a:lnTo>
                    <a:pt x="1383461" y="9067"/>
                  </a:lnTo>
                  <a:lnTo>
                    <a:pt x="1384579" y="9525"/>
                  </a:lnTo>
                  <a:lnTo>
                    <a:pt x="1387208" y="9525"/>
                  </a:lnTo>
                  <a:lnTo>
                    <a:pt x="1388325" y="9067"/>
                  </a:lnTo>
                  <a:lnTo>
                    <a:pt x="1390192" y="7200"/>
                  </a:lnTo>
                  <a:lnTo>
                    <a:pt x="1390650" y="6083"/>
                  </a:lnTo>
                  <a:lnTo>
                    <a:pt x="1390650" y="3454"/>
                  </a:lnTo>
                  <a:close/>
                </a:path>
                <a:path w="4486275" h="3114675">
                  <a:moveTo>
                    <a:pt x="1438275" y="3108604"/>
                  </a:moveTo>
                  <a:lnTo>
                    <a:pt x="1437817" y="3107486"/>
                  </a:lnTo>
                  <a:lnTo>
                    <a:pt x="1435950" y="3105620"/>
                  </a:lnTo>
                  <a:lnTo>
                    <a:pt x="1434833" y="3105150"/>
                  </a:lnTo>
                  <a:lnTo>
                    <a:pt x="1432204" y="3105150"/>
                  </a:lnTo>
                  <a:lnTo>
                    <a:pt x="1431086" y="3105620"/>
                  </a:lnTo>
                  <a:lnTo>
                    <a:pt x="1429219" y="3107486"/>
                  </a:lnTo>
                  <a:lnTo>
                    <a:pt x="1428750" y="3108604"/>
                  </a:lnTo>
                  <a:lnTo>
                    <a:pt x="1428750" y="3111233"/>
                  </a:lnTo>
                  <a:lnTo>
                    <a:pt x="1429219" y="3112351"/>
                  </a:lnTo>
                  <a:lnTo>
                    <a:pt x="1431086" y="3114217"/>
                  </a:lnTo>
                  <a:lnTo>
                    <a:pt x="1432204" y="3114675"/>
                  </a:lnTo>
                  <a:lnTo>
                    <a:pt x="1434833" y="3114675"/>
                  </a:lnTo>
                  <a:lnTo>
                    <a:pt x="1435950" y="3114217"/>
                  </a:lnTo>
                  <a:lnTo>
                    <a:pt x="1437817" y="3112351"/>
                  </a:lnTo>
                  <a:lnTo>
                    <a:pt x="1438275" y="3111233"/>
                  </a:lnTo>
                  <a:lnTo>
                    <a:pt x="1438275" y="3108604"/>
                  </a:lnTo>
                  <a:close/>
                </a:path>
                <a:path w="4486275" h="3114675">
                  <a:moveTo>
                    <a:pt x="1438275" y="2332317"/>
                  </a:moveTo>
                  <a:lnTo>
                    <a:pt x="1437817" y="2331199"/>
                  </a:lnTo>
                  <a:lnTo>
                    <a:pt x="1435950" y="2329332"/>
                  </a:lnTo>
                  <a:lnTo>
                    <a:pt x="1434833" y="2328862"/>
                  </a:lnTo>
                  <a:lnTo>
                    <a:pt x="1432204" y="2328862"/>
                  </a:lnTo>
                  <a:lnTo>
                    <a:pt x="1431086" y="2329332"/>
                  </a:lnTo>
                  <a:lnTo>
                    <a:pt x="1429219" y="2331199"/>
                  </a:lnTo>
                  <a:lnTo>
                    <a:pt x="1428750" y="2332317"/>
                  </a:lnTo>
                  <a:lnTo>
                    <a:pt x="1428750" y="2334945"/>
                  </a:lnTo>
                  <a:lnTo>
                    <a:pt x="1429219" y="2336063"/>
                  </a:lnTo>
                  <a:lnTo>
                    <a:pt x="1431086" y="2337930"/>
                  </a:lnTo>
                  <a:lnTo>
                    <a:pt x="1432204" y="2338387"/>
                  </a:lnTo>
                  <a:lnTo>
                    <a:pt x="1434833" y="2338387"/>
                  </a:lnTo>
                  <a:lnTo>
                    <a:pt x="1435950" y="2337930"/>
                  </a:lnTo>
                  <a:lnTo>
                    <a:pt x="1437817" y="2336063"/>
                  </a:lnTo>
                  <a:lnTo>
                    <a:pt x="1438275" y="2334945"/>
                  </a:lnTo>
                  <a:lnTo>
                    <a:pt x="1438275" y="2332317"/>
                  </a:lnTo>
                  <a:close/>
                </a:path>
                <a:path w="4486275" h="3114675">
                  <a:moveTo>
                    <a:pt x="1438275" y="1556029"/>
                  </a:moveTo>
                  <a:lnTo>
                    <a:pt x="1437817" y="1554911"/>
                  </a:lnTo>
                  <a:lnTo>
                    <a:pt x="1435950" y="1553044"/>
                  </a:lnTo>
                  <a:lnTo>
                    <a:pt x="1434833" y="1552575"/>
                  </a:lnTo>
                  <a:lnTo>
                    <a:pt x="1432204" y="1552575"/>
                  </a:lnTo>
                  <a:lnTo>
                    <a:pt x="1431086" y="1553044"/>
                  </a:lnTo>
                  <a:lnTo>
                    <a:pt x="1429219" y="1554911"/>
                  </a:lnTo>
                  <a:lnTo>
                    <a:pt x="1428750" y="1556029"/>
                  </a:lnTo>
                  <a:lnTo>
                    <a:pt x="1428750" y="1558658"/>
                  </a:lnTo>
                  <a:lnTo>
                    <a:pt x="1429219" y="1559775"/>
                  </a:lnTo>
                  <a:lnTo>
                    <a:pt x="1431086" y="1561642"/>
                  </a:lnTo>
                  <a:lnTo>
                    <a:pt x="1432204" y="1562100"/>
                  </a:lnTo>
                  <a:lnTo>
                    <a:pt x="1434833" y="1562100"/>
                  </a:lnTo>
                  <a:lnTo>
                    <a:pt x="1435950" y="1561642"/>
                  </a:lnTo>
                  <a:lnTo>
                    <a:pt x="1437817" y="1559775"/>
                  </a:lnTo>
                  <a:lnTo>
                    <a:pt x="1438275" y="1558658"/>
                  </a:lnTo>
                  <a:lnTo>
                    <a:pt x="1438275" y="1556029"/>
                  </a:lnTo>
                  <a:close/>
                </a:path>
                <a:path w="4486275" h="3114675">
                  <a:moveTo>
                    <a:pt x="1438275" y="779741"/>
                  </a:moveTo>
                  <a:lnTo>
                    <a:pt x="1437817" y="778624"/>
                  </a:lnTo>
                  <a:lnTo>
                    <a:pt x="1435950" y="776757"/>
                  </a:lnTo>
                  <a:lnTo>
                    <a:pt x="1434833" y="776287"/>
                  </a:lnTo>
                  <a:lnTo>
                    <a:pt x="1432204" y="776287"/>
                  </a:lnTo>
                  <a:lnTo>
                    <a:pt x="1431086" y="776757"/>
                  </a:lnTo>
                  <a:lnTo>
                    <a:pt x="1429219" y="778624"/>
                  </a:lnTo>
                  <a:lnTo>
                    <a:pt x="1428750" y="779741"/>
                  </a:lnTo>
                  <a:lnTo>
                    <a:pt x="1428750" y="782370"/>
                  </a:lnTo>
                  <a:lnTo>
                    <a:pt x="1429219" y="783488"/>
                  </a:lnTo>
                  <a:lnTo>
                    <a:pt x="1431086" y="785355"/>
                  </a:lnTo>
                  <a:lnTo>
                    <a:pt x="1432204" y="785812"/>
                  </a:lnTo>
                  <a:lnTo>
                    <a:pt x="1434833" y="785812"/>
                  </a:lnTo>
                  <a:lnTo>
                    <a:pt x="1435950" y="785355"/>
                  </a:lnTo>
                  <a:lnTo>
                    <a:pt x="1437817" y="783488"/>
                  </a:lnTo>
                  <a:lnTo>
                    <a:pt x="1438275" y="782370"/>
                  </a:lnTo>
                  <a:lnTo>
                    <a:pt x="1438275" y="779741"/>
                  </a:lnTo>
                  <a:close/>
                </a:path>
                <a:path w="4486275" h="3114675">
                  <a:moveTo>
                    <a:pt x="1438275" y="3454"/>
                  </a:moveTo>
                  <a:lnTo>
                    <a:pt x="1437817" y="2336"/>
                  </a:lnTo>
                  <a:lnTo>
                    <a:pt x="1435950" y="469"/>
                  </a:lnTo>
                  <a:lnTo>
                    <a:pt x="1434833" y="0"/>
                  </a:lnTo>
                  <a:lnTo>
                    <a:pt x="1432204" y="0"/>
                  </a:lnTo>
                  <a:lnTo>
                    <a:pt x="1431086" y="469"/>
                  </a:lnTo>
                  <a:lnTo>
                    <a:pt x="1429219" y="2336"/>
                  </a:lnTo>
                  <a:lnTo>
                    <a:pt x="1428750" y="3454"/>
                  </a:lnTo>
                  <a:lnTo>
                    <a:pt x="1428750" y="6083"/>
                  </a:lnTo>
                  <a:lnTo>
                    <a:pt x="1429219" y="7200"/>
                  </a:lnTo>
                  <a:lnTo>
                    <a:pt x="1431086" y="9067"/>
                  </a:lnTo>
                  <a:lnTo>
                    <a:pt x="1432204" y="9525"/>
                  </a:lnTo>
                  <a:lnTo>
                    <a:pt x="1434833" y="9525"/>
                  </a:lnTo>
                  <a:lnTo>
                    <a:pt x="1435950" y="9067"/>
                  </a:lnTo>
                  <a:lnTo>
                    <a:pt x="1437817" y="7200"/>
                  </a:lnTo>
                  <a:lnTo>
                    <a:pt x="1438275" y="6083"/>
                  </a:lnTo>
                  <a:lnTo>
                    <a:pt x="1438275" y="3454"/>
                  </a:lnTo>
                  <a:close/>
                </a:path>
                <a:path w="4486275" h="3114675">
                  <a:moveTo>
                    <a:pt x="1485900" y="3108604"/>
                  </a:moveTo>
                  <a:lnTo>
                    <a:pt x="1485442" y="3107486"/>
                  </a:lnTo>
                  <a:lnTo>
                    <a:pt x="1483575" y="3105620"/>
                  </a:lnTo>
                  <a:lnTo>
                    <a:pt x="1482458" y="3105150"/>
                  </a:lnTo>
                  <a:lnTo>
                    <a:pt x="1479829" y="3105150"/>
                  </a:lnTo>
                  <a:lnTo>
                    <a:pt x="1478711" y="3105620"/>
                  </a:lnTo>
                  <a:lnTo>
                    <a:pt x="1476844" y="3107486"/>
                  </a:lnTo>
                  <a:lnTo>
                    <a:pt x="1476375" y="3108604"/>
                  </a:lnTo>
                  <a:lnTo>
                    <a:pt x="1476375" y="3111233"/>
                  </a:lnTo>
                  <a:lnTo>
                    <a:pt x="1476844" y="3112351"/>
                  </a:lnTo>
                  <a:lnTo>
                    <a:pt x="1478711" y="3114217"/>
                  </a:lnTo>
                  <a:lnTo>
                    <a:pt x="1479829" y="3114675"/>
                  </a:lnTo>
                  <a:lnTo>
                    <a:pt x="1482458" y="3114675"/>
                  </a:lnTo>
                  <a:lnTo>
                    <a:pt x="1483575" y="3114217"/>
                  </a:lnTo>
                  <a:lnTo>
                    <a:pt x="1485442" y="3112351"/>
                  </a:lnTo>
                  <a:lnTo>
                    <a:pt x="1485900" y="3111233"/>
                  </a:lnTo>
                  <a:lnTo>
                    <a:pt x="1485900" y="3108604"/>
                  </a:lnTo>
                  <a:close/>
                </a:path>
                <a:path w="4486275" h="3114675">
                  <a:moveTo>
                    <a:pt x="1485900" y="2332317"/>
                  </a:moveTo>
                  <a:lnTo>
                    <a:pt x="1485442" y="2331199"/>
                  </a:lnTo>
                  <a:lnTo>
                    <a:pt x="1483575" y="2329332"/>
                  </a:lnTo>
                  <a:lnTo>
                    <a:pt x="1482458" y="2328862"/>
                  </a:lnTo>
                  <a:lnTo>
                    <a:pt x="1479829" y="2328862"/>
                  </a:lnTo>
                  <a:lnTo>
                    <a:pt x="1478711" y="2329332"/>
                  </a:lnTo>
                  <a:lnTo>
                    <a:pt x="1476844" y="2331199"/>
                  </a:lnTo>
                  <a:lnTo>
                    <a:pt x="1476375" y="2332317"/>
                  </a:lnTo>
                  <a:lnTo>
                    <a:pt x="1476375" y="2334945"/>
                  </a:lnTo>
                  <a:lnTo>
                    <a:pt x="1476844" y="2336063"/>
                  </a:lnTo>
                  <a:lnTo>
                    <a:pt x="1478711" y="2337930"/>
                  </a:lnTo>
                  <a:lnTo>
                    <a:pt x="1479829" y="2338387"/>
                  </a:lnTo>
                  <a:lnTo>
                    <a:pt x="1482458" y="2338387"/>
                  </a:lnTo>
                  <a:lnTo>
                    <a:pt x="1483575" y="2337930"/>
                  </a:lnTo>
                  <a:lnTo>
                    <a:pt x="1485442" y="2336063"/>
                  </a:lnTo>
                  <a:lnTo>
                    <a:pt x="1485900" y="2334945"/>
                  </a:lnTo>
                  <a:lnTo>
                    <a:pt x="1485900" y="2332317"/>
                  </a:lnTo>
                  <a:close/>
                </a:path>
                <a:path w="4486275" h="3114675">
                  <a:moveTo>
                    <a:pt x="1485900" y="1556029"/>
                  </a:moveTo>
                  <a:lnTo>
                    <a:pt x="1485442" y="1554911"/>
                  </a:lnTo>
                  <a:lnTo>
                    <a:pt x="1483575" y="1553044"/>
                  </a:lnTo>
                  <a:lnTo>
                    <a:pt x="1482458" y="1552575"/>
                  </a:lnTo>
                  <a:lnTo>
                    <a:pt x="1479829" y="1552575"/>
                  </a:lnTo>
                  <a:lnTo>
                    <a:pt x="1478711" y="1553044"/>
                  </a:lnTo>
                  <a:lnTo>
                    <a:pt x="1476844" y="1554911"/>
                  </a:lnTo>
                  <a:lnTo>
                    <a:pt x="1476375" y="1556029"/>
                  </a:lnTo>
                  <a:lnTo>
                    <a:pt x="1476375" y="1558658"/>
                  </a:lnTo>
                  <a:lnTo>
                    <a:pt x="1476844" y="1559775"/>
                  </a:lnTo>
                  <a:lnTo>
                    <a:pt x="1478711" y="1561642"/>
                  </a:lnTo>
                  <a:lnTo>
                    <a:pt x="1479829" y="1562100"/>
                  </a:lnTo>
                  <a:lnTo>
                    <a:pt x="1482458" y="1562100"/>
                  </a:lnTo>
                  <a:lnTo>
                    <a:pt x="1483575" y="1561642"/>
                  </a:lnTo>
                  <a:lnTo>
                    <a:pt x="1485442" y="1559775"/>
                  </a:lnTo>
                  <a:lnTo>
                    <a:pt x="1485900" y="1558658"/>
                  </a:lnTo>
                  <a:lnTo>
                    <a:pt x="1485900" y="1556029"/>
                  </a:lnTo>
                  <a:close/>
                </a:path>
                <a:path w="4486275" h="3114675">
                  <a:moveTo>
                    <a:pt x="1485900" y="779741"/>
                  </a:moveTo>
                  <a:lnTo>
                    <a:pt x="1485442" y="778624"/>
                  </a:lnTo>
                  <a:lnTo>
                    <a:pt x="1483575" y="776757"/>
                  </a:lnTo>
                  <a:lnTo>
                    <a:pt x="1482458" y="776287"/>
                  </a:lnTo>
                  <a:lnTo>
                    <a:pt x="1479829" y="776287"/>
                  </a:lnTo>
                  <a:lnTo>
                    <a:pt x="1478711" y="776757"/>
                  </a:lnTo>
                  <a:lnTo>
                    <a:pt x="1476844" y="778624"/>
                  </a:lnTo>
                  <a:lnTo>
                    <a:pt x="1476375" y="779741"/>
                  </a:lnTo>
                  <a:lnTo>
                    <a:pt x="1476375" y="782370"/>
                  </a:lnTo>
                  <a:lnTo>
                    <a:pt x="1476844" y="783488"/>
                  </a:lnTo>
                  <a:lnTo>
                    <a:pt x="1478711" y="785355"/>
                  </a:lnTo>
                  <a:lnTo>
                    <a:pt x="1479829" y="785812"/>
                  </a:lnTo>
                  <a:lnTo>
                    <a:pt x="1482458" y="785812"/>
                  </a:lnTo>
                  <a:lnTo>
                    <a:pt x="1483575" y="785355"/>
                  </a:lnTo>
                  <a:lnTo>
                    <a:pt x="1485442" y="783488"/>
                  </a:lnTo>
                  <a:lnTo>
                    <a:pt x="1485900" y="782370"/>
                  </a:lnTo>
                  <a:lnTo>
                    <a:pt x="1485900" y="779741"/>
                  </a:lnTo>
                  <a:close/>
                </a:path>
                <a:path w="4486275" h="3114675">
                  <a:moveTo>
                    <a:pt x="1485900" y="3454"/>
                  </a:moveTo>
                  <a:lnTo>
                    <a:pt x="1485442" y="2336"/>
                  </a:lnTo>
                  <a:lnTo>
                    <a:pt x="1483575" y="469"/>
                  </a:lnTo>
                  <a:lnTo>
                    <a:pt x="1482458" y="0"/>
                  </a:lnTo>
                  <a:lnTo>
                    <a:pt x="1479829" y="0"/>
                  </a:lnTo>
                  <a:lnTo>
                    <a:pt x="1478711" y="469"/>
                  </a:lnTo>
                  <a:lnTo>
                    <a:pt x="1476844" y="2336"/>
                  </a:lnTo>
                  <a:lnTo>
                    <a:pt x="1476375" y="3454"/>
                  </a:lnTo>
                  <a:lnTo>
                    <a:pt x="1476375" y="6083"/>
                  </a:lnTo>
                  <a:lnTo>
                    <a:pt x="1476844" y="7200"/>
                  </a:lnTo>
                  <a:lnTo>
                    <a:pt x="1478711" y="9067"/>
                  </a:lnTo>
                  <a:lnTo>
                    <a:pt x="1479829" y="9525"/>
                  </a:lnTo>
                  <a:lnTo>
                    <a:pt x="1482458" y="9525"/>
                  </a:lnTo>
                  <a:lnTo>
                    <a:pt x="1483575" y="9067"/>
                  </a:lnTo>
                  <a:lnTo>
                    <a:pt x="1485442" y="7200"/>
                  </a:lnTo>
                  <a:lnTo>
                    <a:pt x="1485900" y="6083"/>
                  </a:lnTo>
                  <a:lnTo>
                    <a:pt x="1485900" y="3454"/>
                  </a:lnTo>
                  <a:close/>
                </a:path>
                <a:path w="4486275" h="3114675">
                  <a:moveTo>
                    <a:pt x="1533525" y="3108604"/>
                  </a:moveTo>
                  <a:lnTo>
                    <a:pt x="1533067" y="3107486"/>
                  </a:lnTo>
                  <a:lnTo>
                    <a:pt x="1531200" y="3105620"/>
                  </a:lnTo>
                  <a:lnTo>
                    <a:pt x="1530083" y="3105150"/>
                  </a:lnTo>
                  <a:lnTo>
                    <a:pt x="1527454" y="3105150"/>
                  </a:lnTo>
                  <a:lnTo>
                    <a:pt x="1526336" y="3105620"/>
                  </a:lnTo>
                  <a:lnTo>
                    <a:pt x="1524469" y="3107486"/>
                  </a:lnTo>
                  <a:lnTo>
                    <a:pt x="1524000" y="3108604"/>
                  </a:lnTo>
                  <a:lnTo>
                    <a:pt x="1524000" y="3111233"/>
                  </a:lnTo>
                  <a:lnTo>
                    <a:pt x="1524469" y="3112351"/>
                  </a:lnTo>
                  <a:lnTo>
                    <a:pt x="1526336" y="3114217"/>
                  </a:lnTo>
                  <a:lnTo>
                    <a:pt x="1527454" y="3114675"/>
                  </a:lnTo>
                  <a:lnTo>
                    <a:pt x="1530083" y="3114675"/>
                  </a:lnTo>
                  <a:lnTo>
                    <a:pt x="1531200" y="3114217"/>
                  </a:lnTo>
                  <a:lnTo>
                    <a:pt x="1533067" y="3112351"/>
                  </a:lnTo>
                  <a:lnTo>
                    <a:pt x="1533525" y="3111233"/>
                  </a:lnTo>
                  <a:lnTo>
                    <a:pt x="1533525" y="3108604"/>
                  </a:lnTo>
                  <a:close/>
                </a:path>
                <a:path w="4486275" h="3114675">
                  <a:moveTo>
                    <a:pt x="1533525" y="2332317"/>
                  </a:moveTo>
                  <a:lnTo>
                    <a:pt x="1533067" y="2331199"/>
                  </a:lnTo>
                  <a:lnTo>
                    <a:pt x="1531200" y="2329332"/>
                  </a:lnTo>
                  <a:lnTo>
                    <a:pt x="1530083" y="2328862"/>
                  </a:lnTo>
                  <a:lnTo>
                    <a:pt x="1527454" y="2328862"/>
                  </a:lnTo>
                  <a:lnTo>
                    <a:pt x="1526336" y="2329332"/>
                  </a:lnTo>
                  <a:lnTo>
                    <a:pt x="1524469" y="2331199"/>
                  </a:lnTo>
                  <a:lnTo>
                    <a:pt x="1524000" y="2332317"/>
                  </a:lnTo>
                  <a:lnTo>
                    <a:pt x="1524000" y="2334945"/>
                  </a:lnTo>
                  <a:lnTo>
                    <a:pt x="1524469" y="2336063"/>
                  </a:lnTo>
                  <a:lnTo>
                    <a:pt x="1526336" y="2337930"/>
                  </a:lnTo>
                  <a:lnTo>
                    <a:pt x="1527454" y="2338387"/>
                  </a:lnTo>
                  <a:lnTo>
                    <a:pt x="1530083" y="2338387"/>
                  </a:lnTo>
                  <a:lnTo>
                    <a:pt x="1531200" y="2337930"/>
                  </a:lnTo>
                  <a:lnTo>
                    <a:pt x="1533067" y="2336063"/>
                  </a:lnTo>
                  <a:lnTo>
                    <a:pt x="1533525" y="2334945"/>
                  </a:lnTo>
                  <a:lnTo>
                    <a:pt x="1533525" y="2332317"/>
                  </a:lnTo>
                  <a:close/>
                </a:path>
                <a:path w="4486275" h="3114675">
                  <a:moveTo>
                    <a:pt x="1533525" y="1556029"/>
                  </a:moveTo>
                  <a:lnTo>
                    <a:pt x="1533067" y="1554911"/>
                  </a:lnTo>
                  <a:lnTo>
                    <a:pt x="1531200" y="1553044"/>
                  </a:lnTo>
                  <a:lnTo>
                    <a:pt x="1530083" y="1552575"/>
                  </a:lnTo>
                  <a:lnTo>
                    <a:pt x="1527454" y="1552575"/>
                  </a:lnTo>
                  <a:lnTo>
                    <a:pt x="1526336" y="1553044"/>
                  </a:lnTo>
                  <a:lnTo>
                    <a:pt x="1524469" y="1554911"/>
                  </a:lnTo>
                  <a:lnTo>
                    <a:pt x="1524000" y="1556029"/>
                  </a:lnTo>
                  <a:lnTo>
                    <a:pt x="1524000" y="1558658"/>
                  </a:lnTo>
                  <a:lnTo>
                    <a:pt x="1524469" y="1559775"/>
                  </a:lnTo>
                  <a:lnTo>
                    <a:pt x="1526336" y="1561642"/>
                  </a:lnTo>
                  <a:lnTo>
                    <a:pt x="1527454" y="1562100"/>
                  </a:lnTo>
                  <a:lnTo>
                    <a:pt x="1530083" y="1562100"/>
                  </a:lnTo>
                  <a:lnTo>
                    <a:pt x="1531200" y="1561642"/>
                  </a:lnTo>
                  <a:lnTo>
                    <a:pt x="1533067" y="1559775"/>
                  </a:lnTo>
                  <a:lnTo>
                    <a:pt x="1533525" y="1558658"/>
                  </a:lnTo>
                  <a:lnTo>
                    <a:pt x="1533525" y="1556029"/>
                  </a:lnTo>
                  <a:close/>
                </a:path>
                <a:path w="4486275" h="3114675">
                  <a:moveTo>
                    <a:pt x="1533525" y="779741"/>
                  </a:moveTo>
                  <a:lnTo>
                    <a:pt x="1533067" y="778624"/>
                  </a:lnTo>
                  <a:lnTo>
                    <a:pt x="1531200" y="776757"/>
                  </a:lnTo>
                  <a:lnTo>
                    <a:pt x="1530083" y="776287"/>
                  </a:lnTo>
                  <a:lnTo>
                    <a:pt x="1527454" y="776287"/>
                  </a:lnTo>
                  <a:lnTo>
                    <a:pt x="1526336" y="776757"/>
                  </a:lnTo>
                  <a:lnTo>
                    <a:pt x="1524469" y="778624"/>
                  </a:lnTo>
                  <a:lnTo>
                    <a:pt x="1524000" y="779741"/>
                  </a:lnTo>
                  <a:lnTo>
                    <a:pt x="1524000" y="782370"/>
                  </a:lnTo>
                  <a:lnTo>
                    <a:pt x="1524469" y="783488"/>
                  </a:lnTo>
                  <a:lnTo>
                    <a:pt x="1526336" y="785355"/>
                  </a:lnTo>
                  <a:lnTo>
                    <a:pt x="1527454" y="785812"/>
                  </a:lnTo>
                  <a:lnTo>
                    <a:pt x="1530083" y="785812"/>
                  </a:lnTo>
                  <a:lnTo>
                    <a:pt x="1531200" y="785355"/>
                  </a:lnTo>
                  <a:lnTo>
                    <a:pt x="1533067" y="783488"/>
                  </a:lnTo>
                  <a:lnTo>
                    <a:pt x="1533525" y="782370"/>
                  </a:lnTo>
                  <a:lnTo>
                    <a:pt x="1533525" y="779741"/>
                  </a:lnTo>
                  <a:close/>
                </a:path>
                <a:path w="4486275" h="3114675">
                  <a:moveTo>
                    <a:pt x="1533525" y="3454"/>
                  </a:moveTo>
                  <a:lnTo>
                    <a:pt x="1533067" y="2336"/>
                  </a:lnTo>
                  <a:lnTo>
                    <a:pt x="1531200" y="469"/>
                  </a:lnTo>
                  <a:lnTo>
                    <a:pt x="1530083" y="0"/>
                  </a:lnTo>
                  <a:lnTo>
                    <a:pt x="1527454" y="0"/>
                  </a:lnTo>
                  <a:lnTo>
                    <a:pt x="1526336" y="469"/>
                  </a:lnTo>
                  <a:lnTo>
                    <a:pt x="1524469" y="2336"/>
                  </a:lnTo>
                  <a:lnTo>
                    <a:pt x="1524000" y="3454"/>
                  </a:lnTo>
                  <a:lnTo>
                    <a:pt x="1524000" y="6083"/>
                  </a:lnTo>
                  <a:lnTo>
                    <a:pt x="1524469" y="7200"/>
                  </a:lnTo>
                  <a:lnTo>
                    <a:pt x="1526336" y="9067"/>
                  </a:lnTo>
                  <a:lnTo>
                    <a:pt x="1527454" y="9525"/>
                  </a:lnTo>
                  <a:lnTo>
                    <a:pt x="1530083" y="9525"/>
                  </a:lnTo>
                  <a:lnTo>
                    <a:pt x="1531200" y="9067"/>
                  </a:lnTo>
                  <a:lnTo>
                    <a:pt x="1533067" y="7200"/>
                  </a:lnTo>
                  <a:lnTo>
                    <a:pt x="1533525" y="6083"/>
                  </a:lnTo>
                  <a:lnTo>
                    <a:pt x="1533525" y="3454"/>
                  </a:lnTo>
                  <a:close/>
                </a:path>
                <a:path w="4486275" h="3114675">
                  <a:moveTo>
                    <a:pt x="1581150" y="3108604"/>
                  </a:moveTo>
                  <a:lnTo>
                    <a:pt x="1580692" y="3107486"/>
                  </a:lnTo>
                  <a:lnTo>
                    <a:pt x="1578825" y="3105620"/>
                  </a:lnTo>
                  <a:lnTo>
                    <a:pt x="1577708" y="3105150"/>
                  </a:lnTo>
                  <a:lnTo>
                    <a:pt x="1575079" y="3105150"/>
                  </a:lnTo>
                  <a:lnTo>
                    <a:pt x="1573961" y="3105620"/>
                  </a:lnTo>
                  <a:lnTo>
                    <a:pt x="1572094" y="3107486"/>
                  </a:lnTo>
                  <a:lnTo>
                    <a:pt x="1571625" y="3108604"/>
                  </a:lnTo>
                  <a:lnTo>
                    <a:pt x="1571625" y="3111233"/>
                  </a:lnTo>
                  <a:lnTo>
                    <a:pt x="1572094" y="3112351"/>
                  </a:lnTo>
                  <a:lnTo>
                    <a:pt x="1573961" y="3114217"/>
                  </a:lnTo>
                  <a:lnTo>
                    <a:pt x="1575079" y="3114675"/>
                  </a:lnTo>
                  <a:lnTo>
                    <a:pt x="1577708" y="3114675"/>
                  </a:lnTo>
                  <a:lnTo>
                    <a:pt x="1578825" y="3114217"/>
                  </a:lnTo>
                  <a:lnTo>
                    <a:pt x="1580692" y="3112351"/>
                  </a:lnTo>
                  <a:lnTo>
                    <a:pt x="1581150" y="3111233"/>
                  </a:lnTo>
                  <a:lnTo>
                    <a:pt x="1581150" y="3108604"/>
                  </a:lnTo>
                  <a:close/>
                </a:path>
                <a:path w="4486275" h="3114675">
                  <a:moveTo>
                    <a:pt x="1581150" y="2332317"/>
                  </a:moveTo>
                  <a:lnTo>
                    <a:pt x="1580692" y="2331199"/>
                  </a:lnTo>
                  <a:lnTo>
                    <a:pt x="1578825" y="2329332"/>
                  </a:lnTo>
                  <a:lnTo>
                    <a:pt x="1577708" y="2328862"/>
                  </a:lnTo>
                  <a:lnTo>
                    <a:pt x="1575079" y="2328862"/>
                  </a:lnTo>
                  <a:lnTo>
                    <a:pt x="1573961" y="2329332"/>
                  </a:lnTo>
                  <a:lnTo>
                    <a:pt x="1572094" y="2331199"/>
                  </a:lnTo>
                  <a:lnTo>
                    <a:pt x="1571625" y="2332317"/>
                  </a:lnTo>
                  <a:lnTo>
                    <a:pt x="1571625" y="2334945"/>
                  </a:lnTo>
                  <a:lnTo>
                    <a:pt x="1572094" y="2336063"/>
                  </a:lnTo>
                  <a:lnTo>
                    <a:pt x="1573961" y="2337930"/>
                  </a:lnTo>
                  <a:lnTo>
                    <a:pt x="1575079" y="2338387"/>
                  </a:lnTo>
                  <a:lnTo>
                    <a:pt x="1577708" y="2338387"/>
                  </a:lnTo>
                  <a:lnTo>
                    <a:pt x="1578825" y="2337930"/>
                  </a:lnTo>
                  <a:lnTo>
                    <a:pt x="1580692" y="2336063"/>
                  </a:lnTo>
                  <a:lnTo>
                    <a:pt x="1581150" y="2334945"/>
                  </a:lnTo>
                  <a:lnTo>
                    <a:pt x="1581150" y="2332317"/>
                  </a:lnTo>
                  <a:close/>
                </a:path>
                <a:path w="4486275" h="3114675">
                  <a:moveTo>
                    <a:pt x="1581150" y="1556029"/>
                  </a:moveTo>
                  <a:lnTo>
                    <a:pt x="1580692" y="1554911"/>
                  </a:lnTo>
                  <a:lnTo>
                    <a:pt x="1578825" y="1553044"/>
                  </a:lnTo>
                  <a:lnTo>
                    <a:pt x="1577708" y="1552575"/>
                  </a:lnTo>
                  <a:lnTo>
                    <a:pt x="1575079" y="1552575"/>
                  </a:lnTo>
                  <a:lnTo>
                    <a:pt x="1573961" y="1553044"/>
                  </a:lnTo>
                  <a:lnTo>
                    <a:pt x="1572094" y="1554911"/>
                  </a:lnTo>
                  <a:lnTo>
                    <a:pt x="1571625" y="1556029"/>
                  </a:lnTo>
                  <a:lnTo>
                    <a:pt x="1571625" y="1558658"/>
                  </a:lnTo>
                  <a:lnTo>
                    <a:pt x="1572094" y="1559775"/>
                  </a:lnTo>
                  <a:lnTo>
                    <a:pt x="1573961" y="1561642"/>
                  </a:lnTo>
                  <a:lnTo>
                    <a:pt x="1575079" y="1562100"/>
                  </a:lnTo>
                  <a:lnTo>
                    <a:pt x="1577708" y="1562100"/>
                  </a:lnTo>
                  <a:lnTo>
                    <a:pt x="1578825" y="1561642"/>
                  </a:lnTo>
                  <a:lnTo>
                    <a:pt x="1580692" y="1559775"/>
                  </a:lnTo>
                  <a:lnTo>
                    <a:pt x="1581150" y="1558658"/>
                  </a:lnTo>
                  <a:lnTo>
                    <a:pt x="1581150" y="1556029"/>
                  </a:lnTo>
                  <a:close/>
                </a:path>
                <a:path w="4486275" h="3114675">
                  <a:moveTo>
                    <a:pt x="1581150" y="779741"/>
                  </a:moveTo>
                  <a:lnTo>
                    <a:pt x="1580692" y="778624"/>
                  </a:lnTo>
                  <a:lnTo>
                    <a:pt x="1578825" y="776757"/>
                  </a:lnTo>
                  <a:lnTo>
                    <a:pt x="1577708" y="776287"/>
                  </a:lnTo>
                  <a:lnTo>
                    <a:pt x="1575079" y="776287"/>
                  </a:lnTo>
                  <a:lnTo>
                    <a:pt x="1573961" y="776757"/>
                  </a:lnTo>
                  <a:lnTo>
                    <a:pt x="1572094" y="778624"/>
                  </a:lnTo>
                  <a:lnTo>
                    <a:pt x="1571625" y="779741"/>
                  </a:lnTo>
                  <a:lnTo>
                    <a:pt x="1571625" y="782370"/>
                  </a:lnTo>
                  <a:lnTo>
                    <a:pt x="1572094" y="783488"/>
                  </a:lnTo>
                  <a:lnTo>
                    <a:pt x="1573961" y="785355"/>
                  </a:lnTo>
                  <a:lnTo>
                    <a:pt x="1575079" y="785812"/>
                  </a:lnTo>
                  <a:lnTo>
                    <a:pt x="1577708" y="785812"/>
                  </a:lnTo>
                  <a:lnTo>
                    <a:pt x="1578825" y="785355"/>
                  </a:lnTo>
                  <a:lnTo>
                    <a:pt x="1580692" y="783488"/>
                  </a:lnTo>
                  <a:lnTo>
                    <a:pt x="1581150" y="782370"/>
                  </a:lnTo>
                  <a:lnTo>
                    <a:pt x="1581150" y="779741"/>
                  </a:lnTo>
                  <a:close/>
                </a:path>
                <a:path w="4486275" h="3114675">
                  <a:moveTo>
                    <a:pt x="1581150" y="3454"/>
                  </a:moveTo>
                  <a:lnTo>
                    <a:pt x="1580692" y="2336"/>
                  </a:lnTo>
                  <a:lnTo>
                    <a:pt x="1578825" y="469"/>
                  </a:lnTo>
                  <a:lnTo>
                    <a:pt x="1577708" y="0"/>
                  </a:lnTo>
                  <a:lnTo>
                    <a:pt x="1575079" y="0"/>
                  </a:lnTo>
                  <a:lnTo>
                    <a:pt x="1573961" y="469"/>
                  </a:lnTo>
                  <a:lnTo>
                    <a:pt x="1572094" y="2336"/>
                  </a:lnTo>
                  <a:lnTo>
                    <a:pt x="1571625" y="3454"/>
                  </a:lnTo>
                  <a:lnTo>
                    <a:pt x="1571625" y="6083"/>
                  </a:lnTo>
                  <a:lnTo>
                    <a:pt x="1572094" y="7200"/>
                  </a:lnTo>
                  <a:lnTo>
                    <a:pt x="1573961" y="9067"/>
                  </a:lnTo>
                  <a:lnTo>
                    <a:pt x="1575079" y="9525"/>
                  </a:lnTo>
                  <a:lnTo>
                    <a:pt x="1577708" y="9525"/>
                  </a:lnTo>
                  <a:lnTo>
                    <a:pt x="1578825" y="9067"/>
                  </a:lnTo>
                  <a:lnTo>
                    <a:pt x="1580692" y="7200"/>
                  </a:lnTo>
                  <a:lnTo>
                    <a:pt x="1581150" y="6083"/>
                  </a:lnTo>
                  <a:lnTo>
                    <a:pt x="1581150" y="3454"/>
                  </a:lnTo>
                  <a:close/>
                </a:path>
                <a:path w="4486275" h="3114675">
                  <a:moveTo>
                    <a:pt x="1628775" y="3108604"/>
                  </a:moveTo>
                  <a:lnTo>
                    <a:pt x="1628317" y="3107486"/>
                  </a:lnTo>
                  <a:lnTo>
                    <a:pt x="1626450" y="3105620"/>
                  </a:lnTo>
                  <a:lnTo>
                    <a:pt x="1625333" y="3105150"/>
                  </a:lnTo>
                  <a:lnTo>
                    <a:pt x="1622704" y="3105150"/>
                  </a:lnTo>
                  <a:lnTo>
                    <a:pt x="1621586" y="3105620"/>
                  </a:lnTo>
                  <a:lnTo>
                    <a:pt x="1619719" y="3107486"/>
                  </a:lnTo>
                  <a:lnTo>
                    <a:pt x="1619250" y="3108604"/>
                  </a:lnTo>
                  <a:lnTo>
                    <a:pt x="1619250" y="3111233"/>
                  </a:lnTo>
                  <a:lnTo>
                    <a:pt x="1619719" y="3112351"/>
                  </a:lnTo>
                  <a:lnTo>
                    <a:pt x="1621586" y="3114217"/>
                  </a:lnTo>
                  <a:lnTo>
                    <a:pt x="1622704" y="3114675"/>
                  </a:lnTo>
                  <a:lnTo>
                    <a:pt x="1625333" y="3114675"/>
                  </a:lnTo>
                  <a:lnTo>
                    <a:pt x="1626450" y="3114217"/>
                  </a:lnTo>
                  <a:lnTo>
                    <a:pt x="1628317" y="3112351"/>
                  </a:lnTo>
                  <a:lnTo>
                    <a:pt x="1628775" y="3111233"/>
                  </a:lnTo>
                  <a:lnTo>
                    <a:pt x="1628775" y="3108604"/>
                  </a:lnTo>
                  <a:close/>
                </a:path>
                <a:path w="4486275" h="3114675">
                  <a:moveTo>
                    <a:pt x="1628775" y="2332317"/>
                  </a:moveTo>
                  <a:lnTo>
                    <a:pt x="1628317" y="2331199"/>
                  </a:lnTo>
                  <a:lnTo>
                    <a:pt x="1626450" y="2329332"/>
                  </a:lnTo>
                  <a:lnTo>
                    <a:pt x="1625333" y="2328862"/>
                  </a:lnTo>
                  <a:lnTo>
                    <a:pt x="1622704" y="2328862"/>
                  </a:lnTo>
                  <a:lnTo>
                    <a:pt x="1621586" y="2329332"/>
                  </a:lnTo>
                  <a:lnTo>
                    <a:pt x="1619719" y="2331199"/>
                  </a:lnTo>
                  <a:lnTo>
                    <a:pt x="1619250" y="2332317"/>
                  </a:lnTo>
                  <a:lnTo>
                    <a:pt x="1619250" y="2334945"/>
                  </a:lnTo>
                  <a:lnTo>
                    <a:pt x="1619719" y="2336063"/>
                  </a:lnTo>
                  <a:lnTo>
                    <a:pt x="1621586" y="2337930"/>
                  </a:lnTo>
                  <a:lnTo>
                    <a:pt x="1622704" y="2338387"/>
                  </a:lnTo>
                  <a:lnTo>
                    <a:pt x="1625333" y="2338387"/>
                  </a:lnTo>
                  <a:lnTo>
                    <a:pt x="1626450" y="2337930"/>
                  </a:lnTo>
                  <a:lnTo>
                    <a:pt x="1628317" y="2336063"/>
                  </a:lnTo>
                  <a:lnTo>
                    <a:pt x="1628775" y="2334945"/>
                  </a:lnTo>
                  <a:lnTo>
                    <a:pt x="1628775" y="2332317"/>
                  </a:lnTo>
                  <a:close/>
                </a:path>
                <a:path w="4486275" h="3114675">
                  <a:moveTo>
                    <a:pt x="1628775" y="1556029"/>
                  </a:moveTo>
                  <a:lnTo>
                    <a:pt x="1628317" y="1554911"/>
                  </a:lnTo>
                  <a:lnTo>
                    <a:pt x="1626450" y="1553044"/>
                  </a:lnTo>
                  <a:lnTo>
                    <a:pt x="1625333" y="1552575"/>
                  </a:lnTo>
                  <a:lnTo>
                    <a:pt x="1622704" y="1552575"/>
                  </a:lnTo>
                  <a:lnTo>
                    <a:pt x="1621586" y="1553044"/>
                  </a:lnTo>
                  <a:lnTo>
                    <a:pt x="1619719" y="1554911"/>
                  </a:lnTo>
                  <a:lnTo>
                    <a:pt x="1619250" y="1556029"/>
                  </a:lnTo>
                  <a:lnTo>
                    <a:pt x="1619250" y="1558658"/>
                  </a:lnTo>
                  <a:lnTo>
                    <a:pt x="1619719" y="1559775"/>
                  </a:lnTo>
                  <a:lnTo>
                    <a:pt x="1621586" y="1561642"/>
                  </a:lnTo>
                  <a:lnTo>
                    <a:pt x="1622704" y="1562100"/>
                  </a:lnTo>
                  <a:lnTo>
                    <a:pt x="1625333" y="1562100"/>
                  </a:lnTo>
                  <a:lnTo>
                    <a:pt x="1626450" y="1561642"/>
                  </a:lnTo>
                  <a:lnTo>
                    <a:pt x="1628317" y="1559775"/>
                  </a:lnTo>
                  <a:lnTo>
                    <a:pt x="1628775" y="1558658"/>
                  </a:lnTo>
                  <a:lnTo>
                    <a:pt x="1628775" y="1556029"/>
                  </a:lnTo>
                  <a:close/>
                </a:path>
                <a:path w="4486275" h="3114675">
                  <a:moveTo>
                    <a:pt x="1628775" y="779741"/>
                  </a:moveTo>
                  <a:lnTo>
                    <a:pt x="1628317" y="778624"/>
                  </a:lnTo>
                  <a:lnTo>
                    <a:pt x="1626450" y="776757"/>
                  </a:lnTo>
                  <a:lnTo>
                    <a:pt x="1625333" y="776287"/>
                  </a:lnTo>
                  <a:lnTo>
                    <a:pt x="1622704" y="776287"/>
                  </a:lnTo>
                  <a:lnTo>
                    <a:pt x="1621586" y="776757"/>
                  </a:lnTo>
                  <a:lnTo>
                    <a:pt x="1619719" y="778624"/>
                  </a:lnTo>
                  <a:lnTo>
                    <a:pt x="1619250" y="779741"/>
                  </a:lnTo>
                  <a:lnTo>
                    <a:pt x="1619250" y="782370"/>
                  </a:lnTo>
                  <a:lnTo>
                    <a:pt x="1619719" y="783488"/>
                  </a:lnTo>
                  <a:lnTo>
                    <a:pt x="1621586" y="785355"/>
                  </a:lnTo>
                  <a:lnTo>
                    <a:pt x="1622704" y="785812"/>
                  </a:lnTo>
                  <a:lnTo>
                    <a:pt x="1625333" y="785812"/>
                  </a:lnTo>
                  <a:lnTo>
                    <a:pt x="1626450" y="785355"/>
                  </a:lnTo>
                  <a:lnTo>
                    <a:pt x="1628317" y="783488"/>
                  </a:lnTo>
                  <a:lnTo>
                    <a:pt x="1628775" y="782370"/>
                  </a:lnTo>
                  <a:lnTo>
                    <a:pt x="1628775" y="779741"/>
                  </a:lnTo>
                  <a:close/>
                </a:path>
                <a:path w="4486275" h="3114675">
                  <a:moveTo>
                    <a:pt x="1628775" y="3454"/>
                  </a:moveTo>
                  <a:lnTo>
                    <a:pt x="1628317" y="2336"/>
                  </a:lnTo>
                  <a:lnTo>
                    <a:pt x="1626450" y="469"/>
                  </a:lnTo>
                  <a:lnTo>
                    <a:pt x="1625333" y="0"/>
                  </a:lnTo>
                  <a:lnTo>
                    <a:pt x="1622704" y="0"/>
                  </a:lnTo>
                  <a:lnTo>
                    <a:pt x="1621586" y="469"/>
                  </a:lnTo>
                  <a:lnTo>
                    <a:pt x="1619719" y="2336"/>
                  </a:lnTo>
                  <a:lnTo>
                    <a:pt x="1619250" y="3454"/>
                  </a:lnTo>
                  <a:lnTo>
                    <a:pt x="1619250" y="6083"/>
                  </a:lnTo>
                  <a:lnTo>
                    <a:pt x="1619719" y="7200"/>
                  </a:lnTo>
                  <a:lnTo>
                    <a:pt x="1621586" y="9067"/>
                  </a:lnTo>
                  <a:lnTo>
                    <a:pt x="1622704" y="9525"/>
                  </a:lnTo>
                  <a:lnTo>
                    <a:pt x="1625333" y="9525"/>
                  </a:lnTo>
                  <a:lnTo>
                    <a:pt x="1626450" y="9067"/>
                  </a:lnTo>
                  <a:lnTo>
                    <a:pt x="1628317" y="7200"/>
                  </a:lnTo>
                  <a:lnTo>
                    <a:pt x="1628775" y="6083"/>
                  </a:lnTo>
                  <a:lnTo>
                    <a:pt x="1628775" y="3454"/>
                  </a:lnTo>
                  <a:close/>
                </a:path>
                <a:path w="4486275" h="3114675">
                  <a:moveTo>
                    <a:pt x="1676400" y="3108604"/>
                  </a:moveTo>
                  <a:lnTo>
                    <a:pt x="1675942" y="3107486"/>
                  </a:lnTo>
                  <a:lnTo>
                    <a:pt x="1674075" y="3105620"/>
                  </a:lnTo>
                  <a:lnTo>
                    <a:pt x="1672958" y="3105150"/>
                  </a:lnTo>
                  <a:lnTo>
                    <a:pt x="1670329" y="3105150"/>
                  </a:lnTo>
                  <a:lnTo>
                    <a:pt x="1669211" y="3105620"/>
                  </a:lnTo>
                  <a:lnTo>
                    <a:pt x="1667344" y="3107486"/>
                  </a:lnTo>
                  <a:lnTo>
                    <a:pt x="1666875" y="3108604"/>
                  </a:lnTo>
                  <a:lnTo>
                    <a:pt x="1666875" y="3111233"/>
                  </a:lnTo>
                  <a:lnTo>
                    <a:pt x="1667344" y="3112351"/>
                  </a:lnTo>
                  <a:lnTo>
                    <a:pt x="1669211" y="3114217"/>
                  </a:lnTo>
                  <a:lnTo>
                    <a:pt x="1670329" y="3114675"/>
                  </a:lnTo>
                  <a:lnTo>
                    <a:pt x="1672958" y="3114675"/>
                  </a:lnTo>
                  <a:lnTo>
                    <a:pt x="1674075" y="3114217"/>
                  </a:lnTo>
                  <a:lnTo>
                    <a:pt x="1675942" y="3112351"/>
                  </a:lnTo>
                  <a:lnTo>
                    <a:pt x="1676400" y="3111233"/>
                  </a:lnTo>
                  <a:lnTo>
                    <a:pt x="1676400" y="3108604"/>
                  </a:lnTo>
                  <a:close/>
                </a:path>
                <a:path w="4486275" h="3114675">
                  <a:moveTo>
                    <a:pt x="1676400" y="2332317"/>
                  </a:moveTo>
                  <a:lnTo>
                    <a:pt x="1675942" y="2331199"/>
                  </a:lnTo>
                  <a:lnTo>
                    <a:pt x="1674075" y="2329332"/>
                  </a:lnTo>
                  <a:lnTo>
                    <a:pt x="1672958" y="2328862"/>
                  </a:lnTo>
                  <a:lnTo>
                    <a:pt x="1670329" y="2328862"/>
                  </a:lnTo>
                  <a:lnTo>
                    <a:pt x="1669211" y="2329332"/>
                  </a:lnTo>
                  <a:lnTo>
                    <a:pt x="1667344" y="2331199"/>
                  </a:lnTo>
                  <a:lnTo>
                    <a:pt x="1666875" y="2332317"/>
                  </a:lnTo>
                  <a:lnTo>
                    <a:pt x="1666875" y="2334945"/>
                  </a:lnTo>
                  <a:lnTo>
                    <a:pt x="1667344" y="2336063"/>
                  </a:lnTo>
                  <a:lnTo>
                    <a:pt x="1669211" y="2337930"/>
                  </a:lnTo>
                  <a:lnTo>
                    <a:pt x="1670329" y="2338387"/>
                  </a:lnTo>
                  <a:lnTo>
                    <a:pt x="1672958" y="2338387"/>
                  </a:lnTo>
                  <a:lnTo>
                    <a:pt x="1674075" y="2337930"/>
                  </a:lnTo>
                  <a:lnTo>
                    <a:pt x="1675942" y="2336063"/>
                  </a:lnTo>
                  <a:lnTo>
                    <a:pt x="1676400" y="2334945"/>
                  </a:lnTo>
                  <a:lnTo>
                    <a:pt x="1676400" y="2332317"/>
                  </a:lnTo>
                  <a:close/>
                </a:path>
                <a:path w="4486275" h="3114675">
                  <a:moveTo>
                    <a:pt x="1676400" y="1556029"/>
                  </a:moveTo>
                  <a:lnTo>
                    <a:pt x="1675942" y="1554911"/>
                  </a:lnTo>
                  <a:lnTo>
                    <a:pt x="1674075" y="1553044"/>
                  </a:lnTo>
                  <a:lnTo>
                    <a:pt x="1672958" y="1552575"/>
                  </a:lnTo>
                  <a:lnTo>
                    <a:pt x="1670329" y="1552575"/>
                  </a:lnTo>
                  <a:lnTo>
                    <a:pt x="1669211" y="1553044"/>
                  </a:lnTo>
                  <a:lnTo>
                    <a:pt x="1667344" y="1554911"/>
                  </a:lnTo>
                  <a:lnTo>
                    <a:pt x="1666875" y="1556029"/>
                  </a:lnTo>
                  <a:lnTo>
                    <a:pt x="1666875" y="1558658"/>
                  </a:lnTo>
                  <a:lnTo>
                    <a:pt x="1667344" y="1559775"/>
                  </a:lnTo>
                  <a:lnTo>
                    <a:pt x="1669211" y="1561642"/>
                  </a:lnTo>
                  <a:lnTo>
                    <a:pt x="1670329" y="1562100"/>
                  </a:lnTo>
                  <a:lnTo>
                    <a:pt x="1672958" y="1562100"/>
                  </a:lnTo>
                  <a:lnTo>
                    <a:pt x="1674075" y="1561642"/>
                  </a:lnTo>
                  <a:lnTo>
                    <a:pt x="1675942" y="1559775"/>
                  </a:lnTo>
                  <a:lnTo>
                    <a:pt x="1676400" y="1558658"/>
                  </a:lnTo>
                  <a:lnTo>
                    <a:pt x="1676400" y="1556029"/>
                  </a:lnTo>
                  <a:close/>
                </a:path>
                <a:path w="4486275" h="3114675">
                  <a:moveTo>
                    <a:pt x="1676400" y="779741"/>
                  </a:moveTo>
                  <a:lnTo>
                    <a:pt x="1675942" y="778624"/>
                  </a:lnTo>
                  <a:lnTo>
                    <a:pt x="1674075" y="776757"/>
                  </a:lnTo>
                  <a:lnTo>
                    <a:pt x="1672958" y="776287"/>
                  </a:lnTo>
                  <a:lnTo>
                    <a:pt x="1670329" y="776287"/>
                  </a:lnTo>
                  <a:lnTo>
                    <a:pt x="1669211" y="776757"/>
                  </a:lnTo>
                  <a:lnTo>
                    <a:pt x="1667344" y="778624"/>
                  </a:lnTo>
                  <a:lnTo>
                    <a:pt x="1666875" y="779741"/>
                  </a:lnTo>
                  <a:lnTo>
                    <a:pt x="1666875" y="782370"/>
                  </a:lnTo>
                  <a:lnTo>
                    <a:pt x="1667344" y="783488"/>
                  </a:lnTo>
                  <a:lnTo>
                    <a:pt x="1669211" y="785355"/>
                  </a:lnTo>
                  <a:lnTo>
                    <a:pt x="1670329" y="785812"/>
                  </a:lnTo>
                  <a:lnTo>
                    <a:pt x="1672958" y="785812"/>
                  </a:lnTo>
                  <a:lnTo>
                    <a:pt x="1674075" y="785355"/>
                  </a:lnTo>
                  <a:lnTo>
                    <a:pt x="1675942" y="783488"/>
                  </a:lnTo>
                  <a:lnTo>
                    <a:pt x="1676400" y="782370"/>
                  </a:lnTo>
                  <a:lnTo>
                    <a:pt x="1676400" y="779741"/>
                  </a:lnTo>
                  <a:close/>
                </a:path>
                <a:path w="4486275" h="3114675">
                  <a:moveTo>
                    <a:pt x="1676400" y="3454"/>
                  </a:moveTo>
                  <a:lnTo>
                    <a:pt x="1675942" y="2336"/>
                  </a:lnTo>
                  <a:lnTo>
                    <a:pt x="1674075" y="469"/>
                  </a:lnTo>
                  <a:lnTo>
                    <a:pt x="1672958" y="0"/>
                  </a:lnTo>
                  <a:lnTo>
                    <a:pt x="1670329" y="0"/>
                  </a:lnTo>
                  <a:lnTo>
                    <a:pt x="1669211" y="469"/>
                  </a:lnTo>
                  <a:lnTo>
                    <a:pt x="1667344" y="2336"/>
                  </a:lnTo>
                  <a:lnTo>
                    <a:pt x="1666875" y="3454"/>
                  </a:lnTo>
                  <a:lnTo>
                    <a:pt x="1666875" y="6083"/>
                  </a:lnTo>
                  <a:lnTo>
                    <a:pt x="1667344" y="7200"/>
                  </a:lnTo>
                  <a:lnTo>
                    <a:pt x="1669211" y="9067"/>
                  </a:lnTo>
                  <a:lnTo>
                    <a:pt x="1670329" y="9525"/>
                  </a:lnTo>
                  <a:lnTo>
                    <a:pt x="1672958" y="9525"/>
                  </a:lnTo>
                  <a:lnTo>
                    <a:pt x="1674075" y="9067"/>
                  </a:lnTo>
                  <a:lnTo>
                    <a:pt x="1675942" y="7200"/>
                  </a:lnTo>
                  <a:lnTo>
                    <a:pt x="1676400" y="6083"/>
                  </a:lnTo>
                  <a:lnTo>
                    <a:pt x="1676400" y="3454"/>
                  </a:lnTo>
                  <a:close/>
                </a:path>
                <a:path w="4486275" h="3114675">
                  <a:moveTo>
                    <a:pt x="1724025" y="3108604"/>
                  </a:moveTo>
                  <a:lnTo>
                    <a:pt x="1723567" y="3107486"/>
                  </a:lnTo>
                  <a:lnTo>
                    <a:pt x="1721700" y="3105620"/>
                  </a:lnTo>
                  <a:lnTo>
                    <a:pt x="1720583" y="3105150"/>
                  </a:lnTo>
                  <a:lnTo>
                    <a:pt x="1717954" y="3105150"/>
                  </a:lnTo>
                  <a:lnTo>
                    <a:pt x="1716836" y="3105620"/>
                  </a:lnTo>
                  <a:lnTo>
                    <a:pt x="1714969" y="3107486"/>
                  </a:lnTo>
                  <a:lnTo>
                    <a:pt x="1714500" y="3108604"/>
                  </a:lnTo>
                  <a:lnTo>
                    <a:pt x="1714500" y="3111233"/>
                  </a:lnTo>
                  <a:lnTo>
                    <a:pt x="1714969" y="3112351"/>
                  </a:lnTo>
                  <a:lnTo>
                    <a:pt x="1716836" y="3114217"/>
                  </a:lnTo>
                  <a:lnTo>
                    <a:pt x="1717954" y="3114675"/>
                  </a:lnTo>
                  <a:lnTo>
                    <a:pt x="1720583" y="3114675"/>
                  </a:lnTo>
                  <a:lnTo>
                    <a:pt x="1721700" y="3114217"/>
                  </a:lnTo>
                  <a:lnTo>
                    <a:pt x="1723567" y="3112351"/>
                  </a:lnTo>
                  <a:lnTo>
                    <a:pt x="1724025" y="3111233"/>
                  </a:lnTo>
                  <a:lnTo>
                    <a:pt x="1724025" y="3108604"/>
                  </a:lnTo>
                  <a:close/>
                </a:path>
                <a:path w="4486275" h="3114675">
                  <a:moveTo>
                    <a:pt x="1724025" y="2332317"/>
                  </a:moveTo>
                  <a:lnTo>
                    <a:pt x="1723567" y="2331199"/>
                  </a:lnTo>
                  <a:lnTo>
                    <a:pt x="1721700" y="2329332"/>
                  </a:lnTo>
                  <a:lnTo>
                    <a:pt x="1720583" y="2328862"/>
                  </a:lnTo>
                  <a:lnTo>
                    <a:pt x="1717954" y="2328862"/>
                  </a:lnTo>
                  <a:lnTo>
                    <a:pt x="1716836" y="2329332"/>
                  </a:lnTo>
                  <a:lnTo>
                    <a:pt x="1714969" y="2331199"/>
                  </a:lnTo>
                  <a:lnTo>
                    <a:pt x="1714500" y="2332317"/>
                  </a:lnTo>
                  <a:lnTo>
                    <a:pt x="1714500" y="2334945"/>
                  </a:lnTo>
                  <a:lnTo>
                    <a:pt x="1714969" y="2336063"/>
                  </a:lnTo>
                  <a:lnTo>
                    <a:pt x="1716836" y="2337930"/>
                  </a:lnTo>
                  <a:lnTo>
                    <a:pt x="1717954" y="2338387"/>
                  </a:lnTo>
                  <a:lnTo>
                    <a:pt x="1720583" y="2338387"/>
                  </a:lnTo>
                  <a:lnTo>
                    <a:pt x="1721700" y="2337930"/>
                  </a:lnTo>
                  <a:lnTo>
                    <a:pt x="1723567" y="2336063"/>
                  </a:lnTo>
                  <a:lnTo>
                    <a:pt x="1724025" y="2334945"/>
                  </a:lnTo>
                  <a:lnTo>
                    <a:pt x="1724025" y="2332317"/>
                  </a:lnTo>
                  <a:close/>
                </a:path>
                <a:path w="4486275" h="3114675">
                  <a:moveTo>
                    <a:pt x="1724025" y="1556029"/>
                  </a:moveTo>
                  <a:lnTo>
                    <a:pt x="1723567" y="1554911"/>
                  </a:lnTo>
                  <a:lnTo>
                    <a:pt x="1721700" y="1553044"/>
                  </a:lnTo>
                  <a:lnTo>
                    <a:pt x="1720583" y="1552575"/>
                  </a:lnTo>
                  <a:lnTo>
                    <a:pt x="1717954" y="1552575"/>
                  </a:lnTo>
                  <a:lnTo>
                    <a:pt x="1716836" y="1553044"/>
                  </a:lnTo>
                  <a:lnTo>
                    <a:pt x="1714969" y="1554911"/>
                  </a:lnTo>
                  <a:lnTo>
                    <a:pt x="1714500" y="1556029"/>
                  </a:lnTo>
                  <a:lnTo>
                    <a:pt x="1714500" y="1558658"/>
                  </a:lnTo>
                  <a:lnTo>
                    <a:pt x="1714969" y="1559775"/>
                  </a:lnTo>
                  <a:lnTo>
                    <a:pt x="1716836" y="1561642"/>
                  </a:lnTo>
                  <a:lnTo>
                    <a:pt x="1717954" y="1562100"/>
                  </a:lnTo>
                  <a:lnTo>
                    <a:pt x="1720583" y="1562100"/>
                  </a:lnTo>
                  <a:lnTo>
                    <a:pt x="1721700" y="1561642"/>
                  </a:lnTo>
                  <a:lnTo>
                    <a:pt x="1723567" y="1559775"/>
                  </a:lnTo>
                  <a:lnTo>
                    <a:pt x="1724025" y="1558658"/>
                  </a:lnTo>
                  <a:lnTo>
                    <a:pt x="1724025" y="1556029"/>
                  </a:lnTo>
                  <a:close/>
                </a:path>
                <a:path w="4486275" h="3114675">
                  <a:moveTo>
                    <a:pt x="1724025" y="779741"/>
                  </a:moveTo>
                  <a:lnTo>
                    <a:pt x="1723567" y="778624"/>
                  </a:lnTo>
                  <a:lnTo>
                    <a:pt x="1721700" y="776757"/>
                  </a:lnTo>
                  <a:lnTo>
                    <a:pt x="1720583" y="776287"/>
                  </a:lnTo>
                  <a:lnTo>
                    <a:pt x="1717954" y="776287"/>
                  </a:lnTo>
                  <a:lnTo>
                    <a:pt x="1716836" y="776757"/>
                  </a:lnTo>
                  <a:lnTo>
                    <a:pt x="1714969" y="778624"/>
                  </a:lnTo>
                  <a:lnTo>
                    <a:pt x="1714500" y="779741"/>
                  </a:lnTo>
                  <a:lnTo>
                    <a:pt x="1714500" y="782370"/>
                  </a:lnTo>
                  <a:lnTo>
                    <a:pt x="1714969" y="783488"/>
                  </a:lnTo>
                  <a:lnTo>
                    <a:pt x="1716836" y="785355"/>
                  </a:lnTo>
                  <a:lnTo>
                    <a:pt x="1717954" y="785812"/>
                  </a:lnTo>
                  <a:lnTo>
                    <a:pt x="1720583" y="785812"/>
                  </a:lnTo>
                  <a:lnTo>
                    <a:pt x="1721700" y="785355"/>
                  </a:lnTo>
                  <a:lnTo>
                    <a:pt x="1723567" y="783488"/>
                  </a:lnTo>
                  <a:lnTo>
                    <a:pt x="1724025" y="782370"/>
                  </a:lnTo>
                  <a:lnTo>
                    <a:pt x="1724025" y="779741"/>
                  </a:lnTo>
                  <a:close/>
                </a:path>
                <a:path w="4486275" h="3114675">
                  <a:moveTo>
                    <a:pt x="1724025" y="3454"/>
                  </a:moveTo>
                  <a:lnTo>
                    <a:pt x="1723567" y="2336"/>
                  </a:lnTo>
                  <a:lnTo>
                    <a:pt x="1721700" y="469"/>
                  </a:lnTo>
                  <a:lnTo>
                    <a:pt x="1720583" y="0"/>
                  </a:lnTo>
                  <a:lnTo>
                    <a:pt x="1717954" y="0"/>
                  </a:lnTo>
                  <a:lnTo>
                    <a:pt x="1716836" y="469"/>
                  </a:lnTo>
                  <a:lnTo>
                    <a:pt x="1714969" y="2336"/>
                  </a:lnTo>
                  <a:lnTo>
                    <a:pt x="1714500" y="3454"/>
                  </a:lnTo>
                  <a:lnTo>
                    <a:pt x="1714500" y="6083"/>
                  </a:lnTo>
                  <a:lnTo>
                    <a:pt x="1714969" y="7200"/>
                  </a:lnTo>
                  <a:lnTo>
                    <a:pt x="1716836" y="9067"/>
                  </a:lnTo>
                  <a:lnTo>
                    <a:pt x="1717954" y="9525"/>
                  </a:lnTo>
                  <a:lnTo>
                    <a:pt x="1720583" y="9525"/>
                  </a:lnTo>
                  <a:lnTo>
                    <a:pt x="1721700" y="9067"/>
                  </a:lnTo>
                  <a:lnTo>
                    <a:pt x="1723567" y="7200"/>
                  </a:lnTo>
                  <a:lnTo>
                    <a:pt x="1724025" y="6083"/>
                  </a:lnTo>
                  <a:lnTo>
                    <a:pt x="1724025" y="3454"/>
                  </a:lnTo>
                  <a:close/>
                </a:path>
                <a:path w="4486275" h="3114675">
                  <a:moveTo>
                    <a:pt x="1771650" y="3108604"/>
                  </a:moveTo>
                  <a:lnTo>
                    <a:pt x="1771192" y="3107486"/>
                  </a:lnTo>
                  <a:lnTo>
                    <a:pt x="1769325" y="3105620"/>
                  </a:lnTo>
                  <a:lnTo>
                    <a:pt x="1768208" y="3105150"/>
                  </a:lnTo>
                  <a:lnTo>
                    <a:pt x="1765579" y="3105150"/>
                  </a:lnTo>
                  <a:lnTo>
                    <a:pt x="1764461" y="3105620"/>
                  </a:lnTo>
                  <a:lnTo>
                    <a:pt x="1762594" y="3107486"/>
                  </a:lnTo>
                  <a:lnTo>
                    <a:pt x="1762125" y="3108604"/>
                  </a:lnTo>
                  <a:lnTo>
                    <a:pt x="1762125" y="3111233"/>
                  </a:lnTo>
                  <a:lnTo>
                    <a:pt x="1762594" y="3112351"/>
                  </a:lnTo>
                  <a:lnTo>
                    <a:pt x="1764461" y="3114217"/>
                  </a:lnTo>
                  <a:lnTo>
                    <a:pt x="1765579" y="3114675"/>
                  </a:lnTo>
                  <a:lnTo>
                    <a:pt x="1768208" y="3114675"/>
                  </a:lnTo>
                  <a:lnTo>
                    <a:pt x="1769325" y="3114217"/>
                  </a:lnTo>
                  <a:lnTo>
                    <a:pt x="1771192" y="3112351"/>
                  </a:lnTo>
                  <a:lnTo>
                    <a:pt x="1771650" y="3111233"/>
                  </a:lnTo>
                  <a:lnTo>
                    <a:pt x="1771650" y="3108604"/>
                  </a:lnTo>
                  <a:close/>
                </a:path>
                <a:path w="4486275" h="3114675">
                  <a:moveTo>
                    <a:pt x="1771650" y="2332317"/>
                  </a:moveTo>
                  <a:lnTo>
                    <a:pt x="1771192" y="2331199"/>
                  </a:lnTo>
                  <a:lnTo>
                    <a:pt x="1769325" y="2329332"/>
                  </a:lnTo>
                  <a:lnTo>
                    <a:pt x="1768208" y="2328862"/>
                  </a:lnTo>
                  <a:lnTo>
                    <a:pt x="1765579" y="2328862"/>
                  </a:lnTo>
                  <a:lnTo>
                    <a:pt x="1764461" y="2329332"/>
                  </a:lnTo>
                  <a:lnTo>
                    <a:pt x="1762594" y="2331199"/>
                  </a:lnTo>
                  <a:lnTo>
                    <a:pt x="1762125" y="2332317"/>
                  </a:lnTo>
                  <a:lnTo>
                    <a:pt x="1762125" y="2334945"/>
                  </a:lnTo>
                  <a:lnTo>
                    <a:pt x="1762594" y="2336063"/>
                  </a:lnTo>
                  <a:lnTo>
                    <a:pt x="1764461" y="2337930"/>
                  </a:lnTo>
                  <a:lnTo>
                    <a:pt x="1765579" y="2338387"/>
                  </a:lnTo>
                  <a:lnTo>
                    <a:pt x="1768208" y="2338387"/>
                  </a:lnTo>
                  <a:lnTo>
                    <a:pt x="1769325" y="2337930"/>
                  </a:lnTo>
                  <a:lnTo>
                    <a:pt x="1771192" y="2336063"/>
                  </a:lnTo>
                  <a:lnTo>
                    <a:pt x="1771650" y="2334945"/>
                  </a:lnTo>
                  <a:lnTo>
                    <a:pt x="1771650" y="2332317"/>
                  </a:lnTo>
                  <a:close/>
                </a:path>
                <a:path w="4486275" h="3114675">
                  <a:moveTo>
                    <a:pt x="1771650" y="1556029"/>
                  </a:moveTo>
                  <a:lnTo>
                    <a:pt x="1771192" y="1554911"/>
                  </a:lnTo>
                  <a:lnTo>
                    <a:pt x="1769325" y="1553044"/>
                  </a:lnTo>
                  <a:lnTo>
                    <a:pt x="1768208" y="1552575"/>
                  </a:lnTo>
                  <a:lnTo>
                    <a:pt x="1765579" y="1552575"/>
                  </a:lnTo>
                  <a:lnTo>
                    <a:pt x="1764461" y="1553044"/>
                  </a:lnTo>
                  <a:lnTo>
                    <a:pt x="1762594" y="1554911"/>
                  </a:lnTo>
                  <a:lnTo>
                    <a:pt x="1762125" y="1556029"/>
                  </a:lnTo>
                  <a:lnTo>
                    <a:pt x="1762125" y="1558658"/>
                  </a:lnTo>
                  <a:lnTo>
                    <a:pt x="1762594" y="1559775"/>
                  </a:lnTo>
                  <a:lnTo>
                    <a:pt x="1764461" y="1561642"/>
                  </a:lnTo>
                  <a:lnTo>
                    <a:pt x="1765579" y="1562100"/>
                  </a:lnTo>
                  <a:lnTo>
                    <a:pt x="1768208" y="1562100"/>
                  </a:lnTo>
                  <a:lnTo>
                    <a:pt x="1769325" y="1561642"/>
                  </a:lnTo>
                  <a:lnTo>
                    <a:pt x="1771192" y="1559775"/>
                  </a:lnTo>
                  <a:lnTo>
                    <a:pt x="1771650" y="1558658"/>
                  </a:lnTo>
                  <a:lnTo>
                    <a:pt x="1771650" y="1556029"/>
                  </a:lnTo>
                  <a:close/>
                </a:path>
                <a:path w="4486275" h="3114675">
                  <a:moveTo>
                    <a:pt x="1771650" y="779741"/>
                  </a:moveTo>
                  <a:lnTo>
                    <a:pt x="1771192" y="778624"/>
                  </a:lnTo>
                  <a:lnTo>
                    <a:pt x="1769325" y="776757"/>
                  </a:lnTo>
                  <a:lnTo>
                    <a:pt x="1768208" y="776287"/>
                  </a:lnTo>
                  <a:lnTo>
                    <a:pt x="1765579" y="776287"/>
                  </a:lnTo>
                  <a:lnTo>
                    <a:pt x="1764461" y="776757"/>
                  </a:lnTo>
                  <a:lnTo>
                    <a:pt x="1762594" y="778624"/>
                  </a:lnTo>
                  <a:lnTo>
                    <a:pt x="1762125" y="779741"/>
                  </a:lnTo>
                  <a:lnTo>
                    <a:pt x="1762125" y="782370"/>
                  </a:lnTo>
                  <a:lnTo>
                    <a:pt x="1762594" y="783488"/>
                  </a:lnTo>
                  <a:lnTo>
                    <a:pt x="1764461" y="785355"/>
                  </a:lnTo>
                  <a:lnTo>
                    <a:pt x="1765579" y="785812"/>
                  </a:lnTo>
                  <a:lnTo>
                    <a:pt x="1768208" y="785812"/>
                  </a:lnTo>
                  <a:lnTo>
                    <a:pt x="1769325" y="785355"/>
                  </a:lnTo>
                  <a:lnTo>
                    <a:pt x="1771192" y="783488"/>
                  </a:lnTo>
                  <a:lnTo>
                    <a:pt x="1771650" y="782370"/>
                  </a:lnTo>
                  <a:lnTo>
                    <a:pt x="1771650" y="779741"/>
                  </a:lnTo>
                  <a:close/>
                </a:path>
                <a:path w="4486275" h="3114675">
                  <a:moveTo>
                    <a:pt x="1771650" y="3454"/>
                  </a:moveTo>
                  <a:lnTo>
                    <a:pt x="1771192" y="2336"/>
                  </a:lnTo>
                  <a:lnTo>
                    <a:pt x="1769325" y="469"/>
                  </a:lnTo>
                  <a:lnTo>
                    <a:pt x="1768208" y="0"/>
                  </a:lnTo>
                  <a:lnTo>
                    <a:pt x="1765579" y="0"/>
                  </a:lnTo>
                  <a:lnTo>
                    <a:pt x="1764461" y="469"/>
                  </a:lnTo>
                  <a:lnTo>
                    <a:pt x="1762594" y="2336"/>
                  </a:lnTo>
                  <a:lnTo>
                    <a:pt x="1762125" y="3454"/>
                  </a:lnTo>
                  <a:lnTo>
                    <a:pt x="1762125" y="6083"/>
                  </a:lnTo>
                  <a:lnTo>
                    <a:pt x="1762594" y="7200"/>
                  </a:lnTo>
                  <a:lnTo>
                    <a:pt x="1764461" y="9067"/>
                  </a:lnTo>
                  <a:lnTo>
                    <a:pt x="1765579" y="9525"/>
                  </a:lnTo>
                  <a:lnTo>
                    <a:pt x="1768208" y="9525"/>
                  </a:lnTo>
                  <a:lnTo>
                    <a:pt x="1769325" y="9067"/>
                  </a:lnTo>
                  <a:lnTo>
                    <a:pt x="1771192" y="7200"/>
                  </a:lnTo>
                  <a:lnTo>
                    <a:pt x="1771650" y="6083"/>
                  </a:lnTo>
                  <a:lnTo>
                    <a:pt x="1771650" y="3454"/>
                  </a:lnTo>
                  <a:close/>
                </a:path>
                <a:path w="4486275" h="3114675">
                  <a:moveTo>
                    <a:pt x="1819275" y="3108604"/>
                  </a:moveTo>
                  <a:lnTo>
                    <a:pt x="1818817" y="3107486"/>
                  </a:lnTo>
                  <a:lnTo>
                    <a:pt x="1816950" y="3105620"/>
                  </a:lnTo>
                  <a:lnTo>
                    <a:pt x="1815833" y="3105150"/>
                  </a:lnTo>
                  <a:lnTo>
                    <a:pt x="1813204" y="3105150"/>
                  </a:lnTo>
                  <a:lnTo>
                    <a:pt x="1812086" y="3105620"/>
                  </a:lnTo>
                  <a:lnTo>
                    <a:pt x="1810219" y="3107486"/>
                  </a:lnTo>
                  <a:lnTo>
                    <a:pt x="1809750" y="3108604"/>
                  </a:lnTo>
                  <a:lnTo>
                    <a:pt x="1809750" y="3111233"/>
                  </a:lnTo>
                  <a:lnTo>
                    <a:pt x="1810219" y="3112351"/>
                  </a:lnTo>
                  <a:lnTo>
                    <a:pt x="1812086" y="3114217"/>
                  </a:lnTo>
                  <a:lnTo>
                    <a:pt x="1813204" y="3114675"/>
                  </a:lnTo>
                  <a:lnTo>
                    <a:pt x="1815833" y="3114675"/>
                  </a:lnTo>
                  <a:lnTo>
                    <a:pt x="1816950" y="3114217"/>
                  </a:lnTo>
                  <a:lnTo>
                    <a:pt x="1818817" y="3112351"/>
                  </a:lnTo>
                  <a:lnTo>
                    <a:pt x="1819275" y="3111233"/>
                  </a:lnTo>
                  <a:lnTo>
                    <a:pt x="1819275" y="3108604"/>
                  </a:lnTo>
                  <a:close/>
                </a:path>
                <a:path w="4486275" h="3114675">
                  <a:moveTo>
                    <a:pt x="1819275" y="2332317"/>
                  </a:moveTo>
                  <a:lnTo>
                    <a:pt x="1818817" y="2331199"/>
                  </a:lnTo>
                  <a:lnTo>
                    <a:pt x="1816950" y="2329332"/>
                  </a:lnTo>
                  <a:lnTo>
                    <a:pt x="1815833" y="2328862"/>
                  </a:lnTo>
                  <a:lnTo>
                    <a:pt x="1813204" y="2328862"/>
                  </a:lnTo>
                  <a:lnTo>
                    <a:pt x="1812086" y="2329332"/>
                  </a:lnTo>
                  <a:lnTo>
                    <a:pt x="1810219" y="2331199"/>
                  </a:lnTo>
                  <a:lnTo>
                    <a:pt x="1809750" y="2332317"/>
                  </a:lnTo>
                  <a:lnTo>
                    <a:pt x="1809750" y="2334945"/>
                  </a:lnTo>
                  <a:lnTo>
                    <a:pt x="1810219" y="2336063"/>
                  </a:lnTo>
                  <a:lnTo>
                    <a:pt x="1812086" y="2337930"/>
                  </a:lnTo>
                  <a:lnTo>
                    <a:pt x="1813204" y="2338387"/>
                  </a:lnTo>
                  <a:lnTo>
                    <a:pt x="1815833" y="2338387"/>
                  </a:lnTo>
                  <a:lnTo>
                    <a:pt x="1816950" y="2337930"/>
                  </a:lnTo>
                  <a:lnTo>
                    <a:pt x="1818817" y="2336063"/>
                  </a:lnTo>
                  <a:lnTo>
                    <a:pt x="1819275" y="2334945"/>
                  </a:lnTo>
                  <a:lnTo>
                    <a:pt x="1819275" y="2332317"/>
                  </a:lnTo>
                  <a:close/>
                </a:path>
                <a:path w="4486275" h="3114675">
                  <a:moveTo>
                    <a:pt x="1819275" y="1556029"/>
                  </a:moveTo>
                  <a:lnTo>
                    <a:pt x="1818817" y="1554911"/>
                  </a:lnTo>
                  <a:lnTo>
                    <a:pt x="1816950" y="1553044"/>
                  </a:lnTo>
                  <a:lnTo>
                    <a:pt x="1815833" y="1552575"/>
                  </a:lnTo>
                  <a:lnTo>
                    <a:pt x="1813204" y="1552575"/>
                  </a:lnTo>
                  <a:lnTo>
                    <a:pt x="1812086" y="1553044"/>
                  </a:lnTo>
                  <a:lnTo>
                    <a:pt x="1810219" y="1554911"/>
                  </a:lnTo>
                  <a:lnTo>
                    <a:pt x="1809750" y="1556029"/>
                  </a:lnTo>
                  <a:lnTo>
                    <a:pt x="1809750" y="1558658"/>
                  </a:lnTo>
                  <a:lnTo>
                    <a:pt x="1810219" y="1559775"/>
                  </a:lnTo>
                  <a:lnTo>
                    <a:pt x="1812086" y="1561642"/>
                  </a:lnTo>
                  <a:lnTo>
                    <a:pt x="1813204" y="1562100"/>
                  </a:lnTo>
                  <a:lnTo>
                    <a:pt x="1815833" y="1562100"/>
                  </a:lnTo>
                  <a:lnTo>
                    <a:pt x="1816950" y="1561642"/>
                  </a:lnTo>
                  <a:lnTo>
                    <a:pt x="1818817" y="1559775"/>
                  </a:lnTo>
                  <a:lnTo>
                    <a:pt x="1819275" y="1558658"/>
                  </a:lnTo>
                  <a:lnTo>
                    <a:pt x="1819275" y="1556029"/>
                  </a:lnTo>
                  <a:close/>
                </a:path>
                <a:path w="4486275" h="3114675">
                  <a:moveTo>
                    <a:pt x="1819275" y="779741"/>
                  </a:moveTo>
                  <a:lnTo>
                    <a:pt x="1818817" y="778624"/>
                  </a:lnTo>
                  <a:lnTo>
                    <a:pt x="1816950" y="776757"/>
                  </a:lnTo>
                  <a:lnTo>
                    <a:pt x="1815833" y="776287"/>
                  </a:lnTo>
                  <a:lnTo>
                    <a:pt x="1813204" y="776287"/>
                  </a:lnTo>
                  <a:lnTo>
                    <a:pt x="1812086" y="776757"/>
                  </a:lnTo>
                  <a:lnTo>
                    <a:pt x="1810219" y="778624"/>
                  </a:lnTo>
                  <a:lnTo>
                    <a:pt x="1809750" y="779741"/>
                  </a:lnTo>
                  <a:lnTo>
                    <a:pt x="1809750" y="782370"/>
                  </a:lnTo>
                  <a:lnTo>
                    <a:pt x="1810219" y="783488"/>
                  </a:lnTo>
                  <a:lnTo>
                    <a:pt x="1812086" y="785355"/>
                  </a:lnTo>
                  <a:lnTo>
                    <a:pt x="1813204" y="785812"/>
                  </a:lnTo>
                  <a:lnTo>
                    <a:pt x="1815833" y="785812"/>
                  </a:lnTo>
                  <a:lnTo>
                    <a:pt x="1816950" y="785355"/>
                  </a:lnTo>
                  <a:lnTo>
                    <a:pt x="1818817" y="783488"/>
                  </a:lnTo>
                  <a:lnTo>
                    <a:pt x="1819275" y="782370"/>
                  </a:lnTo>
                  <a:lnTo>
                    <a:pt x="1819275" y="779741"/>
                  </a:lnTo>
                  <a:close/>
                </a:path>
                <a:path w="4486275" h="3114675">
                  <a:moveTo>
                    <a:pt x="1819275" y="3454"/>
                  </a:moveTo>
                  <a:lnTo>
                    <a:pt x="1818817" y="2336"/>
                  </a:lnTo>
                  <a:lnTo>
                    <a:pt x="1816950" y="469"/>
                  </a:lnTo>
                  <a:lnTo>
                    <a:pt x="1815833" y="0"/>
                  </a:lnTo>
                  <a:lnTo>
                    <a:pt x="1813204" y="0"/>
                  </a:lnTo>
                  <a:lnTo>
                    <a:pt x="1812086" y="469"/>
                  </a:lnTo>
                  <a:lnTo>
                    <a:pt x="1810219" y="2336"/>
                  </a:lnTo>
                  <a:lnTo>
                    <a:pt x="1809750" y="3454"/>
                  </a:lnTo>
                  <a:lnTo>
                    <a:pt x="1809750" y="6083"/>
                  </a:lnTo>
                  <a:lnTo>
                    <a:pt x="1810219" y="7200"/>
                  </a:lnTo>
                  <a:lnTo>
                    <a:pt x="1812086" y="9067"/>
                  </a:lnTo>
                  <a:lnTo>
                    <a:pt x="1813204" y="9525"/>
                  </a:lnTo>
                  <a:lnTo>
                    <a:pt x="1815833" y="9525"/>
                  </a:lnTo>
                  <a:lnTo>
                    <a:pt x="1816950" y="9067"/>
                  </a:lnTo>
                  <a:lnTo>
                    <a:pt x="1818817" y="7200"/>
                  </a:lnTo>
                  <a:lnTo>
                    <a:pt x="1819275" y="6083"/>
                  </a:lnTo>
                  <a:lnTo>
                    <a:pt x="1819275" y="3454"/>
                  </a:lnTo>
                  <a:close/>
                </a:path>
                <a:path w="4486275" h="3114675">
                  <a:moveTo>
                    <a:pt x="1866900" y="3108604"/>
                  </a:moveTo>
                  <a:lnTo>
                    <a:pt x="1866442" y="3107486"/>
                  </a:lnTo>
                  <a:lnTo>
                    <a:pt x="1864575" y="3105620"/>
                  </a:lnTo>
                  <a:lnTo>
                    <a:pt x="1863458" y="3105150"/>
                  </a:lnTo>
                  <a:lnTo>
                    <a:pt x="1860829" y="3105150"/>
                  </a:lnTo>
                  <a:lnTo>
                    <a:pt x="1859711" y="3105620"/>
                  </a:lnTo>
                  <a:lnTo>
                    <a:pt x="1857844" y="3107486"/>
                  </a:lnTo>
                  <a:lnTo>
                    <a:pt x="1857375" y="3108604"/>
                  </a:lnTo>
                  <a:lnTo>
                    <a:pt x="1857375" y="3111233"/>
                  </a:lnTo>
                  <a:lnTo>
                    <a:pt x="1857844" y="3112351"/>
                  </a:lnTo>
                  <a:lnTo>
                    <a:pt x="1859711" y="3114217"/>
                  </a:lnTo>
                  <a:lnTo>
                    <a:pt x="1860829" y="3114675"/>
                  </a:lnTo>
                  <a:lnTo>
                    <a:pt x="1863458" y="3114675"/>
                  </a:lnTo>
                  <a:lnTo>
                    <a:pt x="1864575" y="3114217"/>
                  </a:lnTo>
                  <a:lnTo>
                    <a:pt x="1866442" y="3112351"/>
                  </a:lnTo>
                  <a:lnTo>
                    <a:pt x="1866900" y="3111233"/>
                  </a:lnTo>
                  <a:lnTo>
                    <a:pt x="1866900" y="3108604"/>
                  </a:lnTo>
                  <a:close/>
                </a:path>
                <a:path w="4486275" h="3114675">
                  <a:moveTo>
                    <a:pt x="1866900" y="2332317"/>
                  </a:moveTo>
                  <a:lnTo>
                    <a:pt x="1866442" y="2331199"/>
                  </a:lnTo>
                  <a:lnTo>
                    <a:pt x="1864575" y="2329332"/>
                  </a:lnTo>
                  <a:lnTo>
                    <a:pt x="1863458" y="2328862"/>
                  </a:lnTo>
                  <a:lnTo>
                    <a:pt x="1860829" y="2328862"/>
                  </a:lnTo>
                  <a:lnTo>
                    <a:pt x="1859711" y="2329332"/>
                  </a:lnTo>
                  <a:lnTo>
                    <a:pt x="1857844" y="2331199"/>
                  </a:lnTo>
                  <a:lnTo>
                    <a:pt x="1857375" y="2332317"/>
                  </a:lnTo>
                  <a:lnTo>
                    <a:pt x="1857375" y="2334945"/>
                  </a:lnTo>
                  <a:lnTo>
                    <a:pt x="1857844" y="2336063"/>
                  </a:lnTo>
                  <a:lnTo>
                    <a:pt x="1859711" y="2337930"/>
                  </a:lnTo>
                  <a:lnTo>
                    <a:pt x="1860829" y="2338387"/>
                  </a:lnTo>
                  <a:lnTo>
                    <a:pt x="1863458" y="2338387"/>
                  </a:lnTo>
                  <a:lnTo>
                    <a:pt x="1864575" y="2337930"/>
                  </a:lnTo>
                  <a:lnTo>
                    <a:pt x="1866442" y="2336063"/>
                  </a:lnTo>
                  <a:lnTo>
                    <a:pt x="1866900" y="2334945"/>
                  </a:lnTo>
                  <a:lnTo>
                    <a:pt x="1866900" y="2332317"/>
                  </a:lnTo>
                  <a:close/>
                </a:path>
                <a:path w="4486275" h="3114675">
                  <a:moveTo>
                    <a:pt x="1866900" y="1556029"/>
                  </a:moveTo>
                  <a:lnTo>
                    <a:pt x="1866442" y="1554911"/>
                  </a:lnTo>
                  <a:lnTo>
                    <a:pt x="1864575" y="1553044"/>
                  </a:lnTo>
                  <a:lnTo>
                    <a:pt x="1863458" y="1552575"/>
                  </a:lnTo>
                  <a:lnTo>
                    <a:pt x="1860829" y="1552575"/>
                  </a:lnTo>
                  <a:lnTo>
                    <a:pt x="1859711" y="1553044"/>
                  </a:lnTo>
                  <a:lnTo>
                    <a:pt x="1857844" y="1554911"/>
                  </a:lnTo>
                  <a:lnTo>
                    <a:pt x="1857375" y="1556029"/>
                  </a:lnTo>
                  <a:lnTo>
                    <a:pt x="1857375" y="1558658"/>
                  </a:lnTo>
                  <a:lnTo>
                    <a:pt x="1857844" y="1559775"/>
                  </a:lnTo>
                  <a:lnTo>
                    <a:pt x="1859711" y="1561642"/>
                  </a:lnTo>
                  <a:lnTo>
                    <a:pt x="1860829" y="1562100"/>
                  </a:lnTo>
                  <a:lnTo>
                    <a:pt x="1863458" y="1562100"/>
                  </a:lnTo>
                  <a:lnTo>
                    <a:pt x="1864575" y="1561642"/>
                  </a:lnTo>
                  <a:lnTo>
                    <a:pt x="1866442" y="1559775"/>
                  </a:lnTo>
                  <a:lnTo>
                    <a:pt x="1866900" y="1558658"/>
                  </a:lnTo>
                  <a:lnTo>
                    <a:pt x="1866900" y="1556029"/>
                  </a:lnTo>
                  <a:close/>
                </a:path>
                <a:path w="4486275" h="3114675">
                  <a:moveTo>
                    <a:pt x="1866900" y="779741"/>
                  </a:moveTo>
                  <a:lnTo>
                    <a:pt x="1866442" y="778624"/>
                  </a:lnTo>
                  <a:lnTo>
                    <a:pt x="1864575" y="776757"/>
                  </a:lnTo>
                  <a:lnTo>
                    <a:pt x="1863458" y="776287"/>
                  </a:lnTo>
                  <a:lnTo>
                    <a:pt x="1860829" y="776287"/>
                  </a:lnTo>
                  <a:lnTo>
                    <a:pt x="1859711" y="776757"/>
                  </a:lnTo>
                  <a:lnTo>
                    <a:pt x="1857844" y="778624"/>
                  </a:lnTo>
                  <a:lnTo>
                    <a:pt x="1857375" y="779741"/>
                  </a:lnTo>
                  <a:lnTo>
                    <a:pt x="1857375" y="782370"/>
                  </a:lnTo>
                  <a:lnTo>
                    <a:pt x="1857844" y="783488"/>
                  </a:lnTo>
                  <a:lnTo>
                    <a:pt x="1859711" y="785355"/>
                  </a:lnTo>
                  <a:lnTo>
                    <a:pt x="1860829" y="785812"/>
                  </a:lnTo>
                  <a:lnTo>
                    <a:pt x="1863458" y="785812"/>
                  </a:lnTo>
                  <a:lnTo>
                    <a:pt x="1864575" y="785355"/>
                  </a:lnTo>
                  <a:lnTo>
                    <a:pt x="1866442" y="783488"/>
                  </a:lnTo>
                  <a:lnTo>
                    <a:pt x="1866900" y="782370"/>
                  </a:lnTo>
                  <a:lnTo>
                    <a:pt x="1866900" y="779741"/>
                  </a:lnTo>
                  <a:close/>
                </a:path>
                <a:path w="4486275" h="3114675">
                  <a:moveTo>
                    <a:pt x="1866900" y="3454"/>
                  </a:moveTo>
                  <a:lnTo>
                    <a:pt x="1866442" y="2336"/>
                  </a:lnTo>
                  <a:lnTo>
                    <a:pt x="1864575" y="469"/>
                  </a:lnTo>
                  <a:lnTo>
                    <a:pt x="1863458" y="0"/>
                  </a:lnTo>
                  <a:lnTo>
                    <a:pt x="1860829" y="0"/>
                  </a:lnTo>
                  <a:lnTo>
                    <a:pt x="1859711" y="469"/>
                  </a:lnTo>
                  <a:lnTo>
                    <a:pt x="1857844" y="2336"/>
                  </a:lnTo>
                  <a:lnTo>
                    <a:pt x="1857375" y="3454"/>
                  </a:lnTo>
                  <a:lnTo>
                    <a:pt x="1857375" y="6083"/>
                  </a:lnTo>
                  <a:lnTo>
                    <a:pt x="1857844" y="7200"/>
                  </a:lnTo>
                  <a:lnTo>
                    <a:pt x="1859711" y="9067"/>
                  </a:lnTo>
                  <a:lnTo>
                    <a:pt x="1860829" y="9525"/>
                  </a:lnTo>
                  <a:lnTo>
                    <a:pt x="1863458" y="9525"/>
                  </a:lnTo>
                  <a:lnTo>
                    <a:pt x="1864575" y="9067"/>
                  </a:lnTo>
                  <a:lnTo>
                    <a:pt x="1866442" y="7200"/>
                  </a:lnTo>
                  <a:lnTo>
                    <a:pt x="1866900" y="6083"/>
                  </a:lnTo>
                  <a:lnTo>
                    <a:pt x="1866900" y="3454"/>
                  </a:lnTo>
                  <a:close/>
                </a:path>
                <a:path w="4486275" h="3114675">
                  <a:moveTo>
                    <a:pt x="1914525" y="3108604"/>
                  </a:moveTo>
                  <a:lnTo>
                    <a:pt x="1914067" y="3107486"/>
                  </a:lnTo>
                  <a:lnTo>
                    <a:pt x="1912200" y="3105620"/>
                  </a:lnTo>
                  <a:lnTo>
                    <a:pt x="1911083" y="3105150"/>
                  </a:lnTo>
                  <a:lnTo>
                    <a:pt x="1908454" y="3105150"/>
                  </a:lnTo>
                  <a:lnTo>
                    <a:pt x="1907336" y="3105620"/>
                  </a:lnTo>
                  <a:lnTo>
                    <a:pt x="1905469" y="3107486"/>
                  </a:lnTo>
                  <a:lnTo>
                    <a:pt x="1905000" y="3108604"/>
                  </a:lnTo>
                  <a:lnTo>
                    <a:pt x="1905000" y="3111233"/>
                  </a:lnTo>
                  <a:lnTo>
                    <a:pt x="1905469" y="3112351"/>
                  </a:lnTo>
                  <a:lnTo>
                    <a:pt x="1907336" y="3114217"/>
                  </a:lnTo>
                  <a:lnTo>
                    <a:pt x="1908454" y="3114675"/>
                  </a:lnTo>
                  <a:lnTo>
                    <a:pt x="1911083" y="3114675"/>
                  </a:lnTo>
                  <a:lnTo>
                    <a:pt x="1912200" y="3114217"/>
                  </a:lnTo>
                  <a:lnTo>
                    <a:pt x="1914067" y="3112351"/>
                  </a:lnTo>
                  <a:lnTo>
                    <a:pt x="1914525" y="3111233"/>
                  </a:lnTo>
                  <a:lnTo>
                    <a:pt x="1914525" y="3108604"/>
                  </a:lnTo>
                  <a:close/>
                </a:path>
                <a:path w="4486275" h="3114675">
                  <a:moveTo>
                    <a:pt x="1914525" y="2332317"/>
                  </a:moveTo>
                  <a:lnTo>
                    <a:pt x="1914067" y="2331199"/>
                  </a:lnTo>
                  <a:lnTo>
                    <a:pt x="1912200" y="2329332"/>
                  </a:lnTo>
                  <a:lnTo>
                    <a:pt x="1911083" y="2328862"/>
                  </a:lnTo>
                  <a:lnTo>
                    <a:pt x="1908454" y="2328862"/>
                  </a:lnTo>
                  <a:lnTo>
                    <a:pt x="1907336" y="2329332"/>
                  </a:lnTo>
                  <a:lnTo>
                    <a:pt x="1905469" y="2331199"/>
                  </a:lnTo>
                  <a:lnTo>
                    <a:pt x="1905000" y="2332317"/>
                  </a:lnTo>
                  <a:lnTo>
                    <a:pt x="1905000" y="2334945"/>
                  </a:lnTo>
                  <a:lnTo>
                    <a:pt x="1905469" y="2336063"/>
                  </a:lnTo>
                  <a:lnTo>
                    <a:pt x="1907336" y="2337930"/>
                  </a:lnTo>
                  <a:lnTo>
                    <a:pt x="1908454" y="2338387"/>
                  </a:lnTo>
                  <a:lnTo>
                    <a:pt x="1911083" y="2338387"/>
                  </a:lnTo>
                  <a:lnTo>
                    <a:pt x="1912200" y="2337930"/>
                  </a:lnTo>
                  <a:lnTo>
                    <a:pt x="1914067" y="2336063"/>
                  </a:lnTo>
                  <a:lnTo>
                    <a:pt x="1914525" y="2334945"/>
                  </a:lnTo>
                  <a:lnTo>
                    <a:pt x="1914525" y="2332317"/>
                  </a:lnTo>
                  <a:close/>
                </a:path>
                <a:path w="4486275" h="3114675">
                  <a:moveTo>
                    <a:pt x="1914525" y="1556029"/>
                  </a:moveTo>
                  <a:lnTo>
                    <a:pt x="1914067" y="1554911"/>
                  </a:lnTo>
                  <a:lnTo>
                    <a:pt x="1912200" y="1553044"/>
                  </a:lnTo>
                  <a:lnTo>
                    <a:pt x="1911083" y="1552575"/>
                  </a:lnTo>
                  <a:lnTo>
                    <a:pt x="1908454" y="1552575"/>
                  </a:lnTo>
                  <a:lnTo>
                    <a:pt x="1907336" y="1553044"/>
                  </a:lnTo>
                  <a:lnTo>
                    <a:pt x="1905469" y="1554911"/>
                  </a:lnTo>
                  <a:lnTo>
                    <a:pt x="1905000" y="1556029"/>
                  </a:lnTo>
                  <a:lnTo>
                    <a:pt x="1905000" y="1558658"/>
                  </a:lnTo>
                  <a:lnTo>
                    <a:pt x="1905469" y="1559775"/>
                  </a:lnTo>
                  <a:lnTo>
                    <a:pt x="1907336" y="1561642"/>
                  </a:lnTo>
                  <a:lnTo>
                    <a:pt x="1908454" y="1562100"/>
                  </a:lnTo>
                  <a:lnTo>
                    <a:pt x="1911083" y="1562100"/>
                  </a:lnTo>
                  <a:lnTo>
                    <a:pt x="1912200" y="1561642"/>
                  </a:lnTo>
                  <a:lnTo>
                    <a:pt x="1914067" y="1559775"/>
                  </a:lnTo>
                  <a:lnTo>
                    <a:pt x="1914525" y="1558658"/>
                  </a:lnTo>
                  <a:lnTo>
                    <a:pt x="1914525" y="1556029"/>
                  </a:lnTo>
                  <a:close/>
                </a:path>
                <a:path w="4486275" h="3114675">
                  <a:moveTo>
                    <a:pt x="1914525" y="779741"/>
                  </a:moveTo>
                  <a:lnTo>
                    <a:pt x="1914067" y="778624"/>
                  </a:lnTo>
                  <a:lnTo>
                    <a:pt x="1912200" y="776757"/>
                  </a:lnTo>
                  <a:lnTo>
                    <a:pt x="1911083" y="776287"/>
                  </a:lnTo>
                  <a:lnTo>
                    <a:pt x="1908454" y="776287"/>
                  </a:lnTo>
                  <a:lnTo>
                    <a:pt x="1907336" y="776757"/>
                  </a:lnTo>
                  <a:lnTo>
                    <a:pt x="1905469" y="778624"/>
                  </a:lnTo>
                  <a:lnTo>
                    <a:pt x="1905000" y="779741"/>
                  </a:lnTo>
                  <a:lnTo>
                    <a:pt x="1905000" y="782370"/>
                  </a:lnTo>
                  <a:lnTo>
                    <a:pt x="1905469" y="783488"/>
                  </a:lnTo>
                  <a:lnTo>
                    <a:pt x="1907336" y="785355"/>
                  </a:lnTo>
                  <a:lnTo>
                    <a:pt x="1908454" y="785812"/>
                  </a:lnTo>
                  <a:lnTo>
                    <a:pt x="1911083" y="785812"/>
                  </a:lnTo>
                  <a:lnTo>
                    <a:pt x="1912200" y="785355"/>
                  </a:lnTo>
                  <a:lnTo>
                    <a:pt x="1914067" y="783488"/>
                  </a:lnTo>
                  <a:lnTo>
                    <a:pt x="1914525" y="782370"/>
                  </a:lnTo>
                  <a:lnTo>
                    <a:pt x="1914525" y="779741"/>
                  </a:lnTo>
                  <a:close/>
                </a:path>
                <a:path w="4486275" h="3114675">
                  <a:moveTo>
                    <a:pt x="1914525" y="3454"/>
                  </a:moveTo>
                  <a:lnTo>
                    <a:pt x="1914067" y="2336"/>
                  </a:lnTo>
                  <a:lnTo>
                    <a:pt x="1912200" y="469"/>
                  </a:lnTo>
                  <a:lnTo>
                    <a:pt x="1911083" y="0"/>
                  </a:lnTo>
                  <a:lnTo>
                    <a:pt x="1908454" y="0"/>
                  </a:lnTo>
                  <a:lnTo>
                    <a:pt x="1907336" y="469"/>
                  </a:lnTo>
                  <a:lnTo>
                    <a:pt x="1905469" y="2336"/>
                  </a:lnTo>
                  <a:lnTo>
                    <a:pt x="1905000" y="3454"/>
                  </a:lnTo>
                  <a:lnTo>
                    <a:pt x="1905000" y="6083"/>
                  </a:lnTo>
                  <a:lnTo>
                    <a:pt x="1905469" y="7200"/>
                  </a:lnTo>
                  <a:lnTo>
                    <a:pt x="1907336" y="9067"/>
                  </a:lnTo>
                  <a:lnTo>
                    <a:pt x="1908454" y="9525"/>
                  </a:lnTo>
                  <a:lnTo>
                    <a:pt x="1911083" y="9525"/>
                  </a:lnTo>
                  <a:lnTo>
                    <a:pt x="1912200" y="9067"/>
                  </a:lnTo>
                  <a:lnTo>
                    <a:pt x="1914067" y="7200"/>
                  </a:lnTo>
                  <a:lnTo>
                    <a:pt x="1914525" y="6083"/>
                  </a:lnTo>
                  <a:lnTo>
                    <a:pt x="1914525" y="3454"/>
                  </a:lnTo>
                  <a:close/>
                </a:path>
                <a:path w="4486275" h="3114675">
                  <a:moveTo>
                    <a:pt x="1962150" y="3108604"/>
                  </a:moveTo>
                  <a:lnTo>
                    <a:pt x="1961692" y="3107486"/>
                  </a:lnTo>
                  <a:lnTo>
                    <a:pt x="1959825" y="3105620"/>
                  </a:lnTo>
                  <a:lnTo>
                    <a:pt x="1958708" y="3105150"/>
                  </a:lnTo>
                  <a:lnTo>
                    <a:pt x="1956079" y="3105150"/>
                  </a:lnTo>
                  <a:lnTo>
                    <a:pt x="1954961" y="3105620"/>
                  </a:lnTo>
                  <a:lnTo>
                    <a:pt x="1953094" y="3107486"/>
                  </a:lnTo>
                  <a:lnTo>
                    <a:pt x="1952625" y="3108604"/>
                  </a:lnTo>
                  <a:lnTo>
                    <a:pt x="1952625" y="3111233"/>
                  </a:lnTo>
                  <a:lnTo>
                    <a:pt x="1953094" y="3112351"/>
                  </a:lnTo>
                  <a:lnTo>
                    <a:pt x="1954961" y="3114217"/>
                  </a:lnTo>
                  <a:lnTo>
                    <a:pt x="1956079" y="3114675"/>
                  </a:lnTo>
                  <a:lnTo>
                    <a:pt x="1958708" y="3114675"/>
                  </a:lnTo>
                  <a:lnTo>
                    <a:pt x="1959825" y="3114217"/>
                  </a:lnTo>
                  <a:lnTo>
                    <a:pt x="1961692" y="3112351"/>
                  </a:lnTo>
                  <a:lnTo>
                    <a:pt x="1962150" y="3111233"/>
                  </a:lnTo>
                  <a:lnTo>
                    <a:pt x="1962150" y="3108604"/>
                  </a:lnTo>
                  <a:close/>
                </a:path>
                <a:path w="4486275" h="3114675">
                  <a:moveTo>
                    <a:pt x="1962150" y="2332317"/>
                  </a:moveTo>
                  <a:lnTo>
                    <a:pt x="1961692" y="2331199"/>
                  </a:lnTo>
                  <a:lnTo>
                    <a:pt x="1959825" y="2329332"/>
                  </a:lnTo>
                  <a:lnTo>
                    <a:pt x="1958708" y="2328862"/>
                  </a:lnTo>
                  <a:lnTo>
                    <a:pt x="1956079" y="2328862"/>
                  </a:lnTo>
                  <a:lnTo>
                    <a:pt x="1954961" y="2329332"/>
                  </a:lnTo>
                  <a:lnTo>
                    <a:pt x="1953094" y="2331199"/>
                  </a:lnTo>
                  <a:lnTo>
                    <a:pt x="1952625" y="2332317"/>
                  </a:lnTo>
                  <a:lnTo>
                    <a:pt x="1952625" y="2334945"/>
                  </a:lnTo>
                  <a:lnTo>
                    <a:pt x="1953094" y="2336063"/>
                  </a:lnTo>
                  <a:lnTo>
                    <a:pt x="1954961" y="2337930"/>
                  </a:lnTo>
                  <a:lnTo>
                    <a:pt x="1956079" y="2338387"/>
                  </a:lnTo>
                  <a:lnTo>
                    <a:pt x="1958708" y="2338387"/>
                  </a:lnTo>
                  <a:lnTo>
                    <a:pt x="1959825" y="2337930"/>
                  </a:lnTo>
                  <a:lnTo>
                    <a:pt x="1961692" y="2336063"/>
                  </a:lnTo>
                  <a:lnTo>
                    <a:pt x="1962150" y="2334945"/>
                  </a:lnTo>
                  <a:lnTo>
                    <a:pt x="1962150" y="2332317"/>
                  </a:lnTo>
                  <a:close/>
                </a:path>
                <a:path w="4486275" h="3114675">
                  <a:moveTo>
                    <a:pt x="1962150" y="1556029"/>
                  </a:moveTo>
                  <a:lnTo>
                    <a:pt x="1961692" y="1554911"/>
                  </a:lnTo>
                  <a:lnTo>
                    <a:pt x="1959825" y="1553044"/>
                  </a:lnTo>
                  <a:lnTo>
                    <a:pt x="1958708" y="1552575"/>
                  </a:lnTo>
                  <a:lnTo>
                    <a:pt x="1956079" y="1552575"/>
                  </a:lnTo>
                  <a:lnTo>
                    <a:pt x="1954961" y="1553044"/>
                  </a:lnTo>
                  <a:lnTo>
                    <a:pt x="1953094" y="1554911"/>
                  </a:lnTo>
                  <a:lnTo>
                    <a:pt x="1952625" y="1556029"/>
                  </a:lnTo>
                  <a:lnTo>
                    <a:pt x="1952625" y="1558658"/>
                  </a:lnTo>
                  <a:lnTo>
                    <a:pt x="1953094" y="1559775"/>
                  </a:lnTo>
                  <a:lnTo>
                    <a:pt x="1954961" y="1561642"/>
                  </a:lnTo>
                  <a:lnTo>
                    <a:pt x="1956079" y="1562100"/>
                  </a:lnTo>
                  <a:lnTo>
                    <a:pt x="1958708" y="1562100"/>
                  </a:lnTo>
                  <a:lnTo>
                    <a:pt x="1959825" y="1561642"/>
                  </a:lnTo>
                  <a:lnTo>
                    <a:pt x="1961692" y="1559775"/>
                  </a:lnTo>
                  <a:lnTo>
                    <a:pt x="1962150" y="1558658"/>
                  </a:lnTo>
                  <a:lnTo>
                    <a:pt x="1962150" y="1556029"/>
                  </a:lnTo>
                  <a:close/>
                </a:path>
                <a:path w="4486275" h="3114675">
                  <a:moveTo>
                    <a:pt x="1962150" y="779741"/>
                  </a:moveTo>
                  <a:lnTo>
                    <a:pt x="1961692" y="778624"/>
                  </a:lnTo>
                  <a:lnTo>
                    <a:pt x="1959825" y="776757"/>
                  </a:lnTo>
                  <a:lnTo>
                    <a:pt x="1958708" y="776287"/>
                  </a:lnTo>
                  <a:lnTo>
                    <a:pt x="1956079" y="776287"/>
                  </a:lnTo>
                  <a:lnTo>
                    <a:pt x="1954961" y="776757"/>
                  </a:lnTo>
                  <a:lnTo>
                    <a:pt x="1953094" y="778624"/>
                  </a:lnTo>
                  <a:lnTo>
                    <a:pt x="1952625" y="779741"/>
                  </a:lnTo>
                  <a:lnTo>
                    <a:pt x="1952625" y="782370"/>
                  </a:lnTo>
                  <a:lnTo>
                    <a:pt x="1953094" y="783488"/>
                  </a:lnTo>
                  <a:lnTo>
                    <a:pt x="1954961" y="785355"/>
                  </a:lnTo>
                  <a:lnTo>
                    <a:pt x="1956079" y="785812"/>
                  </a:lnTo>
                  <a:lnTo>
                    <a:pt x="1958708" y="785812"/>
                  </a:lnTo>
                  <a:lnTo>
                    <a:pt x="1959825" y="785355"/>
                  </a:lnTo>
                  <a:lnTo>
                    <a:pt x="1961692" y="783488"/>
                  </a:lnTo>
                  <a:lnTo>
                    <a:pt x="1962150" y="782370"/>
                  </a:lnTo>
                  <a:lnTo>
                    <a:pt x="1962150" y="779741"/>
                  </a:lnTo>
                  <a:close/>
                </a:path>
                <a:path w="4486275" h="3114675">
                  <a:moveTo>
                    <a:pt x="1962150" y="3454"/>
                  </a:moveTo>
                  <a:lnTo>
                    <a:pt x="1961692" y="2336"/>
                  </a:lnTo>
                  <a:lnTo>
                    <a:pt x="1959825" y="469"/>
                  </a:lnTo>
                  <a:lnTo>
                    <a:pt x="1958708" y="0"/>
                  </a:lnTo>
                  <a:lnTo>
                    <a:pt x="1956079" y="0"/>
                  </a:lnTo>
                  <a:lnTo>
                    <a:pt x="1954961" y="469"/>
                  </a:lnTo>
                  <a:lnTo>
                    <a:pt x="1953094" y="2336"/>
                  </a:lnTo>
                  <a:lnTo>
                    <a:pt x="1952625" y="3454"/>
                  </a:lnTo>
                  <a:lnTo>
                    <a:pt x="1952625" y="6083"/>
                  </a:lnTo>
                  <a:lnTo>
                    <a:pt x="1953094" y="7200"/>
                  </a:lnTo>
                  <a:lnTo>
                    <a:pt x="1954961" y="9067"/>
                  </a:lnTo>
                  <a:lnTo>
                    <a:pt x="1956079" y="9525"/>
                  </a:lnTo>
                  <a:lnTo>
                    <a:pt x="1958708" y="9525"/>
                  </a:lnTo>
                  <a:lnTo>
                    <a:pt x="1959825" y="9067"/>
                  </a:lnTo>
                  <a:lnTo>
                    <a:pt x="1961692" y="7200"/>
                  </a:lnTo>
                  <a:lnTo>
                    <a:pt x="1962150" y="6083"/>
                  </a:lnTo>
                  <a:lnTo>
                    <a:pt x="1962150" y="3454"/>
                  </a:lnTo>
                  <a:close/>
                </a:path>
                <a:path w="4486275" h="3114675">
                  <a:moveTo>
                    <a:pt x="2009775" y="3108604"/>
                  </a:moveTo>
                  <a:lnTo>
                    <a:pt x="2009317" y="3107486"/>
                  </a:lnTo>
                  <a:lnTo>
                    <a:pt x="2007450" y="3105620"/>
                  </a:lnTo>
                  <a:lnTo>
                    <a:pt x="2006333" y="3105150"/>
                  </a:lnTo>
                  <a:lnTo>
                    <a:pt x="2003704" y="3105150"/>
                  </a:lnTo>
                  <a:lnTo>
                    <a:pt x="2002586" y="3105620"/>
                  </a:lnTo>
                  <a:lnTo>
                    <a:pt x="2000719" y="3107486"/>
                  </a:lnTo>
                  <a:lnTo>
                    <a:pt x="2000250" y="3108604"/>
                  </a:lnTo>
                  <a:lnTo>
                    <a:pt x="2000250" y="3111233"/>
                  </a:lnTo>
                  <a:lnTo>
                    <a:pt x="2000719" y="3112351"/>
                  </a:lnTo>
                  <a:lnTo>
                    <a:pt x="2002586" y="3114217"/>
                  </a:lnTo>
                  <a:lnTo>
                    <a:pt x="2003704" y="3114675"/>
                  </a:lnTo>
                  <a:lnTo>
                    <a:pt x="2006333" y="3114675"/>
                  </a:lnTo>
                  <a:lnTo>
                    <a:pt x="2007450" y="3114217"/>
                  </a:lnTo>
                  <a:lnTo>
                    <a:pt x="2009317" y="3112351"/>
                  </a:lnTo>
                  <a:lnTo>
                    <a:pt x="2009775" y="3111233"/>
                  </a:lnTo>
                  <a:lnTo>
                    <a:pt x="2009775" y="3108604"/>
                  </a:lnTo>
                  <a:close/>
                </a:path>
                <a:path w="4486275" h="3114675">
                  <a:moveTo>
                    <a:pt x="2009775" y="2332317"/>
                  </a:moveTo>
                  <a:lnTo>
                    <a:pt x="2009317" y="2331199"/>
                  </a:lnTo>
                  <a:lnTo>
                    <a:pt x="2007450" y="2329332"/>
                  </a:lnTo>
                  <a:lnTo>
                    <a:pt x="2006333" y="2328862"/>
                  </a:lnTo>
                  <a:lnTo>
                    <a:pt x="2003704" y="2328862"/>
                  </a:lnTo>
                  <a:lnTo>
                    <a:pt x="2002586" y="2329332"/>
                  </a:lnTo>
                  <a:lnTo>
                    <a:pt x="2000719" y="2331199"/>
                  </a:lnTo>
                  <a:lnTo>
                    <a:pt x="2000250" y="2332317"/>
                  </a:lnTo>
                  <a:lnTo>
                    <a:pt x="2000250" y="2334945"/>
                  </a:lnTo>
                  <a:lnTo>
                    <a:pt x="2000719" y="2336063"/>
                  </a:lnTo>
                  <a:lnTo>
                    <a:pt x="2002586" y="2337930"/>
                  </a:lnTo>
                  <a:lnTo>
                    <a:pt x="2003704" y="2338387"/>
                  </a:lnTo>
                  <a:lnTo>
                    <a:pt x="2006333" y="2338387"/>
                  </a:lnTo>
                  <a:lnTo>
                    <a:pt x="2007450" y="2337930"/>
                  </a:lnTo>
                  <a:lnTo>
                    <a:pt x="2009317" y="2336063"/>
                  </a:lnTo>
                  <a:lnTo>
                    <a:pt x="2009775" y="2334945"/>
                  </a:lnTo>
                  <a:lnTo>
                    <a:pt x="2009775" y="2332317"/>
                  </a:lnTo>
                  <a:close/>
                </a:path>
                <a:path w="4486275" h="3114675">
                  <a:moveTo>
                    <a:pt x="2009775" y="1556029"/>
                  </a:moveTo>
                  <a:lnTo>
                    <a:pt x="2009317" y="1554911"/>
                  </a:lnTo>
                  <a:lnTo>
                    <a:pt x="2007450" y="1553044"/>
                  </a:lnTo>
                  <a:lnTo>
                    <a:pt x="2006333" y="1552575"/>
                  </a:lnTo>
                  <a:lnTo>
                    <a:pt x="2003704" y="1552575"/>
                  </a:lnTo>
                  <a:lnTo>
                    <a:pt x="2002586" y="1553044"/>
                  </a:lnTo>
                  <a:lnTo>
                    <a:pt x="2000719" y="1554911"/>
                  </a:lnTo>
                  <a:lnTo>
                    <a:pt x="2000250" y="1556029"/>
                  </a:lnTo>
                  <a:lnTo>
                    <a:pt x="2000250" y="1558658"/>
                  </a:lnTo>
                  <a:lnTo>
                    <a:pt x="2000719" y="1559775"/>
                  </a:lnTo>
                  <a:lnTo>
                    <a:pt x="2002586" y="1561642"/>
                  </a:lnTo>
                  <a:lnTo>
                    <a:pt x="2003704" y="1562100"/>
                  </a:lnTo>
                  <a:lnTo>
                    <a:pt x="2006333" y="1562100"/>
                  </a:lnTo>
                  <a:lnTo>
                    <a:pt x="2007450" y="1561642"/>
                  </a:lnTo>
                  <a:lnTo>
                    <a:pt x="2009317" y="1559775"/>
                  </a:lnTo>
                  <a:lnTo>
                    <a:pt x="2009775" y="1558658"/>
                  </a:lnTo>
                  <a:lnTo>
                    <a:pt x="2009775" y="1556029"/>
                  </a:lnTo>
                  <a:close/>
                </a:path>
                <a:path w="4486275" h="3114675">
                  <a:moveTo>
                    <a:pt x="2009775" y="779741"/>
                  </a:moveTo>
                  <a:lnTo>
                    <a:pt x="2009317" y="778624"/>
                  </a:lnTo>
                  <a:lnTo>
                    <a:pt x="2007450" y="776757"/>
                  </a:lnTo>
                  <a:lnTo>
                    <a:pt x="2006333" y="776287"/>
                  </a:lnTo>
                  <a:lnTo>
                    <a:pt x="2003704" y="776287"/>
                  </a:lnTo>
                  <a:lnTo>
                    <a:pt x="2002586" y="776757"/>
                  </a:lnTo>
                  <a:lnTo>
                    <a:pt x="2000719" y="778624"/>
                  </a:lnTo>
                  <a:lnTo>
                    <a:pt x="2000250" y="779741"/>
                  </a:lnTo>
                  <a:lnTo>
                    <a:pt x="2000250" y="782370"/>
                  </a:lnTo>
                  <a:lnTo>
                    <a:pt x="2000719" y="783488"/>
                  </a:lnTo>
                  <a:lnTo>
                    <a:pt x="2002586" y="785355"/>
                  </a:lnTo>
                  <a:lnTo>
                    <a:pt x="2003704" y="785812"/>
                  </a:lnTo>
                  <a:lnTo>
                    <a:pt x="2006333" y="785812"/>
                  </a:lnTo>
                  <a:lnTo>
                    <a:pt x="2007450" y="785355"/>
                  </a:lnTo>
                  <a:lnTo>
                    <a:pt x="2009317" y="783488"/>
                  </a:lnTo>
                  <a:lnTo>
                    <a:pt x="2009775" y="782370"/>
                  </a:lnTo>
                  <a:lnTo>
                    <a:pt x="2009775" y="779741"/>
                  </a:lnTo>
                  <a:close/>
                </a:path>
                <a:path w="4486275" h="3114675">
                  <a:moveTo>
                    <a:pt x="2009775" y="3454"/>
                  </a:moveTo>
                  <a:lnTo>
                    <a:pt x="2009317" y="2336"/>
                  </a:lnTo>
                  <a:lnTo>
                    <a:pt x="2007450" y="469"/>
                  </a:lnTo>
                  <a:lnTo>
                    <a:pt x="2006333" y="0"/>
                  </a:lnTo>
                  <a:lnTo>
                    <a:pt x="2003704" y="0"/>
                  </a:lnTo>
                  <a:lnTo>
                    <a:pt x="2002586" y="469"/>
                  </a:lnTo>
                  <a:lnTo>
                    <a:pt x="2000719" y="2336"/>
                  </a:lnTo>
                  <a:lnTo>
                    <a:pt x="2000250" y="3454"/>
                  </a:lnTo>
                  <a:lnTo>
                    <a:pt x="2000250" y="6083"/>
                  </a:lnTo>
                  <a:lnTo>
                    <a:pt x="2000719" y="7200"/>
                  </a:lnTo>
                  <a:lnTo>
                    <a:pt x="2002586" y="9067"/>
                  </a:lnTo>
                  <a:lnTo>
                    <a:pt x="2003704" y="9525"/>
                  </a:lnTo>
                  <a:lnTo>
                    <a:pt x="2006333" y="9525"/>
                  </a:lnTo>
                  <a:lnTo>
                    <a:pt x="2007450" y="9067"/>
                  </a:lnTo>
                  <a:lnTo>
                    <a:pt x="2009317" y="7200"/>
                  </a:lnTo>
                  <a:lnTo>
                    <a:pt x="2009775" y="6083"/>
                  </a:lnTo>
                  <a:lnTo>
                    <a:pt x="2009775" y="3454"/>
                  </a:lnTo>
                  <a:close/>
                </a:path>
                <a:path w="4486275" h="3114675">
                  <a:moveTo>
                    <a:pt x="2057400" y="3108604"/>
                  </a:moveTo>
                  <a:lnTo>
                    <a:pt x="2056942" y="3107486"/>
                  </a:lnTo>
                  <a:lnTo>
                    <a:pt x="2055075" y="3105620"/>
                  </a:lnTo>
                  <a:lnTo>
                    <a:pt x="2053958" y="3105150"/>
                  </a:lnTo>
                  <a:lnTo>
                    <a:pt x="2051329" y="3105150"/>
                  </a:lnTo>
                  <a:lnTo>
                    <a:pt x="2050211" y="3105620"/>
                  </a:lnTo>
                  <a:lnTo>
                    <a:pt x="2048344" y="3107486"/>
                  </a:lnTo>
                  <a:lnTo>
                    <a:pt x="2047875" y="3108604"/>
                  </a:lnTo>
                  <a:lnTo>
                    <a:pt x="2047875" y="3111233"/>
                  </a:lnTo>
                  <a:lnTo>
                    <a:pt x="2048344" y="3112351"/>
                  </a:lnTo>
                  <a:lnTo>
                    <a:pt x="2050211" y="3114217"/>
                  </a:lnTo>
                  <a:lnTo>
                    <a:pt x="2051329" y="3114675"/>
                  </a:lnTo>
                  <a:lnTo>
                    <a:pt x="2053958" y="3114675"/>
                  </a:lnTo>
                  <a:lnTo>
                    <a:pt x="2055075" y="3114217"/>
                  </a:lnTo>
                  <a:lnTo>
                    <a:pt x="2056942" y="3112351"/>
                  </a:lnTo>
                  <a:lnTo>
                    <a:pt x="2057400" y="3111233"/>
                  </a:lnTo>
                  <a:lnTo>
                    <a:pt x="2057400" y="3108604"/>
                  </a:lnTo>
                  <a:close/>
                </a:path>
                <a:path w="4486275" h="3114675">
                  <a:moveTo>
                    <a:pt x="2057400" y="2332317"/>
                  </a:moveTo>
                  <a:lnTo>
                    <a:pt x="2056942" y="2331199"/>
                  </a:lnTo>
                  <a:lnTo>
                    <a:pt x="2055075" y="2329332"/>
                  </a:lnTo>
                  <a:lnTo>
                    <a:pt x="2053958" y="2328862"/>
                  </a:lnTo>
                  <a:lnTo>
                    <a:pt x="2051329" y="2328862"/>
                  </a:lnTo>
                  <a:lnTo>
                    <a:pt x="2050211" y="2329332"/>
                  </a:lnTo>
                  <a:lnTo>
                    <a:pt x="2048344" y="2331199"/>
                  </a:lnTo>
                  <a:lnTo>
                    <a:pt x="2047875" y="2332317"/>
                  </a:lnTo>
                  <a:lnTo>
                    <a:pt x="2047875" y="2334945"/>
                  </a:lnTo>
                  <a:lnTo>
                    <a:pt x="2048344" y="2336063"/>
                  </a:lnTo>
                  <a:lnTo>
                    <a:pt x="2050211" y="2337930"/>
                  </a:lnTo>
                  <a:lnTo>
                    <a:pt x="2051329" y="2338387"/>
                  </a:lnTo>
                  <a:lnTo>
                    <a:pt x="2053958" y="2338387"/>
                  </a:lnTo>
                  <a:lnTo>
                    <a:pt x="2055075" y="2337930"/>
                  </a:lnTo>
                  <a:lnTo>
                    <a:pt x="2056942" y="2336063"/>
                  </a:lnTo>
                  <a:lnTo>
                    <a:pt x="2057400" y="2334945"/>
                  </a:lnTo>
                  <a:lnTo>
                    <a:pt x="2057400" y="2332317"/>
                  </a:lnTo>
                  <a:close/>
                </a:path>
                <a:path w="4486275" h="3114675">
                  <a:moveTo>
                    <a:pt x="2057400" y="1556029"/>
                  </a:moveTo>
                  <a:lnTo>
                    <a:pt x="2056942" y="1554911"/>
                  </a:lnTo>
                  <a:lnTo>
                    <a:pt x="2055075" y="1553044"/>
                  </a:lnTo>
                  <a:lnTo>
                    <a:pt x="2053958" y="1552575"/>
                  </a:lnTo>
                  <a:lnTo>
                    <a:pt x="2051329" y="1552575"/>
                  </a:lnTo>
                  <a:lnTo>
                    <a:pt x="2050211" y="1553044"/>
                  </a:lnTo>
                  <a:lnTo>
                    <a:pt x="2048344" y="1554911"/>
                  </a:lnTo>
                  <a:lnTo>
                    <a:pt x="2047875" y="1556029"/>
                  </a:lnTo>
                  <a:lnTo>
                    <a:pt x="2047875" y="1558658"/>
                  </a:lnTo>
                  <a:lnTo>
                    <a:pt x="2048344" y="1559775"/>
                  </a:lnTo>
                  <a:lnTo>
                    <a:pt x="2050211" y="1561642"/>
                  </a:lnTo>
                  <a:lnTo>
                    <a:pt x="2051329" y="1562100"/>
                  </a:lnTo>
                  <a:lnTo>
                    <a:pt x="2053958" y="1562100"/>
                  </a:lnTo>
                  <a:lnTo>
                    <a:pt x="2055075" y="1561642"/>
                  </a:lnTo>
                  <a:lnTo>
                    <a:pt x="2056942" y="1559775"/>
                  </a:lnTo>
                  <a:lnTo>
                    <a:pt x="2057400" y="1558658"/>
                  </a:lnTo>
                  <a:lnTo>
                    <a:pt x="2057400" y="1556029"/>
                  </a:lnTo>
                  <a:close/>
                </a:path>
                <a:path w="4486275" h="3114675">
                  <a:moveTo>
                    <a:pt x="2057400" y="779741"/>
                  </a:moveTo>
                  <a:lnTo>
                    <a:pt x="2056942" y="778624"/>
                  </a:lnTo>
                  <a:lnTo>
                    <a:pt x="2055075" y="776757"/>
                  </a:lnTo>
                  <a:lnTo>
                    <a:pt x="2053958" y="776287"/>
                  </a:lnTo>
                  <a:lnTo>
                    <a:pt x="2051329" y="776287"/>
                  </a:lnTo>
                  <a:lnTo>
                    <a:pt x="2050211" y="776757"/>
                  </a:lnTo>
                  <a:lnTo>
                    <a:pt x="2048344" y="778624"/>
                  </a:lnTo>
                  <a:lnTo>
                    <a:pt x="2047875" y="779741"/>
                  </a:lnTo>
                  <a:lnTo>
                    <a:pt x="2047875" y="782370"/>
                  </a:lnTo>
                  <a:lnTo>
                    <a:pt x="2048344" y="783488"/>
                  </a:lnTo>
                  <a:lnTo>
                    <a:pt x="2050211" y="785355"/>
                  </a:lnTo>
                  <a:lnTo>
                    <a:pt x="2051329" y="785812"/>
                  </a:lnTo>
                  <a:lnTo>
                    <a:pt x="2053958" y="785812"/>
                  </a:lnTo>
                  <a:lnTo>
                    <a:pt x="2055075" y="785355"/>
                  </a:lnTo>
                  <a:lnTo>
                    <a:pt x="2056942" y="783488"/>
                  </a:lnTo>
                  <a:lnTo>
                    <a:pt x="2057400" y="782370"/>
                  </a:lnTo>
                  <a:lnTo>
                    <a:pt x="2057400" y="779741"/>
                  </a:lnTo>
                  <a:close/>
                </a:path>
                <a:path w="4486275" h="3114675">
                  <a:moveTo>
                    <a:pt x="2057400" y="3454"/>
                  </a:moveTo>
                  <a:lnTo>
                    <a:pt x="2056942" y="2336"/>
                  </a:lnTo>
                  <a:lnTo>
                    <a:pt x="2055075" y="469"/>
                  </a:lnTo>
                  <a:lnTo>
                    <a:pt x="2053958" y="0"/>
                  </a:lnTo>
                  <a:lnTo>
                    <a:pt x="2051329" y="0"/>
                  </a:lnTo>
                  <a:lnTo>
                    <a:pt x="2050211" y="469"/>
                  </a:lnTo>
                  <a:lnTo>
                    <a:pt x="2048344" y="2336"/>
                  </a:lnTo>
                  <a:lnTo>
                    <a:pt x="2047875" y="3454"/>
                  </a:lnTo>
                  <a:lnTo>
                    <a:pt x="2047875" y="6083"/>
                  </a:lnTo>
                  <a:lnTo>
                    <a:pt x="2048344" y="7200"/>
                  </a:lnTo>
                  <a:lnTo>
                    <a:pt x="2050211" y="9067"/>
                  </a:lnTo>
                  <a:lnTo>
                    <a:pt x="2051329" y="9525"/>
                  </a:lnTo>
                  <a:lnTo>
                    <a:pt x="2053958" y="9525"/>
                  </a:lnTo>
                  <a:lnTo>
                    <a:pt x="2055075" y="9067"/>
                  </a:lnTo>
                  <a:lnTo>
                    <a:pt x="2056942" y="7200"/>
                  </a:lnTo>
                  <a:lnTo>
                    <a:pt x="2057400" y="6083"/>
                  </a:lnTo>
                  <a:lnTo>
                    <a:pt x="2057400" y="3454"/>
                  </a:lnTo>
                  <a:close/>
                </a:path>
                <a:path w="4486275" h="3114675">
                  <a:moveTo>
                    <a:pt x="2105025" y="3108604"/>
                  </a:moveTo>
                  <a:lnTo>
                    <a:pt x="2104567" y="3107486"/>
                  </a:lnTo>
                  <a:lnTo>
                    <a:pt x="2102700" y="3105620"/>
                  </a:lnTo>
                  <a:lnTo>
                    <a:pt x="2101583" y="3105150"/>
                  </a:lnTo>
                  <a:lnTo>
                    <a:pt x="2098954" y="3105150"/>
                  </a:lnTo>
                  <a:lnTo>
                    <a:pt x="2097836" y="3105620"/>
                  </a:lnTo>
                  <a:lnTo>
                    <a:pt x="2095969" y="3107486"/>
                  </a:lnTo>
                  <a:lnTo>
                    <a:pt x="2095500" y="3108604"/>
                  </a:lnTo>
                  <a:lnTo>
                    <a:pt x="2095500" y="3111233"/>
                  </a:lnTo>
                  <a:lnTo>
                    <a:pt x="2095969" y="3112351"/>
                  </a:lnTo>
                  <a:lnTo>
                    <a:pt x="2097836" y="3114217"/>
                  </a:lnTo>
                  <a:lnTo>
                    <a:pt x="2098954" y="3114675"/>
                  </a:lnTo>
                  <a:lnTo>
                    <a:pt x="2101583" y="3114675"/>
                  </a:lnTo>
                  <a:lnTo>
                    <a:pt x="2102700" y="3114217"/>
                  </a:lnTo>
                  <a:lnTo>
                    <a:pt x="2104567" y="3112351"/>
                  </a:lnTo>
                  <a:lnTo>
                    <a:pt x="2105025" y="3111233"/>
                  </a:lnTo>
                  <a:lnTo>
                    <a:pt x="2105025" y="3108604"/>
                  </a:lnTo>
                  <a:close/>
                </a:path>
                <a:path w="4486275" h="3114675">
                  <a:moveTo>
                    <a:pt x="2105025" y="2332317"/>
                  </a:moveTo>
                  <a:lnTo>
                    <a:pt x="2104567" y="2331199"/>
                  </a:lnTo>
                  <a:lnTo>
                    <a:pt x="2102700" y="2329332"/>
                  </a:lnTo>
                  <a:lnTo>
                    <a:pt x="2101583" y="2328862"/>
                  </a:lnTo>
                  <a:lnTo>
                    <a:pt x="2098954" y="2328862"/>
                  </a:lnTo>
                  <a:lnTo>
                    <a:pt x="2097836" y="2329332"/>
                  </a:lnTo>
                  <a:lnTo>
                    <a:pt x="2095969" y="2331199"/>
                  </a:lnTo>
                  <a:lnTo>
                    <a:pt x="2095500" y="2332317"/>
                  </a:lnTo>
                  <a:lnTo>
                    <a:pt x="2095500" y="2334945"/>
                  </a:lnTo>
                  <a:lnTo>
                    <a:pt x="2095969" y="2336063"/>
                  </a:lnTo>
                  <a:lnTo>
                    <a:pt x="2097836" y="2337930"/>
                  </a:lnTo>
                  <a:lnTo>
                    <a:pt x="2098954" y="2338387"/>
                  </a:lnTo>
                  <a:lnTo>
                    <a:pt x="2101583" y="2338387"/>
                  </a:lnTo>
                  <a:lnTo>
                    <a:pt x="2102700" y="2337930"/>
                  </a:lnTo>
                  <a:lnTo>
                    <a:pt x="2104567" y="2336063"/>
                  </a:lnTo>
                  <a:lnTo>
                    <a:pt x="2105025" y="2334945"/>
                  </a:lnTo>
                  <a:lnTo>
                    <a:pt x="2105025" y="2332317"/>
                  </a:lnTo>
                  <a:close/>
                </a:path>
                <a:path w="4486275" h="3114675">
                  <a:moveTo>
                    <a:pt x="2105025" y="1556029"/>
                  </a:moveTo>
                  <a:lnTo>
                    <a:pt x="2104567" y="1554911"/>
                  </a:lnTo>
                  <a:lnTo>
                    <a:pt x="2102700" y="1553044"/>
                  </a:lnTo>
                  <a:lnTo>
                    <a:pt x="2101583" y="1552575"/>
                  </a:lnTo>
                  <a:lnTo>
                    <a:pt x="2098954" y="1552575"/>
                  </a:lnTo>
                  <a:lnTo>
                    <a:pt x="2097836" y="1553044"/>
                  </a:lnTo>
                  <a:lnTo>
                    <a:pt x="2095969" y="1554911"/>
                  </a:lnTo>
                  <a:lnTo>
                    <a:pt x="2095500" y="1556029"/>
                  </a:lnTo>
                  <a:lnTo>
                    <a:pt x="2095500" y="1558658"/>
                  </a:lnTo>
                  <a:lnTo>
                    <a:pt x="2095969" y="1559775"/>
                  </a:lnTo>
                  <a:lnTo>
                    <a:pt x="2097836" y="1561642"/>
                  </a:lnTo>
                  <a:lnTo>
                    <a:pt x="2098954" y="1562100"/>
                  </a:lnTo>
                  <a:lnTo>
                    <a:pt x="2101583" y="1562100"/>
                  </a:lnTo>
                  <a:lnTo>
                    <a:pt x="2102700" y="1561642"/>
                  </a:lnTo>
                  <a:lnTo>
                    <a:pt x="2104567" y="1559775"/>
                  </a:lnTo>
                  <a:lnTo>
                    <a:pt x="2105025" y="1558658"/>
                  </a:lnTo>
                  <a:lnTo>
                    <a:pt x="2105025" y="1556029"/>
                  </a:lnTo>
                  <a:close/>
                </a:path>
                <a:path w="4486275" h="3114675">
                  <a:moveTo>
                    <a:pt x="2105025" y="779741"/>
                  </a:moveTo>
                  <a:lnTo>
                    <a:pt x="2104567" y="778624"/>
                  </a:lnTo>
                  <a:lnTo>
                    <a:pt x="2102700" y="776757"/>
                  </a:lnTo>
                  <a:lnTo>
                    <a:pt x="2101583" y="776287"/>
                  </a:lnTo>
                  <a:lnTo>
                    <a:pt x="2098954" y="776287"/>
                  </a:lnTo>
                  <a:lnTo>
                    <a:pt x="2097836" y="776757"/>
                  </a:lnTo>
                  <a:lnTo>
                    <a:pt x="2095969" y="778624"/>
                  </a:lnTo>
                  <a:lnTo>
                    <a:pt x="2095500" y="779741"/>
                  </a:lnTo>
                  <a:lnTo>
                    <a:pt x="2095500" y="782370"/>
                  </a:lnTo>
                  <a:lnTo>
                    <a:pt x="2095969" y="783488"/>
                  </a:lnTo>
                  <a:lnTo>
                    <a:pt x="2097836" y="785355"/>
                  </a:lnTo>
                  <a:lnTo>
                    <a:pt x="2098954" y="785812"/>
                  </a:lnTo>
                  <a:lnTo>
                    <a:pt x="2101583" y="785812"/>
                  </a:lnTo>
                  <a:lnTo>
                    <a:pt x="2102700" y="785355"/>
                  </a:lnTo>
                  <a:lnTo>
                    <a:pt x="2104567" y="783488"/>
                  </a:lnTo>
                  <a:lnTo>
                    <a:pt x="2105025" y="782370"/>
                  </a:lnTo>
                  <a:lnTo>
                    <a:pt x="2105025" y="779741"/>
                  </a:lnTo>
                  <a:close/>
                </a:path>
                <a:path w="4486275" h="3114675">
                  <a:moveTo>
                    <a:pt x="2105025" y="3454"/>
                  </a:moveTo>
                  <a:lnTo>
                    <a:pt x="2104567" y="2336"/>
                  </a:lnTo>
                  <a:lnTo>
                    <a:pt x="2102700" y="469"/>
                  </a:lnTo>
                  <a:lnTo>
                    <a:pt x="2101583" y="0"/>
                  </a:lnTo>
                  <a:lnTo>
                    <a:pt x="2098954" y="0"/>
                  </a:lnTo>
                  <a:lnTo>
                    <a:pt x="2097836" y="469"/>
                  </a:lnTo>
                  <a:lnTo>
                    <a:pt x="2095969" y="2336"/>
                  </a:lnTo>
                  <a:lnTo>
                    <a:pt x="2095500" y="3454"/>
                  </a:lnTo>
                  <a:lnTo>
                    <a:pt x="2095500" y="6083"/>
                  </a:lnTo>
                  <a:lnTo>
                    <a:pt x="2095969" y="7200"/>
                  </a:lnTo>
                  <a:lnTo>
                    <a:pt x="2097836" y="9067"/>
                  </a:lnTo>
                  <a:lnTo>
                    <a:pt x="2098954" y="9525"/>
                  </a:lnTo>
                  <a:lnTo>
                    <a:pt x="2101583" y="9525"/>
                  </a:lnTo>
                  <a:lnTo>
                    <a:pt x="2102700" y="9067"/>
                  </a:lnTo>
                  <a:lnTo>
                    <a:pt x="2104567" y="7200"/>
                  </a:lnTo>
                  <a:lnTo>
                    <a:pt x="2105025" y="6083"/>
                  </a:lnTo>
                  <a:lnTo>
                    <a:pt x="2105025" y="3454"/>
                  </a:lnTo>
                  <a:close/>
                </a:path>
                <a:path w="4486275" h="3114675">
                  <a:moveTo>
                    <a:pt x="2152650" y="3108604"/>
                  </a:moveTo>
                  <a:lnTo>
                    <a:pt x="2152192" y="3107486"/>
                  </a:lnTo>
                  <a:lnTo>
                    <a:pt x="2150326" y="3105620"/>
                  </a:lnTo>
                  <a:lnTo>
                    <a:pt x="2149208" y="3105150"/>
                  </a:lnTo>
                  <a:lnTo>
                    <a:pt x="2146579" y="3105150"/>
                  </a:lnTo>
                  <a:lnTo>
                    <a:pt x="2145461" y="3105620"/>
                  </a:lnTo>
                  <a:lnTo>
                    <a:pt x="2143595" y="3107486"/>
                  </a:lnTo>
                  <a:lnTo>
                    <a:pt x="2143125" y="3108604"/>
                  </a:lnTo>
                  <a:lnTo>
                    <a:pt x="2143125" y="3111233"/>
                  </a:lnTo>
                  <a:lnTo>
                    <a:pt x="2143595" y="3112351"/>
                  </a:lnTo>
                  <a:lnTo>
                    <a:pt x="2145461" y="3114217"/>
                  </a:lnTo>
                  <a:lnTo>
                    <a:pt x="2146579" y="3114675"/>
                  </a:lnTo>
                  <a:lnTo>
                    <a:pt x="2149208" y="3114675"/>
                  </a:lnTo>
                  <a:lnTo>
                    <a:pt x="2150326" y="3114217"/>
                  </a:lnTo>
                  <a:lnTo>
                    <a:pt x="2152192" y="3112351"/>
                  </a:lnTo>
                  <a:lnTo>
                    <a:pt x="2152650" y="3111233"/>
                  </a:lnTo>
                  <a:lnTo>
                    <a:pt x="2152650" y="3108604"/>
                  </a:lnTo>
                  <a:close/>
                </a:path>
                <a:path w="4486275" h="3114675">
                  <a:moveTo>
                    <a:pt x="2152650" y="2332317"/>
                  </a:moveTo>
                  <a:lnTo>
                    <a:pt x="2152192" y="2331199"/>
                  </a:lnTo>
                  <a:lnTo>
                    <a:pt x="2150326" y="2329332"/>
                  </a:lnTo>
                  <a:lnTo>
                    <a:pt x="2149208" y="2328862"/>
                  </a:lnTo>
                  <a:lnTo>
                    <a:pt x="2146579" y="2328862"/>
                  </a:lnTo>
                  <a:lnTo>
                    <a:pt x="2145461" y="2329332"/>
                  </a:lnTo>
                  <a:lnTo>
                    <a:pt x="2143595" y="2331199"/>
                  </a:lnTo>
                  <a:lnTo>
                    <a:pt x="2143125" y="2332317"/>
                  </a:lnTo>
                  <a:lnTo>
                    <a:pt x="2143125" y="2334945"/>
                  </a:lnTo>
                  <a:lnTo>
                    <a:pt x="2143595" y="2336063"/>
                  </a:lnTo>
                  <a:lnTo>
                    <a:pt x="2145461" y="2337930"/>
                  </a:lnTo>
                  <a:lnTo>
                    <a:pt x="2146579" y="2338387"/>
                  </a:lnTo>
                  <a:lnTo>
                    <a:pt x="2149208" y="2338387"/>
                  </a:lnTo>
                  <a:lnTo>
                    <a:pt x="2150326" y="2337930"/>
                  </a:lnTo>
                  <a:lnTo>
                    <a:pt x="2152192" y="2336063"/>
                  </a:lnTo>
                  <a:lnTo>
                    <a:pt x="2152650" y="2334945"/>
                  </a:lnTo>
                  <a:lnTo>
                    <a:pt x="2152650" y="2332317"/>
                  </a:lnTo>
                  <a:close/>
                </a:path>
                <a:path w="4486275" h="3114675">
                  <a:moveTo>
                    <a:pt x="2152650" y="1556029"/>
                  </a:moveTo>
                  <a:lnTo>
                    <a:pt x="2152192" y="1554911"/>
                  </a:lnTo>
                  <a:lnTo>
                    <a:pt x="2150326" y="1553044"/>
                  </a:lnTo>
                  <a:lnTo>
                    <a:pt x="2149208" y="1552575"/>
                  </a:lnTo>
                  <a:lnTo>
                    <a:pt x="2146579" y="1552575"/>
                  </a:lnTo>
                  <a:lnTo>
                    <a:pt x="2145461" y="1553044"/>
                  </a:lnTo>
                  <a:lnTo>
                    <a:pt x="2143595" y="1554911"/>
                  </a:lnTo>
                  <a:lnTo>
                    <a:pt x="2143125" y="1556029"/>
                  </a:lnTo>
                  <a:lnTo>
                    <a:pt x="2143125" y="1558658"/>
                  </a:lnTo>
                  <a:lnTo>
                    <a:pt x="2143595" y="1559775"/>
                  </a:lnTo>
                  <a:lnTo>
                    <a:pt x="2145461" y="1561642"/>
                  </a:lnTo>
                  <a:lnTo>
                    <a:pt x="2146579" y="1562100"/>
                  </a:lnTo>
                  <a:lnTo>
                    <a:pt x="2149208" y="1562100"/>
                  </a:lnTo>
                  <a:lnTo>
                    <a:pt x="2150326" y="1561642"/>
                  </a:lnTo>
                  <a:lnTo>
                    <a:pt x="2152192" y="1559775"/>
                  </a:lnTo>
                  <a:lnTo>
                    <a:pt x="2152650" y="1558658"/>
                  </a:lnTo>
                  <a:lnTo>
                    <a:pt x="2152650" y="1556029"/>
                  </a:lnTo>
                  <a:close/>
                </a:path>
                <a:path w="4486275" h="3114675">
                  <a:moveTo>
                    <a:pt x="2152650" y="779741"/>
                  </a:moveTo>
                  <a:lnTo>
                    <a:pt x="2152192" y="778624"/>
                  </a:lnTo>
                  <a:lnTo>
                    <a:pt x="2150326" y="776757"/>
                  </a:lnTo>
                  <a:lnTo>
                    <a:pt x="2149208" y="776287"/>
                  </a:lnTo>
                  <a:lnTo>
                    <a:pt x="2146579" y="776287"/>
                  </a:lnTo>
                  <a:lnTo>
                    <a:pt x="2145461" y="776757"/>
                  </a:lnTo>
                  <a:lnTo>
                    <a:pt x="2143595" y="778624"/>
                  </a:lnTo>
                  <a:lnTo>
                    <a:pt x="2143125" y="779741"/>
                  </a:lnTo>
                  <a:lnTo>
                    <a:pt x="2143125" y="782370"/>
                  </a:lnTo>
                  <a:lnTo>
                    <a:pt x="2143595" y="783488"/>
                  </a:lnTo>
                  <a:lnTo>
                    <a:pt x="2145461" y="785355"/>
                  </a:lnTo>
                  <a:lnTo>
                    <a:pt x="2146579" y="785812"/>
                  </a:lnTo>
                  <a:lnTo>
                    <a:pt x="2149208" y="785812"/>
                  </a:lnTo>
                  <a:lnTo>
                    <a:pt x="2150326" y="785355"/>
                  </a:lnTo>
                  <a:lnTo>
                    <a:pt x="2152192" y="783488"/>
                  </a:lnTo>
                  <a:lnTo>
                    <a:pt x="2152650" y="782370"/>
                  </a:lnTo>
                  <a:lnTo>
                    <a:pt x="2152650" y="779741"/>
                  </a:lnTo>
                  <a:close/>
                </a:path>
                <a:path w="4486275" h="3114675">
                  <a:moveTo>
                    <a:pt x="2152650" y="3454"/>
                  </a:moveTo>
                  <a:lnTo>
                    <a:pt x="2152192" y="2336"/>
                  </a:lnTo>
                  <a:lnTo>
                    <a:pt x="2150326" y="469"/>
                  </a:lnTo>
                  <a:lnTo>
                    <a:pt x="2149208" y="0"/>
                  </a:lnTo>
                  <a:lnTo>
                    <a:pt x="2146579" y="0"/>
                  </a:lnTo>
                  <a:lnTo>
                    <a:pt x="2145461" y="469"/>
                  </a:lnTo>
                  <a:lnTo>
                    <a:pt x="2143595" y="2336"/>
                  </a:lnTo>
                  <a:lnTo>
                    <a:pt x="2143125" y="3454"/>
                  </a:lnTo>
                  <a:lnTo>
                    <a:pt x="2143125" y="6083"/>
                  </a:lnTo>
                  <a:lnTo>
                    <a:pt x="2143595" y="7200"/>
                  </a:lnTo>
                  <a:lnTo>
                    <a:pt x="2145461" y="9067"/>
                  </a:lnTo>
                  <a:lnTo>
                    <a:pt x="2146579" y="9525"/>
                  </a:lnTo>
                  <a:lnTo>
                    <a:pt x="2149208" y="9525"/>
                  </a:lnTo>
                  <a:lnTo>
                    <a:pt x="2150326" y="9067"/>
                  </a:lnTo>
                  <a:lnTo>
                    <a:pt x="2152192" y="7200"/>
                  </a:lnTo>
                  <a:lnTo>
                    <a:pt x="2152650" y="6083"/>
                  </a:lnTo>
                  <a:lnTo>
                    <a:pt x="2152650" y="3454"/>
                  </a:lnTo>
                  <a:close/>
                </a:path>
                <a:path w="4486275" h="3114675">
                  <a:moveTo>
                    <a:pt x="2200275" y="3108604"/>
                  </a:moveTo>
                  <a:lnTo>
                    <a:pt x="2199817" y="3107486"/>
                  </a:lnTo>
                  <a:lnTo>
                    <a:pt x="2197951" y="3105620"/>
                  </a:lnTo>
                  <a:lnTo>
                    <a:pt x="2196833" y="3105150"/>
                  </a:lnTo>
                  <a:lnTo>
                    <a:pt x="2194204" y="3105150"/>
                  </a:lnTo>
                  <a:lnTo>
                    <a:pt x="2193086" y="3105620"/>
                  </a:lnTo>
                  <a:lnTo>
                    <a:pt x="2191220" y="3107486"/>
                  </a:lnTo>
                  <a:lnTo>
                    <a:pt x="2190750" y="3108604"/>
                  </a:lnTo>
                  <a:lnTo>
                    <a:pt x="2190750" y="3111233"/>
                  </a:lnTo>
                  <a:lnTo>
                    <a:pt x="2191220" y="3112351"/>
                  </a:lnTo>
                  <a:lnTo>
                    <a:pt x="2193086" y="3114217"/>
                  </a:lnTo>
                  <a:lnTo>
                    <a:pt x="2194204" y="3114675"/>
                  </a:lnTo>
                  <a:lnTo>
                    <a:pt x="2196833" y="3114675"/>
                  </a:lnTo>
                  <a:lnTo>
                    <a:pt x="2197951" y="3114217"/>
                  </a:lnTo>
                  <a:lnTo>
                    <a:pt x="2199817" y="3112351"/>
                  </a:lnTo>
                  <a:lnTo>
                    <a:pt x="2200275" y="3111233"/>
                  </a:lnTo>
                  <a:lnTo>
                    <a:pt x="2200275" y="3108604"/>
                  </a:lnTo>
                  <a:close/>
                </a:path>
                <a:path w="4486275" h="3114675">
                  <a:moveTo>
                    <a:pt x="2200275" y="2332317"/>
                  </a:moveTo>
                  <a:lnTo>
                    <a:pt x="2199817" y="2331199"/>
                  </a:lnTo>
                  <a:lnTo>
                    <a:pt x="2197951" y="2329332"/>
                  </a:lnTo>
                  <a:lnTo>
                    <a:pt x="2196833" y="2328862"/>
                  </a:lnTo>
                  <a:lnTo>
                    <a:pt x="2194204" y="2328862"/>
                  </a:lnTo>
                  <a:lnTo>
                    <a:pt x="2193086" y="2329332"/>
                  </a:lnTo>
                  <a:lnTo>
                    <a:pt x="2191220" y="2331199"/>
                  </a:lnTo>
                  <a:lnTo>
                    <a:pt x="2190750" y="2332317"/>
                  </a:lnTo>
                  <a:lnTo>
                    <a:pt x="2190750" y="2334945"/>
                  </a:lnTo>
                  <a:lnTo>
                    <a:pt x="2191220" y="2336063"/>
                  </a:lnTo>
                  <a:lnTo>
                    <a:pt x="2193086" y="2337930"/>
                  </a:lnTo>
                  <a:lnTo>
                    <a:pt x="2194204" y="2338387"/>
                  </a:lnTo>
                  <a:lnTo>
                    <a:pt x="2196833" y="2338387"/>
                  </a:lnTo>
                  <a:lnTo>
                    <a:pt x="2197951" y="2337930"/>
                  </a:lnTo>
                  <a:lnTo>
                    <a:pt x="2199817" y="2336063"/>
                  </a:lnTo>
                  <a:lnTo>
                    <a:pt x="2200275" y="2334945"/>
                  </a:lnTo>
                  <a:lnTo>
                    <a:pt x="2200275" y="2332317"/>
                  </a:lnTo>
                  <a:close/>
                </a:path>
                <a:path w="4486275" h="3114675">
                  <a:moveTo>
                    <a:pt x="2200275" y="1556029"/>
                  </a:moveTo>
                  <a:lnTo>
                    <a:pt x="2199817" y="1554911"/>
                  </a:lnTo>
                  <a:lnTo>
                    <a:pt x="2197951" y="1553044"/>
                  </a:lnTo>
                  <a:lnTo>
                    <a:pt x="2196833" y="1552575"/>
                  </a:lnTo>
                  <a:lnTo>
                    <a:pt x="2194204" y="1552575"/>
                  </a:lnTo>
                  <a:lnTo>
                    <a:pt x="2193086" y="1553044"/>
                  </a:lnTo>
                  <a:lnTo>
                    <a:pt x="2191220" y="1554911"/>
                  </a:lnTo>
                  <a:lnTo>
                    <a:pt x="2190750" y="1556029"/>
                  </a:lnTo>
                  <a:lnTo>
                    <a:pt x="2190750" y="1558658"/>
                  </a:lnTo>
                  <a:lnTo>
                    <a:pt x="2191220" y="1559775"/>
                  </a:lnTo>
                  <a:lnTo>
                    <a:pt x="2193086" y="1561642"/>
                  </a:lnTo>
                  <a:lnTo>
                    <a:pt x="2194204" y="1562100"/>
                  </a:lnTo>
                  <a:lnTo>
                    <a:pt x="2196833" y="1562100"/>
                  </a:lnTo>
                  <a:lnTo>
                    <a:pt x="2197951" y="1561642"/>
                  </a:lnTo>
                  <a:lnTo>
                    <a:pt x="2199817" y="1559775"/>
                  </a:lnTo>
                  <a:lnTo>
                    <a:pt x="2200275" y="1558658"/>
                  </a:lnTo>
                  <a:lnTo>
                    <a:pt x="2200275" y="1556029"/>
                  </a:lnTo>
                  <a:close/>
                </a:path>
                <a:path w="4486275" h="3114675">
                  <a:moveTo>
                    <a:pt x="2200275" y="779741"/>
                  </a:moveTo>
                  <a:lnTo>
                    <a:pt x="2199817" y="778624"/>
                  </a:lnTo>
                  <a:lnTo>
                    <a:pt x="2197951" y="776757"/>
                  </a:lnTo>
                  <a:lnTo>
                    <a:pt x="2196833" y="776287"/>
                  </a:lnTo>
                  <a:lnTo>
                    <a:pt x="2194204" y="776287"/>
                  </a:lnTo>
                  <a:lnTo>
                    <a:pt x="2193086" y="776757"/>
                  </a:lnTo>
                  <a:lnTo>
                    <a:pt x="2191220" y="778624"/>
                  </a:lnTo>
                  <a:lnTo>
                    <a:pt x="2190750" y="779741"/>
                  </a:lnTo>
                  <a:lnTo>
                    <a:pt x="2190750" y="782370"/>
                  </a:lnTo>
                  <a:lnTo>
                    <a:pt x="2191220" y="783488"/>
                  </a:lnTo>
                  <a:lnTo>
                    <a:pt x="2193086" y="785355"/>
                  </a:lnTo>
                  <a:lnTo>
                    <a:pt x="2194204" y="785812"/>
                  </a:lnTo>
                  <a:lnTo>
                    <a:pt x="2196833" y="785812"/>
                  </a:lnTo>
                  <a:lnTo>
                    <a:pt x="2197951" y="785355"/>
                  </a:lnTo>
                  <a:lnTo>
                    <a:pt x="2199817" y="783488"/>
                  </a:lnTo>
                  <a:lnTo>
                    <a:pt x="2200275" y="782370"/>
                  </a:lnTo>
                  <a:lnTo>
                    <a:pt x="2200275" y="779741"/>
                  </a:lnTo>
                  <a:close/>
                </a:path>
                <a:path w="4486275" h="3114675">
                  <a:moveTo>
                    <a:pt x="2200275" y="3454"/>
                  </a:moveTo>
                  <a:lnTo>
                    <a:pt x="2199817" y="2336"/>
                  </a:lnTo>
                  <a:lnTo>
                    <a:pt x="2197951" y="469"/>
                  </a:lnTo>
                  <a:lnTo>
                    <a:pt x="2196833" y="0"/>
                  </a:lnTo>
                  <a:lnTo>
                    <a:pt x="2194204" y="0"/>
                  </a:lnTo>
                  <a:lnTo>
                    <a:pt x="2193086" y="469"/>
                  </a:lnTo>
                  <a:lnTo>
                    <a:pt x="2191220" y="2336"/>
                  </a:lnTo>
                  <a:lnTo>
                    <a:pt x="2190750" y="3454"/>
                  </a:lnTo>
                  <a:lnTo>
                    <a:pt x="2190750" y="6083"/>
                  </a:lnTo>
                  <a:lnTo>
                    <a:pt x="2191220" y="7200"/>
                  </a:lnTo>
                  <a:lnTo>
                    <a:pt x="2193086" y="9067"/>
                  </a:lnTo>
                  <a:lnTo>
                    <a:pt x="2194204" y="9525"/>
                  </a:lnTo>
                  <a:lnTo>
                    <a:pt x="2196833" y="9525"/>
                  </a:lnTo>
                  <a:lnTo>
                    <a:pt x="2197951" y="9067"/>
                  </a:lnTo>
                  <a:lnTo>
                    <a:pt x="2199817" y="7200"/>
                  </a:lnTo>
                  <a:lnTo>
                    <a:pt x="2200275" y="6083"/>
                  </a:lnTo>
                  <a:lnTo>
                    <a:pt x="2200275" y="3454"/>
                  </a:lnTo>
                  <a:close/>
                </a:path>
                <a:path w="4486275" h="3114675">
                  <a:moveTo>
                    <a:pt x="2247900" y="3108604"/>
                  </a:moveTo>
                  <a:lnTo>
                    <a:pt x="2247442" y="3107486"/>
                  </a:lnTo>
                  <a:lnTo>
                    <a:pt x="2245576" y="3105620"/>
                  </a:lnTo>
                  <a:lnTo>
                    <a:pt x="2244458" y="3105150"/>
                  </a:lnTo>
                  <a:lnTo>
                    <a:pt x="2241829" y="3105150"/>
                  </a:lnTo>
                  <a:lnTo>
                    <a:pt x="2240711" y="3105620"/>
                  </a:lnTo>
                  <a:lnTo>
                    <a:pt x="2238845" y="3107486"/>
                  </a:lnTo>
                  <a:lnTo>
                    <a:pt x="2238375" y="3108604"/>
                  </a:lnTo>
                  <a:lnTo>
                    <a:pt x="2238375" y="3111233"/>
                  </a:lnTo>
                  <a:lnTo>
                    <a:pt x="2238845" y="3112351"/>
                  </a:lnTo>
                  <a:lnTo>
                    <a:pt x="2240711" y="3114217"/>
                  </a:lnTo>
                  <a:lnTo>
                    <a:pt x="2241829" y="3114675"/>
                  </a:lnTo>
                  <a:lnTo>
                    <a:pt x="2244458" y="3114675"/>
                  </a:lnTo>
                  <a:lnTo>
                    <a:pt x="2245576" y="3114217"/>
                  </a:lnTo>
                  <a:lnTo>
                    <a:pt x="2247442" y="3112351"/>
                  </a:lnTo>
                  <a:lnTo>
                    <a:pt x="2247900" y="3111233"/>
                  </a:lnTo>
                  <a:lnTo>
                    <a:pt x="2247900" y="3108604"/>
                  </a:lnTo>
                  <a:close/>
                </a:path>
                <a:path w="4486275" h="3114675">
                  <a:moveTo>
                    <a:pt x="2247900" y="2332317"/>
                  </a:moveTo>
                  <a:lnTo>
                    <a:pt x="2247442" y="2331199"/>
                  </a:lnTo>
                  <a:lnTo>
                    <a:pt x="2245576" y="2329332"/>
                  </a:lnTo>
                  <a:lnTo>
                    <a:pt x="2244458" y="2328862"/>
                  </a:lnTo>
                  <a:lnTo>
                    <a:pt x="2241829" y="2328862"/>
                  </a:lnTo>
                  <a:lnTo>
                    <a:pt x="2240711" y="2329332"/>
                  </a:lnTo>
                  <a:lnTo>
                    <a:pt x="2238845" y="2331199"/>
                  </a:lnTo>
                  <a:lnTo>
                    <a:pt x="2238375" y="2332317"/>
                  </a:lnTo>
                  <a:lnTo>
                    <a:pt x="2238375" y="2334945"/>
                  </a:lnTo>
                  <a:lnTo>
                    <a:pt x="2238845" y="2336063"/>
                  </a:lnTo>
                  <a:lnTo>
                    <a:pt x="2240711" y="2337930"/>
                  </a:lnTo>
                  <a:lnTo>
                    <a:pt x="2241829" y="2338387"/>
                  </a:lnTo>
                  <a:lnTo>
                    <a:pt x="2244458" y="2338387"/>
                  </a:lnTo>
                  <a:lnTo>
                    <a:pt x="2245576" y="2337930"/>
                  </a:lnTo>
                  <a:lnTo>
                    <a:pt x="2247442" y="2336063"/>
                  </a:lnTo>
                  <a:lnTo>
                    <a:pt x="2247900" y="2334945"/>
                  </a:lnTo>
                  <a:lnTo>
                    <a:pt x="2247900" y="2332317"/>
                  </a:lnTo>
                  <a:close/>
                </a:path>
                <a:path w="4486275" h="3114675">
                  <a:moveTo>
                    <a:pt x="2247900" y="1556029"/>
                  </a:moveTo>
                  <a:lnTo>
                    <a:pt x="2247442" y="1554911"/>
                  </a:lnTo>
                  <a:lnTo>
                    <a:pt x="2245576" y="1553044"/>
                  </a:lnTo>
                  <a:lnTo>
                    <a:pt x="2244458" y="1552575"/>
                  </a:lnTo>
                  <a:lnTo>
                    <a:pt x="2241829" y="1552575"/>
                  </a:lnTo>
                  <a:lnTo>
                    <a:pt x="2240711" y="1553044"/>
                  </a:lnTo>
                  <a:lnTo>
                    <a:pt x="2238845" y="1554911"/>
                  </a:lnTo>
                  <a:lnTo>
                    <a:pt x="2238375" y="1556029"/>
                  </a:lnTo>
                  <a:lnTo>
                    <a:pt x="2238375" y="1558658"/>
                  </a:lnTo>
                  <a:lnTo>
                    <a:pt x="2238845" y="1559775"/>
                  </a:lnTo>
                  <a:lnTo>
                    <a:pt x="2240711" y="1561642"/>
                  </a:lnTo>
                  <a:lnTo>
                    <a:pt x="2241829" y="1562100"/>
                  </a:lnTo>
                  <a:lnTo>
                    <a:pt x="2244458" y="1562100"/>
                  </a:lnTo>
                  <a:lnTo>
                    <a:pt x="2245576" y="1561642"/>
                  </a:lnTo>
                  <a:lnTo>
                    <a:pt x="2247442" y="1559775"/>
                  </a:lnTo>
                  <a:lnTo>
                    <a:pt x="2247900" y="1558658"/>
                  </a:lnTo>
                  <a:lnTo>
                    <a:pt x="2247900" y="1556029"/>
                  </a:lnTo>
                  <a:close/>
                </a:path>
                <a:path w="4486275" h="3114675">
                  <a:moveTo>
                    <a:pt x="2247900" y="779741"/>
                  </a:moveTo>
                  <a:lnTo>
                    <a:pt x="2247442" y="778624"/>
                  </a:lnTo>
                  <a:lnTo>
                    <a:pt x="2245576" y="776757"/>
                  </a:lnTo>
                  <a:lnTo>
                    <a:pt x="2244458" y="776287"/>
                  </a:lnTo>
                  <a:lnTo>
                    <a:pt x="2241829" y="776287"/>
                  </a:lnTo>
                  <a:lnTo>
                    <a:pt x="2240711" y="776757"/>
                  </a:lnTo>
                  <a:lnTo>
                    <a:pt x="2238845" y="778624"/>
                  </a:lnTo>
                  <a:lnTo>
                    <a:pt x="2238375" y="779741"/>
                  </a:lnTo>
                  <a:lnTo>
                    <a:pt x="2238375" y="782370"/>
                  </a:lnTo>
                  <a:lnTo>
                    <a:pt x="2238845" y="783488"/>
                  </a:lnTo>
                  <a:lnTo>
                    <a:pt x="2240711" y="785355"/>
                  </a:lnTo>
                  <a:lnTo>
                    <a:pt x="2241829" y="785812"/>
                  </a:lnTo>
                  <a:lnTo>
                    <a:pt x="2244458" y="785812"/>
                  </a:lnTo>
                  <a:lnTo>
                    <a:pt x="2245576" y="785355"/>
                  </a:lnTo>
                  <a:lnTo>
                    <a:pt x="2247442" y="783488"/>
                  </a:lnTo>
                  <a:lnTo>
                    <a:pt x="2247900" y="782370"/>
                  </a:lnTo>
                  <a:lnTo>
                    <a:pt x="2247900" y="779741"/>
                  </a:lnTo>
                  <a:close/>
                </a:path>
                <a:path w="4486275" h="3114675">
                  <a:moveTo>
                    <a:pt x="2247900" y="3454"/>
                  </a:moveTo>
                  <a:lnTo>
                    <a:pt x="2247442" y="2336"/>
                  </a:lnTo>
                  <a:lnTo>
                    <a:pt x="2245576" y="469"/>
                  </a:lnTo>
                  <a:lnTo>
                    <a:pt x="2244458" y="0"/>
                  </a:lnTo>
                  <a:lnTo>
                    <a:pt x="2241829" y="0"/>
                  </a:lnTo>
                  <a:lnTo>
                    <a:pt x="2240711" y="469"/>
                  </a:lnTo>
                  <a:lnTo>
                    <a:pt x="2238845" y="2336"/>
                  </a:lnTo>
                  <a:lnTo>
                    <a:pt x="2238375" y="3454"/>
                  </a:lnTo>
                  <a:lnTo>
                    <a:pt x="2238375" y="6083"/>
                  </a:lnTo>
                  <a:lnTo>
                    <a:pt x="2238845" y="7200"/>
                  </a:lnTo>
                  <a:lnTo>
                    <a:pt x="2240711" y="9067"/>
                  </a:lnTo>
                  <a:lnTo>
                    <a:pt x="2241829" y="9525"/>
                  </a:lnTo>
                  <a:lnTo>
                    <a:pt x="2244458" y="9525"/>
                  </a:lnTo>
                  <a:lnTo>
                    <a:pt x="2245576" y="9067"/>
                  </a:lnTo>
                  <a:lnTo>
                    <a:pt x="2247442" y="7200"/>
                  </a:lnTo>
                  <a:lnTo>
                    <a:pt x="2247900" y="6083"/>
                  </a:lnTo>
                  <a:lnTo>
                    <a:pt x="2247900" y="3454"/>
                  </a:lnTo>
                  <a:close/>
                </a:path>
                <a:path w="4486275" h="3114675">
                  <a:moveTo>
                    <a:pt x="2295525" y="3108604"/>
                  </a:moveTo>
                  <a:lnTo>
                    <a:pt x="2295067" y="3107486"/>
                  </a:lnTo>
                  <a:lnTo>
                    <a:pt x="2293201" y="3105620"/>
                  </a:lnTo>
                  <a:lnTo>
                    <a:pt x="2292083" y="3105150"/>
                  </a:lnTo>
                  <a:lnTo>
                    <a:pt x="2289454" y="3105150"/>
                  </a:lnTo>
                  <a:lnTo>
                    <a:pt x="2288336" y="3105620"/>
                  </a:lnTo>
                  <a:lnTo>
                    <a:pt x="2286470" y="3107486"/>
                  </a:lnTo>
                  <a:lnTo>
                    <a:pt x="2286000" y="3108604"/>
                  </a:lnTo>
                  <a:lnTo>
                    <a:pt x="2286000" y="3111233"/>
                  </a:lnTo>
                  <a:lnTo>
                    <a:pt x="2286470" y="3112351"/>
                  </a:lnTo>
                  <a:lnTo>
                    <a:pt x="2288336" y="3114217"/>
                  </a:lnTo>
                  <a:lnTo>
                    <a:pt x="2289454" y="3114675"/>
                  </a:lnTo>
                  <a:lnTo>
                    <a:pt x="2292083" y="3114675"/>
                  </a:lnTo>
                  <a:lnTo>
                    <a:pt x="2293201" y="3114217"/>
                  </a:lnTo>
                  <a:lnTo>
                    <a:pt x="2295067" y="3112351"/>
                  </a:lnTo>
                  <a:lnTo>
                    <a:pt x="2295525" y="3111233"/>
                  </a:lnTo>
                  <a:lnTo>
                    <a:pt x="2295525" y="3108604"/>
                  </a:lnTo>
                  <a:close/>
                </a:path>
                <a:path w="4486275" h="3114675">
                  <a:moveTo>
                    <a:pt x="2295525" y="2332317"/>
                  </a:moveTo>
                  <a:lnTo>
                    <a:pt x="2295067" y="2331199"/>
                  </a:lnTo>
                  <a:lnTo>
                    <a:pt x="2293201" y="2329332"/>
                  </a:lnTo>
                  <a:lnTo>
                    <a:pt x="2292083" y="2328862"/>
                  </a:lnTo>
                  <a:lnTo>
                    <a:pt x="2289454" y="2328862"/>
                  </a:lnTo>
                  <a:lnTo>
                    <a:pt x="2288336" y="2329332"/>
                  </a:lnTo>
                  <a:lnTo>
                    <a:pt x="2286470" y="2331199"/>
                  </a:lnTo>
                  <a:lnTo>
                    <a:pt x="2286000" y="2332317"/>
                  </a:lnTo>
                  <a:lnTo>
                    <a:pt x="2286000" y="2334945"/>
                  </a:lnTo>
                  <a:lnTo>
                    <a:pt x="2286470" y="2336063"/>
                  </a:lnTo>
                  <a:lnTo>
                    <a:pt x="2288336" y="2337930"/>
                  </a:lnTo>
                  <a:lnTo>
                    <a:pt x="2289454" y="2338387"/>
                  </a:lnTo>
                  <a:lnTo>
                    <a:pt x="2292083" y="2338387"/>
                  </a:lnTo>
                  <a:lnTo>
                    <a:pt x="2293201" y="2337930"/>
                  </a:lnTo>
                  <a:lnTo>
                    <a:pt x="2295067" y="2336063"/>
                  </a:lnTo>
                  <a:lnTo>
                    <a:pt x="2295525" y="2334945"/>
                  </a:lnTo>
                  <a:lnTo>
                    <a:pt x="2295525" y="2332317"/>
                  </a:lnTo>
                  <a:close/>
                </a:path>
                <a:path w="4486275" h="3114675">
                  <a:moveTo>
                    <a:pt x="2295525" y="1556029"/>
                  </a:moveTo>
                  <a:lnTo>
                    <a:pt x="2295067" y="1554911"/>
                  </a:lnTo>
                  <a:lnTo>
                    <a:pt x="2293201" y="1553044"/>
                  </a:lnTo>
                  <a:lnTo>
                    <a:pt x="2292083" y="1552575"/>
                  </a:lnTo>
                  <a:lnTo>
                    <a:pt x="2289454" y="1552575"/>
                  </a:lnTo>
                  <a:lnTo>
                    <a:pt x="2288336" y="1553044"/>
                  </a:lnTo>
                  <a:lnTo>
                    <a:pt x="2286470" y="1554911"/>
                  </a:lnTo>
                  <a:lnTo>
                    <a:pt x="2286000" y="1556029"/>
                  </a:lnTo>
                  <a:lnTo>
                    <a:pt x="2286000" y="1558658"/>
                  </a:lnTo>
                  <a:lnTo>
                    <a:pt x="2286470" y="1559775"/>
                  </a:lnTo>
                  <a:lnTo>
                    <a:pt x="2288336" y="1561642"/>
                  </a:lnTo>
                  <a:lnTo>
                    <a:pt x="2289454" y="1562100"/>
                  </a:lnTo>
                  <a:lnTo>
                    <a:pt x="2292083" y="1562100"/>
                  </a:lnTo>
                  <a:lnTo>
                    <a:pt x="2293201" y="1561642"/>
                  </a:lnTo>
                  <a:lnTo>
                    <a:pt x="2295067" y="1559775"/>
                  </a:lnTo>
                  <a:lnTo>
                    <a:pt x="2295525" y="1558658"/>
                  </a:lnTo>
                  <a:lnTo>
                    <a:pt x="2295525" y="1556029"/>
                  </a:lnTo>
                  <a:close/>
                </a:path>
                <a:path w="4486275" h="3114675">
                  <a:moveTo>
                    <a:pt x="2295525" y="779741"/>
                  </a:moveTo>
                  <a:lnTo>
                    <a:pt x="2295067" y="778624"/>
                  </a:lnTo>
                  <a:lnTo>
                    <a:pt x="2293201" y="776757"/>
                  </a:lnTo>
                  <a:lnTo>
                    <a:pt x="2292083" y="776287"/>
                  </a:lnTo>
                  <a:lnTo>
                    <a:pt x="2289454" y="776287"/>
                  </a:lnTo>
                  <a:lnTo>
                    <a:pt x="2288336" y="776757"/>
                  </a:lnTo>
                  <a:lnTo>
                    <a:pt x="2286470" y="778624"/>
                  </a:lnTo>
                  <a:lnTo>
                    <a:pt x="2286000" y="779741"/>
                  </a:lnTo>
                  <a:lnTo>
                    <a:pt x="2286000" y="782370"/>
                  </a:lnTo>
                  <a:lnTo>
                    <a:pt x="2286470" y="783488"/>
                  </a:lnTo>
                  <a:lnTo>
                    <a:pt x="2288336" y="785355"/>
                  </a:lnTo>
                  <a:lnTo>
                    <a:pt x="2289454" y="785812"/>
                  </a:lnTo>
                  <a:lnTo>
                    <a:pt x="2292083" y="785812"/>
                  </a:lnTo>
                  <a:lnTo>
                    <a:pt x="2293201" y="785355"/>
                  </a:lnTo>
                  <a:lnTo>
                    <a:pt x="2295067" y="783488"/>
                  </a:lnTo>
                  <a:lnTo>
                    <a:pt x="2295525" y="782370"/>
                  </a:lnTo>
                  <a:lnTo>
                    <a:pt x="2295525" y="779741"/>
                  </a:lnTo>
                  <a:close/>
                </a:path>
                <a:path w="4486275" h="3114675">
                  <a:moveTo>
                    <a:pt x="2295525" y="3454"/>
                  </a:moveTo>
                  <a:lnTo>
                    <a:pt x="2295067" y="2336"/>
                  </a:lnTo>
                  <a:lnTo>
                    <a:pt x="2293201" y="469"/>
                  </a:lnTo>
                  <a:lnTo>
                    <a:pt x="2292083" y="0"/>
                  </a:lnTo>
                  <a:lnTo>
                    <a:pt x="2289454" y="0"/>
                  </a:lnTo>
                  <a:lnTo>
                    <a:pt x="2288336" y="469"/>
                  </a:lnTo>
                  <a:lnTo>
                    <a:pt x="2286470" y="2336"/>
                  </a:lnTo>
                  <a:lnTo>
                    <a:pt x="2286000" y="3454"/>
                  </a:lnTo>
                  <a:lnTo>
                    <a:pt x="2286000" y="6083"/>
                  </a:lnTo>
                  <a:lnTo>
                    <a:pt x="2286470" y="7200"/>
                  </a:lnTo>
                  <a:lnTo>
                    <a:pt x="2288336" y="9067"/>
                  </a:lnTo>
                  <a:lnTo>
                    <a:pt x="2289454" y="9525"/>
                  </a:lnTo>
                  <a:lnTo>
                    <a:pt x="2292083" y="9525"/>
                  </a:lnTo>
                  <a:lnTo>
                    <a:pt x="2293201" y="9067"/>
                  </a:lnTo>
                  <a:lnTo>
                    <a:pt x="2295067" y="7200"/>
                  </a:lnTo>
                  <a:lnTo>
                    <a:pt x="2295525" y="6083"/>
                  </a:lnTo>
                  <a:lnTo>
                    <a:pt x="2295525" y="3454"/>
                  </a:lnTo>
                  <a:close/>
                </a:path>
                <a:path w="4486275" h="3114675">
                  <a:moveTo>
                    <a:pt x="2343150" y="3108604"/>
                  </a:moveTo>
                  <a:lnTo>
                    <a:pt x="2342692" y="3107486"/>
                  </a:lnTo>
                  <a:lnTo>
                    <a:pt x="2340826" y="3105620"/>
                  </a:lnTo>
                  <a:lnTo>
                    <a:pt x="2339708" y="3105150"/>
                  </a:lnTo>
                  <a:lnTo>
                    <a:pt x="2337079" y="3105150"/>
                  </a:lnTo>
                  <a:lnTo>
                    <a:pt x="2335961" y="3105620"/>
                  </a:lnTo>
                  <a:lnTo>
                    <a:pt x="2334095" y="3107486"/>
                  </a:lnTo>
                  <a:lnTo>
                    <a:pt x="2333625" y="3108604"/>
                  </a:lnTo>
                  <a:lnTo>
                    <a:pt x="2333625" y="3111233"/>
                  </a:lnTo>
                  <a:lnTo>
                    <a:pt x="2334095" y="3112351"/>
                  </a:lnTo>
                  <a:lnTo>
                    <a:pt x="2335961" y="3114217"/>
                  </a:lnTo>
                  <a:lnTo>
                    <a:pt x="2337079" y="3114675"/>
                  </a:lnTo>
                  <a:lnTo>
                    <a:pt x="2339708" y="3114675"/>
                  </a:lnTo>
                  <a:lnTo>
                    <a:pt x="2340826" y="3114217"/>
                  </a:lnTo>
                  <a:lnTo>
                    <a:pt x="2342692" y="3112351"/>
                  </a:lnTo>
                  <a:lnTo>
                    <a:pt x="2343150" y="3111233"/>
                  </a:lnTo>
                  <a:lnTo>
                    <a:pt x="2343150" y="3108604"/>
                  </a:lnTo>
                  <a:close/>
                </a:path>
                <a:path w="4486275" h="3114675">
                  <a:moveTo>
                    <a:pt x="2343150" y="2332317"/>
                  </a:moveTo>
                  <a:lnTo>
                    <a:pt x="2342692" y="2331199"/>
                  </a:lnTo>
                  <a:lnTo>
                    <a:pt x="2340826" y="2329332"/>
                  </a:lnTo>
                  <a:lnTo>
                    <a:pt x="2339708" y="2328862"/>
                  </a:lnTo>
                  <a:lnTo>
                    <a:pt x="2337079" y="2328862"/>
                  </a:lnTo>
                  <a:lnTo>
                    <a:pt x="2335961" y="2329332"/>
                  </a:lnTo>
                  <a:lnTo>
                    <a:pt x="2334095" y="2331199"/>
                  </a:lnTo>
                  <a:lnTo>
                    <a:pt x="2333625" y="2332317"/>
                  </a:lnTo>
                  <a:lnTo>
                    <a:pt x="2333625" y="2334945"/>
                  </a:lnTo>
                  <a:lnTo>
                    <a:pt x="2334095" y="2336063"/>
                  </a:lnTo>
                  <a:lnTo>
                    <a:pt x="2335961" y="2337930"/>
                  </a:lnTo>
                  <a:lnTo>
                    <a:pt x="2337079" y="2338387"/>
                  </a:lnTo>
                  <a:lnTo>
                    <a:pt x="2339708" y="2338387"/>
                  </a:lnTo>
                  <a:lnTo>
                    <a:pt x="2340826" y="2337930"/>
                  </a:lnTo>
                  <a:lnTo>
                    <a:pt x="2342692" y="2336063"/>
                  </a:lnTo>
                  <a:lnTo>
                    <a:pt x="2343150" y="2334945"/>
                  </a:lnTo>
                  <a:lnTo>
                    <a:pt x="2343150" y="2332317"/>
                  </a:lnTo>
                  <a:close/>
                </a:path>
                <a:path w="4486275" h="3114675">
                  <a:moveTo>
                    <a:pt x="2343150" y="1556029"/>
                  </a:moveTo>
                  <a:lnTo>
                    <a:pt x="2342692" y="1554911"/>
                  </a:lnTo>
                  <a:lnTo>
                    <a:pt x="2340826" y="1553044"/>
                  </a:lnTo>
                  <a:lnTo>
                    <a:pt x="2339708" y="1552575"/>
                  </a:lnTo>
                  <a:lnTo>
                    <a:pt x="2337079" y="1552575"/>
                  </a:lnTo>
                  <a:lnTo>
                    <a:pt x="2335961" y="1553044"/>
                  </a:lnTo>
                  <a:lnTo>
                    <a:pt x="2334095" y="1554911"/>
                  </a:lnTo>
                  <a:lnTo>
                    <a:pt x="2333625" y="1556029"/>
                  </a:lnTo>
                  <a:lnTo>
                    <a:pt x="2333625" y="1558658"/>
                  </a:lnTo>
                  <a:lnTo>
                    <a:pt x="2334095" y="1559775"/>
                  </a:lnTo>
                  <a:lnTo>
                    <a:pt x="2335961" y="1561642"/>
                  </a:lnTo>
                  <a:lnTo>
                    <a:pt x="2337079" y="1562100"/>
                  </a:lnTo>
                  <a:lnTo>
                    <a:pt x="2339708" y="1562100"/>
                  </a:lnTo>
                  <a:lnTo>
                    <a:pt x="2340826" y="1561642"/>
                  </a:lnTo>
                  <a:lnTo>
                    <a:pt x="2342692" y="1559775"/>
                  </a:lnTo>
                  <a:lnTo>
                    <a:pt x="2343150" y="1558658"/>
                  </a:lnTo>
                  <a:lnTo>
                    <a:pt x="2343150" y="1556029"/>
                  </a:lnTo>
                  <a:close/>
                </a:path>
                <a:path w="4486275" h="3114675">
                  <a:moveTo>
                    <a:pt x="2343150" y="779741"/>
                  </a:moveTo>
                  <a:lnTo>
                    <a:pt x="2342692" y="778624"/>
                  </a:lnTo>
                  <a:lnTo>
                    <a:pt x="2340826" y="776757"/>
                  </a:lnTo>
                  <a:lnTo>
                    <a:pt x="2339708" y="776287"/>
                  </a:lnTo>
                  <a:lnTo>
                    <a:pt x="2337079" y="776287"/>
                  </a:lnTo>
                  <a:lnTo>
                    <a:pt x="2335961" y="776757"/>
                  </a:lnTo>
                  <a:lnTo>
                    <a:pt x="2334095" y="778624"/>
                  </a:lnTo>
                  <a:lnTo>
                    <a:pt x="2333625" y="779741"/>
                  </a:lnTo>
                  <a:lnTo>
                    <a:pt x="2333625" y="782370"/>
                  </a:lnTo>
                  <a:lnTo>
                    <a:pt x="2334095" y="783488"/>
                  </a:lnTo>
                  <a:lnTo>
                    <a:pt x="2335961" y="785355"/>
                  </a:lnTo>
                  <a:lnTo>
                    <a:pt x="2337079" y="785812"/>
                  </a:lnTo>
                  <a:lnTo>
                    <a:pt x="2339708" y="785812"/>
                  </a:lnTo>
                  <a:lnTo>
                    <a:pt x="2340826" y="785355"/>
                  </a:lnTo>
                  <a:lnTo>
                    <a:pt x="2342692" y="783488"/>
                  </a:lnTo>
                  <a:lnTo>
                    <a:pt x="2343150" y="782370"/>
                  </a:lnTo>
                  <a:lnTo>
                    <a:pt x="2343150" y="779741"/>
                  </a:lnTo>
                  <a:close/>
                </a:path>
                <a:path w="4486275" h="3114675">
                  <a:moveTo>
                    <a:pt x="2343150" y="3454"/>
                  </a:moveTo>
                  <a:lnTo>
                    <a:pt x="2342692" y="2336"/>
                  </a:lnTo>
                  <a:lnTo>
                    <a:pt x="2340826" y="469"/>
                  </a:lnTo>
                  <a:lnTo>
                    <a:pt x="2339708" y="0"/>
                  </a:lnTo>
                  <a:lnTo>
                    <a:pt x="2337079" y="0"/>
                  </a:lnTo>
                  <a:lnTo>
                    <a:pt x="2335961" y="469"/>
                  </a:lnTo>
                  <a:lnTo>
                    <a:pt x="2334095" y="2336"/>
                  </a:lnTo>
                  <a:lnTo>
                    <a:pt x="2333625" y="3454"/>
                  </a:lnTo>
                  <a:lnTo>
                    <a:pt x="2333625" y="6083"/>
                  </a:lnTo>
                  <a:lnTo>
                    <a:pt x="2334095" y="7200"/>
                  </a:lnTo>
                  <a:lnTo>
                    <a:pt x="2335961" y="9067"/>
                  </a:lnTo>
                  <a:lnTo>
                    <a:pt x="2337079" y="9525"/>
                  </a:lnTo>
                  <a:lnTo>
                    <a:pt x="2339708" y="9525"/>
                  </a:lnTo>
                  <a:lnTo>
                    <a:pt x="2340826" y="9067"/>
                  </a:lnTo>
                  <a:lnTo>
                    <a:pt x="2342692" y="7200"/>
                  </a:lnTo>
                  <a:lnTo>
                    <a:pt x="2343150" y="6083"/>
                  </a:lnTo>
                  <a:lnTo>
                    <a:pt x="2343150" y="3454"/>
                  </a:lnTo>
                  <a:close/>
                </a:path>
                <a:path w="4486275" h="3114675">
                  <a:moveTo>
                    <a:pt x="2390775" y="3108604"/>
                  </a:moveTo>
                  <a:lnTo>
                    <a:pt x="2390317" y="3107486"/>
                  </a:lnTo>
                  <a:lnTo>
                    <a:pt x="2388451" y="3105620"/>
                  </a:lnTo>
                  <a:lnTo>
                    <a:pt x="2387333" y="3105150"/>
                  </a:lnTo>
                  <a:lnTo>
                    <a:pt x="2384704" y="3105150"/>
                  </a:lnTo>
                  <a:lnTo>
                    <a:pt x="2383586" y="3105620"/>
                  </a:lnTo>
                  <a:lnTo>
                    <a:pt x="2381720" y="3107486"/>
                  </a:lnTo>
                  <a:lnTo>
                    <a:pt x="2381250" y="3108604"/>
                  </a:lnTo>
                  <a:lnTo>
                    <a:pt x="2381250" y="3111233"/>
                  </a:lnTo>
                  <a:lnTo>
                    <a:pt x="2381720" y="3112351"/>
                  </a:lnTo>
                  <a:lnTo>
                    <a:pt x="2383586" y="3114217"/>
                  </a:lnTo>
                  <a:lnTo>
                    <a:pt x="2384704" y="3114675"/>
                  </a:lnTo>
                  <a:lnTo>
                    <a:pt x="2387333" y="3114675"/>
                  </a:lnTo>
                  <a:lnTo>
                    <a:pt x="2388451" y="3114217"/>
                  </a:lnTo>
                  <a:lnTo>
                    <a:pt x="2390317" y="3112351"/>
                  </a:lnTo>
                  <a:lnTo>
                    <a:pt x="2390775" y="3111233"/>
                  </a:lnTo>
                  <a:lnTo>
                    <a:pt x="2390775" y="3108604"/>
                  </a:lnTo>
                  <a:close/>
                </a:path>
                <a:path w="4486275" h="3114675">
                  <a:moveTo>
                    <a:pt x="2390775" y="2332317"/>
                  </a:moveTo>
                  <a:lnTo>
                    <a:pt x="2390317" y="2331199"/>
                  </a:lnTo>
                  <a:lnTo>
                    <a:pt x="2388451" y="2329332"/>
                  </a:lnTo>
                  <a:lnTo>
                    <a:pt x="2387333" y="2328862"/>
                  </a:lnTo>
                  <a:lnTo>
                    <a:pt x="2384704" y="2328862"/>
                  </a:lnTo>
                  <a:lnTo>
                    <a:pt x="2383586" y="2329332"/>
                  </a:lnTo>
                  <a:lnTo>
                    <a:pt x="2381720" y="2331199"/>
                  </a:lnTo>
                  <a:lnTo>
                    <a:pt x="2381250" y="2332317"/>
                  </a:lnTo>
                  <a:lnTo>
                    <a:pt x="2381250" y="2334945"/>
                  </a:lnTo>
                  <a:lnTo>
                    <a:pt x="2381720" y="2336063"/>
                  </a:lnTo>
                  <a:lnTo>
                    <a:pt x="2383586" y="2337930"/>
                  </a:lnTo>
                  <a:lnTo>
                    <a:pt x="2384704" y="2338387"/>
                  </a:lnTo>
                  <a:lnTo>
                    <a:pt x="2387333" y="2338387"/>
                  </a:lnTo>
                  <a:lnTo>
                    <a:pt x="2388451" y="2337930"/>
                  </a:lnTo>
                  <a:lnTo>
                    <a:pt x="2390317" y="2336063"/>
                  </a:lnTo>
                  <a:lnTo>
                    <a:pt x="2390775" y="2334945"/>
                  </a:lnTo>
                  <a:lnTo>
                    <a:pt x="2390775" y="2332317"/>
                  </a:lnTo>
                  <a:close/>
                </a:path>
                <a:path w="4486275" h="3114675">
                  <a:moveTo>
                    <a:pt x="2390775" y="1556029"/>
                  </a:moveTo>
                  <a:lnTo>
                    <a:pt x="2390317" y="1554911"/>
                  </a:lnTo>
                  <a:lnTo>
                    <a:pt x="2388451" y="1553044"/>
                  </a:lnTo>
                  <a:lnTo>
                    <a:pt x="2387333" y="1552575"/>
                  </a:lnTo>
                  <a:lnTo>
                    <a:pt x="2384704" y="1552575"/>
                  </a:lnTo>
                  <a:lnTo>
                    <a:pt x="2383586" y="1553044"/>
                  </a:lnTo>
                  <a:lnTo>
                    <a:pt x="2381720" y="1554911"/>
                  </a:lnTo>
                  <a:lnTo>
                    <a:pt x="2381250" y="1556029"/>
                  </a:lnTo>
                  <a:lnTo>
                    <a:pt x="2381250" y="1558658"/>
                  </a:lnTo>
                  <a:lnTo>
                    <a:pt x="2381720" y="1559775"/>
                  </a:lnTo>
                  <a:lnTo>
                    <a:pt x="2383586" y="1561642"/>
                  </a:lnTo>
                  <a:lnTo>
                    <a:pt x="2384704" y="1562100"/>
                  </a:lnTo>
                  <a:lnTo>
                    <a:pt x="2387333" y="1562100"/>
                  </a:lnTo>
                  <a:lnTo>
                    <a:pt x="2388451" y="1561642"/>
                  </a:lnTo>
                  <a:lnTo>
                    <a:pt x="2390317" y="1559775"/>
                  </a:lnTo>
                  <a:lnTo>
                    <a:pt x="2390775" y="1558658"/>
                  </a:lnTo>
                  <a:lnTo>
                    <a:pt x="2390775" y="1556029"/>
                  </a:lnTo>
                  <a:close/>
                </a:path>
                <a:path w="4486275" h="3114675">
                  <a:moveTo>
                    <a:pt x="2390775" y="779741"/>
                  </a:moveTo>
                  <a:lnTo>
                    <a:pt x="2390317" y="778624"/>
                  </a:lnTo>
                  <a:lnTo>
                    <a:pt x="2388451" y="776757"/>
                  </a:lnTo>
                  <a:lnTo>
                    <a:pt x="2387333" y="776287"/>
                  </a:lnTo>
                  <a:lnTo>
                    <a:pt x="2384704" y="776287"/>
                  </a:lnTo>
                  <a:lnTo>
                    <a:pt x="2383586" y="776757"/>
                  </a:lnTo>
                  <a:lnTo>
                    <a:pt x="2381720" y="778624"/>
                  </a:lnTo>
                  <a:lnTo>
                    <a:pt x="2381250" y="779741"/>
                  </a:lnTo>
                  <a:lnTo>
                    <a:pt x="2381250" y="782370"/>
                  </a:lnTo>
                  <a:lnTo>
                    <a:pt x="2381720" y="783488"/>
                  </a:lnTo>
                  <a:lnTo>
                    <a:pt x="2383586" y="785355"/>
                  </a:lnTo>
                  <a:lnTo>
                    <a:pt x="2384704" y="785812"/>
                  </a:lnTo>
                  <a:lnTo>
                    <a:pt x="2387333" y="785812"/>
                  </a:lnTo>
                  <a:lnTo>
                    <a:pt x="2388451" y="785355"/>
                  </a:lnTo>
                  <a:lnTo>
                    <a:pt x="2390317" y="783488"/>
                  </a:lnTo>
                  <a:lnTo>
                    <a:pt x="2390775" y="782370"/>
                  </a:lnTo>
                  <a:lnTo>
                    <a:pt x="2390775" y="779741"/>
                  </a:lnTo>
                  <a:close/>
                </a:path>
                <a:path w="4486275" h="3114675">
                  <a:moveTo>
                    <a:pt x="2390775" y="3454"/>
                  </a:moveTo>
                  <a:lnTo>
                    <a:pt x="2390317" y="2336"/>
                  </a:lnTo>
                  <a:lnTo>
                    <a:pt x="2388451" y="469"/>
                  </a:lnTo>
                  <a:lnTo>
                    <a:pt x="2387333" y="0"/>
                  </a:lnTo>
                  <a:lnTo>
                    <a:pt x="2384704" y="0"/>
                  </a:lnTo>
                  <a:lnTo>
                    <a:pt x="2383586" y="469"/>
                  </a:lnTo>
                  <a:lnTo>
                    <a:pt x="2381720" y="2336"/>
                  </a:lnTo>
                  <a:lnTo>
                    <a:pt x="2381250" y="3454"/>
                  </a:lnTo>
                  <a:lnTo>
                    <a:pt x="2381250" y="6083"/>
                  </a:lnTo>
                  <a:lnTo>
                    <a:pt x="2381720" y="7200"/>
                  </a:lnTo>
                  <a:lnTo>
                    <a:pt x="2383586" y="9067"/>
                  </a:lnTo>
                  <a:lnTo>
                    <a:pt x="2384704" y="9525"/>
                  </a:lnTo>
                  <a:lnTo>
                    <a:pt x="2387333" y="9525"/>
                  </a:lnTo>
                  <a:lnTo>
                    <a:pt x="2388451" y="9067"/>
                  </a:lnTo>
                  <a:lnTo>
                    <a:pt x="2390317" y="7200"/>
                  </a:lnTo>
                  <a:lnTo>
                    <a:pt x="2390775" y="6083"/>
                  </a:lnTo>
                  <a:lnTo>
                    <a:pt x="2390775" y="3454"/>
                  </a:lnTo>
                  <a:close/>
                </a:path>
                <a:path w="4486275" h="3114675">
                  <a:moveTo>
                    <a:pt x="2438400" y="3108604"/>
                  </a:moveTo>
                  <a:lnTo>
                    <a:pt x="2437942" y="3107486"/>
                  </a:lnTo>
                  <a:lnTo>
                    <a:pt x="2436076" y="3105620"/>
                  </a:lnTo>
                  <a:lnTo>
                    <a:pt x="2434958" y="3105150"/>
                  </a:lnTo>
                  <a:lnTo>
                    <a:pt x="2432329" y="3105150"/>
                  </a:lnTo>
                  <a:lnTo>
                    <a:pt x="2431211" y="3105620"/>
                  </a:lnTo>
                  <a:lnTo>
                    <a:pt x="2429345" y="3107486"/>
                  </a:lnTo>
                  <a:lnTo>
                    <a:pt x="2428875" y="3108604"/>
                  </a:lnTo>
                  <a:lnTo>
                    <a:pt x="2428875" y="3111233"/>
                  </a:lnTo>
                  <a:lnTo>
                    <a:pt x="2429345" y="3112351"/>
                  </a:lnTo>
                  <a:lnTo>
                    <a:pt x="2431211" y="3114217"/>
                  </a:lnTo>
                  <a:lnTo>
                    <a:pt x="2432329" y="3114675"/>
                  </a:lnTo>
                  <a:lnTo>
                    <a:pt x="2434958" y="3114675"/>
                  </a:lnTo>
                  <a:lnTo>
                    <a:pt x="2436076" y="3114217"/>
                  </a:lnTo>
                  <a:lnTo>
                    <a:pt x="2437942" y="3112351"/>
                  </a:lnTo>
                  <a:lnTo>
                    <a:pt x="2438400" y="3111233"/>
                  </a:lnTo>
                  <a:lnTo>
                    <a:pt x="2438400" y="3108604"/>
                  </a:lnTo>
                  <a:close/>
                </a:path>
                <a:path w="4486275" h="3114675">
                  <a:moveTo>
                    <a:pt x="2438400" y="2332317"/>
                  </a:moveTo>
                  <a:lnTo>
                    <a:pt x="2437942" y="2331199"/>
                  </a:lnTo>
                  <a:lnTo>
                    <a:pt x="2436076" y="2329332"/>
                  </a:lnTo>
                  <a:lnTo>
                    <a:pt x="2434958" y="2328862"/>
                  </a:lnTo>
                  <a:lnTo>
                    <a:pt x="2432329" y="2328862"/>
                  </a:lnTo>
                  <a:lnTo>
                    <a:pt x="2431211" y="2329332"/>
                  </a:lnTo>
                  <a:lnTo>
                    <a:pt x="2429345" y="2331199"/>
                  </a:lnTo>
                  <a:lnTo>
                    <a:pt x="2428875" y="2332317"/>
                  </a:lnTo>
                  <a:lnTo>
                    <a:pt x="2428875" y="2334945"/>
                  </a:lnTo>
                  <a:lnTo>
                    <a:pt x="2429345" y="2336063"/>
                  </a:lnTo>
                  <a:lnTo>
                    <a:pt x="2431211" y="2337930"/>
                  </a:lnTo>
                  <a:lnTo>
                    <a:pt x="2432329" y="2338387"/>
                  </a:lnTo>
                  <a:lnTo>
                    <a:pt x="2434958" y="2338387"/>
                  </a:lnTo>
                  <a:lnTo>
                    <a:pt x="2436076" y="2337930"/>
                  </a:lnTo>
                  <a:lnTo>
                    <a:pt x="2437942" y="2336063"/>
                  </a:lnTo>
                  <a:lnTo>
                    <a:pt x="2438400" y="2334945"/>
                  </a:lnTo>
                  <a:lnTo>
                    <a:pt x="2438400" y="2332317"/>
                  </a:lnTo>
                  <a:close/>
                </a:path>
                <a:path w="4486275" h="3114675">
                  <a:moveTo>
                    <a:pt x="2438400" y="1556029"/>
                  </a:moveTo>
                  <a:lnTo>
                    <a:pt x="2437942" y="1554911"/>
                  </a:lnTo>
                  <a:lnTo>
                    <a:pt x="2436076" y="1553044"/>
                  </a:lnTo>
                  <a:lnTo>
                    <a:pt x="2434958" y="1552575"/>
                  </a:lnTo>
                  <a:lnTo>
                    <a:pt x="2432329" y="1552575"/>
                  </a:lnTo>
                  <a:lnTo>
                    <a:pt x="2431211" y="1553044"/>
                  </a:lnTo>
                  <a:lnTo>
                    <a:pt x="2429345" y="1554911"/>
                  </a:lnTo>
                  <a:lnTo>
                    <a:pt x="2428875" y="1556029"/>
                  </a:lnTo>
                  <a:lnTo>
                    <a:pt x="2428875" y="1558658"/>
                  </a:lnTo>
                  <a:lnTo>
                    <a:pt x="2429345" y="1559775"/>
                  </a:lnTo>
                  <a:lnTo>
                    <a:pt x="2431211" y="1561642"/>
                  </a:lnTo>
                  <a:lnTo>
                    <a:pt x="2432329" y="1562100"/>
                  </a:lnTo>
                  <a:lnTo>
                    <a:pt x="2434958" y="1562100"/>
                  </a:lnTo>
                  <a:lnTo>
                    <a:pt x="2436076" y="1561642"/>
                  </a:lnTo>
                  <a:lnTo>
                    <a:pt x="2437942" y="1559775"/>
                  </a:lnTo>
                  <a:lnTo>
                    <a:pt x="2438400" y="1558658"/>
                  </a:lnTo>
                  <a:lnTo>
                    <a:pt x="2438400" y="1556029"/>
                  </a:lnTo>
                  <a:close/>
                </a:path>
                <a:path w="4486275" h="3114675">
                  <a:moveTo>
                    <a:pt x="2438400" y="779741"/>
                  </a:moveTo>
                  <a:lnTo>
                    <a:pt x="2437942" y="778624"/>
                  </a:lnTo>
                  <a:lnTo>
                    <a:pt x="2436076" y="776757"/>
                  </a:lnTo>
                  <a:lnTo>
                    <a:pt x="2434958" y="776287"/>
                  </a:lnTo>
                  <a:lnTo>
                    <a:pt x="2432329" y="776287"/>
                  </a:lnTo>
                  <a:lnTo>
                    <a:pt x="2431211" y="776757"/>
                  </a:lnTo>
                  <a:lnTo>
                    <a:pt x="2429345" y="778624"/>
                  </a:lnTo>
                  <a:lnTo>
                    <a:pt x="2428875" y="779741"/>
                  </a:lnTo>
                  <a:lnTo>
                    <a:pt x="2428875" y="782370"/>
                  </a:lnTo>
                  <a:lnTo>
                    <a:pt x="2429345" y="783488"/>
                  </a:lnTo>
                  <a:lnTo>
                    <a:pt x="2431211" y="785355"/>
                  </a:lnTo>
                  <a:lnTo>
                    <a:pt x="2432329" y="785812"/>
                  </a:lnTo>
                  <a:lnTo>
                    <a:pt x="2434958" y="785812"/>
                  </a:lnTo>
                  <a:lnTo>
                    <a:pt x="2436076" y="785355"/>
                  </a:lnTo>
                  <a:lnTo>
                    <a:pt x="2437942" y="783488"/>
                  </a:lnTo>
                  <a:lnTo>
                    <a:pt x="2438400" y="782370"/>
                  </a:lnTo>
                  <a:lnTo>
                    <a:pt x="2438400" y="779741"/>
                  </a:lnTo>
                  <a:close/>
                </a:path>
                <a:path w="4486275" h="3114675">
                  <a:moveTo>
                    <a:pt x="2438400" y="3454"/>
                  </a:moveTo>
                  <a:lnTo>
                    <a:pt x="2437942" y="2336"/>
                  </a:lnTo>
                  <a:lnTo>
                    <a:pt x="2436076" y="469"/>
                  </a:lnTo>
                  <a:lnTo>
                    <a:pt x="2434958" y="0"/>
                  </a:lnTo>
                  <a:lnTo>
                    <a:pt x="2432329" y="0"/>
                  </a:lnTo>
                  <a:lnTo>
                    <a:pt x="2431211" y="469"/>
                  </a:lnTo>
                  <a:lnTo>
                    <a:pt x="2429345" y="2336"/>
                  </a:lnTo>
                  <a:lnTo>
                    <a:pt x="2428875" y="3454"/>
                  </a:lnTo>
                  <a:lnTo>
                    <a:pt x="2428875" y="6083"/>
                  </a:lnTo>
                  <a:lnTo>
                    <a:pt x="2429345" y="7200"/>
                  </a:lnTo>
                  <a:lnTo>
                    <a:pt x="2431211" y="9067"/>
                  </a:lnTo>
                  <a:lnTo>
                    <a:pt x="2432329" y="9525"/>
                  </a:lnTo>
                  <a:lnTo>
                    <a:pt x="2434958" y="9525"/>
                  </a:lnTo>
                  <a:lnTo>
                    <a:pt x="2436076" y="9067"/>
                  </a:lnTo>
                  <a:lnTo>
                    <a:pt x="2437942" y="7200"/>
                  </a:lnTo>
                  <a:lnTo>
                    <a:pt x="2438400" y="6083"/>
                  </a:lnTo>
                  <a:lnTo>
                    <a:pt x="2438400" y="3454"/>
                  </a:lnTo>
                  <a:close/>
                </a:path>
                <a:path w="4486275" h="3114675">
                  <a:moveTo>
                    <a:pt x="2486025" y="3108604"/>
                  </a:moveTo>
                  <a:lnTo>
                    <a:pt x="2485567" y="3107486"/>
                  </a:lnTo>
                  <a:lnTo>
                    <a:pt x="2483701" y="3105620"/>
                  </a:lnTo>
                  <a:lnTo>
                    <a:pt x="2482583" y="3105150"/>
                  </a:lnTo>
                  <a:lnTo>
                    <a:pt x="2479954" y="3105150"/>
                  </a:lnTo>
                  <a:lnTo>
                    <a:pt x="2478836" y="3105620"/>
                  </a:lnTo>
                  <a:lnTo>
                    <a:pt x="2476970" y="3107486"/>
                  </a:lnTo>
                  <a:lnTo>
                    <a:pt x="2476500" y="3108604"/>
                  </a:lnTo>
                  <a:lnTo>
                    <a:pt x="2476500" y="3111233"/>
                  </a:lnTo>
                  <a:lnTo>
                    <a:pt x="2476970" y="3112351"/>
                  </a:lnTo>
                  <a:lnTo>
                    <a:pt x="2478836" y="3114217"/>
                  </a:lnTo>
                  <a:lnTo>
                    <a:pt x="2479954" y="3114675"/>
                  </a:lnTo>
                  <a:lnTo>
                    <a:pt x="2482583" y="3114675"/>
                  </a:lnTo>
                  <a:lnTo>
                    <a:pt x="2483701" y="3114217"/>
                  </a:lnTo>
                  <a:lnTo>
                    <a:pt x="2485567" y="3112351"/>
                  </a:lnTo>
                  <a:lnTo>
                    <a:pt x="2486025" y="3111233"/>
                  </a:lnTo>
                  <a:lnTo>
                    <a:pt x="2486025" y="3108604"/>
                  </a:lnTo>
                  <a:close/>
                </a:path>
                <a:path w="4486275" h="3114675">
                  <a:moveTo>
                    <a:pt x="2486025" y="2332317"/>
                  </a:moveTo>
                  <a:lnTo>
                    <a:pt x="2485567" y="2331199"/>
                  </a:lnTo>
                  <a:lnTo>
                    <a:pt x="2483701" y="2329332"/>
                  </a:lnTo>
                  <a:lnTo>
                    <a:pt x="2482583" y="2328862"/>
                  </a:lnTo>
                  <a:lnTo>
                    <a:pt x="2479954" y="2328862"/>
                  </a:lnTo>
                  <a:lnTo>
                    <a:pt x="2478836" y="2329332"/>
                  </a:lnTo>
                  <a:lnTo>
                    <a:pt x="2476970" y="2331199"/>
                  </a:lnTo>
                  <a:lnTo>
                    <a:pt x="2476500" y="2332317"/>
                  </a:lnTo>
                  <a:lnTo>
                    <a:pt x="2476500" y="2334945"/>
                  </a:lnTo>
                  <a:lnTo>
                    <a:pt x="2476970" y="2336063"/>
                  </a:lnTo>
                  <a:lnTo>
                    <a:pt x="2478836" y="2337930"/>
                  </a:lnTo>
                  <a:lnTo>
                    <a:pt x="2479954" y="2338387"/>
                  </a:lnTo>
                  <a:lnTo>
                    <a:pt x="2482583" y="2338387"/>
                  </a:lnTo>
                  <a:lnTo>
                    <a:pt x="2483701" y="2337930"/>
                  </a:lnTo>
                  <a:lnTo>
                    <a:pt x="2485567" y="2336063"/>
                  </a:lnTo>
                  <a:lnTo>
                    <a:pt x="2486025" y="2334945"/>
                  </a:lnTo>
                  <a:lnTo>
                    <a:pt x="2486025" y="2332317"/>
                  </a:lnTo>
                  <a:close/>
                </a:path>
                <a:path w="4486275" h="3114675">
                  <a:moveTo>
                    <a:pt x="2486025" y="1556029"/>
                  </a:moveTo>
                  <a:lnTo>
                    <a:pt x="2485567" y="1554911"/>
                  </a:lnTo>
                  <a:lnTo>
                    <a:pt x="2483701" y="1553044"/>
                  </a:lnTo>
                  <a:lnTo>
                    <a:pt x="2482583" y="1552575"/>
                  </a:lnTo>
                  <a:lnTo>
                    <a:pt x="2479954" y="1552575"/>
                  </a:lnTo>
                  <a:lnTo>
                    <a:pt x="2478836" y="1553044"/>
                  </a:lnTo>
                  <a:lnTo>
                    <a:pt x="2476970" y="1554911"/>
                  </a:lnTo>
                  <a:lnTo>
                    <a:pt x="2476500" y="1556029"/>
                  </a:lnTo>
                  <a:lnTo>
                    <a:pt x="2476500" y="1558658"/>
                  </a:lnTo>
                  <a:lnTo>
                    <a:pt x="2476970" y="1559775"/>
                  </a:lnTo>
                  <a:lnTo>
                    <a:pt x="2478836" y="1561642"/>
                  </a:lnTo>
                  <a:lnTo>
                    <a:pt x="2479954" y="1562100"/>
                  </a:lnTo>
                  <a:lnTo>
                    <a:pt x="2482583" y="1562100"/>
                  </a:lnTo>
                  <a:lnTo>
                    <a:pt x="2483701" y="1561642"/>
                  </a:lnTo>
                  <a:lnTo>
                    <a:pt x="2485567" y="1559775"/>
                  </a:lnTo>
                  <a:lnTo>
                    <a:pt x="2486025" y="1558658"/>
                  </a:lnTo>
                  <a:lnTo>
                    <a:pt x="2486025" y="1556029"/>
                  </a:lnTo>
                  <a:close/>
                </a:path>
                <a:path w="4486275" h="3114675">
                  <a:moveTo>
                    <a:pt x="2486025" y="779741"/>
                  </a:moveTo>
                  <a:lnTo>
                    <a:pt x="2485567" y="778624"/>
                  </a:lnTo>
                  <a:lnTo>
                    <a:pt x="2483701" y="776757"/>
                  </a:lnTo>
                  <a:lnTo>
                    <a:pt x="2482583" y="776287"/>
                  </a:lnTo>
                  <a:lnTo>
                    <a:pt x="2479954" y="776287"/>
                  </a:lnTo>
                  <a:lnTo>
                    <a:pt x="2478836" y="776757"/>
                  </a:lnTo>
                  <a:lnTo>
                    <a:pt x="2476970" y="778624"/>
                  </a:lnTo>
                  <a:lnTo>
                    <a:pt x="2476500" y="779741"/>
                  </a:lnTo>
                  <a:lnTo>
                    <a:pt x="2476500" y="782370"/>
                  </a:lnTo>
                  <a:lnTo>
                    <a:pt x="2476970" y="783488"/>
                  </a:lnTo>
                  <a:lnTo>
                    <a:pt x="2478836" y="785355"/>
                  </a:lnTo>
                  <a:lnTo>
                    <a:pt x="2479954" y="785812"/>
                  </a:lnTo>
                  <a:lnTo>
                    <a:pt x="2482583" y="785812"/>
                  </a:lnTo>
                  <a:lnTo>
                    <a:pt x="2483701" y="785355"/>
                  </a:lnTo>
                  <a:lnTo>
                    <a:pt x="2485567" y="783488"/>
                  </a:lnTo>
                  <a:lnTo>
                    <a:pt x="2486025" y="782370"/>
                  </a:lnTo>
                  <a:lnTo>
                    <a:pt x="2486025" y="779741"/>
                  </a:lnTo>
                  <a:close/>
                </a:path>
                <a:path w="4486275" h="3114675">
                  <a:moveTo>
                    <a:pt x="2486025" y="3454"/>
                  </a:moveTo>
                  <a:lnTo>
                    <a:pt x="2485567" y="2336"/>
                  </a:lnTo>
                  <a:lnTo>
                    <a:pt x="2483701" y="469"/>
                  </a:lnTo>
                  <a:lnTo>
                    <a:pt x="2482583" y="0"/>
                  </a:lnTo>
                  <a:lnTo>
                    <a:pt x="2479954" y="0"/>
                  </a:lnTo>
                  <a:lnTo>
                    <a:pt x="2478836" y="469"/>
                  </a:lnTo>
                  <a:lnTo>
                    <a:pt x="2476970" y="2336"/>
                  </a:lnTo>
                  <a:lnTo>
                    <a:pt x="2476500" y="3454"/>
                  </a:lnTo>
                  <a:lnTo>
                    <a:pt x="2476500" y="6083"/>
                  </a:lnTo>
                  <a:lnTo>
                    <a:pt x="2476970" y="7200"/>
                  </a:lnTo>
                  <a:lnTo>
                    <a:pt x="2478836" y="9067"/>
                  </a:lnTo>
                  <a:lnTo>
                    <a:pt x="2479954" y="9525"/>
                  </a:lnTo>
                  <a:lnTo>
                    <a:pt x="2482583" y="9525"/>
                  </a:lnTo>
                  <a:lnTo>
                    <a:pt x="2483701" y="9067"/>
                  </a:lnTo>
                  <a:lnTo>
                    <a:pt x="2485567" y="7200"/>
                  </a:lnTo>
                  <a:lnTo>
                    <a:pt x="2486025" y="6083"/>
                  </a:lnTo>
                  <a:lnTo>
                    <a:pt x="2486025" y="3454"/>
                  </a:lnTo>
                  <a:close/>
                </a:path>
                <a:path w="4486275" h="3114675">
                  <a:moveTo>
                    <a:pt x="2533650" y="3108604"/>
                  </a:moveTo>
                  <a:lnTo>
                    <a:pt x="2533192" y="3107486"/>
                  </a:lnTo>
                  <a:lnTo>
                    <a:pt x="2531326" y="3105620"/>
                  </a:lnTo>
                  <a:lnTo>
                    <a:pt x="2530208" y="3105150"/>
                  </a:lnTo>
                  <a:lnTo>
                    <a:pt x="2527579" y="3105150"/>
                  </a:lnTo>
                  <a:lnTo>
                    <a:pt x="2526461" y="3105620"/>
                  </a:lnTo>
                  <a:lnTo>
                    <a:pt x="2524595" y="3107486"/>
                  </a:lnTo>
                  <a:lnTo>
                    <a:pt x="2524125" y="3108604"/>
                  </a:lnTo>
                  <a:lnTo>
                    <a:pt x="2524125" y="3111233"/>
                  </a:lnTo>
                  <a:lnTo>
                    <a:pt x="2524595" y="3112351"/>
                  </a:lnTo>
                  <a:lnTo>
                    <a:pt x="2526461" y="3114217"/>
                  </a:lnTo>
                  <a:lnTo>
                    <a:pt x="2527579" y="3114675"/>
                  </a:lnTo>
                  <a:lnTo>
                    <a:pt x="2530208" y="3114675"/>
                  </a:lnTo>
                  <a:lnTo>
                    <a:pt x="2531326" y="3114217"/>
                  </a:lnTo>
                  <a:lnTo>
                    <a:pt x="2533192" y="3112351"/>
                  </a:lnTo>
                  <a:lnTo>
                    <a:pt x="2533650" y="3111233"/>
                  </a:lnTo>
                  <a:lnTo>
                    <a:pt x="2533650" y="3108604"/>
                  </a:lnTo>
                  <a:close/>
                </a:path>
                <a:path w="4486275" h="3114675">
                  <a:moveTo>
                    <a:pt x="2533650" y="2332317"/>
                  </a:moveTo>
                  <a:lnTo>
                    <a:pt x="2533192" y="2331199"/>
                  </a:lnTo>
                  <a:lnTo>
                    <a:pt x="2531326" y="2329332"/>
                  </a:lnTo>
                  <a:lnTo>
                    <a:pt x="2530208" y="2328862"/>
                  </a:lnTo>
                  <a:lnTo>
                    <a:pt x="2527579" y="2328862"/>
                  </a:lnTo>
                  <a:lnTo>
                    <a:pt x="2526461" y="2329332"/>
                  </a:lnTo>
                  <a:lnTo>
                    <a:pt x="2524595" y="2331199"/>
                  </a:lnTo>
                  <a:lnTo>
                    <a:pt x="2524125" y="2332317"/>
                  </a:lnTo>
                  <a:lnTo>
                    <a:pt x="2524125" y="2334945"/>
                  </a:lnTo>
                  <a:lnTo>
                    <a:pt x="2524595" y="2336063"/>
                  </a:lnTo>
                  <a:lnTo>
                    <a:pt x="2526461" y="2337930"/>
                  </a:lnTo>
                  <a:lnTo>
                    <a:pt x="2527579" y="2338387"/>
                  </a:lnTo>
                  <a:lnTo>
                    <a:pt x="2530208" y="2338387"/>
                  </a:lnTo>
                  <a:lnTo>
                    <a:pt x="2531326" y="2337930"/>
                  </a:lnTo>
                  <a:lnTo>
                    <a:pt x="2533192" y="2336063"/>
                  </a:lnTo>
                  <a:lnTo>
                    <a:pt x="2533650" y="2334945"/>
                  </a:lnTo>
                  <a:lnTo>
                    <a:pt x="2533650" y="2332317"/>
                  </a:lnTo>
                  <a:close/>
                </a:path>
                <a:path w="4486275" h="3114675">
                  <a:moveTo>
                    <a:pt x="2533650" y="1556029"/>
                  </a:moveTo>
                  <a:lnTo>
                    <a:pt x="2533192" y="1554911"/>
                  </a:lnTo>
                  <a:lnTo>
                    <a:pt x="2531326" y="1553044"/>
                  </a:lnTo>
                  <a:lnTo>
                    <a:pt x="2530208" y="1552575"/>
                  </a:lnTo>
                  <a:lnTo>
                    <a:pt x="2527579" y="1552575"/>
                  </a:lnTo>
                  <a:lnTo>
                    <a:pt x="2526461" y="1553044"/>
                  </a:lnTo>
                  <a:lnTo>
                    <a:pt x="2524595" y="1554911"/>
                  </a:lnTo>
                  <a:lnTo>
                    <a:pt x="2524125" y="1556029"/>
                  </a:lnTo>
                  <a:lnTo>
                    <a:pt x="2524125" y="1558658"/>
                  </a:lnTo>
                  <a:lnTo>
                    <a:pt x="2524595" y="1559775"/>
                  </a:lnTo>
                  <a:lnTo>
                    <a:pt x="2526461" y="1561642"/>
                  </a:lnTo>
                  <a:lnTo>
                    <a:pt x="2527579" y="1562100"/>
                  </a:lnTo>
                  <a:lnTo>
                    <a:pt x="2530208" y="1562100"/>
                  </a:lnTo>
                  <a:lnTo>
                    <a:pt x="2531326" y="1561642"/>
                  </a:lnTo>
                  <a:lnTo>
                    <a:pt x="2533192" y="1559775"/>
                  </a:lnTo>
                  <a:lnTo>
                    <a:pt x="2533650" y="1558658"/>
                  </a:lnTo>
                  <a:lnTo>
                    <a:pt x="2533650" y="1556029"/>
                  </a:lnTo>
                  <a:close/>
                </a:path>
                <a:path w="4486275" h="3114675">
                  <a:moveTo>
                    <a:pt x="2533650" y="779741"/>
                  </a:moveTo>
                  <a:lnTo>
                    <a:pt x="2533192" y="778624"/>
                  </a:lnTo>
                  <a:lnTo>
                    <a:pt x="2531326" y="776757"/>
                  </a:lnTo>
                  <a:lnTo>
                    <a:pt x="2530208" y="776287"/>
                  </a:lnTo>
                  <a:lnTo>
                    <a:pt x="2527579" y="776287"/>
                  </a:lnTo>
                  <a:lnTo>
                    <a:pt x="2526461" y="776757"/>
                  </a:lnTo>
                  <a:lnTo>
                    <a:pt x="2524595" y="778624"/>
                  </a:lnTo>
                  <a:lnTo>
                    <a:pt x="2524125" y="779741"/>
                  </a:lnTo>
                  <a:lnTo>
                    <a:pt x="2524125" y="782370"/>
                  </a:lnTo>
                  <a:lnTo>
                    <a:pt x="2524595" y="783488"/>
                  </a:lnTo>
                  <a:lnTo>
                    <a:pt x="2526461" y="785355"/>
                  </a:lnTo>
                  <a:lnTo>
                    <a:pt x="2527579" y="785812"/>
                  </a:lnTo>
                  <a:lnTo>
                    <a:pt x="2530208" y="785812"/>
                  </a:lnTo>
                  <a:lnTo>
                    <a:pt x="2531326" y="785355"/>
                  </a:lnTo>
                  <a:lnTo>
                    <a:pt x="2533192" y="783488"/>
                  </a:lnTo>
                  <a:lnTo>
                    <a:pt x="2533650" y="782370"/>
                  </a:lnTo>
                  <a:lnTo>
                    <a:pt x="2533650" y="779741"/>
                  </a:lnTo>
                  <a:close/>
                </a:path>
                <a:path w="4486275" h="3114675">
                  <a:moveTo>
                    <a:pt x="2533650" y="3454"/>
                  </a:moveTo>
                  <a:lnTo>
                    <a:pt x="2533192" y="2336"/>
                  </a:lnTo>
                  <a:lnTo>
                    <a:pt x="2531326" y="469"/>
                  </a:lnTo>
                  <a:lnTo>
                    <a:pt x="2530208" y="0"/>
                  </a:lnTo>
                  <a:lnTo>
                    <a:pt x="2527579" y="0"/>
                  </a:lnTo>
                  <a:lnTo>
                    <a:pt x="2526461" y="469"/>
                  </a:lnTo>
                  <a:lnTo>
                    <a:pt x="2524595" y="2336"/>
                  </a:lnTo>
                  <a:lnTo>
                    <a:pt x="2524125" y="3454"/>
                  </a:lnTo>
                  <a:lnTo>
                    <a:pt x="2524125" y="6083"/>
                  </a:lnTo>
                  <a:lnTo>
                    <a:pt x="2524595" y="7200"/>
                  </a:lnTo>
                  <a:lnTo>
                    <a:pt x="2526461" y="9067"/>
                  </a:lnTo>
                  <a:lnTo>
                    <a:pt x="2527579" y="9525"/>
                  </a:lnTo>
                  <a:lnTo>
                    <a:pt x="2530208" y="9525"/>
                  </a:lnTo>
                  <a:lnTo>
                    <a:pt x="2531326" y="9067"/>
                  </a:lnTo>
                  <a:lnTo>
                    <a:pt x="2533192" y="7200"/>
                  </a:lnTo>
                  <a:lnTo>
                    <a:pt x="2533650" y="6083"/>
                  </a:lnTo>
                  <a:lnTo>
                    <a:pt x="2533650" y="3454"/>
                  </a:lnTo>
                  <a:close/>
                </a:path>
                <a:path w="4486275" h="3114675">
                  <a:moveTo>
                    <a:pt x="2581275" y="3108604"/>
                  </a:moveTo>
                  <a:lnTo>
                    <a:pt x="2580817" y="3107486"/>
                  </a:lnTo>
                  <a:lnTo>
                    <a:pt x="2578951" y="3105620"/>
                  </a:lnTo>
                  <a:lnTo>
                    <a:pt x="2577833" y="3105150"/>
                  </a:lnTo>
                  <a:lnTo>
                    <a:pt x="2575204" y="3105150"/>
                  </a:lnTo>
                  <a:lnTo>
                    <a:pt x="2574086" y="3105620"/>
                  </a:lnTo>
                  <a:lnTo>
                    <a:pt x="2572220" y="3107486"/>
                  </a:lnTo>
                  <a:lnTo>
                    <a:pt x="2571750" y="3108604"/>
                  </a:lnTo>
                  <a:lnTo>
                    <a:pt x="2571750" y="3111233"/>
                  </a:lnTo>
                  <a:lnTo>
                    <a:pt x="2572220" y="3112351"/>
                  </a:lnTo>
                  <a:lnTo>
                    <a:pt x="2574086" y="3114217"/>
                  </a:lnTo>
                  <a:lnTo>
                    <a:pt x="2575204" y="3114675"/>
                  </a:lnTo>
                  <a:lnTo>
                    <a:pt x="2577833" y="3114675"/>
                  </a:lnTo>
                  <a:lnTo>
                    <a:pt x="2578951" y="3114217"/>
                  </a:lnTo>
                  <a:lnTo>
                    <a:pt x="2580817" y="3112351"/>
                  </a:lnTo>
                  <a:lnTo>
                    <a:pt x="2581275" y="3111233"/>
                  </a:lnTo>
                  <a:lnTo>
                    <a:pt x="2581275" y="3108604"/>
                  </a:lnTo>
                  <a:close/>
                </a:path>
                <a:path w="4486275" h="3114675">
                  <a:moveTo>
                    <a:pt x="2581275" y="2332317"/>
                  </a:moveTo>
                  <a:lnTo>
                    <a:pt x="2580817" y="2331199"/>
                  </a:lnTo>
                  <a:lnTo>
                    <a:pt x="2578951" y="2329332"/>
                  </a:lnTo>
                  <a:lnTo>
                    <a:pt x="2577833" y="2328862"/>
                  </a:lnTo>
                  <a:lnTo>
                    <a:pt x="2575204" y="2328862"/>
                  </a:lnTo>
                  <a:lnTo>
                    <a:pt x="2574086" y="2329332"/>
                  </a:lnTo>
                  <a:lnTo>
                    <a:pt x="2572220" y="2331199"/>
                  </a:lnTo>
                  <a:lnTo>
                    <a:pt x="2571750" y="2332317"/>
                  </a:lnTo>
                  <a:lnTo>
                    <a:pt x="2571750" y="2334945"/>
                  </a:lnTo>
                  <a:lnTo>
                    <a:pt x="2572220" y="2336063"/>
                  </a:lnTo>
                  <a:lnTo>
                    <a:pt x="2574086" y="2337930"/>
                  </a:lnTo>
                  <a:lnTo>
                    <a:pt x="2575204" y="2338387"/>
                  </a:lnTo>
                  <a:lnTo>
                    <a:pt x="2577833" y="2338387"/>
                  </a:lnTo>
                  <a:lnTo>
                    <a:pt x="2578951" y="2337930"/>
                  </a:lnTo>
                  <a:lnTo>
                    <a:pt x="2580817" y="2336063"/>
                  </a:lnTo>
                  <a:lnTo>
                    <a:pt x="2581275" y="2334945"/>
                  </a:lnTo>
                  <a:lnTo>
                    <a:pt x="2581275" y="2332317"/>
                  </a:lnTo>
                  <a:close/>
                </a:path>
                <a:path w="4486275" h="3114675">
                  <a:moveTo>
                    <a:pt x="2581275" y="1556029"/>
                  </a:moveTo>
                  <a:lnTo>
                    <a:pt x="2580817" y="1554911"/>
                  </a:lnTo>
                  <a:lnTo>
                    <a:pt x="2578951" y="1553044"/>
                  </a:lnTo>
                  <a:lnTo>
                    <a:pt x="2577833" y="1552575"/>
                  </a:lnTo>
                  <a:lnTo>
                    <a:pt x="2575204" y="1552575"/>
                  </a:lnTo>
                  <a:lnTo>
                    <a:pt x="2574086" y="1553044"/>
                  </a:lnTo>
                  <a:lnTo>
                    <a:pt x="2572220" y="1554911"/>
                  </a:lnTo>
                  <a:lnTo>
                    <a:pt x="2571750" y="1556029"/>
                  </a:lnTo>
                  <a:lnTo>
                    <a:pt x="2571750" y="1558658"/>
                  </a:lnTo>
                  <a:lnTo>
                    <a:pt x="2572220" y="1559775"/>
                  </a:lnTo>
                  <a:lnTo>
                    <a:pt x="2574086" y="1561642"/>
                  </a:lnTo>
                  <a:lnTo>
                    <a:pt x="2575204" y="1562100"/>
                  </a:lnTo>
                  <a:lnTo>
                    <a:pt x="2577833" y="1562100"/>
                  </a:lnTo>
                  <a:lnTo>
                    <a:pt x="2578951" y="1561642"/>
                  </a:lnTo>
                  <a:lnTo>
                    <a:pt x="2580817" y="1559775"/>
                  </a:lnTo>
                  <a:lnTo>
                    <a:pt x="2581275" y="1558658"/>
                  </a:lnTo>
                  <a:lnTo>
                    <a:pt x="2581275" y="1556029"/>
                  </a:lnTo>
                  <a:close/>
                </a:path>
                <a:path w="4486275" h="3114675">
                  <a:moveTo>
                    <a:pt x="2581275" y="779741"/>
                  </a:moveTo>
                  <a:lnTo>
                    <a:pt x="2580817" y="778624"/>
                  </a:lnTo>
                  <a:lnTo>
                    <a:pt x="2578951" y="776757"/>
                  </a:lnTo>
                  <a:lnTo>
                    <a:pt x="2577833" y="776287"/>
                  </a:lnTo>
                  <a:lnTo>
                    <a:pt x="2575204" y="776287"/>
                  </a:lnTo>
                  <a:lnTo>
                    <a:pt x="2574086" y="776757"/>
                  </a:lnTo>
                  <a:lnTo>
                    <a:pt x="2572220" y="778624"/>
                  </a:lnTo>
                  <a:lnTo>
                    <a:pt x="2571750" y="779741"/>
                  </a:lnTo>
                  <a:lnTo>
                    <a:pt x="2571750" y="782370"/>
                  </a:lnTo>
                  <a:lnTo>
                    <a:pt x="2572220" y="783488"/>
                  </a:lnTo>
                  <a:lnTo>
                    <a:pt x="2574086" y="785355"/>
                  </a:lnTo>
                  <a:lnTo>
                    <a:pt x="2575204" y="785812"/>
                  </a:lnTo>
                  <a:lnTo>
                    <a:pt x="2577833" y="785812"/>
                  </a:lnTo>
                  <a:lnTo>
                    <a:pt x="2578951" y="785355"/>
                  </a:lnTo>
                  <a:lnTo>
                    <a:pt x="2580817" y="783488"/>
                  </a:lnTo>
                  <a:lnTo>
                    <a:pt x="2581275" y="782370"/>
                  </a:lnTo>
                  <a:lnTo>
                    <a:pt x="2581275" y="779741"/>
                  </a:lnTo>
                  <a:close/>
                </a:path>
                <a:path w="4486275" h="3114675">
                  <a:moveTo>
                    <a:pt x="2581275" y="3454"/>
                  </a:moveTo>
                  <a:lnTo>
                    <a:pt x="2580817" y="2336"/>
                  </a:lnTo>
                  <a:lnTo>
                    <a:pt x="2578951" y="469"/>
                  </a:lnTo>
                  <a:lnTo>
                    <a:pt x="2577833" y="0"/>
                  </a:lnTo>
                  <a:lnTo>
                    <a:pt x="2575204" y="0"/>
                  </a:lnTo>
                  <a:lnTo>
                    <a:pt x="2574086" y="469"/>
                  </a:lnTo>
                  <a:lnTo>
                    <a:pt x="2572220" y="2336"/>
                  </a:lnTo>
                  <a:lnTo>
                    <a:pt x="2571750" y="3454"/>
                  </a:lnTo>
                  <a:lnTo>
                    <a:pt x="2571750" y="6083"/>
                  </a:lnTo>
                  <a:lnTo>
                    <a:pt x="2572220" y="7200"/>
                  </a:lnTo>
                  <a:lnTo>
                    <a:pt x="2574086" y="9067"/>
                  </a:lnTo>
                  <a:lnTo>
                    <a:pt x="2575204" y="9525"/>
                  </a:lnTo>
                  <a:lnTo>
                    <a:pt x="2577833" y="9525"/>
                  </a:lnTo>
                  <a:lnTo>
                    <a:pt x="2578951" y="9067"/>
                  </a:lnTo>
                  <a:lnTo>
                    <a:pt x="2580817" y="7200"/>
                  </a:lnTo>
                  <a:lnTo>
                    <a:pt x="2581275" y="6083"/>
                  </a:lnTo>
                  <a:lnTo>
                    <a:pt x="2581275" y="3454"/>
                  </a:lnTo>
                  <a:close/>
                </a:path>
                <a:path w="4486275" h="3114675">
                  <a:moveTo>
                    <a:pt x="2628900" y="3108604"/>
                  </a:moveTo>
                  <a:lnTo>
                    <a:pt x="2628442" y="3107486"/>
                  </a:lnTo>
                  <a:lnTo>
                    <a:pt x="2626576" y="3105620"/>
                  </a:lnTo>
                  <a:lnTo>
                    <a:pt x="2625458" y="3105150"/>
                  </a:lnTo>
                  <a:lnTo>
                    <a:pt x="2622829" y="3105150"/>
                  </a:lnTo>
                  <a:lnTo>
                    <a:pt x="2621711" y="3105620"/>
                  </a:lnTo>
                  <a:lnTo>
                    <a:pt x="2619845" y="3107486"/>
                  </a:lnTo>
                  <a:lnTo>
                    <a:pt x="2619375" y="3108604"/>
                  </a:lnTo>
                  <a:lnTo>
                    <a:pt x="2619375" y="3111233"/>
                  </a:lnTo>
                  <a:lnTo>
                    <a:pt x="2619845" y="3112351"/>
                  </a:lnTo>
                  <a:lnTo>
                    <a:pt x="2621711" y="3114217"/>
                  </a:lnTo>
                  <a:lnTo>
                    <a:pt x="2622829" y="3114675"/>
                  </a:lnTo>
                  <a:lnTo>
                    <a:pt x="2625458" y="3114675"/>
                  </a:lnTo>
                  <a:lnTo>
                    <a:pt x="2626576" y="3114217"/>
                  </a:lnTo>
                  <a:lnTo>
                    <a:pt x="2628442" y="3112351"/>
                  </a:lnTo>
                  <a:lnTo>
                    <a:pt x="2628900" y="3111233"/>
                  </a:lnTo>
                  <a:lnTo>
                    <a:pt x="2628900" y="3108604"/>
                  </a:lnTo>
                  <a:close/>
                </a:path>
                <a:path w="4486275" h="3114675">
                  <a:moveTo>
                    <a:pt x="2628900" y="2332317"/>
                  </a:moveTo>
                  <a:lnTo>
                    <a:pt x="2628442" y="2331199"/>
                  </a:lnTo>
                  <a:lnTo>
                    <a:pt x="2626576" y="2329332"/>
                  </a:lnTo>
                  <a:lnTo>
                    <a:pt x="2625458" y="2328862"/>
                  </a:lnTo>
                  <a:lnTo>
                    <a:pt x="2622829" y="2328862"/>
                  </a:lnTo>
                  <a:lnTo>
                    <a:pt x="2621711" y="2329332"/>
                  </a:lnTo>
                  <a:lnTo>
                    <a:pt x="2619845" y="2331199"/>
                  </a:lnTo>
                  <a:lnTo>
                    <a:pt x="2619375" y="2332317"/>
                  </a:lnTo>
                  <a:lnTo>
                    <a:pt x="2619375" y="2334945"/>
                  </a:lnTo>
                  <a:lnTo>
                    <a:pt x="2619845" y="2336063"/>
                  </a:lnTo>
                  <a:lnTo>
                    <a:pt x="2621711" y="2337930"/>
                  </a:lnTo>
                  <a:lnTo>
                    <a:pt x="2622829" y="2338387"/>
                  </a:lnTo>
                  <a:lnTo>
                    <a:pt x="2625458" y="2338387"/>
                  </a:lnTo>
                  <a:lnTo>
                    <a:pt x="2626576" y="2337930"/>
                  </a:lnTo>
                  <a:lnTo>
                    <a:pt x="2628442" y="2336063"/>
                  </a:lnTo>
                  <a:lnTo>
                    <a:pt x="2628900" y="2334945"/>
                  </a:lnTo>
                  <a:lnTo>
                    <a:pt x="2628900" y="2332317"/>
                  </a:lnTo>
                  <a:close/>
                </a:path>
                <a:path w="4486275" h="3114675">
                  <a:moveTo>
                    <a:pt x="2628900" y="1556029"/>
                  </a:moveTo>
                  <a:lnTo>
                    <a:pt x="2628442" y="1554911"/>
                  </a:lnTo>
                  <a:lnTo>
                    <a:pt x="2626576" y="1553044"/>
                  </a:lnTo>
                  <a:lnTo>
                    <a:pt x="2625458" y="1552575"/>
                  </a:lnTo>
                  <a:lnTo>
                    <a:pt x="2622829" y="1552575"/>
                  </a:lnTo>
                  <a:lnTo>
                    <a:pt x="2621711" y="1553044"/>
                  </a:lnTo>
                  <a:lnTo>
                    <a:pt x="2619845" y="1554911"/>
                  </a:lnTo>
                  <a:lnTo>
                    <a:pt x="2619375" y="1556029"/>
                  </a:lnTo>
                  <a:lnTo>
                    <a:pt x="2619375" y="1558658"/>
                  </a:lnTo>
                  <a:lnTo>
                    <a:pt x="2619845" y="1559775"/>
                  </a:lnTo>
                  <a:lnTo>
                    <a:pt x="2621711" y="1561642"/>
                  </a:lnTo>
                  <a:lnTo>
                    <a:pt x="2622829" y="1562100"/>
                  </a:lnTo>
                  <a:lnTo>
                    <a:pt x="2625458" y="1562100"/>
                  </a:lnTo>
                  <a:lnTo>
                    <a:pt x="2626576" y="1561642"/>
                  </a:lnTo>
                  <a:lnTo>
                    <a:pt x="2628442" y="1559775"/>
                  </a:lnTo>
                  <a:lnTo>
                    <a:pt x="2628900" y="1558658"/>
                  </a:lnTo>
                  <a:lnTo>
                    <a:pt x="2628900" y="1556029"/>
                  </a:lnTo>
                  <a:close/>
                </a:path>
                <a:path w="4486275" h="3114675">
                  <a:moveTo>
                    <a:pt x="2628900" y="779741"/>
                  </a:moveTo>
                  <a:lnTo>
                    <a:pt x="2628442" y="778624"/>
                  </a:lnTo>
                  <a:lnTo>
                    <a:pt x="2626576" y="776757"/>
                  </a:lnTo>
                  <a:lnTo>
                    <a:pt x="2625458" y="776287"/>
                  </a:lnTo>
                  <a:lnTo>
                    <a:pt x="2622829" y="776287"/>
                  </a:lnTo>
                  <a:lnTo>
                    <a:pt x="2621711" y="776757"/>
                  </a:lnTo>
                  <a:lnTo>
                    <a:pt x="2619845" y="778624"/>
                  </a:lnTo>
                  <a:lnTo>
                    <a:pt x="2619375" y="779741"/>
                  </a:lnTo>
                  <a:lnTo>
                    <a:pt x="2619375" y="782370"/>
                  </a:lnTo>
                  <a:lnTo>
                    <a:pt x="2619845" y="783488"/>
                  </a:lnTo>
                  <a:lnTo>
                    <a:pt x="2621711" y="785355"/>
                  </a:lnTo>
                  <a:lnTo>
                    <a:pt x="2622829" y="785812"/>
                  </a:lnTo>
                  <a:lnTo>
                    <a:pt x="2625458" y="785812"/>
                  </a:lnTo>
                  <a:lnTo>
                    <a:pt x="2626576" y="785355"/>
                  </a:lnTo>
                  <a:lnTo>
                    <a:pt x="2628442" y="783488"/>
                  </a:lnTo>
                  <a:lnTo>
                    <a:pt x="2628900" y="782370"/>
                  </a:lnTo>
                  <a:lnTo>
                    <a:pt x="2628900" y="779741"/>
                  </a:lnTo>
                  <a:close/>
                </a:path>
                <a:path w="4486275" h="3114675">
                  <a:moveTo>
                    <a:pt x="2628900" y="3454"/>
                  </a:moveTo>
                  <a:lnTo>
                    <a:pt x="2628442" y="2336"/>
                  </a:lnTo>
                  <a:lnTo>
                    <a:pt x="2626576" y="469"/>
                  </a:lnTo>
                  <a:lnTo>
                    <a:pt x="2625458" y="0"/>
                  </a:lnTo>
                  <a:lnTo>
                    <a:pt x="2622829" y="0"/>
                  </a:lnTo>
                  <a:lnTo>
                    <a:pt x="2621711" y="469"/>
                  </a:lnTo>
                  <a:lnTo>
                    <a:pt x="2619845" y="2336"/>
                  </a:lnTo>
                  <a:lnTo>
                    <a:pt x="2619375" y="3454"/>
                  </a:lnTo>
                  <a:lnTo>
                    <a:pt x="2619375" y="6083"/>
                  </a:lnTo>
                  <a:lnTo>
                    <a:pt x="2619845" y="7200"/>
                  </a:lnTo>
                  <a:lnTo>
                    <a:pt x="2621711" y="9067"/>
                  </a:lnTo>
                  <a:lnTo>
                    <a:pt x="2622829" y="9525"/>
                  </a:lnTo>
                  <a:lnTo>
                    <a:pt x="2625458" y="9525"/>
                  </a:lnTo>
                  <a:lnTo>
                    <a:pt x="2626576" y="9067"/>
                  </a:lnTo>
                  <a:lnTo>
                    <a:pt x="2628442" y="7200"/>
                  </a:lnTo>
                  <a:lnTo>
                    <a:pt x="2628900" y="6083"/>
                  </a:lnTo>
                  <a:lnTo>
                    <a:pt x="2628900" y="3454"/>
                  </a:lnTo>
                  <a:close/>
                </a:path>
                <a:path w="4486275" h="3114675">
                  <a:moveTo>
                    <a:pt x="2676525" y="3108604"/>
                  </a:moveTo>
                  <a:lnTo>
                    <a:pt x="2676067" y="3107486"/>
                  </a:lnTo>
                  <a:lnTo>
                    <a:pt x="2674201" y="3105620"/>
                  </a:lnTo>
                  <a:lnTo>
                    <a:pt x="2673083" y="3105150"/>
                  </a:lnTo>
                  <a:lnTo>
                    <a:pt x="2670454" y="3105150"/>
                  </a:lnTo>
                  <a:lnTo>
                    <a:pt x="2669336" y="3105620"/>
                  </a:lnTo>
                  <a:lnTo>
                    <a:pt x="2667470" y="3107486"/>
                  </a:lnTo>
                  <a:lnTo>
                    <a:pt x="2667000" y="3108604"/>
                  </a:lnTo>
                  <a:lnTo>
                    <a:pt x="2667000" y="3111233"/>
                  </a:lnTo>
                  <a:lnTo>
                    <a:pt x="2667470" y="3112351"/>
                  </a:lnTo>
                  <a:lnTo>
                    <a:pt x="2669336" y="3114217"/>
                  </a:lnTo>
                  <a:lnTo>
                    <a:pt x="2670454" y="3114675"/>
                  </a:lnTo>
                  <a:lnTo>
                    <a:pt x="2673083" y="3114675"/>
                  </a:lnTo>
                  <a:lnTo>
                    <a:pt x="2674201" y="3114217"/>
                  </a:lnTo>
                  <a:lnTo>
                    <a:pt x="2676067" y="3112351"/>
                  </a:lnTo>
                  <a:lnTo>
                    <a:pt x="2676525" y="3111233"/>
                  </a:lnTo>
                  <a:lnTo>
                    <a:pt x="2676525" y="3108604"/>
                  </a:lnTo>
                  <a:close/>
                </a:path>
                <a:path w="4486275" h="3114675">
                  <a:moveTo>
                    <a:pt x="2676525" y="2332317"/>
                  </a:moveTo>
                  <a:lnTo>
                    <a:pt x="2676067" y="2331199"/>
                  </a:lnTo>
                  <a:lnTo>
                    <a:pt x="2674201" y="2329332"/>
                  </a:lnTo>
                  <a:lnTo>
                    <a:pt x="2673083" y="2328862"/>
                  </a:lnTo>
                  <a:lnTo>
                    <a:pt x="2670454" y="2328862"/>
                  </a:lnTo>
                  <a:lnTo>
                    <a:pt x="2669336" y="2329332"/>
                  </a:lnTo>
                  <a:lnTo>
                    <a:pt x="2667470" y="2331199"/>
                  </a:lnTo>
                  <a:lnTo>
                    <a:pt x="2667000" y="2332317"/>
                  </a:lnTo>
                  <a:lnTo>
                    <a:pt x="2667000" y="2334945"/>
                  </a:lnTo>
                  <a:lnTo>
                    <a:pt x="2667470" y="2336063"/>
                  </a:lnTo>
                  <a:lnTo>
                    <a:pt x="2669336" y="2337930"/>
                  </a:lnTo>
                  <a:lnTo>
                    <a:pt x="2670454" y="2338387"/>
                  </a:lnTo>
                  <a:lnTo>
                    <a:pt x="2673083" y="2338387"/>
                  </a:lnTo>
                  <a:lnTo>
                    <a:pt x="2674201" y="2337930"/>
                  </a:lnTo>
                  <a:lnTo>
                    <a:pt x="2676067" y="2336063"/>
                  </a:lnTo>
                  <a:lnTo>
                    <a:pt x="2676525" y="2334945"/>
                  </a:lnTo>
                  <a:lnTo>
                    <a:pt x="2676525" y="2332317"/>
                  </a:lnTo>
                  <a:close/>
                </a:path>
                <a:path w="4486275" h="3114675">
                  <a:moveTo>
                    <a:pt x="2676525" y="1556029"/>
                  </a:moveTo>
                  <a:lnTo>
                    <a:pt x="2676067" y="1554911"/>
                  </a:lnTo>
                  <a:lnTo>
                    <a:pt x="2674201" y="1553044"/>
                  </a:lnTo>
                  <a:lnTo>
                    <a:pt x="2673083" y="1552575"/>
                  </a:lnTo>
                  <a:lnTo>
                    <a:pt x="2670454" y="1552575"/>
                  </a:lnTo>
                  <a:lnTo>
                    <a:pt x="2669336" y="1553044"/>
                  </a:lnTo>
                  <a:lnTo>
                    <a:pt x="2667470" y="1554911"/>
                  </a:lnTo>
                  <a:lnTo>
                    <a:pt x="2667000" y="1556029"/>
                  </a:lnTo>
                  <a:lnTo>
                    <a:pt x="2667000" y="1558658"/>
                  </a:lnTo>
                  <a:lnTo>
                    <a:pt x="2667470" y="1559775"/>
                  </a:lnTo>
                  <a:lnTo>
                    <a:pt x="2669336" y="1561642"/>
                  </a:lnTo>
                  <a:lnTo>
                    <a:pt x="2670454" y="1562100"/>
                  </a:lnTo>
                  <a:lnTo>
                    <a:pt x="2673083" y="1562100"/>
                  </a:lnTo>
                  <a:lnTo>
                    <a:pt x="2674201" y="1561642"/>
                  </a:lnTo>
                  <a:lnTo>
                    <a:pt x="2676067" y="1559775"/>
                  </a:lnTo>
                  <a:lnTo>
                    <a:pt x="2676525" y="1558658"/>
                  </a:lnTo>
                  <a:lnTo>
                    <a:pt x="2676525" y="1556029"/>
                  </a:lnTo>
                  <a:close/>
                </a:path>
                <a:path w="4486275" h="3114675">
                  <a:moveTo>
                    <a:pt x="2676525" y="779741"/>
                  </a:moveTo>
                  <a:lnTo>
                    <a:pt x="2676067" y="778624"/>
                  </a:lnTo>
                  <a:lnTo>
                    <a:pt x="2674201" y="776757"/>
                  </a:lnTo>
                  <a:lnTo>
                    <a:pt x="2673083" y="776287"/>
                  </a:lnTo>
                  <a:lnTo>
                    <a:pt x="2670454" y="776287"/>
                  </a:lnTo>
                  <a:lnTo>
                    <a:pt x="2669336" y="776757"/>
                  </a:lnTo>
                  <a:lnTo>
                    <a:pt x="2667470" y="778624"/>
                  </a:lnTo>
                  <a:lnTo>
                    <a:pt x="2667000" y="779741"/>
                  </a:lnTo>
                  <a:lnTo>
                    <a:pt x="2667000" y="782370"/>
                  </a:lnTo>
                  <a:lnTo>
                    <a:pt x="2667470" y="783488"/>
                  </a:lnTo>
                  <a:lnTo>
                    <a:pt x="2669336" y="785355"/>
                  </a:lnTo>
                  <a:lnTo>
                    <a:pt x="2670454" y="785812"/>
                  </a:lnTo>
                  <a:lnTo>
                    <a:pt x="2673083" y="785812"/>
                  </a:lnTo>
                  <a:lnTo>
                    <a:pt x="2674201" y="785355"/>
                  </a:lnTo>
                  <a:lnTo>
                    <a:pt x="2676067" y="783488"/>
                  </a:lnTo>
                  <a:lnTo>
                    <a:pt x="2676525" y="782370"/>
                  </a:lnTo>
                  <a:lnTo>
                    <a:pt x="2676525" y="779741"/>
                  </a:lnTo>
                  <a:close/>
                </a:path>
                <a:path w="4486275" h="3114675">
                  <a:moveTo>
                    <a:pt x="2676525" y="3454"/>
                  </a:moveTo>
                  <a:lnTo>
                    <a:pt x="2676067" y="2336"/>
                  </a:lnTo>
                  <a:lnTo>
                    <a:pt x="2674201" y="469"/>
                  </a:lnTo>
                  <a:lnTo>
                    <a:pt x="2673083" y="0"/>
                  </a:lnTo>
                  <a:lnTo>
                    <a:pt x="2670454" y="0"/>
                  </a:lnTo>
                  <a:lnTo>
                    <a:pt x="2669336" y="469"/>
                  </a:lnTo>
                  <a:lnTo>
                    <a:pt x="2667470" y="2336"/>
                  </a:lnTo>
                  <a:lnTo>
                    <a:pt x="2667000" y="3454"/>
                  </a:lnTo>
                  <a:lnTo>
                    <a:pt x="2667000" y="6083"/>
                  </a:lnTo>
                  <a:lnTo>
                    <a:pt x="2667470" y="7200"/>
                  </a:lnTo>
                  <a:lnTo>
                    <a:pt x="2669336" y="9067"/>
                  </a:lnTo>
                  <a:lnTo>
                    <a:pt x="2670454" y="9525"/>
                  </a:lnTo>
                  <a:lnTo>
                    <a:pt x="2673083" y="9525"/>
                  </a:lnTo>
                  <a:lnTo>
                    <a:pt x="2674201" y="9067"/>
                  </a:lnTo>
                  <a:lnTo>
                    <a:pt x="2676067" y="7200"/>
                  </a:lnTo>
                  <a:lnTo>
                    <a:pt x="2676525" y="6083"/>
                  </a:lnTo>
                  <a:lnTo>
                    <a:pt x="2676525" y="3454"/>
                  </a:lnTo>
                  <a:close/>
                </a:path>
                <a:path w="4486275" h="3114675">
                  <a:moveTo>
                    <a:pt x="2724150" y="3108604"/>
                  </a:moveTo>
                  <a:lnTo>
                    <a:pt x="2723692" y="3107486"/>
                  </a:lnTo>
                  <a:lnTo>
                    <a:pt x="2721826" y="3105620"/>
                  </a:lnTo>
                  <a:lnTo>
                    <a:pt x="2720708" y="3105150"/>
                  </a:lnTo>
                  <a:lnTo>
                    <a:pt x="2718079" y="3105150"/>
                  </a:lnTo>
                  <a:lnTo>
                    <a:pt x="2716961" y="3105620"/>
                  </a:lnTo>
                  <a:lnTo>
                    <a:pt x="2715095" y="3107486"/>
                  </a:lnTo>
                  <a:lnTo>
                    <a:pt x="2714625" y="3108604"/>
                  </a:lnTo>
                  <a:lnTo>
                    <a:pt x="2714625" y="3111233"/>
                  </a:lnTo>
                  <a:lnTo>
                    <a:pt x="2715095" y="3112351"/>
                  </a:lnTo>
                  <a:lnTo>
                    <a:pt x="2716961" y="3114217"/>
                  </a:lnTo>
                  <a:lnTo>
                    <a:pt x="2718079" y="3114675"/>
                  </a:lnTo>
                  <a:lnTo>
                    <a:pt x="2720708" y="3114675"/>
                  </a:lnTo>
                  <a:lnTo>
                    <a:pt x="2721826" y="3114217"/>
                  </a:lnTo>
                  <a:lnTo>
                    <a:pt x="2723692" y="3112351"/>
                  </a:lnTo>
                  <a:lnTo>
                    <a:pt x="2724150" y="3111233"/>
                  </a:lnTo>
                  <a:lnTo>
                    <a:pt x="2724150" y="3108604"/>
                  </a:lnTo>
                  <a:close/>
                </a:path>
                <a:path w="4486275" h="3114675">
                  <a:moveTo>
                    <a:pt x="2724150" y="2332317"/>
                  </a:moveTo>
                  <a:lnTo>
                    <a:pt x="2723692" y="2331199"/>
                  </a:lnTo>
                  <a:lnTo>
                    <a:pt x="2721826" y="2329332"/>
                  </a:lnTo>
                  <a:lnTo>
                    <a:pt x="2720708" y="2328862"/>
                  </a:lnTo>
                  <a:lnTo>
                    <a:pt x="2718079" y="2328862"/>
                  </a:lnTo>
                  <a:lnTo>
                    <a:pt x="2716961" y="2329332"/>
                  </a:lnTo>
                  <a:lnTo>
                    <a:pt x="2715095" y="2331199"/>
                  </a:lnTo>
                  <a:lnTo>
                    <a:pt x="2714625" y="2332317"/>
                  </a:lnTo>
                  <a:lnTo>
                    <a:pt x="2714625" y="2334945"/>
                  </a:lnTo>
                  <a:lnTo>
                    <a:pt x="2715095" y="2336063"/>
                  </a:lnTo>
                  <a:lnTo>
                    <a:pt x="2716961" y="2337930"/>
                  </a:lnTo>
                  <a:lnTo>
                    <a:pt x="2718079" y="2338387"/>
                  </a:lnTo>
                  <a:lnTo>
                    <a:pt x="2720708" y="2338387"/>
                  </a:lnTo>
                  <a:lnTo>
                    <a:pt x="2721826" y="2337930"/>
                  </a:lnTo>
                  <a:lnTo>
                    <a:pt x="2723692" y="2336063"/>
                  </a:lnTo>
                  <a:lnTo>
                    <a:pt x="2724150" y="2334945"/>
                  </a:lnTo>
                  <a:lnTo>
                    <a:pt x="2724150" y="2332317"/>
                  </a:lnTo>
                  <a:close/>
                </a:path>
                <a:path w="4486275" h="3114675">
                  <a:moveTo>
                    <a:pt x="2724150" y="1556029"/>
                  </a:moveTo>
                  <a:lnTo>
                    <a:pt x="2723692" y="1554911"/>
                  </a:lnTo>
                  <a:lnTo>
                    <a:pt x="2721826" y="1553044"/>
                  </a:lnTo>
                  <a:lnTo>
                    <a:pt x="2720708" y="1552575"/>
                  </a:lnTo>
                  <a:lnTo>
                    <a:pt x="2718079" y="1552575"/>
                  </a:lnTo>
                  <a:lnTo>
                    <a:pt x="2716961" y="1553044"/>
                  </a:lnTo>
                  <a:lnTo>
                    <a:pt x="2715095" y="1554911"/>
                  </a:lnTo>
                  <a:lnTo>
                    <a:pt x="2714625" y="1556029"/>
                  </a:lnTo>
                  <a:lnTo>
                    <a:pt x="2714625" y="1558658"/>
                  </a:lnTo>
                  <a:lnTo>
                    <a:pt x="2715095" y="1559775"/>
                  </a:lnTo>
                  <a:lnTo>
                    <a:pt x="2716961" y="1561642"/>
                  </a:lnTo>
                  <a:lnTo>
                    <a:pt x="2718079" y="1562100"/>
                  </a:lnTo>
                  <a:lnTo>
                    <a:pt x="2720708" y="1562100"/>
                  </a:lnTo>
                  <a:lnTo>
                    <a:pt x="2721826" y="1561642"/>
                  </a:lnTo>
                  <a:lnTo>
                    <a:pt x="2723692" y="1559775"/>
                  </a:lnTo>
                  <a:lnTo>
                    <a:pt x="2724150" y="1558658"/>
                  </a:lnTo>
                  <a:lnTo>
                    <a:pt x="2724150" y="1556029"/>
                  </a:lnTo>
                  <a:close/>
                </a:path>
                <a:path w="4486275" h="3114675">
                  <a:moveTo>
                    <a:pt x="2724150" y="779741"/>
                  </a:moveTo>
                  <a:lnTo>
                    <a:pt x="2723692" y="778624"/>
                  </a:lnTo>
                  <a:lnTo>
                    <a:pt x="2721826" y="776757"/>
                  </a:lnTo>
                  <a:lnTo>
                    <a:pt x="2720708" y="776287"/>
                  </a:lnTo>
                  <a:lnTo>
                    <a:pt x="2718079" y="776287"/>
                  </a:lnTo>
                  <a:lnTo>
                    <a:pt x="2716961" y="776757"/>
                  </a:lnTo>
                  <a:lnTo>
                    <a:pt x="2715095" y="778624"/>
                  </a:lnTo>
                  <a:lnTo>
                    <a:pt x="2714625" y="779741"/>
                  </a:lnTo>
                  <a:lnTo>
                    <a:pt x="2714625" y="782370"/>
                  </a:lnTo>
                  <a:lnTo>
                    <a:pt x="2715095" y="783488"/>
                  </a:lnTo>
                  <a:lnTo>
                    <a:pt x="2716961" y="785355"/>
                  </a:lnTo>
                  <a:lnTo>
                    <a:pt x="2718079" y="785812"/>
                  </a:lnTo>
                  <a:lnTo>
                    <a:pt x="2720708" y="785812"/>
                  </a:lnTo>
                  <a:lnTo>
                    <a:pt x="2721826" y="785355"/>
                  </a:lnTo>
                  <a:lnTo>
                    <a:pt x="2723692" y="783488"/>
                  </a:lnTo>
                  <a:lnTo>
                    <a:pt x="2724150" y="782370"/>
                  </a:lnTo>
                  <a:lnTo>
                    <a:pt x="2724150" y="779741"/>
                  </a:lnTo>
                  <a:close/>
                </a:path>
                <a:path w="4486275" h="3114675">
                  <a:moveTo>
                    <a:pt x="2724150" y="3454"/>
                  </a:moveTo>
                  <a:lnTo>
                    <a:pt x="2723692" y="2336"/>
                  </a:lnTo>
                  <a:lnTo>
                    <a:pt x="2721826" y="469"/>
                  </a:lnTo>
                  <a:lnTo>
                    <a:pt x="2720708" y="0"/>
                  </a:lnTo>
                  <a:lnTo>
                    <a:pt x="2718079" y="0"/>
                  </a:lnTo>
                  <a:lnTo>
                    <a:pt x="2716961" y="469"/>
                  </a:lnTo>
                  <a:lnTo>
                    <a:pt x="2715095" y="2336"/>
                  </a:lnTo>
                  <a:lnTo>
                    <a:pt x="2714625" y="3454"/>
                  </a:lnTo>
                  <a:lnTo>
                    <a:pt x="2714625" y="6083"/>
                  </a:lnTo>
                  <a:lnTo>
                    <a:pt x="2715095" y="7200"/>
                  </a:lnTo>
                  <a:lnTo>
                    <a:pt x="2716961" y="9067"/>
                  </a:lnTo>
                  <a:lnTo>
                    <a:pt x="2718079" y="9525"/>
                  </a:lnTo>
                  <a:lnTo>
                    <a:pt x="2720708" y="9525"/>
                  </a:lnTo>
                  <a:lnTo>
                    <a:pt x="2721826" y="9067"/>
                  </a:lnTo>
                  <a:lnTo>
                    <a:pt x="2723692" y="7200"/>
                  </a:lnTo>
                  <a:lnTo>
                    <a:pt x="2724150" y="6083"/>
                  </a:lnTo>
                  <a:lnTo>
                    <a:pt x="2724150" y="3454"/>
                  </a:lnTo>
                  <a:close/>
                </a:path>
                <a:path w="4486275" h="3114675">
                  <a:moveTo>
                    <a:pt x="2771775" y="3108604"/>
                  </a:moveTo>
                  <a:lnTo>
                    <a:pt x="2771317" y="3107486"/>
                  </a:lnTo>
                  <a:lnTo>
                    <a:pt x="2769451" y="3105620"/>
                  </a:lnTo>
                  <a:lnTo>
                    <a:pt x="2768333" y="3105150"/>
                  </a:lnTo>
                  <a:lnTo>
                    <a:pt x="2765704" y="3105150"/>
                  </a:lnTo>
                  <a:lnTo>
                    <a:pt x="2764586" y="3105620"/>
                  </a:lnTo>
                  <a:lnTo>
                    <a:pt x="2762720" y="3107486"/>
                  </a:lnTo>
                  <a:lnTo>
                    <a:pt x="2762250" y="3108604"/>
                  </a:lnTo>
                  <a:lnTo>
                    <a:pt x="2762250" y="3111233"/>
                  </a:lnTo>
                  <a:lnTo>
                    <a:pt x="2762720" y="3112351"/>
                  </a:lnTo>
                  <a:lnTo>
                    <a:pt x="2764586" y="3114217"/>
                  </a:lnTo>
                  <a:lnTo>
                    <a:pt x="2765704" y="3114675"/>
                  </a:lnTo>
                  <a:lnTo>
                    <a:pt x="2768333" y="3114675"/>
                  </a:lnTo>
                  <a:lnTo>
                    <a:pt x="2769451" y="3114217"/>
                  </a:lnTo>
                  <a:lnTo>
                    <a:pt x="2771317" y="3112351"/>
                  </a:lnTo>
                  <a:lnTo>
                    <a:pt x="2771775" y="3111233"/>
                  </a:lnTo>
                  <a:lnTo>
                    <a:pt x="2771775" y="3108604"/>
                  </a:lnTo>
                  <a:close/>
                </a:path>
                <a:path w="4486275" h="3114675">
                  <a:moveTo>
                    <a:pt x="2771775" y="2332317"/>
                  </a:moveTo>
                  <a:lnTo>
                    <a:pt x="2771317" y="2331199"/>
                  </a:lnTo>
                  <a:lnTo>
                    <a:pt x="2769451" y="2329332"/>
                  </a:lnTo>
                  <a:lnTo>
                    <a:pt x="2768333" y="2328862"/>
                  </a:lnTo>
                  <a:lnTo>
                    <a:pt x="2765704" y="2328862"/>
                  </a:lnTo>
                  <a:lnTo>
                    <a:pt x="2764586" y="2329332"/>
                  </a:lnTo>
                  <a:lnTo>
                    <a:pt x="2762720" y="2331199"/>
                  </a:lnTo>
                  <a:lnTo>
                    <a:pt x="2762250" y="2332317"/>
                  </a:lnTo>
                  <a:lnTo>
                    <a:pt x="2762250" y="2334945"/>
                  </a:lnTo>
                  <a:lnTo>
                    <a:pt x="2762720" y="2336063"/>
                  </a:lnTo>
                  <a:lnTo>
                    <a:pt x="2764586" y="2337930"/>
                  </a:lnTo>
                  <a:lnTo>
                    <a:pt x="2765704" y="2338387"/>
                  </a:lnTo>
                  <a:lnTo>
                    <a:pt x="2768333" y="2338387"/>
                  </a:lnTo>
                  <a:lnTo>
                    <a:pt x="2769451" y="2337930"/>
                  </a:lnTo>
                  <a:lnTo>
                    <a:pt x="2771317" y="2336063"/>
                  </a:lnTo>
                  <a:lnTo>
                    <a:pt x="2771775" y="2334945"/>
                  </a:lnTo>
                  <a:lnTo>
                    <a:pt x="2771775" y="2332317"/>
                  </a:lnTo>
                  <a:close/>
                </a:path>
                <a:path w="4486275" h="3114675">
                  <a:moveTo>
                    <a:pt x="2771775" y="1556029"/>
                  </a:moveTo>
                  <a:lnTo>
                    <a:pt x="2771317" y="1554911"/>
                  </a:lnTo>
                  <a:lnTo>
                    <a:pt x="2769451" y="1553044"/>
                  </a:lnTo>
                  <a:lnTo>
                    <a:pt x="2768333" y="1552575"/>
                  </a:lnTo>
                  <a:lnTo>
                    <a:pt x="2765704" y="1552575"/>
                  </a:lnTo>
                  <a:lnTo>
                    <a:pt x="2764586" y="1553044"/>
                  </a:lnTo>
                  <a:lnTo>
                    <a:pt x="2762720" y="1554911"/>
                  </a:lnTo>
                  <a:lnTo>
                    <a:pt x="2762250" y="1556029"/>
                  </a:lnTo>
                  <a:lnTo>
                    <a:pt x="2762250" y="1558658"/>
                  </a:lnTo>
                  <a:lnTo>
                    <a:pt x="2762720" y="1559775"/>
                  </a:lnTo>
                  <a:lnTo>
                    <a:pt x="2764586" y="1561642"/>
                  </a:lnTo>
                  <a:lnTo>
                    <a:pt x="2765704" y="1562100"/>
                  </a:lnTo>
                  <a:lnTo>
                    <a:pt x="2768333" y="1562100"/>
                  </a:lnTo>
                  <a:lnTo>
                    <a:pt x="2769451" y="1561642"/>
                  </a:lnTo>
                  <a:lnTo>
                    <a:pt x="2771317" y="1559775"/>
                  </a:lnTo>
                  <a:lnTo>
                    <a:pt x="2771775" y="1558658"/>
                  </a:lnTo>
                  <a:lnTo>
                    <a:pt x="2771775" y="1556029"/>
                  </a:lnTo>
                  <a:close/>
                </a:path>
                <a:path w="4486275" h="3114675">
                  <a:moveTo>
                    <a:pt x="2771775" y="779741"/>
                  </a:moveTo>
                  <a:lnTo>
                    <a:pt x="2771317" y="778624"/>
                  </a:lnTo>
                  <a:lnTo>
                    <a:pt x="2769451" y="776757"/>
                  </a:lnTo>
                  <a:lnTo>
                    <a:pt x="2768333" y="776287"/>
                  </a:lnTo>
                  <a:lnTo>
                    <a:pt x="2765704" y="776287"/>
                  </a:lnTo>
                  <a:lnTo>
                    <a:pt x="2764586" y="776757"/>
                  </a:lnTo>
                  <a:lnTo>
                    <a:pt x="2762720" y="778624"/>
                  </a:lnTo>
                  <a:lnTo>
                    <a:pt x="2762250" y="779741"/>
                  </a:lnTo>
                  <a:lnTo>
                    <a:pt x="2762250" y="782370"/>
                  </a:lnTo>
                  <a:lnTo>
                    <a:pt x="2762720" y="783488"/>
                  </a:lnTo>
                  <a:lnTo>
                    <a:pt x="2764586" y="785355"/>
                  </a:lnTo>
                  <a:lnTo>
                    <a:pt x="2765704" y="785812"/>
                  </a:lnTo>
                  <a:lnTo>
                    <a:pt x="2768333" y="785812"/>
                  </a:lnTo>
                  <a:lnTo>
                    <a:pt x="2769451" y="785355"/>
                  </a:lnTo>
                  <a:lnTo>
                    <a:pt x="2771317" y="783488"/>
                  </a:lnTo>
                  <a:lnTo>
                    <a:pt x="2771775" y="782370"/>
                  </a:lnTo>
                  <a:lnTo>
                    <a:pt x="2771775" y="779741"/>
                  </a:lnTo>
                  <a:close/>
                </a:path>
                <a:path w="4486275" h="3114675">
                  <a:moveTo>
                    <a:pt x="2771775" y="3454"/>
                  </a:moveTo>
                  <a:lnTo>
                    <a:pt x="2771317" y="2336"/>
                  </a:lnTo>
                  <a:lnTo>
                    <a:pt x="2769451" y="469"/>
                  </a:lnTo>
                  <a:lnTo>
                    <a:pt x="2768333" y="0"/>
                  </a:lnTo>
                  <a:lnTo>
                    <a:pt x="2765704" y="0"/>
                  </a:lnTo>
                  <a:lnTo>
                    <a:pt x="2764586" y="469"/>
                  </a:lnTo>
                  <a:lnTo>
                    <a:pt x="2762720" y="2336"/>
                  </a:lnTo>
                  <a:lnTo>
                    <a:pt x="2762250" y="3454"/>
                  </a:lnTo>
                  <a:lnTo>
                    <a:pt x="2762250" y="6083"/>
                  </a:lnTo>
                  <a:lnTo>
                    <a:pt x="2762720" y="7200"/>
                  </a:lnTo>
                  <a:lnTo>
                    <a:pt x="2764586" y="9067"/>
                  </a:lnTo>
                  <a:lnTo>
                    <a:pt x="2765704" y="9525"/>
                  </a:lnTo>
                  <a:lnTo>
                    <a:pt x="2768333" y="9525"/>
                  </a:lnTo>
                  <a:lnTo>
                    <a:pt x="2769451" y="9067"/>
                  </a:lnTo>
                  <a:lnTo>
                    <a:pt x="2771317" y="7200"/>
                  </a:lnTo>
                  <a:lnTo>
                    <a:pt x="2771775" y="6083"/>
                  </a:lnTo>
                  <a:lnTo>
                    <a:pt x="2771775" y="3454"/>
                  </a:lnTo>
                  <a:close/>
                </a:path>
                <a:path w="4486275" h="3114675">
                  <a:moveTo>
                    <a:pt x="2819400" y="3108604"/>
                  </a:moveTo>
                  <a:lnTo>
                    <a:pt x="2818942" y="3107486"/>
                  </a:lnTo>
                  <a:lnTo>
                    <a:pt x="2817076" y="3105620"/>
                  </a:lnTo>
                  <a:lnTo>
                    <a:pt x="2815958" y="3105150"/>
                  </a:lnTo>
                  <a:lnTo>
                    <a:pt x="2813329" y="3105150"/>
                  </a:lnTo>
                  <a:lnTo>
                    <a:pt x="2812211" y="3105620"/>
                  </a:lnTo>
                  <a:lnTo>
                    <a:pt x="2810345" y="3107486"/>
                  </a:lnTo>
                  <a:lnTo>
                    <a:pt x="2809875" y="3108604"/>
                  </a:lnTo>
                  <a:lnTo>
                    <a:pt x="2809875" y="3111233"/>
                  </a:lnTo>
                  <a:lnTo>
                    <a:pt x="2810345" y="3112351"/>
                  </a:lnTo>
                  <a:lnTo>
                    <a:pt x="2812211" y="3114217"/>
                  </a:lnTo>
                  <a:lnTo>
                    <a:pt x="2813329" y="3114675"/>
                  </a:lnTo>
                  <a:lnTo>
                    <a:pt x="2815958" y="3114675"/>
                  </a:lnTo>
                  <a:lnTo>
                    <a:pt x="2817076" y="3114217"/>
                  </a:lnTo>
                  <a:lnTo>
                    <a:pt x="2818942" y="3112351"/>
                  </a:lnTo>
                  <a:lnTo>
                    <a:pt x="2819400" y="3111233"/>
                  </a:lnTo>
                  <a:lnTo>
                    <a:pt x="2819400" y="3108604"/>
                  </a:lnTo>
                  <a:close/>
                </a:path>
                <a:path w="4486275" h="3114675">
                  <a:moveTo>
                    <a:pt x="2819400" y="2332317"/>
                  </a:moveTo>
                  <a:lnTo>
                    <a:pt x="2818942" y="2331199"/>
                  </a:lnTo>
                  <a:lnTo>
                    <a:pt x="2817076" y="2329332"/>
                  </a:lnTo>
                  <a:lnTo>
                    <a:pt x="2815958" y="2328862"/>
                  </a:lnTo>
                  <a:lnTo>
                    <a:pt x="2813329" y="2328862"/>
                  </a:lnTo>
                  <a:lnTo>
                    <a:pt x="2812211" y="2329332"/>
                  </a:lnTo>
                  <a:lnTo>
                    <a:pt x="2810345" y="2331199"/>
                  </a:lnTo>
                  <a:lnTo>
                    <a:pt x="2809875" y="2332317"/>
                  </a:lnTo>
                  <a:lnTo>
                    <a:pt x="2809875" y="2334945"/>
                  </a:lnTo>
                  <a:lnTo>
                    <a:pt x="2810345" y="2336063"/>
                  </a:lnTo>
                  <a:lnTo>
                    <a:pt x="2812211" y="2337930"/>
                  </a:lnTo>
                  <a:lnTo>
                    <a:pt x="2813329" y="2338387"/>
                  </a:lnTo>
                  <a:lnTo>
                    <a:pt x="2815958" y="2338387"/>
                  </a:lnTo>
                  <a:lnTo>
                    <a:pt x="2817076" y="2337930"/>
                  </a:lnTo>
                  <a:lnTo>
                    <a:pt x="2818942" y="2336063"/>
                  </a:lnTo>
                  <a:lnTo>
                    <a:pt x="2819400" y="2334945"/>
                  </a:lnTo>
                  <a:lnTo>
                    <a:pt x="2819400" y="2332317"/>
                  </a:lnTo>
                  <a:close/>
                </a:path>
                <a:path w="4486275" h="3114675">
                  <a:moveTo>
                    <a:pt x="2819400" y="1556029"/>
                  </a:moveTo>
                  <a:lnTo>
                    <a:pt x="2818942" y="1554911"/>
                  </a:lnTo>
                  <a:lnTo>
                    <a:pt x="2817076" y="1553044"/>
                  </a:lnTo>
                  <a:lnTo>
                    <a:pt x="2815958" y="1552575"/>
                  </a:lnTo>
                  <a:lnTo>
                    <a:pt x="2813329" y="1552575"/>
                  </a:lnTo>
                  <a:lnTo>
                    <a:pt x="2812211" y="1553044"/>
                  </a:lnTo>
                  <a:lnTo>
                    <a:pt x="2810345" y="1554911"/>
                  </a:lnTo>
                  <a:lnTo>
                    <a:pt x="2809875" y="1556029"/>
                  </a:lnTo>
                  <a:lnTo>
                    <a:pt x="2809875" y="1558658"/>
                  </a:lnTo>
                  <a:lnTo>
                    <a:pt x="2810345" y="1559775"/>
                  </a:lnTo>
                  <a:lnTo>
                    <a:pt x="2812211" y="1561642"/>
                  </a:lnTo>
                  <a:lnTo>
                    <a:pt x="2813329" y="1562100"/>
                  </a:lnTo>
                  <a:lnTo>
                    <a:pt x="2815958" y="1562100"/>
                  </a:lnTo>
                  <a:lnTo>
                    <a:pt x="2817076" y="1561642"/>
                  </a:lnTo>
                  <a:lnTo>
                    <a:pt x="2818942" y="1559775"/>
                  </a:lnTo>
                  <a:lnTo>
                    <a:pt x="2819400" y="1558658"/>
                  </a:lnTo>
                  <a:lnTo>
                    <a:pt x="2819400" y="1556029"/>
                  </a:lnTo>
                  <a:close/>
                </a:path>
                <a:path w="4486275" h="3114675">
                  <a:moveTo>
                    <a:pt x="2819400" y="779741"/>
                  </a:moveTo>
                  <a:lnTo>
                    <a:pt x="2818942" y="778624"/>
                  </a:lnTo>
                  <a:lnTo>
                    <a:pt x="2817076" y="776757"/>
                  </a:lnTo>
                  <a:lnTo>
                    <a:pt x="2815958" y="776287"/>
                  </a:lnTo>
                  <a:lnTo>
                    <a:pt x="2813329" y="776287"/>
                  </a:lnTo>
                  <a:lnTo>
                    <a:pt x="2812211" y="776757"/>
                  </a:lnTo>
                  <a:lnTo>
                    <a:pt x="2810345" y="778624"/>
                  </a:lnTo>
                  <a:lnTo>
                    <a:pt x="2809875" y="779741"/>
                  </a:lnTo>
                  <a:lnTo>
                    <a:pt x="2809875" y="782370"/>
                  </a:lnTo>
                  <a:lnTo>
                    <a:pt x="2810345" y="783488"/>
                  </a:lnTo>
                  <a:lnTo>
                    <a:pt x="2812211" y="785355"/>
                  </a:lnTo>
                  <a:lnTo>
                    <a:pt x="2813329" y="785812"/>
                  </a:lnTo>
                  <a:lnTo>
                    <a:pt x="2815958" y="785812"/>
                  </a:lnTo>
                  <a:lnTo>
                    <a:pt x="2817076" y="785355"/>
                  </a:lnTo>
                  <a:lnTo>
                    <a:pt x="2818942" y="783488"/>
                  </a:lnTo>
                  <a:lnTo>
                    <a:pt x="2819400" y="782370"/>
                  </a:lnTo>
                  <a:lnTo>
                    <a:pt x="2819400" y="779741"/>
                  </a:lnTo>
                  <a:close/>
                </a:path>
                <a:path w="4486275" h="3114675">
                  <a:moveTo>
                    <a:pt x="2819400" y="3454"/>
                  </a:moveTo>
                  <a:lnTo>
                    <a:pt x="2818942" y="2336"/>
                  </a:lnTo>
                  <a:lnTo>
                    <a:pt x="2817076" y="469"/>
                  </a:lnTo>
                  <a:lnTo>
                    <a:pt x="2815958" y="0"/>
                  </a:lnTo>
                  <a:lnTo>
                    <a:pt x="2813329" y="0"/>
                  </a:lnTo>
                  <a:lnTo>
                    <a:pt x="2812211" y="469"/>
                  </a:lnTo>
                  <a:lnTo>
                    <a:pt x="2810345" y="2336"/>
                  </a:lnTo>
                  <a:lnTo>
                    <a:pt x="2809875" y="3454"/>
                  </a:lnTo>
                  <a:lnTo>
                    <a:pt x="2809875" y="6083"/>
                  </a:lnTo>
                  <a:lnTo>
                    <a:pt x="2810345" y="7200"/>
                  </a:lnTo>
                  <a:lnTo>
                    <a:pt x="2812211" y="9067"/>
                  </a:lnTo>
                  <a:lnTo>
                    <a:pt x="2813329" y="9525"/>
                  </a:lnTo>
                  <a:lnTo>
                    <a:pt x="2815958" y="9525"/>
                  </a:lnTo>
                  <a:lnTo>
                    <a:pt x="2817076" y="9067"/>
                  </a:lnTo>
                  <a:lnTo>
                    <a:pt x="2818942" y="7200"/>
                  </a:lnTo>
                  <a:lnTo>
                    <a:pt x="2819400" y="6083"/>
                  </a:lnTo>
                  <a:lnTo>
                    <a:pt x="2819400" y="3454"/>
                  </a:lnTo>
                  <a:close/>
                </a:path>
                <a:path w="4486275" h="3114675">
                  <a:moveTo>
                    <a:pt x="2867025" y="3108604"/>
                  </a:moveTo>
                  <a:lnTo>
                    <a:pt x="2866567" y="3107486"/>
                  </a:lnTo>
                  <a:lnTo>
                    <a:pt x="2864701" y="3105620"/>
                  </a:lnTo>
                  <a:lnTo>
                    <a:pt x="2863583" y="3105150"/>
                  </a:lnTo>
                  <a:lnTo>
                    <a:pt x="2860954" y="3105150"/>
                  </a:lnTo>
                  <a:lnTo>
                    <a:pt x="2859836" y="3105620"/>
                  </a:lnTo>
                  <a:lnTo>
                    <a:pt x="2857970" y="3107486"/>
                  </a:lnTo>
                  <a:lnTo>
                    <a:pt x="2857500" y="3108604"/>
                  </a:lnTo>
                  <a:lnTo>
                    <a:pt x="2857500" y="3111233"/>
                  </a:lnTo>
                  <a:lnTo>
                    <a:pt x="2857970" y="3112351"/>
                  </a:lnTo>
                  <a:lnTo>
                    <a:pt x="2859836" y="3114217"/>
                  </a:lnTo>
                  <a:lnTo>
                    <a:pt x="2860954" y="3114675"/>
                  </a:lnTo>
                  <a:lnTo>
                    <a:pt x="2863583" y="3114675"/>
                  </a:lnTo>
                  <a:lnTo>
                    <a:pt x="2864701" y="3114217"/>
                  </a:lnTo>
                  <a:lnTo>
                    <a:pt x="2866567" y="3112351"/>
                  </a:lnTo>
                  <a:lnTo>
                    <a:pt x="2867025" y="3111233"/>
                  </a:lnTo>
                  <a:lnTo>
                    <a:pt x="2867025" y="3108604"/>
                  </a:lnTo>
                  <a:close/>
                </a:path>
                <a:path w="4486275" h="3114675">
                  <a:moveTo>
                    <a:pt x="2867025" y="2332317"/>
                  </a:moveTo>
                  <a:lnTo>
                    <a:pt x="2866567" y="2331199"/>
                  </a:lnTo>
                  <a:lnTo>
                    <a:pt x="2864701" y="2329332"/>
                  </a:lnTo>
                  <a:lnTo>
                    <a:pt x="2863583" y="2328862"/>
                  </a:lnTo>
                  <a:lnTo>
                    <a:pt x="2860954" y="2328862"/>
                  </a:lnTo>
                  <a:lnTo>
                    <a:pt x="2859836" y="2329332"/>
                  </a:lnTo>
                  <a:lnTo>
                    <a:pt x="2857970" y="2331199"/>
                  </a:lnTo>
                  <a:lnTo>
                    <a:pt x="2857500" y="2332317"/>
                  </a:lnTo>
                  <a:lnTo>
                    <a:pt x="2857500" y="2334945"/>
                  </a:lnTo>
                  <a:lnTo>
                    <a:pt x="2857970" y="2336063"/>
                  </a:lnTo>
                  <a:lnTo>
                    <a:pt x="2859836" y="2337930"/>
                  </a:lnTo>
                  <a:lnTo>
                    <a:pt x="2860954" y="2338387"/>
                  </a:lnTo>
                  <a:lnTo>
                    <a:pt x="2863583" y="2338387"/>
                  </a:lnTo>
                  <a:lnTo>
                    <a:pt x="2864701" y="2337930"/>
                  </a:lnTo>
                  <a:lnTo>
                    <a:pt x="2866567" y="2336063"/>
                  </a:lnTo>
                  <a:lnTo>
                    <a:pt x="2867025" y="2334945"/>
                  </a:lnTo>
                  <a:lnTo>
                    <a:pt x="2867025" y="2332317"/>
                  </a:lnTo>
                  <a:close/>
                </a:path>
                <a:path w="4486275" h="3114675">
                  <a:moveTo>
                    <a:pt x="2867025" y="1556029"/>
                  </a:moveTo>
                  <a:lnTo>
                    <a:pt x="2866567" y="1554911"/>
                  </a:lnTo>
                  <a:lnTo>
                    <a:pt x="2864701" y="1553044"/>
                  </a:lnTo>
                  <a:lnTo>
                    <a:pt x="2863583" y="1552575"/>
                  </a:lnTo>
                  <a:lnTo>
                    <a:pt x="2860954" y="1552575"/>
                  </a:lnTo>
                  <a:lnTo>
                    <a:pt x="2859836" y="1553044"/>
                  </a:lnTo>
                  <a:lnTo>
                    <a:pt x="2857970" y="1554911"/>
                  </a:lnTo>
                  <a:lnTo>
                    <a:pt x="2857500" y="1556029"/>
                  </a:lnTo>
                  <a:lnTo>
                    <a:pt x="2857500" y="1558658"/>
                  </a:lnTo>
                  <a:lnTo>
                    <a:pt x="2857970" y="1559775"/>
                  </a:lnTo>
                  <a:lnTo>
                    <a:pt x="2859836" y="1561642"/>
                  </a:lnTo>
                  <a:lnTo>
                    <a:pt x="2860954" y="1562100"/>
                  </a:lnTo>
                  <a:lnTo>
                    <a:pt x="2863583" y="1562100"/>
                  </a:lnTo>
                  <a:lnTo>
                    <a:pt x="2864701" y="1561642"/>
                  </a:lnTo>
                  <a:lnTo>
                    <a:pt x="2866567" y="1559775"/>
                  </a:lnTo>
                  <a:lnTo>
                    <a:pt x="2867025" y="1558658"/>
                  </a:lnTo>
                  <a:lnTo>
                    <a:pt x="2867025" y="1556029"/>
                  </a:lnTo>
                  <a:close/>
                </a:path>
                <a:path w="4486275" h="3114675">
                  <a:moveTo>
                    <a:pt x="2867025" y="779741"/>
                  </a:moveTo>
                  <a:lnTo>
                    <a:pt x="2866567" y="778624"/>
                  </a:lnTo>
                  <a:lnTo>
                    <a:pt x="2864701" y="776757"/>
                  </a:lnTo>
                  <a:lnTo>
                    <a:pt x="2863583" y="776287"/>
                  </a:lnTo>
                  <a:lnTo>
                    <a:pt x="2860954" y="776287"/>
                  </a:lnTo>
                  <a:lnTo>
                    <a:pt x="2859836" y="776757"/>
                  </a:lnTo>
                  <a:lnTo>
                    <a:pt x="2857970" y="778624"/>
                  </a:lnTo>
                  <a:lnTo>
                    <a:pt x="2857500" y="779741"/>
                  </a:lnTo>
                  <a:lnTo>
                    <a:pt x="2857500" y="782370"/>
                  </a:lnTo>
                  <a:lnTo>
                    <a:pt x="2857970" y="783488"/>
                  </a:lnTo>
                  <a:lnTo>
                    <a:pt x="2859836" y="785355"/>
                  </a:lnTo>
                  <a:lnTo>
                    <a:pt x="2860954" y="785812"/>
                  </a:lnTo>
                  <a:lnTo>
                    <a:pt x="2863583" y="785812"/>
                  </a:lnTo>
                  <a:lnTo>
                    <a:pt x="2864701" y="785355"/>
                  </a:lnTo>
                  <a:lnTo>
                    <a:pt x="2866567" y="783488"/>
                  </a:lnTo>
                  <a:lnTo>
                    <a:pt x="2867025" y="782370"/>
                  </a:lnTo>
                  <a:lnTo>
                    <a:pt x="2867025" y="779741"/>
                  </a:lnTo>
                  <a:close/>
                </a:path>
                <a:path w="4486275" h="3114675">
                  <a:moveTo>
                    <a:pt x="2867025" y="3454"/>
                  </a:moveTo>
                  <a:lnTo>
                    <a:pt x="2866567" y="2336"/>
                  </a:lnTo>
                  <a:lnTo>
                    <a:pt x="2864701" y="469"/>
                  </a:lnTo>
                  <a:lnTo>
                    <a:pt x="2863583" y="0"/>
                  </a:lnTo>
                  <a:lnTo>
                    <a:pt x="2860954" y="0"/>
                  </a:lnTo>
                  <a:lnTo>
                    <a:pt x="2859836" y="469"/>
                  </a:lnTo>
                  <a:lnTo>
                    <a:pt x="2857970" y="2336"/>
                  </a:lnTo>
                  <a:lnTo>
                    <a:pt x="2857500" y="3454"/>
                  </a:lnTo>
                  <a:lnTo>
                    <a:pt x="2857500" y="6083"/>
                  </a:lnTo>
                  <a:lnTo>
                    <a:pt x="2857970" y="7200"/>
                  </a:lnTo>
                  <a:lnTo>
                    <a:pt x="2859836" y="9067"/>
                  </a:lnTo>
                  <a:lnTo>
                    <a:pt x="2860954" y="9525"/>
                  </a:lnTo>
                  <a:lnTo>
                    <a:pt x="2863583" y="9525"/>
                  </a:lnTo>
                  <a:lnTo>
                    <a:pt x="2864701" y="9067"/>
                  </a:lnTo>
                  <a:lnTo>
                    <a:pt x="2866567" y="7200"/>
                  </a:lnTo>
                  <a:lnTo>
                    <a:pt x="2867025" y="6083"/>
                  </a:lnTo>
                  <a:lnTo>
                    <a:pt x="2867025" y="3454"/>
                  </a:lnTo>
                  <a:close/>
                </a:path>
                <a:path w="4486275" h="3114675">
                  <a:moveTo>
                    <a:pt x="2914650" y="3108604"/>
                  </a:moveTo>
                  <a:lnTo>
                    <a:pt x="2914192" y="3107486"/>
                  </a:lnTo>
                  <a:lnTo>
                    <a:pt x="2912326" y="3105620"/>
                  </a:lnTo>
                  <a:lnTo>
                    <a:pt x="2911208" y="3105150"/>
                  </a:lnTo>
                  <a:lnTo>
                    <a:pt x="2908579" y="3105150"/>
                  </a:lnTo>
                  <a:lnTo>
                    <a:pt x="2907461" y="3105620"/>
                  </a:lnTo>
                  <a:lnTo>
                    <a:pt x="2905595" y="3107486"/>
                  </a:lnTo>
                  <a:lnTo>
                    <a:pt x="2905125" y="3108604"/>
                  </a:lnTo>
                  <a:lnTo>
                    <a:pt x="2905125" y="3111233"/>
                  </a:lnTo>
                  <a:lnTo>
                    <a:pt x="2905595" y="3112351"/>
                  </a:lnTo>
                  <a:lnTo>
                    <a:pt x="2907461" y="3114217"/>
                  </a:lnTo>
                  <a:lnTo>
                    <a:pt x="2908579" y="3114675"/>
                  </a:lnTo>
                  <a:lnTo>
                    <a:pt x="2911208" y="3114675"/>
                  </a:lnTo>
                  <a:lnTo>
                    <a:pt x="2912326" y="3114217"/>
                  </a:lnTo>
                  <a:lnTo>
                    <a:pt x="2914192" y="3112351"/>
                  </a:lnTo>
                  <a:lnTo>
                    <a:pt x="2914650" y="3111233"/>
                  </a:lnTo>
                  <a:lnTo>
                    <a:pt x="2914650" y="3108604"/>
                  </a:lnTo>
                  <a:close/>
                </a:path>
                <a:path w="4486275" h="3114675">
                  <a:moveTo>
                    <a:pt x="2914650" y="2332317"/>
                  </a:moveTo>
                  <a:lnTo>
                    <a:pt x="2914192" y="2331199"/>
                  </a:lnTo>
                  <a:lnTo>
                    <a:pt x="2912326" y="2329332"/>
                  </a:lnTo>
                  <a:lnTo>
                    <a:pt x="2911208" y="2328862"/>
                  </a:lnTo>
                  <a:lnTo>
                    <a:pt x="2908579" y="2328862"/>
                  </a:lnTo>
                  <a:lnTo>
                    <a:pt x="2907461" y="2329332"/>
                  </a:lnTo>
                  <a:lnTo>
                    <a:pt x="2905595" y="2331199"/>
                  </a:lnTo>
                  <a:lnTo>
                    <a:pt x="2905125" y="2332317"/>
                  </a:lnTo>
                  <a:lnTo>
                    <a:pt x="2905125" y="2334945"/>
                  </a:lnTo>
                  <a:lnTo>
                    <a:pt x="2905595" y="2336063"/>
                  </a:lnTo>
                  <a:lnTo>
                    <a:pt x="2907461" y="2337930"/>
                  </a:lnTo>
                  <a:lnTo>
                    <a:pt x="2908579" y="2338387"/>
                  </a:lnTo>
                  <a:lnTo>
                    <a:pt x="2911208" y="2338387"/>
                  </a:lnTo>
                  <a:lnTo>
                    <a:pt x="2912326" y="2337930"/>
                  </a:lnTo>
                  <a:lnTo>
                    <a:pt x="2914192" y="2336063"/>
                  </a:lnTo>
                  <a:lnTo>
                    <a:pt x="2914650" y="2334945"/>
                  </a:lnTo>
                  <a:lnTo>
                    <a:pt x="2914650" y="2332317"/>
                  </a:lnTo>
                  <a:close/>
                </a:path>
                <a:path w="4486275" h="3114675">
                  <a:moveTo>
                    <a:pt x="2914650" y="1556029"/>
                  </a:moveTo>
                  <a:lnTo>
                    <a:pt x="2914192" y="1554911"/>
                  </a:lnTo>
                  <a:lnTo>
                    <a:pt x="2912326" y="1553044"/>
                  </a:lnTo>
                  <a:lnTo>
                    <a:pt x="2911208" y="1552575"/>
                  </a:lnTo>
                  <a:lnTo>
                    <a:pt x="2908579" y="1552575"/>
                  </a:lnTo>
                  <a:lnTo>
                    <a:pt x="2907461" y="1553044"/>
                  </a:lnTo>
                  <a:lnTo>
                    <a:pt x="2905595" y="1554911"/>
                  </a:lnTo>
                  <a:lnTo>
                    <a:pt x="2905125" y="1556029"/>
                  </a:lnTo>
                  <a:lnTo>
                    <a:pt x="2905125" y="1558658"/>
                  </a:lnTo>
                  <a:lnTo>
                    <a:pt x="2905595" y="1559775"/>
                  </a:lnTo>
                  <a:lnTo>
                    <a:pt x="2907461" y="1561642"/>
                  </a:lnTo>
                  <a:lnTo>
                    <a:pt x="2908579" y="1562100"/>
                  </a:lnTo>
                  <a:lnTo>
                    <a:pt x="2911208" y="1562100"/>
                  </a:lnTo>
                  <a:lnTo>
                    <a:pt x="2912326" y="1561642"/>
                  </a:lnTo>
                  <a:lnTo>
                    <a:pt x="2914192" y="1559775"/>
                  </a:lnTo>
                  <a:lnTo>
                    <a:pt x="2914650" y="1558658"/>
                  </a:lnTo>
                  <a:lnTo>
                    <a:pt x="2914650" y="1556029"/>
                  </a:lnTo>
                  <a:close/>
                </a:path>
                <a:path w="4486275" h="3114675">
                  <a:moveTo>
                    <a:pt x="2914650" y="779741"/>
                  </a:moveTo>
                  <a:lnTo>
                    <a:pt x="2914192" y="778624"/>
                  </a:lnTo>
                  <a:lnTo>
                    <a:pt x="2912326" y="776757"/>
                  </a:lnTo>
                  <a:lnTo>
                    <a:pt x="2911208" y="776287"/>
                  </a:lnTo>
                  <a:lnTo>
                    <a:pt x="2908579" y="776287"/>
                  </a:lnTo>
                  <a:lnTo>
                    <a:pt x="2907461" y="776757"/>
                  </a:lnTo>
                  <a:lnTo>
                    <a:pt x="2905595" y="778624"/>
                  </a:lnTo>
                  <a:lnTo>
                    <a:pt x="2905125" y="779741"/>
                  </a:lnTo>
                  <a:lnTo>
                    <a:pt x="2905125" y="782370"/>
                  </a:lnTo>
                  <a:lnTo>
                    <a:pt x="2905595" y="783488"/>
                  </a:lnTo>
                  <a:lnTo>
                    <a:pt x="2907461" y="785355"/>
                  </a:lnTo>
                  <a:lnTo>
                    <a:pt x="2908579" y="785812"/>
                  </a:lnTo>
                  <a:lnTo>
                    <a:pt x="2911208" y="785812"/>
                  </a:lnTo>
                  <a:lnTo>
                    <a:pt x="2912326" y="785355"/>
                  </a:lnTo>
                  <a:lnTo>
                    <a:pt x="2914192" y="783488"/>
                  </a:lnTo>
                  <a:lnTo>
                    <a:pt x="2914650" y="782370"/>
                  </a:lnTo>
                  <a:lnTo>
                    <a:pt x="2914650" y="779741"/>
                  </a:lnTo>
                  <a:close/>
                </a:path>
                <a:path w="4486275" h="3114675">
                  <a:moveTo>
                    <a:pt x="2914650" y="3454"/>
                  </a:moveTo>
                  <a:lnTo>
                    <a:pt x="2914192" y="2336"/>
                  </a:lnTo>
                  <a:lnTo>
                    <a:pt x="2912326" y="469"/>
                  </a:lnTo>
                  <a:lnTo>
                    <a:pt x="2911208" y="0"/>
                  </a:lnTo>
                  <a:lnTo>
                    <a:pt x="2908579" y="0"/>
                  </a:lnTo>
                  <a:lnTo>
                    <a:pt x="2907461" y="469"/>
                  </a:lnTo>
                  <a:lnTo>
                    <a:pt x="2905595" y="2336"/>
                  </a:lnTo>
                  <a:lnTo>
                    <a:pt x="2905125" y="3454"/>
                  </a:lnTo>
                  <a:lnTo>
                    <a:pt x="2905125" y="6083"/>
                  </a:lnTo>
                  <a:lnTo>
                    <a:pt x="2905595" y="7200"/>
                  </a:lnTo>
                  <a:lnTo>
                    <a:pt x="2907461" y="9067"/>
                  </a:lnTo>
                  <a:lnTo>
                    <a:pt x="2908579" y="9525"/>
                  </a:lnTo>
                  <a:lnTo>
                    <a:pt x="2911208" y="9525"/>
                  </a:lnTo>
                  <a:lnTo>
                    <a:pt x="2912326" y="9067"/>
                  </a:lnTo>
                  <a:lnTo>
                    <a:pt x="2914192" y="7200"/>
                  </a:lnTo>
                  <a:lnTo>
                    <a:pt x="2914650" y="6083"/>
                  </a:lnTo>
                  <a:lnTo>
                    <a:pt x="2914650" y="3454"/>
                  </a:lnTo>
                  <a:close/>
                </a:path>
                <a:path w="4486275" h="3114675">
                  <a:moveTo>
                    <a:pt x="2962275" y="3108604"/>
                  </a:moveTo>
                  <a:lnTo>
                    <a:pt x="2961817" y="3107486"/>
                  </a:lnTo>
                  <a:lnTo>
                    <a:pt x="2959951" y="3105620"/>
                  </a:lnTo>
                  <a:lnTo>
                    <a:pt x="2958833" y="3105150"/>
                  </a:lnTo>
                  <a:lnTo>
                    <a:pt x="2956204" y="3105150"/>
                  </a:lnTo>
                  <a:lnTo>
                    <a:pt x="2955086" y="3105620"/>
                  </a:lnTo>
                  <a:lnTo>
                    <a:pt x="2953220" y="3107486"/>
                  </a:lnTo>
                  <a:lnTo>
                    <a:pt x="2952750" y="3108604"/>
                  </a:lnTo>
                  <a:lnTo>
                    <a:pt x="2952750" y="3111233"/>
                  </a:lnTo>
                  <a:lnTo>
                    <a:pt x="2953220" y="3112351"/>
                  </a:lnTo>
                  <a:lnTo>
                    <a:pt x="2955086" y="3114217"/>
                  </a:lnTo>
                  <a:lnTo>
                    <a:pt x="2956204" y="3114675"/>
                  </a:lnTo>
                  <a:lnTo>
                    <a:pt x="2958833" y="3114675"/>
                  </a:lnTo>
                  <a:lnTo>
                    <a:pt x="2959951" y="3114217"/>
                  </a:lnTo>
                  <a:lnTo>
                    <a:pt x="2961817" y="3112351"/>
                  </a:lnTo>
                  <a:lnTo>
                    <a:pt x="2962275" y="3111233"/>
                  </a:lnTo>
                  <a:lnTo>
                    <a:pt x="2962275" y="3108604"/>
                  </a:lnTo>
                  <a:close/>
                </a:path>
                <a:path w="4486275" h="3114675">
                  <a:moveTo>
                    <a:pt x="2962275" y="2332317"/>
                  </a:moveTo>
                  <a:lnTo>
                    <a:pt x="2961817" y="2331199"/>
                  </a:lnTo>
                  <a:lnTo>
                    <a:pt x="2959951" y="2329332"/>
                  </a:lnTo>
                  <a:lnTo>
                    <a:pt x="2958833" y="2328862"/>
                  </a:lnTo>
                  <a:lnTo>
                    <a:pt x="2956204" y="2328862"/>
                  </a:lnTo>
                  <a:lnTo>
                    <a:pt x="2955086" y="2329332"/>
                  </a:lnTo>
                  <a:lnTo>
                    <a:pt x="2953220" y="2331199"/>
                  </a:lnTo>
                  <a:lnTo>
                    <a:pt x="2952750" y="2332317"/>
                  </a:lnTo>
                  <a:lnTo>
                    <a:pt x="2952750" y="2334945"/>
                  </a:lnTo>
                  <a:lnTo>
                    <a:pt x="2953220" y="2336063"/>
                  </a:lnTo>
                  <a:lnTo>
                    <a:pt x="2955086" y="2337930"/>
                  </a:lnTo>
                  <a:lnTo>
                    <a:pt x="2956204" y="2338387"/>
                  </a:lnTo>
                  <a:lnTo>
                    <a:pt x="2958833" y="2338387"/>
                  </a:lnTo>
                  <a:lnTo>
                    <a:pt x="2959951" y="2337930"/>
                  </a:lnTo>
                  <a:lnTo>
                    <a:pt x="2961817" y="2336063"/>
                  </a:lnTo>
                  <a:lnTo>
                    <a:pt x="2962275" y="2334945"/>
                  </a:lnTo>
                  <a:lnTo>
                    <a:pt x="2962275" y="2332317"/>
                  </a:lnTo>
                  <a:close/>
                </a:path>
                <a:path w="4486275" h="3114675">
                  <a:moveTo>
                    <a:pt x="2962275" y="1556029"/>
                  </a:moveTo>
                  <a:lnTo>
                    <a:pt x="2961817" y="1554911"/>
                  </a:lnTo>
                  <a:lnTo>
                    <a:pt x="2959951" y="1553044"/>
                  </a:lnTo>
                  <a:lnTo>
                    <a:pt x="2958833" y="1552575"/>
                  </a:lnTo>
                  <a:lnTo>
                    <a:pt x="2956204" y="1552575"/>
                  </a:lnTo>
                  <a:lnTo>
                    <a:pt x="2955086" y="1553044"/>
                  </a:lnTo>
                  <a:lnTo>
                    <a:pt x="2953220" y="1554911"/>
                  </a:lnTo>
                  <a:lnTo>
                    <a:pt x="2952750" y="1556029"/>
                  </a:lnTo>
                  <a:lnTo>
                    <a:pt x="2952750" y="1558658"/>
                  </a:lnTo>
                  <a:lnTo>
                    <a:pt x="2953220" y="1559775"/>
                  </a:lnTo>
                  <a:lnTo>
                    <a:pt x="2955086" y="1561642"/>
                  </a:lnTo>
                  <a:lnTo>
                    <a:pt x="2956204" y="1562100"/>
                  </a:lnTo>
                  <a:lnTo>
                    <a:pt x="2958833" y="1562100"/>
                  </a:lnTo>
                  <a:lnTo>
                    <a:pt x="2959951" y="1561642"/>
                  </a:lnTo>
                  <a:lnTo>
                    <a:pt x="2961817" y="1559775"/>
                  </a:lnTo>
                  <a:lnTo>
                    <a:pt x="2962275" y="1558658"/>
                  </a:lnTo>
                  <a:lnTo>
                    <a:pt x="2962275" y="1556029"/>
                  </a:lnTo>
                  <a:close/>
                </a:path>
                <a:path w="4486275" h="3114675">
                  <a:moveTo>
                    <a:pt x="2962275" y="779741"/>
                  </a:moveTo>
                  <a:lnTo>
                    <a:pt x="2961817" y="778624"/>
                  </a:lnTo>
                  <a:lnTo>
                    <a:pt x="2959951" y="776757"/>
                  </a:lnTo>
                  <a:lnTo>
                    <a:pt x="2958833" y="776287"/>
                  </a:lnTo>
                  <a:lnTo>
                    <a:pt x="2956204" y="776287"/>
                  </a:lnTo>
                  <a:lnTo>
                    <a:pt x="2955086" y="776757"/>
                  </a:lnTo>
                  <a:lnTo>
                    <a:pt x="2953220" y="778624"/>
                  </a:lnTo>
                  <a:lnTo>
                    <a:pt x="2952750" y="779741"/>
                  </a:lnTo>
                  <a:lnTo>
                    <a:pt x="2952750" y="782370"/>
                  </a:lnTo>
                  <a:lnTo>
                    <a:pt x="2953220" y="783488"/>
                  </a:lnTo>
                  <a:lnTo>
                    <a:pt x="2955086" y="785355"/>
                  </a:lnTo>
                  <a:lnTo>
                    <a:pt x="2956204" y="785812"/>
                  </a:lnTo>
                  <a:lnTo>
                    <a:pt x="2958833" y="785812"/>
                  </a:lnTo>
                  <a:lnTo>
                    <a:pt x="2959951" y="785355"/>
                  </a:lnTo>
                  <a:lnTo>
                    <a:pt x="2961817" y="783488"/>
                  </a:lnTo>
                  <a:lnTo>
                    <a:pt x="2962275" y="782370"/>
                  </a:lnTo>
                  <a:lnTo>
                    <a:pt x="2962275" y="779741"/>
                  </a:lnTo>
                  <a:close/>
                </a:path>
                <a:path w="4486275" h="3114675">
                  <a:moveTo>
                    <a:pt x="2962275" y="3454"/>
                  </a:moveTo>
                  <a:lnTo>
                    <a:pt x="2961817" y="2336"/>
                  </a:lnTo>
                  <a:lnTo>
                    <a:pt x="2959951" y="469"/>
                  </a:lnTo>
                  <a:lnTo>
                    <a:pt x="2958833" y="0"/>
                  </a:lnTo>
                  <a:lnTo>
                    <a:pt x="2956204" y="0"/>
                  </a:lnTo>
                  <a:lnTo>
                    <a:pt x="2955086" y="469"/>
                  </a:lnTo>
                  <a:lnTo>
                    <a:pt x="2953220" y="2336"/>
                  </a:lnTo>
                  <a:lnTo>
                    <a:pt x="2952750" y="3454"/>
                  </a:lnTo>
                  <a:lnTo>
                    <a:pt x="2952750" y="6083"/>
                  </a:lnTo>
                  <a:lnTo>
                    <a:pt x="2953220" y="7200"/>
                  </a:lnTo>
                  <a:lnTo>
                    <a:pt x="2955086" y="9067"/>
                  </a:lnTo>
                  <a:lnTo>
                    <a:pt x="2956204" y="9525"/>
                  </a:lnTo>
                  <a:lnTo>
                    <a:pt x="2958833" y="9525"/>
                  </a:lnTo>
                  <a:lnTo>
                    <a:pt x="2959951" y="9067"/>
                  </a:lnTo>
                  <a:lnTo>
                    <a:pt x="2961817" y="7200"/>
                  </a:lnTo>
                  <a:lnTo>
                    <a:pt x="2962275" y="6083"/>
                  </a:lnTo>
                  <a:lnTo>
                    <a:pt x="2962275" y="3454"/>
                  </a:lnTo>
                  <a:close/>
                </a:path>
                <a:path w="4486275" h="3114675">
                  <a:moveTo>
                    <a:pt x="3009900" y="3108604"/>
                  </a:moveTo>
                  <a:lnTo>
                    <a:pt x="3009442" y="3107486"/>
                  </a:lnTo>
                  <a:lnTo>
                    <a:pt x="3007576" y="3105620"/>
                  </a:lnTo>
                  <a:lnTo>
                    <a:pt x="3006458" y="3105150"/>
                  </a:lnTo>
                  <a:lnTo>
                    <a:pt x="3003829" y="3105150"/>
                  </a:lnTo>
                  <a:lnTo>
                    <a:pt x="3002711" y="3105620"/>
                  </a:lnTo>
                  <a:lnTo>
                    <a:pt x="3000845" y="3107486"/>
                  </a:lnTo>
                  <a:lnTo>
                    <a:pt x="3000375" y="3108604"/>
                  </a:lnTo>
                  <a:lnTo>
                    <a:pt x="3000375" y="3111233"/>
                  </a:lnTo>
                  <a:lnTo>
                    <a:pt x="3000845" y="3112351"/>
                  </a:lnTo>
                  <a:lnTo>
                    <a:pt x="3002711" y="3114217"/>
                  </a:lnTo>
                  <a:lnTo>
                    <a:pt x="3003829" y="3114675"/>
                  </a:lnTo>
                  <a:lnTo>
                    <a:pt x="3006458" y="3114675"/>
                  </a:lnTo>
                  <a:lnTo>
                    <a:pt x="3007576" y="3114217"/>
                  </a:lnTo>
                  <a:lnTo>
                    <a:pt x="3009442" y="3112351"/>
                  </a:lnTo>
                  <a:lnTo>
                    <a:pt x="3009900" y="3111233"/>
                  </a:lnTo>
                  <a:lnTo>
                    <a:pt x="3009900" y="3108604"/>
                  </a:lnTo>
                  <a:close/>
                </a:path>
                <a:path w="4486275" h="3114675">
                  <a:moveTo>
                    <a:pt x="3009900" y="2332317"/>
                  </a:moveTo>
                  <a:lnTo>
                    <a:pt x="3009442" y="2331199"/>
                  </a:lnTo>
                  <a:lnTo>
                    <a:pt x="3007576" y="2329332"/>
                  </a:lnTo>
                  <a:lnTo>
                    <a:pt x="3006458" y="2328862"/>
                  </a:lnTo>
                  <a:lnTo>
                    <a:pt x="3003829" y="2328862"/>
                  </a:lnTo>
                  <a:lnTo>
                    <a:pt x="3002711" y="2329332"/>
                  </a:lnTo>
                  <a:lnTo>
                    <a:pt x="3000845" y="2331199"/>
                  </a:lnTo>
                  <a:lnTo>
                    <a:pt x="3000375" y="2332317"/>
                  </a:lnTo>
                  <a:lnTo>
                    <a:pt x="3000375" y="2334945"/>
                  </a:lnTo>
                  <a:lnTo>
                    <a:pt x="3000845" y="2336063"/>
                  </a:lnTo>
                  <a:lnTo>
                    <a:pt x="3002711" y="2337930"/>
                  </a:lnTo>
                  <a:lnTo>
                    <a:pt x="3003829" y="2338387"/>
                  </a:lnTo>
                  <a:lnTo>
                    <a:pt x="3006458" y="2338387"/>
                  </a:lnTo>
                  <a:lnTo>
                    <a:pt x="3007576" y="2337930"/>
                  </a:lnTo>
                  <a:lnTo>
                    <a:pt x="3009442" y="2336063"/>
                  </a:lnTo>
                  <a:lnTo>
                    <a:pt x="3009900" y="2334945"/>
                  </a:lnTo>
                  <a:lnTo>
                    <a:pt x="3009900" y="2332317"/>
                  </a:lnTo>
                  <a:close/>
                </a:path>
                <a:path w="4486275" h="3114675">
                  <a:moveTo>
                    <a:pt x="3009900" y="1556029"/>
                  </a:moveTo>
                  <a:lnTo>
                    <a:pt x="3009442" y="1554911"/>
                  </a:lnTo>
                  <a:lnTo>
                    <a:pt x="3007576" y="1553044"/>
                  </a:lnTo>
                  <a:lnTo>
                    <a:pt x="3006458" y="1552575"/>
                  </a:lnTo>
                  <a:lnTo>
                    <a:pt x="3003829" y="1552575"/>
                  </a:lnTo>
                  <a:lnTo>
                    <a:pt x="3002711" y="1553044"/>
                  </a:lnTo>
                  <a:lnTo>
                    <a:pt x="3000845" y="1554911"/>
                  </a:lnTo>
                  <a:lnTo>
                    <a:pt x="3000375" y="1556029"/>
                  </a:lnTo>
                  <a:lnTo>
                    <a:pt x="3000375" y="1558658"/>
                  </a:lnTo>
                  <a:lnTo>
                    <a:pt x="3000845" y="1559775"/>
                  </a:lnTo>
                  <a:lnTo>
                    <a:pt x="3002711" y="1561642"/>
                  </a:lnTo>
                  <a:lnTo>
                    <a:pt x="3003829" y="1562100"/>
                  </a:lnTo>
                  <a:lnTo>
                    <a:pt x="3006458" y="1562100"/>
                  </a:lnTo>
                  <a:lnTo>
                    <a:pt x="3007576" y="1561642"/>
                  </a:lnTo>
                  <a:lnTo>
                    <a:pt x="3009442" y="1559775"/>
                  </a:lnTo>
                  <a:lnTo>
                    <a:pt x="3009900" y="1558658"/>
                  </a:lnTo>
                  <a:lnTo>
                    <a:pt x="3009900" y="1556029"/>
                  </a:lnTo>
                  <a:close/>
                </a:path>
                <a:path w="4486275" h="3114675">
                  <a:moveTo>
                    <a:pt x="3009900" y="779741"/>
                  </a:moveTo>
                  <a:lnTo>
                    <a:pt x="3009442" y="778624"/>
                  </a:lnTo>
                  <a:lnTo>
                    <a:pt x="3007576" y="776757"/>
                  </a:lnTo>
                  <a:lnTo>
                    <a:pt x="3006458" y="776287"/>
                  </a:lnTo>
                  <a:lnTo>
                    <a:pt x="3003829" y="776287"/>
                  </a:lnTo>
                  <a:lnTo>
                    <a:pt x="3002711" y="776757"/>
                  </a:lnTo>
                  <a:lnTo>
                    <a:pt x="3000845" y="778624"/>
                  </a:lnTo>
                  <a:lnTo>
                    <a:pt x="3000375" y="779741"/>
                  </a:lnTo>
                  <a:lnTo>
                    <a:pt x="3000375" y="782370"/>
                  </a:lnTo>
                  <a:lnTo>
                    <a:pt x="3000845" y="783488"/>
                  </a:lnTo>
                  <a:lnTo>
                    <a:pt x="3002711" y="785355"/>
                  </a:lnTo>
                  <a:lnTo>
                    <a:pt x="3003829" y="785812"/>
                  </a:lnTo>
                  <a:lnTo>
                    <a:pt x="3006458" y="785812"/>
                  </a:lnTo>
                  <a:lnTo>
                    <a:pt x="3007576" y="785355"/>
                  </a:lnTo>
                  <a:lnTo>
                    <a:pt x="3009442" y="783488"/>
                  </a:lnTo>
                  <a:lnTo>
                    <a:pt x="3009900" y="782370"/>
                  </a:lnTo>
                  <a:lnTo>
                    <a:pt x="3009900" y="779741"/>
                  </a:lnTo>
                  <a:close/>
                </a:path>
                <a:path w="4486275" h="3114675">
                  <a:moveTo>
                    <a:pt x="3009900" y="3454"/>
                  </a:moveTo>
                  <a:lnTo>
                    <a:pt x="3009442" y="2336"/>
                  </a:lnTo>
                  <a:lnTo>
                    <a:pt x="3007576" y="469"/>
                  </a:lnTo>
                  <a:lnTo>
                    <a:pt x="3006458" y="0"/>
                  </a:lnTo>
                  <a:lnTo>
                    <a:pt x="3003829" y="0"/>
                  </a:lnTo>
                  <a:lnTo>
                    <a:pt x="3002711" y="469"/>
                  </a:lnTo>
                  <a:lnTo>
                    <a:pt x="3000845" y="2336"/>
                  </a:lnTo>
                  <a:lnTo>
                    <a:pt x="3000375" y="3454"/>
                  </a:lnTo>
                  <a:lnTo>
                    <a:pt x="3000375" y="6083"/>
                  </a:lnTo>
                  <a:lnTo>
                    <a:pt x="3000845" y="7200"/>
                  </a:lnTo>
                  <a:lnTo>
                    <a:pt x="3002711" y="9067"/>
                  </a:lnTo>
                  <a:lnTo>
                    <a:pt x="3003829" y="9525"/>
                  </a:lnTo>
                  <a:lnTo>
                    <a:pt x="3006458" y="9525"/>
                  </a:lnTo>
                  <a:lnTo>
                    <a:pt x="3007576" y="9067"/>
                  </a:lnTo>
                  <a:lnTo>
                    <a:pt x="3009442" y="7200"/>
                  </a:lnTo>
                  <a:lnTo>
                    <a:pt x="3009900" y="6083"/>
                  </a:lnTo>
                  <a:lnTo>
                    <a:pt x="3009900" y="3454"/>
                  </a:lnTo>
                  <a:close/>
                </a:path>
                <a:path w="4486275" h="3114675">
                  <a:moveTo>
                    <a:pt x="3057525" y="3108604"/>
                  </a:moveTo>
                  <a:lnTo>
                    <a:pt x="3057067" y="3107486"/>
                  </a:lnTo>
                  <a:lnTo>
                    <a:pt x="3055201" y="3105620"/>
                  </a:lnTo>
                  <a:lnTo>
                    <a:pt x="3054083" y="3105150"/>
                  </a:lnTo>
                  <a:lnTo>
                    <a:pt x="3051454" y="3105150"/>
                  </a:lnTo>
                  <a:lnTo>
                    <a:pt x="3050336" y="3105620"/>
                  </a:lnTo>
                  <a:lnTo>
                    <a:pt x="3048470" y="3107486"/>
                  </a:lnTo>
                  <a:lnTo>
                    <a:pt x="3048000" y="3108604"/>
                  </a:lnTo>
                  <a:lnTo>
                    <a:pt x="3048000" y="3111233"/>
                  </a:lnTo>
                  <a:lnTo>
                    <a:pt x="3048470" y="3112351"/>
                  </a:lnTo>
                  <a:lnTo>
                    <a:pt x="3050336" y="3114217"/>
                  </a:lnTo>
                  <a:lnTo>
                    <a:pt x="3051454" y="3114675"/>
                  </a:lnTo>
                  <a:lnTo>
                    <a:pt x="3054083" y="3114675"/>
                  </a:lnTo>
                  <a:lnTo>
                    <a:pt x="3055201" y="3114217"/>
                  </a:lnTo>
                  <a:lnTo>
                    <a:pt x="3057067" y="3112351"/>
                  </a:lnTo>
                  <a:lnTo>
                    <a:pt x="3057525" y="3111233"/>
                  </a:lnTo>
                  <a:lnTo>
                    <a:pt x="3057525" y="3108604"/>
                  </a:lnTo>
                  <a:close/>
                </a:path>
                <a:path w="4486275" h="3114675">
                  <a:moveTo>
                    <a:pt x="3057525" y="2332317"/>
                  </a:moveTo>
                  <a:lnTo>
                    <a:pt x="3057067" y="2331199"/>
                  </a:lnTo>
                  <a:lnTo>
                    <a:pt x="3055201" y="2329332"/>
                  </a:lnTo>
                  <a:lnTo>
                    <a:pt x="3054083" y="2328862"/>
                  </a:lnTo>
                  <a:lnTo>
                    <a:pt x="3051454" y="2328862"/>
                  </a:lnTo>
                  <a:lnTo>
                    <a:pt x="3050336" y="2329332"/>
                  </a:lnTo>
                  <a:lnTo>
                    <a:pt x="3048470" y="2331199"/>
                  </a:lnTo>
                  <a:lnTo>
                    <a:pt x="3048000" y="2332317"/>
                  </a:lnTo>
                  <a:lnTo>
                    <a:pt x="3048000" y="2334945"/>
                  </a:lnTo>
                  <a:lnTo>
                    <a:pt x="3048470" y="2336063"/>
                  </a:lnTo>
                  <a:lnTo>
                    <a:pt x="3050336" y="2337930"/>
                  </a:lnTo>
                  <a:lnTo>
                    <a:pt x="3051454" y="2338387"/>
                  </a:lnTo>
                  <a:lnTo>
                    <a:pt x="3054083" y="2338387"/>
                  </a:lnTo>
                  <a:lnTo>
                    <a:pt x="3055201" y="2337930"/>
                  </a:lnTo>
                  <a:lnTo>
                    <a:pt x="3057067" y="2336063"/>
                  </a:lnTo>
                  <a:lnTo>
                    <a:pt x="3057525" y="2334945"/>
                  </a:lnTo>
                  <a:lnTo>
                    <a:pt x="3057525" y="2332317"/>
                  </a:lnTo>
                  <a:close/>
                </a:path>
                <a:path w="4486275" h="3114675">
                  <a:moveTo>
                    <a:pt x="3057525" y="1556029"/>
                  </a:moveTo>
                  <a:lnTo>
                    <a:pt x="3057067" y="1554911"/>
                  </a:lnTo>
                  <a:lnTo>
                    <a:pt x="3055201" y="1553044"/>
                  </a:lnTo>
                  <a:lnTo>
                    <a:pt x="3054083" y="1552575"/>
                  </a:lnTo>
                  <a:lnTo>
                    <a:pt x="3051454" y="1552575"/>
                  </a:lnTo>
                  <a:lnTo>
                    <a:pt x="3050336" y="1553044"/>
                  </a:lnTo>
                  <a:lnTo>
                    <a:pt x="3048470" y="1554911"/>
                  </a:lnTo>
                  <a:lnTo>
                    <a:pt x="3048000" y="1556029"/>
                  </a:lnTo>
                  <a:lnTo>
                    <a:pt x="3048000" y="1558658"/>
                  </a:lnTo>
                  <a:lnTo>
                    <a:pt x="3048470" y="1559775"/>
                  </a:lnTo>
                  <a:lnTo>
                    <a:pt x="3050336" y="1561642"/>
                  </a:lnTo>
                  <a:lnTo>
                    <a:pt x="3051454" y="1562100"/>
                  </a:lnTo>
                  <a:lnTo>
                    <a:pt x="3054083" y="1562100"/>
                  </a:lnTo>
                  <a:lnTo>
                    <a:pt x="3055201" y="1561642"/>
                  </a:lnTo>
                  <a:lnTo>
                    <a:pt x="3057067" y="1559775"/>
                  </a:lnTo>
                  <a:lnTo>
                    <a:pt x="3057525" y="1558658"/>
                  </a:lnTo>
                  <a:lnTo>
                    <a:pt x="3057525" y="1556029"/>
                  </a:lnTo>
                  <a:close/>
                </a:path>
                <a:path w="4486275" h="3114675">
                  <a:moveTo>
                    <a:pt x="3057525" y="779741"/>
                  </a:moveTo>
                  <a:lnTo>
                    <a:pt x="3057067" y="778624"/>
                  </a:lnTo>
                  <a:lnTo>
                    <a:pt x="3055201" y="776757"/>
                  </a:lnTo>
                  <a:lnTo>
                    <a:pt x="3054083" y="776287"/>
                  </a:lnTo>
                  <a:lnTo>
                    <a:pt x="3051454" y="776287"/>
                  </a:lnTo>
                  <a:lnTo>
                    <a:pt x="3050336" y="776757"/>
                  </a:lnTo>
                  <a:lnTo>
                    <a:pt x="3048470" y="778624"/>
                  </a:lnTo>
                  <a:lnTo>
                    <a:pt x="3048000" y="779741"/>
                  </a:lnTo>
                  <a:lnTo>
                    <a:pt x="3048000" y="782370"/>
                  </a:lnTo>
                  <a:lnTo>
                    <a:pt x="3048470" y="783488"/>
                  </a:lnTo>
                  <a:lnTo>
                    <a:pt x="3050336" y="785355"/>
                  </a:lnTo>
                  <a:lnTo>
                    <a:pt x="3051454" y="785812"/>
                  </a:lnTo>
                  <a:lnTo>
                    <a:pt x="3054083" y="785812"/>
                  </a:lnTo>
                  <a:lnTo>
                    <a:pt x="3055201" y="785355"/>
                  </a:lnTo>
                  <a:lnTo>
                    <a:pt x="3057067" y="783488"/>
                  </a:lnTo>
                  <a:lnTo>
                    <a:pt x="3057525" y="782370"/>
                  </a:lnTo>
                  <a:lnTo>
                    <a:pt x="3057525" y="779741"/>
                  </a:lnTo>
                  <a:close/>
                </a:path>
                <a:path w="4486275" h="3114675">
                  <a:moveTo>
                    <a:pt x="3057525" y="3454"/>
                  </a:moveTo>
                  <a:lnTo>
                    <a:pt x="3057067" y="2336"/>
                  </a:lnTo>
                  <a:lnTo>
                    <a:pt x="3055201" y="469"/>
                  </a:lnTo>
                  <a:lnTo>
                    <a:pt x="3054083" y="0"/>
                  </a:lnTo>
                  <a:lnTo>
                    <a:pt x="3051454" y="0"/>
                  </a:lnTo>
                  <a:lnTo>
                    <a:pt x="3050336" y="469"/>
                  </a:lnTo>
                  <a:lnTo>
                    <a:pt x="3048470" y="2336"/>
                  </a:lnTo>
                  <a:lnTo>
                    <a:pt x="3048000" y="3454"/>
                  </a:lnTo>
                  <a:lnTo>
                    <a:pt x="3048000" y="6083"/>
                  </a:lnTo>
                  <a:lnTo>
                    <a:pt x="3048470" y="7200"/>
                  </a:lnTo>
                  <a:lnTo>
                    <a:pt x="3050336" y="9067"/>
                  </a:lnTo>
                  <a:lnTo>
                    <a:pt x="3051454" y="9525"/>
                  </a:lnTo>
                  <a:lnTo>
                    <a:pt x="3054083" y="9525"/>
                  </a:lnTo>
                  <a:lnTo>
                    <a:pt x="3055201" y="9067"/>
                  </a:lnTo>
                  <a:lnTo>
                    <a:pt x="3057067" y="7200"/>
                  </a:lnTo>
                  <a:lnTo>
                    <a:pt x="3057525" y="6083"/>
                  </a:lnTo>
                  <a:lnTo>
                    <a:pt x="3057525" y="3454"/>
                  </a:lnTo>
                  <a:close/>
                </a:path>
                <a:path w="4486275" h="3114675">
                  <a:moveTo>
                    <a:pt x="3105150" y="3108604"/>
                  </a:moveTo>
                  <a:lnTo>
                    <a:pt x="3104692" y="3107486"/>
                  </a:lnTo>
                  <a:lnTo>
                    <a:pt x="3102826" y="3105620"/>
                  </a:lnTo>
                  <a:lnTo>
                    <a:pt x="3101708" y="3105150"/>
                  </a:lnTo>
                  <a:lnTo>
                    <a:pt x="3099079" y="3105150"/>
                  </a:lnTo>
                  <a:lnTo>
                    <a:pt x="3097961" y="3105620"/>
                  </a:lnTo>
                  <a:lnTo>
                    <a:pt x="3096095" y="3107486"/>
                  </a:lnTo>
                  <a:lnTo>
                    <a:pt x="3095625" y="3108604"/>
                  </a:lnTo>
                  <a:lnTo>
                    <a:pt x="3095625" y="3111233"/>
                  </a:lnTo>
                  <a:lnTo>
                    <a:pt x="3096095" y="3112351"/>
                  </a:lnTo>
                  <a:lnTo>
                    <a:pt x="3097961" y="3114217"/>
                  </a:lnTo>
                  <a:lnTo>
                    <a:pt x="3099079" y="3114675"/>
                  </a:lnTo>
                  <a:lnTo>
                    <a:pt x="3101708" y="3114675"/>
                  </a:lnTo>
                  <a:lnTo>
                    <a:pt x="3102826" y="3114217"/>
                  </a:lnTo>
                  <a:lnTo>
                    <a:pt x="3104692" y="3112351"/>
                  </a:lnTo>
                  <a:lnTo>
                    <a:pt x="3105150" y="3111233"/>
                  </a:lnTo>
                  <a:lnTo>
                    <a:pt x="3105150" y="3108604"/>
                  </a:lnTo>
                  <a:close/>
                </a:path>
                <a:path w="4486275" h="3114675">
                  <a:moveTo>
                    <a:pt x="3105150" y="2332317"/>
                  </a:moveTo>
                  <a:lnTo>
                    <a:pt x="3104692" y="2331199"/>
                  </a:lnTo>
                  <a:lnTo>
                    <a:pt x="3102826" y="2329332"/>
                  </a:lnTo>
                  <a:lnTo>
                    <a:pt x="3101708" y="2328862"/>
                  </a:lnTo>
                  <a:lnTo>
                    <a:pt x="3099079" y="2328862"/>
                  </a:lnTo>
                  <a:lnTo>
                    <a:pt x="3097961" y="2329332"/>
                  </a:lnTo>
                  <a:lnTo>
                    <a:pt x="3096095" y="2331199"/>
                  </a:lnTo>
                  <a:lnTo>
                    <a:pt x="3095625" y="2332317"/>
                  </a:lnTo>
                  <a:lnTo>
                    <a:pt x="3095625" y="2334945"/>
                  </a:lnTo>
                  <a:lnTo>
                    <a:pt x="3096095" y="2336063"/>
                  </a:lnTo>
                  <a:lnTo>
                    <a:pt x="3097961" y="2337930"/>
                  </a:lnTo>
                  <a:lnTo>
                    <a:pt x="3099079" y="2338387"/>
                  </a:lnTo>
                  <a:lnTo>
                    <a:pt x="3101708" y="2338387"/>
                  </a:lnTo>
                  <a:lnTo>
                    <a:pt x="3102826" y="2337930"/>
                  </a:lnTo>
                  <a:lnTo>
                    <a:pt x="3104692" y="2336063"/>
                  </a:lnTo>
                  <a:lnTo>
                    <a:pt x="3105150" y="2334945"/>
                  </a:lnTo>
                  <a:lnTo>
                    <a:pt x="3105150" y="2332317"/>
                  </a:lnTo>
                  <a:close/>
                </a:path>
                <a:path w="4486275" h="3114675">
                  <a:moveTo>
                    <a:pt x="3105150" y="1556029"/>
                  </a:moveTo>
                  <a:lnTo>
                    <a:pt x="3104692" y="1554911"/>
                  </a:lnTo>
                  <a:lnTo>
                    <a:pt x="3102826" y="1553044"/>
                  </a:lnTo>
                  <a:lnTo>
                    <a:pt x="3101708" y="1552575"/>
                  </a:lnTo>
                  <a:lnTo>
                    <a:pt x="3099079" y="1552575"/>
                  </a:lnTo>
                  <a:lnTo>
                    <a:pt x="3097961" y="1553044"/>
                  </a:lnTo>
                  <a:lnTo>
                    <a:pt x="3096095" y="1554911"/>
                  </a:lnTo>
                  <a:lnTo>
                    <a:pt x="3095625" y="1556029"/>
                  </a:lnTo>
                  <a:lnTo>
                    <a:pt x="3095625" y="1558658"/>
                  </a:lnTo>
                  <a:lnTo>
                    <a:pt x="3096095" y="1559775"/>
                  </a:lnTo>
                  <a:lnTo>
                    <a:pt x="3097961" y="1561642"/>
                  </a:lnTo>
                  <a:lnTo>
                    <a:pt x="3099079" y="1562100"/>
                  </a:lnTo>
                  <a:lnTo>
                    <a:pt x="3101708" y="1562100"/>
                  </a:lnTo>
                  <a:lnTo>
                    <a:pt x="3102826" y="1561642"/>
                  </a:lnTo>
                  <a:lnTo>
                    <a:pt x="3104692" y="1559775"/>
                  </a:lnTo>
                  <a:lnTo>
                    <a:pt x="3105150" y="1558658"/>
                  </a:lnTo>
                  <a:lnTo>
                    <a:pt x="3105150" y="1556029"/>
                  </a:lnTo>
                  <a:close/>
                </a:path>
                <a:path w="4486275" h="3114675">
                  <a:moveTo>
                    <a:pt x="3105150" y="779741"/>
                  </a:moveTo>
                  <a:lnTo>
                    <a:pt x="3104692" y="778624"/>
                  </a:lnTo>
                  <a:lnTo>
                    <a:pt x="3102826" y="776757"/>
                  </a:lnTo>
                  <a:lnTo>
                    <a:pt x="3101708" y="776287"/>
                  </a:lnTo>
                  <a:lnTo>
                    <a:pt x="3099079" y="776287"/>
                  </a:lnTo>
                  <a:lnTo>
                    <a:pt x="3097961" y="776757"/>
                  </a:lnTo>
                  <a:lnTo>
                    <a:pt x="3096095" y="778624"/>
                  </a:lnTo>
                  <a:lnTo>
                    <a:pt x="3095625" y="779741"/>
                  </a:lnTo>
                  <a:lnTo>
                    <a:pt x="3095625" y="782370"/>
                  </a:lnTo>
                  <a:lnTo>
                    <a:pt x="3096095" y="783488"/>
                  </a:lnTo>
                  <a:lnTo>
                    <a:pt x="3097961" y="785355"/>
                  </a:lnTo>
                  <a:lnTo>
                    <a:pt x="3099079" y="785812"/>
                  </a:lnTo>
                  <a:lnTo>
                    <a:pt x="3101708" y="785812"/>
                  </a:lnTo>
                  <a:lnTo>
                    <a:pt x="3102826" y="785355"/>
                  </a:lnTo>
                  <a:lnTo>
                    <a:pt x="3104692" y="783488"/>
                  </a:lnTo>
                  <a:lnTo>
                    <a:pt x="3105150" y="782370"/>
                  </a:lnTo>
                  <a:lnTo>
                    <a:pt x="3105150" y="779741"/>
                  </a:lnTo>
                  <a:close/>
                </a:path>
                <a:path w="4486275" h="3114675">
                  <a:moveTo>
                    <a:pt x="3105150" y="3454"/>
                  </a:moveTo>
                  <a:lnTo>
                    <a:pt x="3104692" y="2336"/>
                  </a:lnTo>
                  <a:lnTo>
                    <a:pt x="3102826" y="469"/>
                  </a:lnTo>
                  <a:lnTo>
                    <a:pt x="3101708" y="0"/>
                  </a:lnTo>
                  <a:lnTo>
                    <a:pt x="3099079" y="0"/>
                  </a:lnTo>
                  <a:lnTo>
                    <a:pt x="3097961" y="469"/>
                  </a:lnTo>
                  <a:lnTo>
                    <a:pt x="3096095" y="2336"/>
                  </a:lnTo>
                  <a:lnTo>
                    <a:pt x="3095625" y="3454"/>
                  </a:lnTo>
                  <a:lnTo>
                    <a:pt x="3095625" y="6083"/>
                  </a:lnTo>
                  <a:lnTo>
                    <a:pt x="3096095" y="7200"/>
                  </a:lnTo>
                  <a:lnTo>
                    <a:pt x="3097961" y="9067"/>
                  </a:lnTo>
                  <a:lnTo>
                    <a:pt x="3099079" y="9525"/>
                  </a:lnTo>
                  <a:lnTo>
                    <a:pt x="3101708" y="9525"/>
                  </a:lnTo>
                  <a:lnTo>
                    <a:pt x="3102826" y="9067"/>
                  </a:lnTo>
                  <a:lnTo>
                    <a:pt x="3104692" y="7200"/>
                  </a:lnTo>
                  <a:lnTo>
                    <a:pt x="3105150" y="6083"/>
                  </a:lnTo>
                  <a:lnTo>
                    <a:pt x="3105150" y="3454"/>
                  </a:lnTo>
                  <a:close/>
                </a:path>
                <a:path w="4486275" h="3114675">
                  <a:moveTo>
                    <a:pt x="3152775" y="3108604"/>
                  </a:moveTo>
                  <a:lnTo>
                    <a:pt x="3152317" y="3107486"/>
                  </a:lnTo>
                  <a:lnTo>
                    <a:pt x="3150451" y="3105620"/>
                  </a:lnTo>
                  <a:lnTo>
                    <a:pt x="3149333" y="3105150"/>
                  </a:lnTo>
                  <a:lnTo>
                    <a:pt x="3146704" y="3105150"/>
                  </a:lnTo>
                  <a:lnTo>
                    <a:pt x="3145586" y="3105620"/>
                  </a:lnTo>
                  <a:lnTo>
                    <a:pt x="3143720" y="3107486"/>
                  </a:lnTo>
                  <a:lnTo>
                    <a:pt x="3143250" y="3108604"/>
                  </a:lnTo>
                  <a:lnTo>
                    <a:pt x="3143250" y="3111233"/>
                  </a:lnTo>
                  <a:lnTo>
                    <a:pt x="3143720" y="3112351"/>
                  </a:lnTo>
                  <a:lnTo>
                    <a:pt x="3145586" y="3114217"/>
                  </a:lnTo>
                  <a:lnTo>
                    <a:pt x="3146704" y="3114675"/>
                  </a:lnTo>
                  <a:lnTo>
                    <a:pt x="3149333" y="3114675"/>
                  </a:lnTo>
                  <a:lnTo>
                    <a:pt x="3150451" y="3114217"/>
                  </a:lnTo>
                  <a:lnTo>
                    <a:pt x="3152317" y="3112351"/>
                  </a:lnTo>
                  <a:lnTo>
                    <a:pt x="3152775" y="3111233"/>
                  </a:lnTo>
                  <a:lnTo>
                    <a:pt x="3152775" y="3108604"/>
                  </a:lnTo>
                  <a:close/>
                </a:path>
                <a:path w="4486275" h="3114675">
                  <a:moveTo>
                    <a:pt x="3152775" y="2332317"/>
                  </a:moveTo>
                  <a:lnTo>
                    <a:pt x="3152317" y="2331199"/>
                  </a:lnTo>
                  <a:lnTo>
                    <a:pt x="3150451" y="2329332"/>
                  </a:lnTo>
                  <a:lnTo>
                    <a:pt x="3149333" y="2328862"/>
                  </a:lnTo>
                  <a:lnTo>
                    <a:pt x="3146704" y="2328862"/>
                  </a:lnTo>
                  <a:lnTo>
                    <a:pt x="3145586" y="2329332"/>
                  </a:lnTo>
                  <a:lnTo>
                    <a:pt x="3143720" y="2331199"/>
                  </a:lnTo>
                  <a:lnTo>
                    <a:pt x="3143250" y="2332317"/>
                  </a:lnTo>
                  <a:lnTo>
                    <a:pt x="3143250" y="2334945"/>
                  </a:lnTo>
                  <a:lnTo>
                    <a:pt x="3143720" y="2336063"/>
                  </a:lnTo>
                  <a:lnTo>
                    <a:pt x="3145586" y="2337930"/>
                  </a:lnTo>
                  <a:lnTo>
                    <a:pt x="3146704" y="2338387"/>
                  </a:lnTo>
                  <a:lnTo>
                    <a:pt x="3149333" y="2338387"/>
                  </a:lnTo>
                  <a:lnTo>
                    <a:pt x="3150451" y="2337930"/>
                  </a:lnTo>
                  <a:lnTo>
                    <a:pt x="3152317" y="2336063"/>
                  </a:lnTo>
                  <a:lnTo>
                    <a:pt x="3152775" y="2334945"/>
                  </a:lnTo>
                  <a:lnTo>
                    <a:pt x="3152775" y="2332317"/>
                  </a:lnTo>
                  <a:close/>
                </a:path>
                <a:path w="4486275" h="3114675">
                  <a:moveTo>
                    <a:pt x="3152775" y="1556029"/>
                  </a:moveTo>
                  <a:lnTo>
                    <a:pt x="3152317" y="1554911"/>
                  </a:lnTo>
                  <a:lnTo>
                    <a:pt x="3150451" y="1553044"/>
                  </a:lnTo>
                  <a:lnTo>
                    <a:pt x="3149333" y="1552575"/>
                  </a:lnTo>
                  <a:lnTo>
                    <a:pt x="3146704" y="1552575"/>
                  </a:lnTo>
                  <a:lnTo>
                    <a:pt x="3145586" y="1553044"/>
                  </a:lnTo>
                  <a:lnTo>
                    <a:pt x="3143720" y="1554911"/>
                  </a:lnTo>
                  <a:lnTo>
                    <a:pt x="3143250" y="1556029"/>
                  </a:lnTo>
                  <a:lnTo>
                    <a:pt x="3143250" y="1558658"/>
                  </a:lnTo>
                  <a:lnTo>
                    <a:pt x="3143720" y="1559775"/>
                  </a:lnTo>
                  <a:lnTo>
                    <a:pt x="3145586" y="1561642"/>
                  </a:lnTo>
                  <a:lnTo>
                    <a:pt x="3146704" y="1562100"/>
                  </a:lnTo>
                  <a:lnTo>
                    <a:pt x="3149333" y="1562100"/>
                  </a:lnTo>
                  <a:lnTo>
                    <a:pt x="3150451" y="1561642"/>
                  </a:lnTo>
                  <a:lnTo>
                    <a:pt x="3152317" y="1559775"/>
                  </a:lnTo>
                  <a:lnTo>
                    <a:pt x="3152775" y="1558658"/>
                  </a:lnTo>
                  <a:lnTo>
                    <a:pt x="3152775" y="1556029"/>
                  </a:lnTo>
                  <a:close/>
                </a:path>
                <a:path w="4486275" h="3114675">
                  <a:moveTo>
                    <a:pt x="3152775" y="779741"/>
                  </a:moveTo>
                  <a:lnTo>
                    <a:pt x="3152317" y="778624"/>
                  </a:lnTo>
                  <a:lnTo>
                    <a:pt x="3150451" y="776757"/>
                  </a:lnTo>
                  <a:lnTo>
                    <a:pt x="3149333" y="776287"/>
                  </a:lnTo>
                  <a:lnTo>
                    <a:pt x="3146704" y="776287"/>
                  </a:lnTo>
                  <a:lnTo>
                    <a:pt x="3145586" y="776757"/>
                  </a:lnTo>
                  <a:lnTo>
                    <a:pt x="3143720" y="778624"/>
                  </a:lnTo>
                  <a:lnTo>
                    <a:pt x="3143250" y="779741"/>
                  </a:lnTo>
                  <a:lnTo>
                    <a:pt x="3143250" y="782370"/>
                  </a:lnTo>
                  <a:lnTo>
                    <a:pt x="3143720" y="783488"/>
                  </a:lnTo>
                  <a:lnTo>
                    <a:pt x="3145586" y="785355"/>
                  </a:lnTo>
                  <a:lnTo>
                    <a:pt x="3146704" y="785812"/>
                  </a:lnTo>
                  <a:lnTo>
                    <a:pt x="3149333" y="785812"/>
                  </a:lnTo>
                  <a:lnTo>
                    <a:pt x="3150451" y="785355"/>
                  </a:lnTo>
                  <a:lnTo>
                    <a:pt x="3152317" y="783488"/>
                  </a:lnTo>
                  <a:lnTo>
                    <a:pt x="3152775" y="782370"/>
                  </a:lnTo>
                  <a:lnTo>
                    <a:pt x="3152775" y="779741"/>
                  </a:lnTo>
                  <a:close/>
                </a:path>
                <a:path w="4486275" h="3114675">
                  <a:moveTo>
                    <a:pt x="3152775" y="3454"/>
                  </a:moveTo>
                  <a:lnTo>
                    <a:pt x="3152317" y="2336"/>
                  </a:lnTo>
                  <a:lnTo>
                    <a:pt x="3150451" y="469"/>
                  </a:lnTo>
                  <a:lnTo>
                    <a:pt x="3149333" y="0"/>
                  </a:lnTo>
                  <a:lnTo>
                    <a:pt x="3146704" y="0"/>
                  </a:lnTo>
                  <a:lnTo>
                    <a:pt x="3145586" y="469"/>
                  </a:lnTo>
                  <a:lnTo>
                    <a:pt x="3143720" y="2336"/>
                  </a:lnTo>
                  <a:lnTo>
                    <a:pt x="3143250" y="3454"/>
                  </a:lnTo>
                  <a:lnTo>
                    <a:pt x="3143250" y="6083"/>
                  </a:lnTo>
                  <a:lnTo>
                    <a:pt x="3143720" y="7200"/>
                  </a:lnTo>
                  <a:lnTo>
                    <a:pt x="3145586" y="9067"/>
                  </a:lnTo>
                  <a:lnTo>
                    <a:pt x="3146704" y="9525"/>
                  </a:lnTo>
                  <a:lnTo>
                    <a:pt x="3149333" y="9525"/>
                  </a:lnTo>
                  <a:lnTo>
                    <a:pt x="3150451" y="9067"/>
                  </a:lnTo>
                  <a:lnTo>
                    <a:pt x="3152317" y="7200"/>
                  </a:lnTo>
                  <a:lnTo>
                    <a:pt x="3152775" y="6083"/>
                  </a:lnTo>
                  <a:lnTo>
                    <a:pt x="3152775" y="3454"/>
                  </a:lnTo>
                  <a:close/>
                </a:path>
                <a:path w="4486275" h="3114675">
                  <a:moveTo>
                    <a:pt x="3200400" y="3108604"/>
                  </a:moveTo>
                  <a:lnTo>
                    <a:pt x="3199942" y="3107486"/>
                  </a:lnTo>
                  <a:lnTo>
                    <a:pt x="3198076" y="3105620"/>
                  </a:lnTo>
                  <a:lnTo>
                    <a:pt x="3196958" y="3105150"/>
                  </a:lnTo>
                  <a:lnTo>
                    <a:pt x="3194329" y="3105150"/>
                  </a:lnTo>
                  <a:lnTo>
                    <a:pt x="3193211" y="3105620"/>
                  </a:lnTo>
                  <a:lnTo>
                    <a:pt x="3191345" y="3107486"/>
                  </a:lnTo>
                  <a:lnTo>
                    <a:pt x="3190875" y="3108604"/>
                  </a:lnTo>
                  <a:lnTo>
                    <a:pt x="3190875" y="3111233"/>
                  </a:lnTo>
                  <a:lnTo>
                    <a:pt x="3191345" y="3112351"/>
                  </a:lnTo>
                  <a:lnTo>
                    <a:pt x="3193211" y="3114217"/>
                  </a:lnTo>
                  <a:lnTo>
                    <a:pt x="3194329" y="3114675"/>
                  </a:lnTo>
                  <a:lnTo>
                    <a:pt x="3196958" y="3114675"/>
                  </a:lnTo>
                  <a:lnTo>
                    <a:pt x="3198076" y="3114217"/>
                  </a:lnTo>
                  <a:lnTo>
                    <a:pt x="3199942" y="3112351"/>
                  </a:lnTo>
                  <a:lnTo>
                    <a:pt x="3200400" y="3111233"/>
                  </a:lnTo>
                  <a:lnTo>
                    <a:pt x="3200400" y="3108604"/>
                  </a:lnTo>
                  <a:close/>
                </a:path>
                <a:path w="4486275" h="3114675">
                  <a:moveTo>
                    <a:pt x="3200400" y="2332317"/>
                  </a:moveTo>
                  <a:lnTo>
                    <a:pt x="3199942" y="2331199"/>
                  </a:lnTo>
                  <a:lnTo>
                    <a:pt x="3198076" y="2329332"/>
                  </a:lnTo>
                  <a:lnTo>
                    <a:pt x="3196958" y="2328862"/>
                  </a:lnTo>
                  <a:lnTo>
                    <a:pt x="3194329" y="2328862"/>
                  </a:lnTo>
                  <a:lnTo>
                    <a:pt x="3193211" y="2329332"/>
                  </a:lnTo>
                  <a:lnTo>
                    <a:pt x="3191345" y="2331199"/>
                  </a:lnTo>
                  <a:lnTo>
                    <a:pt x="3190875" y="2332317"/>
                  </a:lnTo>
                  <a:lnTo>
                    <a:pt x="3190875" y="2334945"/>
                  </a:lnTo>
                  <a:lnTo>
                    <a:pt x="3191345" y="2336063"/>
                  </a:lnTo>
                  <a:lnTo>
                    <a:pt x="3193211" y="2337930"/>
                  </a:lnTo>
                  <a:lnTo>
                    <a:pt x="3194329" y="2338387"/>
                  </a:lnTo>
                  <a:lnTo>
                    <a:pt x="3196958" y="2338387"/>
                  </a:lnTo>
                  <a:lnTo>
                    <a:pt x="3198076" y="2337930"/>
                  </a:lnTo>
                  <a:lnTo>
                    <a:pt x="3199942" y="2336063"/>
                  </a:lnTo>
                  <a:lnTo>
                    <a:pt x="3200400" y="2334945"/>
                  </a:lnTo>
                  <a:lnTo>
                    <a:pt x="3200400" y="2332317"/>
                  </a:lnTo>
                  <a:close/>
                </a:path>
                <a:path w="4486275" h="3114675">
                  <a:moveTo>
                    <a:pt x="3200400" y="1556029"/>
                  </a:moveTo>
                  <a:lnTo>
                    <a:pt x="3199942" y="1554911"/>
                  </a:lnTo>
                  <a:lnTo>
                    <a:pt x="3198076" y="1553044"/>
                  </a:lnTo>
                  <a:lnTo>
                    <a:pt x="3196958" y="1552575"/>
                  </a:lnTo>
                  <a:lnTo>
                    <a:pt x="3194329" y="1552575"/>
                  </a:lnTo>
                  <a:lnTo>
                    <a:pt x="3193211" y="1553044"/>
                  </a:lnTo>
                  <a:lnTo>
                    <a:pt x="3191345" y="1554911"/>
                  </a:lnTo>
                  <a:lnTo>
                    <a:pt x="3190875" y="1556029"/>
                  </a:lnTo>
                  <a:lnTo>
                    <a:pt x="3190875" y="1558658"/>
                  </a:lnTo>
                  <a:lnTo>
                    <a:pt x="3191345" y="1559775"/>
                  </a:lnTo>
                  <a:lnTo>
                    <a:pt x="3193211" y="1561642"/>
                  </a:lnTo>
                  <a:lnTo>
                    <a:pt x="3194329" y="1562100"/>
                  </a:lnTo>
                  <a:lnTo>
                    <a:pt x="3196958" y="1562100"/>
                  </a:lnTo>
                  <a:lnTo>
                    <a:pt x="3198076" y="1561642"/>
                  </a:lnTo>
                  <a:lnTo>
                    <a:pt x="3199942" y="1559775"/>
                  </a:lnTo>
                  <a:lnTo>
                    <a:pt x="3200400" y="1558658"/>
                  </a:lnTo>
                  <a:lnTo>
                    <a:pt x="3200400" y="1556029"/>
                  </a:lnTo>
                  <a:close/>
                </a:path>
                <a:path w="4486275" h="3114675">
                  <a:moveTo>
                    <a:pt x="3200400" y="779741"/>
                  </a:moveTo>
                  <a:lnTo>
                    <a:pt x="3199942" y="778624"/>
                  </a:lnTo>
                  <a:lnTo>
                    <a:pt x="3198076" y="776757"/>
                  </a:lnTo>
                  <a:lnTo>
                    <a:pt x="3196958" y="776287"/>
                  </a:lnTo>
                  <a:lnTo>
                    <a:pt x="3194329" y="776287"/>
                  </a:lnTo>
                  <a:lnTo>
                    <a:pt x="3193211" y="776757"/>
                  </a:lnTo>
                  <a:lnTo>
                    <a:pt x="3191345" y="778624"/>
                  </a:lnTo>
                  <a:lnTo>
                    <a:pt x="3190875" y="779741"/>
                  </a:lnTo>
                  <a:lnTo>
                    <a:pt x="3190875" y="782370"/>
                  </a:lnTo>
                  <a:lnTo>
                    <a:pt x="3191345" y="783488"/>
                  </a:lnTo>
                  <a:lnTo>
                    <a:pt x="3193211" y="785355"/>
                  </a:lnTo>
                  <a:lnTo>
                    <a:pt x="3194329" y="785812"/>
                  </a:lnTo>
                  <a:lnTo>
                    <a:pt x="3196958" y="785812"/>
                  </a:lnTo>
                  <a:lnTo>
                    <a:pt x="3198076" y="785355"/>
                  </a:lnTo>
                  <a:lnTo>
                    <a:pt x="3199942" y="783488"/>
                  </a:lnTo>
                  <a:lnTo>
                    <a:pt x="3200400" y="782370"/>
                  </a:lnTo>
                  <a:lnTo>
                    <a:pt x="3200400" y="779741"/>
                  </a:lnTo>
                  <a:close/>
                </a:path>
                <a:path w="4486275" h="3114675">
                  <a:moveTo>
                    <a:pt x="3200400" y="3454"/>
                  </a:moveTo>
                  <a:lnTo>
                    <a:pt x="3199942" y="2336"/>
                  </a:lnTo>
                  <a:lnTo>
                    <a:pt x="3198076" y="469"/>
                  </a:lnTo>
                  <a:lnTo>
                    <a:pt x="3196958" y="0"/>
                  </a:lnTo>
                  <a:lnTo>
                    <a:pt x="3194329" y="0"/>
                  </a:lnTo>
                  <a:lnTo>
                    <a:pt x="3193211" y="469"/>
                  </a:lnTo>
                  <a:lnTo>
                    <a:pt x="3191345" y="2336"/>
                  </a:lnTo>
                  <a:lnTo>
                    <a:pt x="3190875" y="3454"/>
                  </a:lnTo>
                  <a:lnTo>
                    <a:pt x="3190875" y="6083"/>
                  </a:lnTo>
                  <a:lnTo>
                    <a:pt x="3191345" y="7200"/>
                  </a:lnTo>
                  <a:lnTo>
                    <a:pt x="3193211" y="9067"/>
                  </a:lnTo>
                  <a:lnTo>
                    <a:pt x="3194329" y="9525"/>
                  </a:lnTo>
                  <a:lnTo>
                    <a:pt x="3196958" y="9525"/>
                  </a:lnTo>
                  <a:lnTo>
                    <a:pt x="3198076" y="9067"/>
                  </a:lnTo>
                  <a:lnTo>
                    <a:pt x="3199942" y="7200"/>
                  </a:lnTo>
                  <a:lnTo>
                    <a:pt x="3200400" y="6083"/>
                  </a:lnTo>
                  <a:lnTo>
                    <a:pt x="3200400" y="3454"/>
                  </a:lnTo>
                  <a:close/>
                </a:path>
                <a:path w="4486275" h="3114675">
                  <a:moveTo>
                    <a:pt x="3248025" y="3108604"/>
                  </a:moveTo>
                  <a:lnTo>
                    <a:pt x="3247567" y="3107486"/>
                  </a:lnTo>
                  <a:lnTo>
                    <a:pt x="3245701" y="3105620"/>
                  </a:lnTo>
                  <a:lnTo>
                    <a:pt x="3244583" y="3105150"/>
                  </a:lnTo>
                  <a:lnTo>
                    <a:pt x="3241954" y="3105150"/>
                  </a:lnTo>
                  <a:lnTo>
                    <a:pt x="3240836" y="3105620"/>
                  </a:lnTo>
                  <a:lnTo>
                    <a:pt x="3238970" y="3107486"/>
                  </a:lnTo>
                  <a:lnTo>
                    <a:pt x="3238500" y="3108604"/>
                  </a:lnTo>
                  <a:lnTo>
                    <a:pt x="3238500" y="3111233"/>
                  </a:lnTo>
                  <a:lnTo>
                    <a:pt x="3238970" y="3112351"/>
                  </a:lnTo>
                  <a:lnTo>
                    <a:pt x="3240836" y="3114217"/>
                  </a:lnTo>
                  <a:lnTo>
                    <a:pt x="3241954" y="3114675"/>
                  </a:lnTo>
                  <a:lnTo>
                    <a:pt x="3244583" y="3114675"/>
                  </a:lnTo>
                  <a:lnTo>
                    <a:pt x="3245701" y="3114217"/>
                  </a:lnTo>
                  <a:lnTo>
                    <a:pt x="3247567" y="3112351"/>
                  </a:lnTo>
                  <a:lnTo>
                    <a:pt x="3248025" y="3111233"/>
                  </a:lnTo>
                  <a:lnTo>
                    <a:pt x="3248025" y="3108604"/>
                  </a:lnTo>
                  <a:close/>
                </a:path>
                <a:path w="4486275" h="3114675">
                  <a:moveTo>
                    <a:pt x="3248025" y="2332317"/>
                  </a:moveTo>
                  <a:lnTo>
                    <a:pt x="3247567" y="2331199"/>
                  </a:lnTo>
                  <a:lnTo>
                    <a:pt x="3245701" y="2329332"/>
                  </a:lnTo>
                  <a:lnTo>
                    <a:pt x="3244583" y="2328862"/>
                  </a:lnTo>
                  <a:lnTo>
                    <a:pt x="3241954" y="2328862"/>
                  </a:lnTo>
                  <a:lnTo>
                    <a:pt x="3240836" y="2329332"/>
                  </a:lnTo>
                  <a:lnTo>
                    <a:pt x="3238970" y="2331199"/>
                  </a:lnTo>
                  <a:lnTo>
                    <a:pt x="3238500" y="2332317"/>
                  </a:lnTo>
                  <a:lnTo>
                    <a:pt x="3238500" y="2334945"/>
                  </a:lnTo>
                  <a:lnTo>
                    <a:pt x="3238970" y="2336063"/>
                  </a:lnTo>
                  <a:lnTo>
                    <a:pt x="3240836" y="2337930"/>
                  </a:lnTo>
                  <a:lnTo>
                    <a:pt x="3241954" y="2338387"/>
                  </a:lnTo>
                  <a:lnTo>
                    <a:pt x="3244583" y="2338387"/>
                  </a:lnTo>
                  <a:lnTo>
                    <a:pt x="3245701" y="2337930"/>
                  </a:lnTo>
                  <a:lnTo>
                    <a:pt x="3247567" y="2336063"/>
                  </a:lnTo>
                  <a:lnTo>
                    <a:pt x="3248025" y="2334945"/>
                  </a:lnTo>
                  <a:lnTo>
                    <a:pt x="3248025" y="2332317"/>
                  </a:lnTo>
                  <a:close/>
                </a:path>
                <a:path w="4486275" h="3114675">
                  <a:moveTo>
                    <a:pt x="3248025" y="1556029"/>
                  </a:moveTo>
                  <a:lnTo>
                    <a:pt x="3247567" y="1554911"/>
                  </a:lnTo>
                  <a:lnTo>
                    <a:pt x="3245701" y="1553044"/>
                  </a:lnTo>
                  <a:lnTo>
                    <a:pt x="3244583" y="1552575"/>
                  </a:lnTo>
                  <a:lnTo>
                    <a:pt x="3241954" y="1552575"/>
                  </a:lnTo>
                  <a:lnTo>
                    <a:pt x="3240836" y="1553044"/>
                  </a:lnTo>
                  <a:lnTo>
                    <a:pt x="3238970" y="1554911"/>
                  </a:lnTo>
                  <a:lnTo>
                    <a:pt x="3238500" y="1556029"/>
                  </a:lnTo>
                  <a:lnTo>
                    <a:pt x="3238500" y="1558658"/>
                  </a:lnTo>
                  <a:lnTo>
                    <a:pt x="3238970" y="1559775"/>
                  </a:lnTo>
                  <a:lnTo>
                    <a:pt x="3240836" y="1561642"/>
                  </a:lnTo>
                  <a:lnTo>
                    <a:pt x="3241954" y="1562100"/>
                  </a:lnTo>
                  <a:lnTo>
                    <a:pt x="3244583" y="1562100"/>
                  </a:lnTo>
                  <a:lnTo>
                    <a:pt x="3245701" y="1561642"/>
                  </a:lnTo>
                  <a:lnTo>
                    <a:pt x="3247567" y="1559775"/>
                  </a:lnTo>
                  <a:lnTo>
                    <a:pt x="3248025" y="1558658"/>
                  </a:lnTo>
                  <a:lnTo>
                    <a:pt x="3248025" y="1556029"/>
                  </a:lnTo>
                  <a:close/>
                </a:path>
                <a:path w="4486275" h="3114675">
                  <a:moveTo>
                    <a:pt x="3248025" y="779741"/>
                  </a:moveTo>
                  <a:lnTo>
                    <a:pt x="3247567" y="778624"/>
                  </a:lnTo>
                  <a:lnTo>
                    <a:pt x="3245701" y="776757"/>
                  </a:lnTo>
                  <a:lnTo>
                    <a:pt x="3244583" y="776287"/>
                  </a:lnTo>
                  <a:lnTo>
                    <a:pt x="3241954" y="776287"/>
                  </a:lnTo>
                  <a:lnTo>
                    <a:pt x="3240836" y="776757"/>
                  </a:lnTo>
                  <a:lnTo>
                    <a:pt x="3238970" y="778624"/>
                  </a:lnTo>
                  <a:lnTo>
                    <a:pt x="3238500" y="779741"/>
                  </a:lnTo>
                  <a:lnTo>
                    <a:pt x="3238500" y="782370"/>
                  </a:lnTo>
                  <a:lnTo>
                    <a:pt x="3238970" y="783488"/>
                  </a:lnTo>
                  <a:lnTo>
                    <a:pt x="3240836" y="785355"/>
                  </a:lnTo>
                  <a:lnTo>
                    <a:pt x="3241954" y="785812"/>
                  </a:lnTo>
                  <a:lnTo>
                    <a:pt x="3244583" y="785812"/>
                  </a:lnTo>
                  <a:lnTo>
                    <a:pt x="3245701" y="785355"/>
                  </a:lnTo>
                  <a:lnTo>
                    <a:pt x="3247567" y="783488"/>
                  </a:lnTo>
                  <a:lnTo>
                    <a:pt x="3248025" y="782370"/>
                  </a:lnTo>
                  <a:lnTo>
                    <a:pt x="3248025" y="779741"/>
                  </a:lnTo>
                  <a:close/>
                </a:path>
                <a:path w="4486275" h="3114675">
                  <a:moveTo>
                    <a:pt x="3248025" y="3454"/>
                  </a:moveTo>
                  <a:lnTo>
                    <a:pt x="3247567" y="2336"/>
                  </a:lnTo>
                  <a:lnTo>
                    <a:pt x="3245701" y="469"/>
                  </a:lnTo>
                  <a:lnTo>
                    <a:pt x="3244583" y="0"/>
                  </a:lnTo>
                  <a:lnTo>
                    <a:pt x="3241954" y="0"/>
                  </a:lnTo>
                  <a:lnTo>
                    <a:pt x="3240836" y="469"/>
                  </a:lnTo>
                  <a:lnTo>
                    <a:pt x="3238970" y="2336"/>
                  </a:lnTo>
                  <a:lnTo>
                    <a:pt x="3238500" y="3454"/>
                  </a:lnTo>
                  <a:lnTo>
                    <a:pt x="3238500" y="6083"/>
                  </a:lnTo>
                  <a:lnTo>
                    <a:pt x="3238970" y="7200"/>
                  </a:lnTo>
                  <a:lnTo>
                    <a:pt x="3240836" y="9067"/>
                  </a:lnTo>
                  <a:lnTo>
                    <a:pt x="3241954" y="9525"/>
                  </a:lnTo>
                  <a:lnTo>
                    <a:pt x="3244583" y="9525"/>
                  </a:lnTo>
                  <a:lnTo>
                    <a:pt x="3245701" y="9067"/>
                  </a:lnTo>
                  <a:lnTo>
                    <a:pt x="3247567" y="7200"/>
                  </a:lnTo>
                  <a:lnTo>
                    <a:pt x="3248025" y="6083"/>
                  </a:lnTo>
                  <a:lnTo>
                    <a:pt x="3248025" y="3454"/>
                  </a:lnTo>
                  <a:close/>
                </a:path>
                <a:path w="4486275" h="3114675">
                  <a:moveTo>
                    <a:pt x="3295650" y="3108604"/>
                  </a:moveTo>
                  <a:lnTo>
                    <a:pt x="3295192" y="3107486"/>
                  </a:lnTo>
                  <a:lnTo>
                    <a:pt x="3293326" y="3105620"/>
                  </a:lnTo>
                  <a:lnTo>
                    <a:pt x="3292208" y="3105150"/>
                  </a:lnTo>
                  <a:lnTo>
                    <a:pt x="3289579" y="3105150"/>
                  </a:lnTo>
                  <a:lnTo>
                    <a:pt x="3288461" y="3105620"/>
                  </a:lnTo>
                  <a:lnTo>
                    <a:pt x="3286595" y="3107486"/>
                  </a:lnTo>
                  <a:lnTo>
                    <a:pt x="3286125" y="3108604"/>
                  </a:lnTo>
                  <a:lnTo>
                    <a:pt x="3286125" y="3111233"/>
                  </a:lnTo>
                  <a:lnTo>
                    <a:pt x="3286595" y="3112351"/>
                  </a:lnTo>
                  <a:lnTo>
                    <a:pt x="3288461" y="3114217"/>
                  </a:lnTo>
                  <a:lnTo>
                    <a:pt x="3289579" y="3114675"/>
                  </a:lnTo>
                  <a:lnTo>
                    <a:pt x="3292208" y="3114675"/>
                  </a:lnTo>
                  <a:lnTo>
                    <a:pt x="3293326" y="3114217"/>
                  </a:lnTo>
                  <a:lnTo>
                    <a:pt x="3295192" y="3112351"/>
                  </a:lnTo>
                  <a:lnTo>
                    <a:pt x="3295650" y="3111233"/>
                  </a:lnTo>
                  <a:lnTo>
                    <a:pt x="3295650" y="3108604"/>
                  </a:lnTo>
                  <a:close/>
                </a:path>
                <a:path w="4486275" h="3114675">
                  <a:moveTo>
                    <a:pt x="3295650" y="2332317"/>
                  </a:moveTo>
                  <a:lnTo>
                    <a:pt x="3295192" y="2331199"/>
                  </a:lnTo>
                  <a:lnTo>
                    <a:pt x="3293326" y="2329332"/>
                  </a:lnTo>
                  <a:lnTo>
                    <a:pt x="3292208" y="2328862"/>
                  </a:lnTo>
                  <a:lnTo>
                    <a:pt x="3289579" y="2328862"/>
                  </a:lnTo>
                  <a:lnTo>
                    <a:pt x="3288461" y="2329332"/>
                  </a:lnTo>
                  <a:lnTo>
                    <a:pt x="3286595" y="2331199"/>
                  </a:lnTo>
                  <a:lnTo>
                    <a:pt x="3286125" y="2332317"/>
                  </a:lnTo>
                  <a:lnTo>
                    <a:pt x="3286125" y="2334945"/>
                  </a:lnTo>
                  <a:lnTo>
                    <a:pt x="3286595" y="2336063"/>
                  </a:lnTo>
                  <a:lnTo>
                    <a:pt x="3288461" y="2337930"/>
                  </a:lnTo>
                  <a:lnTo>
                    <a:pt x="3289579" y="2338387"/>
                  </a:lnTo>
                  <a:lnTo>
                    <a:pt x="3292208" y="2338387"/>
                  </a:lnTo>
                  <a:lnTo>
                    <a:pt x="3293326" y="2337930"/>
                  </a:lnTo>
                  <a:lnTo>
                    <a:pt x="3295192" y="2336063"/>
                  </a:lnTo>
                  <a:lnTo>
                    <a:pt x="3295650" y="2334945"/>
                  </a:lnTo>
                  <a:lnTo>
                    <a:pt x="3295650" y="2332317"/>
                  </a:lnTo>
                  <a:close/>
                </a:path>
                <a:path w="4486275" h="3114675">
                  <a:moveTo>
                    <a:pt x="3295650" y="1556029"/>
                  </a:moveTo>
                  <a:lnTo>
                    <a:pt x="3295192" y="1554911"/>
                  </a:lnTo>
                  <a:lnTo>
                    <a:pt x="3293326" y="1553044"/>
                  </a:lnTo>
                  <a:lnTo>
                    <a:pt x="3292208" y="1552575"/>
                  </a:lnTo>
                  <a:lnTo>
                    <a:pt x="3289579" y="1552575"/>
                  </a:lnTo>
                  <a:lnTo>
                    <a:pt x="3288461" y="1553044"/>
                  </a:lnTo>
                  <a:lnTo>
                    <a:pt x="3286595" y="1554911"/>
                  </a:lnTo>
                  <a:lnTo>
                    <a:pt x="3286125" y="1556029"/>
                  </a:lnTo>
                  <a:lnTo>
                    <a:pt x="3286125" y="1558658"/>
                  </a:lnTo>
                  <a:lnTo>
                    <a:pt x="3286595" y="1559775"/>
                  </a:lnTo>
                  <a:lnTo>
                    <a:pt x="3288461" y="1561642"/>
                  </a:lnTo>
                  <a:lnTo>
                    <a:pt x="3289579" y="1562100"/>
                  </a:lnTo>
                  <a:lnTo>
                    <a:pt x="3292208" y="1562100"/>
                  </a:lnTo>
                  <a:lnTo>
                    <a:pt x="3293326" y="1561642"/>
                  </a:lnTo>
                  <a:lnTo>
                    <a:pt x="3295192" y="1559775"/>
                  </a:lnTo>
                  <a:lnTo>
                    <a:pt x="3295650" y="1558658"/>
                  </a:lnTo>
                  <a:lnTo>
                    <a:pt x="3295650" y="1556029"/>
                  </a:lnTo>
                  <a:close/>
                </a:path>
                <a:path w="4486275" h="3114675">
                  <a:moveTo>
                    <a:pt x="3295650" y="779741"/>
                  </a:moveTo>
                  <a:lnTo>
                    <a:pt x="3295192" y="778624"/>
                  </a:lnTo>
                  <a:lnTo>
                    <a:pt x="3293326" y="776757"/>
                  </a:lnTo>
                  <a:lnTo>
                    <a:pt x="3292208" y="776287"/>
                  </a:lnTo>
                  <a:lnTo>
                    <a:pt x="3289579" y="776287"/>
                  </a:lnTo>
                  <a:lnTo>
                    <a:pt x="3288461" y="776757"/>
                  </a:lnTo>
                  <a:lnTo>
                    <a:pt x="3286595" y="778624"/>
                  </a:lnTo>
                  <a:lnTo>
                    <a:pt x="3286125" y="779741"/>
                  </a:lnTo>
                  <a:lnTo>
                    <a:pt x="3286125" y="782370"/>
                  </a:lnTo>
                  <a:lnTo>
                    <a:pt x="3286595" y="783488"/>
                  </a:lnTo>
                  <a:lnTo>
                    <a:pt x="3288461" y="785355"/>
                  </a:lnTo>
                  <a:lnTo>
                    <a:pt x="3289579" y="785812"/>
                  </a:lnTo>
                  <a:lnTo>
                    <a:pt x="3292208" y="785812"/>
                  </a:lnTo>
                  <a:lnTo>
                    <a:pt x="3293326" y="785355"/>
                  </a:lnTo>
                  <a:lnTo>
                    <a:pt x="3295192" y="783488"/>
                  </a:lnTo>
                  <a:lnTo>
                    <a:pt x="3295650" y="782370"/>
                  </a:lnTo>
                  <a:lnTo>
                    <a:pt x="3295650" y="779741"/>
                  </a:lnTo>
                  <a:close/>
                </a:path>
                <a:path w="4486275" h="3114675">
                  <a:moveTo>
                    <a:pt x="3295650" y="3454"/>
                  </a:moveTo>
                  <a:lnTo>
                    <a:pt x="3295192" y="2336"/>
                  </a:lnTo>
                  <a:lnTo>
                    <a:pt x="3293326" y="469"/>
                  </a:lnTo>
                  <a:lnTo>
                    <a:pt x="3292208" y="0"/>
                  </a:lnTo>
                  <a:lnTo>
                    <a:pt x="3289579" y="0"/>
                  </a:lnTo>
                  <a:lnTo>
                    <a:pt x="3288461" y="469"/>
                  </a:lnTo>
                  <a:lnTo>
                    <a:pt x="3286595" y="2336"/>
                  </a:lnTo>
                  <a:lnTo>
                    <a:pt x="3286125" y="3454"/>
                  </a:lnTo>
                  <a:lnTo>
                    <a:pt x="3286125" y="6083"/>
                  </a:lnTo>
                  <a:lnTo>
                    <a:pt x="3286595" y="7200"/>
                  </a:lnTo>
                  <a:lnTo>
                    <a:pt x="3288461" y="9067"/>
                  </a:lnTo>
                  <a:lnTo>
                    <a:pt x="3289579" y="9525"/>
                  </a:lnTo>
                  <a:lnTo>
                    <a:pt x="3292208" y="9525"/>
                  </a:lnTo>
                  <a:lnTo>
                    <a:pt x="3293326" y="9067"/>
                  </a:lnTo>
                  <a:lnTo>
                    <a:pt x="3295192" y="7200"/>
                  </a:lnTo>
                  <a:lnTo>
                    <a:pt x="3295650" y="6083"/>
                  </a:lnTo>
                  <a:lnTo>
                    <a:pt x="3295650" y="3454"/>
                  </a:lnTo>
                  <a:close/>
                </a:path>
                <a:path w="4486275" h="3114675">
                  <a:moveTo>
                    <a:pt x="3343275" y="3108604"/>
                  </a:moveTo>
                  <a:lnTo>
                    <a:pt x="3342817" y="3107486"/>
                  </a:lnTo>
                  <a:lnTo>
                    <a:pt x="3340951" y="3105620"/>
                  </a:lnTo>
                  <a:lnTo>
                    <a:pt x="3339833" y="3105150"/>
                  </a:lnTo>
                  <a:lnTo>
                    <a:pt x="3337204" y="3105150"/>
                  </a:lnTo>
                  <a:lnTo>
                    <a:pt x="3336086" y="3105620"/>
                  </a:lnTo>
                  <a:lnTo>
                    <a:pt x="3334220" y="3107486"/>
                  </a:lnTo>
                  <a:lnTo>
                    <a:pt x="3333750" y="3108604"/>
                  </a:lnTo>
                  <a:lnTo>
                    <a:pt x="3333750" y="3111233"/>
                  </a:lnTo>
                  <a:lnTo>
                    <a:pt x="3334220" y="3112351"/>
                  </a:lnTo>
                  <a:lnTo>
                    <a:pt x="3336086" y="3114217"/>
                  </a:lnTo>
                  <a:lnTo>
                    <a:pt x="3337204" y="3114675"/>
                  </a:lnTo>
                  <a:lnTo>
                    <a:pt x="3339833" y="3114675"/>
                  </a:lnTo>
                  <a:lnTo>
                    <a:pt x="3340951" y="3114217"/>
                  </a:lnTo>
                  <a:lnTo>
                    <a:pt x="3342817" y="3112351"/>
                  </a:lnTo>
                  <a:lnTo>
                    <a:pt x="3343275" y="3111233"/>
                  </a:lnTo>
                  <a:lnTo>
                    <a:pt x="3343275" y="3108604"/>
                  </a:lnTo>
                  <a:close/>
                </a:path>
                <a:path w="4486275" h="3114675">
                  <a:moveTo>
                    <a:pt x="3343275" y="2332317"/>
                  </a:moveTo>
                  <a:lnTo>
                    <a:pt x="3342817" y="2331199"/>
                  </a:lnTo>
                  <a:lnTo>
                    <a:pt x="3340951" y="2329332"/>
                  </a:lnTo>
                  <a:lnTo>
                    <a:pt x="3339833" y="2328862"/>
                  </a:lnTo>
                  <a:lnTo>
                    <a:pt x="3337204" y="2328862"/>
                  </a:lnTo>
                  <a:lnTo>
                    <a:pt x="3336086" y="2329332"/>
                  </a:lnTo>
                  <a:lnTo>
                    <a:pt x="3334220" y="2331199"/>
                  </a:lnTo>
                  <a:lnTo>
                    <a:pt x="3333750" y="2332317"/>
                  </a:lnTo>
                  <a:lnTo>
                    <a:pt x="3333750" y="2334945"/>
                  </a:lnTo>
                  <a:lnTo>
                    <a:pt x="3334220" y="2336063"/>
                  </a:lnTo>
                  <a:lnTo>
                    <a:pt x="3336086" y="2337930"/>
                  </a:lnTo>
                  <a:lnTo>
                    <a:pt x="3337204" y="2338387"/>
                  </a:lnTo>
                  <a:lnTo>
                    <a:pt x="3339833" y="2338387"/>
                  </a:lnTo>
                  <a:lnTo>
                    <a:pt x="3340951" y="2337930"/>
                  </a:lnTo>
                  <a:lnTo>
                    <a:pt x="3342817" y="2336063"/>
                  </a:lnTo>
                  <a:lnTo>
                    <a:pt x="3343275" y="2334945"/>
                  </a:lnTo>
                  <a:lnTo>
                    <a:pt x="3343275" y="2332317"/>
                  </a:lnTo>
                  <a:close/>
                </a:path>
                <a:path w="4486275" h="3114675">
                  <a:moveTo>
                    <a:pt x="3343275" y="1556029"/>
                  </a:moveTo>
                  <a:lnTo>
                    <a:pt x="3342817" y="1554911"/>
                  </a:lnTo>
                  <a:lnTo>
                    <a:pt x="3340951" y="1553044"/>
                  </a:lnTo>
                  <a:lnTo>
                    <a:pt x="3339833" y="1552575"/>
                  </a:lnTo>
                  <a:lnTo>
                    <a:pt x="3337204" y="1552575"/>
                  </a:lnTo>
                  <a:lnTo>
                    <a:pt x="3336086" y="1553044"/>
                  </a:lnTo>
                  <a:lnTo>
                    <a:pt x="3334220" y="1554911"/>
                  </a:lnTo>
                  <a:lnTo>
                    <a:pt x="3333750" y="1556029"/>
                  </a:lnTo>
                  <a:lnTo>
                    <a:pt x="3333750" y="1558658"/>
                  </a:lnTo>
                  <a:lnTo>
                    <a:pt x="3334220" y="1559775"/>
                  </a:lnTo>
                  <a:lnTo>
                    <a:pt x="3336086" y="1561642"/>
                  </a:lnTo>
                  <a:lnTo>
                    <a:pt x="3337204" y="1562100"/>
                  </a:lnTo>
                  <a:lnTo>
                    <a:pt x="3339833" y="1562100"/>
                  </a:lnTo>
                  <a:lnTo>
                    <a:pt x="3340951" y="1561642"/>
                  </a:lnTo>
                  <a:lnTo>
                    <a:pt x="3342817" y="1559775"/>
                  </a:lnTo>
                  <a:lnTo>
                    <a:pt x="3343275" y="1558658"/>
                  </a:lnTo>
                  <a:lnTo>
                    <a:pt x="3343275" y="1556029"/>
                  </a:lnTo>
                  <a:close/>
                </a:path>
                <a:path w="4486275" h="3114675">
                  <a:moveTo>
                    <a:pt x="3343275" y="779741"/>
                  </a:moveTo>
                  <a:lnTo>
                    <a:pt x="3342817" y="778624"/>
                  </a:lnTo>
                  <a:lnTo>
                    <a:pt x="3340951" y="776757"/>
                  </a:lnTo>
                  <a:lnTo>
                    <a:pt x="3339833" y="776287"/>
                  </a:lnTo>
                  <a:lnTo>
                    <a:pt x="3337204" y="776287"/>
                  </a:lnTo>
                  <a:lnTo>
                    <a:pt x="3336086" y="776757"/>
                  </a:lnTo>
                  <a:lnTo>
                    <a:pt x="3334220" y="778624"/>
                  </a:lnTo>
                  <a:lnTo>
                    <a:pt x="3333750" y="779741"/>
                  </a:lnTo>
                  <a:lnTo>
                    <a:pt x="3333750" y="782370"/>
                  </a:lnTo>
                  <a:lnTo>
                    <a:pt x="3334220" y="783488"/>
                  </a:lnTo>
                  <a:lnTo>
                    <a:pt x="3336086" y="785355"/>
                  </a:lnTo>
                  <a:lnTo>
                    <a:pt x="3337204" y="785812"/>
                  </a:lnTo>
                  <a:lnTo>
                    <a:pt x="3339833" y="785812"/>
                  </a:lnTo>
                  <a:lnTo>
                    <a:pt x="3340951" y="785355"/>
                  </a:lnTo>
                  <a:lnTo>
                    <a:pt x="3342817" y="783488"/>
                  </a:lnTo>
                  <a:lnTo>
                    <a:pt x="3343275" y="782370"/>
                  </a:lnTo>
                  <a:lnTo>
                    <a:pt x="3343275" y="779741"/>
                  </a:lnTo>
                  <a:close/>
                </a:path>
                <a:path w="4486275" h="3114675">
                  <a:moveTo>
                    <a:pt x="3343275" y="3454"/>
                  </a:moveTo>
                  <a:lnTo>
                    <a:pt x="3342817" y="2336"/>
                  </a:lnTo>
                  <a:lnTo>
                    <a:pt x="3340951" y="469"/>
                  </a:lnTo>
                  <a:lnTo>
                    <a:pt x="3339833" y="0"/>
                  </a:lnTo>
                  <a:lnTo>
                    <a:pt x="3337204" y="0"/>
                  </a:lnTo>
                  <a:lnTo>
                    <a:pt x="3336086" y="469"/>
                  </a:lnTo>
                  <a:lnTo>
                    <a:pt x="3334220" y="2336"/>
                  </a:lnTo>
                  <a:lnTo>
                    <a:pt x="3333750" y="3454"/>
                  </a:lnTo>
                  <a:lnTo>
                    <a:pt x="3333750" y="6083"/>
                  </a:lnTo>
                  <a:lnTo>
                    <a:pt x="3334220" y="7200"/>
                  </a:lnTo>
                  <a:lnTo>
                    <a:pt x="3336086" y="9067"/>
                  </a:lnTo>
                  <a:lnTo>
                    <a:pt x="3337204" y="9525"/>
                  </a:lnTo>
                  <a:lnTo>
                    <a:pt x="3339833" y="9525"/>
                  </a:lnTo>
                  <a:lnTo>
                    <a:pt x="3340951" y="9067"/>
                  </a:lnTo>
                  <a:lnTo>
                    <a:pt x="3342817" y="7200"/>
                  </a:lnTo>
                  <a:lnTo>
                    <a:pt x="3343275" y="6083"/>
                  </a:lnTo>
                  <a:lnTo>
                    <a:pt x="3343275" y="3454"/>
                  </a:lnTo>
                  <a:close/>
                </a:path>
                <a:path w="4486275" h="3114675">
                  <a:moveTo>
                    <a:pt x="3390900" y="3108604"/>
                  </a:moveTo>
                  <a:lnTo>
                    <a:pt x="3390442" y="3107486"/>
                  </a:lnTo>
                  <a:lnTo>
                    <a:pt x="3388576" y="3105620"/>
                  </a:lnTo>
                  <a:lnTo>
                    <a:pt x="3387458" y="3105150"/>
                  </a:lnTo>
                  <a:lnTo>
                    <a:pt x="3384829" y="3105150"/>
                  </a:lnTo>
                  <a:lnTo>
                    <a:pt x="3383711" y="3105620"/>
                  </a:lnTo>
                  <a:lnTo>
                    <a:pt x="3381845" y="3107486"/>
                  </a:lnTo>
                  <a:lnTo>
                    <a:pt x="3381375" y="3108604"/>
                  </a:lnTo>
                  <a:lnTo>
                    <a:pt x="3381375" y="3111233"/>
                  </a:lnTo>
                  <a:lnTo>
                    <a:pt x="3381845" y="3112351"/>
                  </a:lnTo>
                  <a:lnTo>
                    <a:pt x="3383711" y="3114217"/>
                  </a:lnTo>
                  <a:lnTo>
                    <a:pt x="3384829" y="3114675"/>
                  </a:lnTo>
                  <a:lnTo>
                    <a:pt x="3387458" y="3114675"/>
                  </a:lnTo>
                  <a:lnTo>
                    <a:pt x="3388576" y="3114217"/>
                  </a:lnTo>
                  <a:lnTo>
                    <a:pt x="3390442" y="3112351"/>
                  </a:lnTo>
                  <a:lnTo>
                    <a:pt x="3390900" y="3111233"/>
                  </a:lnTo>
                  <a:lnTo>
                    <a:pt x="3390900" y="3108604"/>
                  </a:lnTo>
                  <a:close/>
                </a:path>
                <a:path w="4486275" h="3114675">
                  <a:moveTo>
                    <a:pt x="3390900" y="2332317"/>
                  </a:moveTo>
                  <a:lnTo>
                    <a:pt x="3390442" y="2331199"/>
                  </a:lnTo>
                  <a:lnTo>
                    <a:pt x="3388576" y="2329332"/>
                  </a:lnTo>
                  <a:lnTo>
                    <a:pt x="3387458" y="2328862"/>
                  </a:lnTo>
                  <a:lnTo>
                    <a:pt x="3384829" y="2328862"/>
                  </a:lnTo>
                  <a:lnTo>
                    <a:pt x="3383711" y="2329332"/>
                  </a:lnTo>
                  <a:lnTo>
                    <a:pt x="3381845" y="2331199"/>
                  </a:lnTo>
                  <a:lnTo>
                    <a:pt x="3381375" y="2332317"/>
                  </a:lnTo>
                  <a:lnTo>
                    <a:pt x="3381375" y="2334945"/>
                  </a:lnTo>
                  <a:lnTo>
                    <a:pt x="3381845" y="2336063"/>
                  </a:lnTo>
                  <a:lnTo>
                    <a:pt x="3383711" y="2337930"/>
                  </a:lnTo>
                  <a:lnTo>
                    <a:pt x="3384829" y="2338387"/>
                  </a:lnTo>
                  <a:lnTo>
                    <a:pt x="3387458" y="2338387"/>
                  </a:lnTo>
                  <a:lnTo>
                    <a:pt x="3388576" y="2337930"/>
                  </a:lnTo>
                  <a:lnTo>
                    <a:pt x="3390442" y="2336063"/>
                  </a:lnTo>
                  <a:lnTo>
                    <a:pt x="3390900" y="2334945"/>
                  </a:lnTo>
                  <a:lnTo>
                    <a:pt x="3390900" y="2332317"/>
                  </a:lnTo>
                  <a:close/>
                </a:path>
                <a:path w="4486275" h="3114675">
                  <a:moveTo>
                    <a:pt x="3390900" y="1556029"/>
                  </a:moveTo>
                  <a:lnTo>
                    <a:pt x="3390442" y="1554911"/>
                  </a:lnTo>
                  <a:lnTo>
                    <a:pt x="3388576" y="1553044"/>
                  </a:lnTo>
                  <a:lnTo>
                    <a:pt x="3387458" y="1552575"/>
                  </a:lnTo>
                  <a:lnTo>
                    <a:pt x="3384829" y="1552575"/>
                  </a:lnTo>
                  <a:lnTo>
                    <a:pt x="3383711" y="1553044"/>
                  </a:lnTo>
                  <a:lnTo>
                    <a:pt x="3381845" y="1554911"/>
                  </a:lnTo>
                  <a:lnTo>
                    <a:pt x="3381375" y="1556029"/>
                  </a:lnTo>
                  <a:lnTo>
                    <a:pt x="3381375" y="1558658"/>
                  </a:lnTo>
                  <a:lnTo>
                    <a:pt x="3381845" y="1559775"/>
                  </a:lnTo>
                  <a:lnTo>
                    <a:pt x="3383711" y="1561642"/>
                  </a:lnTo>
                  <a:lnTo>
                    <a:pt x="3384829" y="1562100"/>
                  </a:lnTo>
                  <a:lnTo>
                    <a:pt x="3387458" y="1562100"/>
                  </a:lnTo>
                  <a:lnTo>
                    <a:pt x="3388576" y="1561642"/>
                  </a:lnTo>
                  <a:lnTo>
                    <a:pt x="3390442" y="1559775"/>
                  </a:lnTo>
                  <a:lnTo>
                    <a:pt x="3390900" y="1558658"/>
                  </a:lnTo>
                  <a:lnTo>
                    <a:pt x="3390900" y="1556029"/>
                  </a:lnTo>
                  <a:close/>
                </a:path>
                <a:path w="4486275" h="3114675">
                  <a:moveTo>
                    <a:pt x="3390900" y="779741"/>
                  </a:moveTo>
                  <a:lnTo>
                    <a:pt x="3390442" y="778624"/>
                  </a:lnTo>
                  <a:lnTo>
                    <a:pt x="3388576" y="776757"/>
                  </a:lnTo>
                  <a:lnTo>
                    <a:pt x="3387458" y="776287"/>
                  </a:lnTo>
                  <a:lnTo>
                    <a:pt x="3384829" y="776287"/>
                  </a:lnTo>
                  <a:lnTo>
                    <a:pt x="3383711" y="776757"/>
                  </a:lnTo>
                  <a:lnTo>
                    <a:pt x="3381845" y="778624"/>
                  </a:lnTo>
                  <a:lnTo>
                    <a:pt x="3381375" y="779741"/>
                  </a:lnTo>
                  <a:lnTo>
                    <a:pt x="3381375" y="782370"/>
                  </a:lnTo>
                  <a:lnTo>
                    <a:pt x="3381845" y="783488"/>
                  </a:lnTo>
                  <a:lnTo>
                    <a:pt x="3383711" y="785355"/>
                  </a:lnTo>
                  <a:lnTo>
                    <a:pt x="3384829" y="785812"/>
                  </a:lnTo>
                  <a:lnTo>
                    <a:pt x="3387458" y="785812"/>
                  </a:lnTo>
                  <a:lnTo>
                    <a:pt x="3388576" y="785355"/>
                  </a:lnTo>
                  <a:lnTo>
                    <a:pt x="3390442" y="783488"/>
                  </a:lnTo>
                  <a:lnTo>
                    <a:pt x="3390900" y="782370"/>
                  </a:lnTo>
                  <a:lnTo>
                    <a:pt x="3390900" y="779741"/>
                  </a:lnTo>
                  <a:close/>
                </a:path>
                <a:path w="4486275" h="3114675">
                  <a:moveTo>
                    <a:pt x="3390900" y="3454"/>
                  </a:moveTo>
                  <a:lnTo>
                    <a:pt x="3390442" y="2336"/>
                  </a:lnTo>
                  <a:lnTo>
                    <a:pt x="3388576" y="469"/>
                  </a:lnTo>
                  <a:lnTo>
                    <a:pt x="3387458" y="0"/>
                  </a:lnTo>
                  <a:lnTo>
                    <a:pt x="3384829" y="0"/>
                  </a:lnTo>
                  <a:lnTo>
                    <a:pt x="3383711" y="469"/>
                  </a:lnTo>
                  <a:lnTo>
                    <a:pt x="3381845" y="2336"/>
                  </a:lnTo>
                  <a:lnTo>
                    <a:pt x="3381375" y="3454"/>
                  </a:lnTo>
                  <a:lnTo>
                    <a:pt x="3381375" y="6083"/>
                  </a:lnTo>
                  <a:lnTo>
                    <a:pt x="3381845" y="7200"/>
                  </a:lnTo>
                  <a:lnTo>
                    <a:pt x="3383711" y="9067"/>
                  </a:lnTo>
                  <a:lnTo>
                    <a:pt x="3384829" y="9525"/>
                  </a:lnTo>
                  <a:lnTo>
                    <a:pt x="3387458" y="9525"/>
                  </a:lnTo>
                  <a:lnTo>
                    <a:pt x="3388576" y="9067"/>
                  </a:lnTo>
                  <a:lnTo>
                    <a:pt x="3390442" y="7200"/>
                  </a:lnTo>
                  <a:lnTo>
                    <a:pt x="3390900" y="6083"/>
                  </a:lnTo>
                  <a:lnTo>
                    <a:pt x="3390900" y="3454"/>
                  </a:lnTo>
                  <a:close/>
                </a:path>
                <a:path w="4486275" h="3114675">
                  <a:moveTo>
                    <a:pt x="3438525" y="3108604"/>
                  </a:moveTo>
                  <a:lnTo>
                    <a:pt x="3438067" y="3107486"/>
                  </a:lnTo>
                  <a:lnTo>
                    <a:pt x="3436201" y="3105620"/>
                  </a:lnTo>
                  <a:lnTo>
                    <a:pt x="3435083" y="3105150"/>
                  </a:lnTo>
                  <a:lnTo>
                    <a:pt x="3432454" y="3105150"/>
                  </a:lnTo>
                  <a:lnTo>
                    <a:pt x="3431336" y="3105620"/>
                  </a:lnTo>
                  <a:lnTo>
                    <a:pt x="3429470" y="3107486"/>
                  </a:lnTo>
                  <a:lnTo>
                    <a:pt x="3429000" y="3108604"/>
                  </a:lnTo>
                  <a:lnTo>
                    <a:pt x="3429000" y="3111233"/>
                  </a:lnTo>
                  <a:lnTo>
                    <a:pt x="3429470" y="3112351"/>
                  </a:lnTo>
                  <a:lnTo>
                    <a:pt x="3431336" y="3114217"/>
                  </a:lnTo>
                  <a:lnTo>
                    <a:pt x="3432454" y="3114675"/>
                  </a:lnTo>
                  <a:lnTo>
                    <a:pt x="3435083" y="3114675"/>
                  </a:lnTo>
                  <a:lnTo>
                    <a:pt x="3436201" y="3114217"/>
                  </a:lnTo>
                  <a:lnTo>
                    <a:pt x="3438067" y="3112351"/>
                  </a:lnTo>
                  <a:lnTo>
                    <a:pt x="3438525" y="3111233"/>
                  </a:lnTo>
                  <a:lnTo>
                    <a:pt x="3438525" y="3108604"/>
                  </a:lnTo>
                  <a:close/>
                </a:path>
                <a:path w="4486275" h="3114675">
                  <a:moveTo>
                    <a:pt x="3438525" y="2332317"/>
                  </a:moveTo>
                  <a:lnTo>
                    <a:pt x="3438067" y="2331199"/>
                  </a:lnTo>
                  <a:lnTo>
                    <a:pt x="3436201" y="2329332"/>
                  </a:lnTo>
                  <a:lnTo>
                    <a:pt x="3435083" y="2328862"/>
                  </a:lnTo>
                  <a:lnTo>
                    <a:pt x="3432454" y="2328862"/>
                  </a:lnTo>
                  <a:lnTo>
                    <a:pt x="3431336" y="2329332"/>
                  </a:lnTo>
                  <a:lnTo>
                    <a:pt x="3429470" y="2331199"/>
                  </a:lnTo>
                  <a:lnTo>
                    <a:pt x="3429000" y="2332317"/>
                  </a:lnTo>
                  <a:lnTo>
                    <a:pt x="3429000" y="2334945"/>
                  </a:lnTo>
                  <a:lnTo>
                    <a:pt x="3429470" y="2336063"/>
                  </a:lnTo>
                  <a:lnTo>
                    <a:pt x="3431336" y="2337930"/>
                  </a:lnTo>
                  <a:lnTo>
                    <a:pt x="3432454" y="2338387"/>
                  </a:lnTo>
                  <a:lnTo>
                    <a:pt x="3435083" y="2338387"/>
                  </a:lnTo>
                  <a:lnTo>
                    <a:pt x="3436201" y="2337930"/>
                  </a:lnTo>
                  <a:lnTo>
                    <a:pt x="3438067" y="2336063"/>
                  </a:lnTo>
                  <a:lnTo>
                    <a:pt x="3438525" y="2334945"/>
                  </a:lnTo>
                  <a:lnTo>
                    <a:pt x="3438525" y="2332317"/>
                  </a:lnTo>
                  <a:close/>
                </a:path>
                <a:path w="4486275" h="3114675">
                  <a:moveTo>
                    <a:pt x="3438525" y="1556029"/>
                  </a:moveTo>
                  <a:lnTo>
                    <a:pt x="3438067" y="1554911"/>
                  </a:lnTo>
                  <a:lnTo>
                    <a:pt x="3436201" y="1553044"/>
                  </a:lnTo>
                  <a:lnTo>
                    <a:pt x="3435083" y="1552575"/>
                  </a:lnTo>
                  <a:lnTo>
                    <a:pt x="3432454" y="1552575"/>
                  </a:lnTo>
                  <a:lnTo>
                    <a:pt x="3431336" y="1553044"/>
                  </a:lnTo>
                  <a:lnTo>
                    <a:pt x="3429470" y="1554911"/>
                  </a:lnTo>
                  <a:lnTo>
                    <a:pt x="3429000" y="1556029"/>
                  </a:lnTo>
                  <a:lnTo>
                    <a:pt x="3429000" y="1558658"/>
                  </a:lnTo>
                  <a:lnTo>
                    <a:pt x="3429470" y="1559775"/>
                  </a:lnTo>
                  <a:lnTo>
                    <a:pt x="3431336" y="1561642"/>
                  </a:lnTo>
                  <a:lnTo>
                    <a:pt x="3432454" y="1562100"/>
                  </a:lnTo>
                  <a:lnTo>
                    <a:pt x="3435083" y="1562100"/>
                  </a:lnTo>
                  <a:lnTo>
                    <a:pt x="3436201" y="1561642"/>
                  </a:lnTo>
                  <a:lnTo>
                    <a:pt x="3438067" y="1559775"/>
                  </a:lnTo>
                  <a:lnTo>
                    <a:pt x="3438525" y="1558658"/>
                  </a:lnTo>
                  <a:lnTo>
                    <a:pt x="3438525" y="1556029"/>
                  </a:lnTo>
                  <a:close/>
                </a:path>
                <a:path w="4486275" h="3114675">
                  <a:moveTo>
                    <a:pt x="3438525" y="779741"/>
                  </a:moveTo>
                  <a:lnTo>
                    <a:pt x="3438067" y="778624"/>
                  </a:lnTo>
                  <a:lnTo>
                    <a:pt x="3436201" y="776757"/>
                  </a:lnTo>
                  <a:lnTo>
                    <a:pt x="3435083" y="776287"/>
                  </a:lnTo>
                  <a:lnTo>
                    <a:pt x="3432454" y="776287"/>
                  </a:lnTo>
                  <a:lnTo>
                    <a:pt x="3431336" y="776757"/>
                  </a:lnTo>
                  <a:lnTo>
                    <a:pt x="3429470" y="778624"/>
                  </a:lnTo>
                  <a:lnTo>
                    <a:pt x="3429000" y="779741"/>
                  </a:lnTo>
                  <a:lnTo>
                    <a:pt x="3429000" y="782370"/>
                  </a:lnTo>
                  <a:lnTo>
                    <a:pt x="3429470" y="783488"/>
                  </a:lnTo>
                  <a:lnTo>
                    <a:pt x="3431336" y="785355"/>
                  </a:lnTo>
                  <a:lnTo>
                    <a:pt x="3432454" y="785812"/>
                  </a:lnTo>
                  <a:lnTo>
                    <a:pt x="3435083" y="785812"/>
                  </a:lnTo>
                  <a:lnTo>
                    <a:pt x="3436201" y="785355"/>
                  </a:lnTo>
                  <a:lnTo>
                    <a:pt x="3438067" y="783488"/>
                  </a:lnTo>
                  <a:lnTo>
                    <a:pt x="3438525" y="782370"/>
                  </a:lnTo>
                  <a:lnTo>
                    <a:pt x="3438525" y="779741"/>
                  </a:lnTo>
                  <a:close/>
                </a:path>
                <a:path w="4486275" h="3114675">
                  <a:moveTo>
                    <a:pt x="3438525" y="3454"/>
                  </a:moveTo>
                  <a:lnTo>
                    <a:pt x="3438067" y="2336"/>
                  </a:lnTo>
                  <a:lnTo>
                    <a:pt x="3436201" y="469"/>
                  </a:lnTo>
                  <a:lnTo>
                    <a:pt x="3435083" y="0"/>
                  </a:lnTo>
                  <a:lnTo>
                    <a:pt x="3432454" y="0"/>
                  </a:lnTo>
                  <a:lnTo>
                    <a:pt x="3431336" y="469"/>
                  </a:lnTo>
                  <a:lnTo>
                    <a:pt x="3429470" y="2336"/>
                  </a:lnTo>
                  <a:lnTo>
                    <a:pt x="3429000" y="3454"/>
                  </a:lnTo>
                  <a:lnTo>
                    <a:pt x="3429000" y="6083"/>
                  </a:lnTo>
                  <a:lnTo>
                    <a:pt x="3429470" y="7200"/>
                  </a:lnTo>
                  <a:lnTo>
                    <a:pt x="3431336" y="9067"/>
                  </a:lnTo>
                  <a:lnTo>
                    <a:pt x="3432454" y="9525"/>
                  </a:lnTo>
                  <a:lnTo>
                    <a:pt x="3435083" y="9525"/>
                  </a:lnTo>
                  <a:lnTo>
                    <a:pt x="3436201" y="9067"/>
                  </a:lnTo>
                  <a:lnTo>
                    <a:pt x="3438067" y="7200"/>
                  </a:lnTo>
                  <a:lnTo>
                    <a:pt x="3438525" y="6083"/>
                  </a:lnTo>
                  <a:lnTo>
                    <a:pt x="3438525" y="3454"/>
                  </a:lnTo>
                  <a:close/>
                </a:path>
                <a:path w="4486275" h="3114675">
                  <a:moveTo>
                    <a:pt x="3486150" y="3108604"/>
                  </a:moveTo>
                  <a:lnTo>
                    <a:pt x="3485692" y="3107486"/>
                  </a:lnTo>
                  <a:lnTo>
                    <a:pt x="3483826" y="3105620"/>
                  </a:lnTo>
                  <a:lnTo>
                    <a:pt x="3482708" y="3105150"/>
                  </a:lnTo>
                  <a:lnTo>
                    <a:pt x="3480079" y="3105150"/>
                  </a:lnTo>
                  <a:lnTo>
                    <a:pt x="3478961" y="3105620"/>
                  </a:lnTo>
                  <a:lnTo>
                    <a:pt x="3477095" y="3107486"/>
                  </a:lnTo>
                  <a:lnTo>
                    <a:pt x="3476625" y="3108604"/>
                  </a:lnTo>
                  <a:lnTo>
                    <a:pt x="3476625" y="3111233"/>
                  </a:lnTo>
                  <a:lnTo>
                    <a:pt x="3477095" y="3112351"/>
                  </a:lnTo>
                  <a:lnTo>
                    <a:pt x="3478961" y="3114217"/>
                  </a:lnTo>
                  <a:lnTo>
                    <a:pt x="3480079" y="3114675"/>
                  </a:lnTo>
                  <a:lnTo>
                    <a:pt x="3482708" y="3114675"/>
                  </a:lnTo>
                  <a:lnTo>
                    <a:pt x="3483826" y="3114217"/>
                  </a:lnTo>
                  <a:lnTo>
                    <a:pt x="3485692" y="3112351"/>
                  </a:lnTo>
                  <a:lnTo>
                    <a:pt x="3486150" y="3111233"/>
                  </a:lnTo>
                  <a:lnTo>
                    <a:pt x="3486150" y="3108604"/>
                  </a:lnTo>
                  <a:close/>
                </a:path>
                <a:path w="4486275" h="3114675">
                  <a:moveTo>
                    <a:pt x="3486150" y="2332317"/>
                  </a:moveTo>
                  <a:lnTo>
                    <a:pt x="3485692" y="2331199"/>
                  </a:lnTo>
                  <a:lnTo>
                    <a:pt x="3483826" y="2329332"/>
                  </a:lnTo>
                  <a:lnTo>
                    <a:pt x="3482708" y="2328862"/>
                  </a:lnTo>
                  <a:lnTo>
                    <a:pt x="3480079" y="2328862"/>
                  </a:lnTo>
                  <a:lnTo>
                    <a:pt x="3478961" y="2329332"/>
                  </a:lnTo>
                  <a:lnTo>
                    <a:pt x="3477095" y="2331199"/>
                  </a:lnTo>
                  <a:lnTo>
                    <a:pt x="3476625" y="2332317"/>
                  </a:lnTo>
                  <a:lnTo>
                    <a:pt x="3476625" y="2334945"/>
                  </a:lnTo>
                  <a:lnTo>
                    <a:pt x="3477095" y="2336063"/>
                  </a:lnTo>
                  <a:lnTo>
                    <a:pt x="3478961" y="2337930"/>
                  </a:lnTo>
                  <a:lnTo>
                    <a:pt x="3480079" y="2338387"/>
                  </a:lnTo>
                  <a:lnTo>
                    <a:pt x="3482708" y="2338387"/>
                  </a:lnTo>
                  <a:lnTo>
                    <a:pt x="3483826" y="2337930"/>
                  </a:lnTo>
                  <a:lnTo>
                    <a:pt x="3485692" y="2336063"/>
                  </a:lnTo>
                  <a:lnTo>
                    <a:pt x="3486150" y="2334945"/>
                  </a:lnTo>
                  <a:lnTo>
                    <a:pt x="3486150" y="2332317"/>
                  </a:lnTo>
                  <a:close/>
                </a:path>
                <a:path w="4486275" h="3114675">
                  <a:moveTo>
                    <a:pt x="3486150" y="1556029"/>
                  </a:moveTo>
                  <a:lnTo>
                    <a:pt x="3485692" y="1554911"/>
                  </a:lnTo>
                  <a:lnTo>
                    <a:pt x="3483826" y="1553044"/>
                  </a:lnTo>
                  <a:lnTo>
                    <a:pt x="3482708" y="1552575"/>
                  </a:lnTo>
                  <a:lnTo>
                    <a:pt x="3480079" y="1552575"/>
                  </a:lnTo>
                  <a:lnTo>
                    <a:pt x="3478961" y="1553044"/>
                  </a:lnTo>
                  <a:lnTo>
                    <a:pt x="3477095" y="1554911"/>
                  </a:lnTo>
                  <a:lnTo>
                    <a:pt x="3476625" y="1556029"/>
                  </a:lnTo>
                  <a:lnTo>
                    <a:pt x="3476625" y="1558658"/>
                  </a:lnTo>
                  <a:lnTo>
                    <a:pt x="3477095" y="1559775"/>
                  </a:lnTo>
                  <a:lnTo>
                    <a:pt x="3478961" y="1561642"/>
                  </a:lnTo>
                  <a:lnTo>
                    <a:pt x="3480079" y="1562100"/>
                  </a:lnTo>
                  <a:lnTo>
                    <a:pt x="3482708" y="1562100"/>
                  </a:lnTo>
                  <a:lnTo>
                    <a:pt x="3483826" y="1561642"/>
                  </a:lnTo>
                  <a:lnTo>
                    <a:pt x="3485692" y="1559775"/>
                  </a:lnTo>
                  <a:lnTo>
                    <a:pt x="3486150" y="1558658"/>
                  </a:lnTo>
                  <a:lnTo>
                    <a:pt x="3486150" y="1556029"/>
                  </a:lnTo>
                  <a:close/>
                </a:path>
                <a:path w="4486275" h="3114675">
                  <a:moveTo>
                    <a:pt x="3486150" y="779741"/>
                  </a:moveTo>
                  <a:lnTo>
                    <a:pt x="3485692" y="778624"/>
                  </a:lnTo>
                  <a:lnTo>
                    <a:pt x="3483826" y="776757"/>
                  </a:lnTo>
                  <a:lnTo>
                    <a:pt x="3482708" y="776287"/>
                  </a:lnTo>
                  <a:lnTo>
                    <a:pt x="3480079" y="776287"/>
                  </a:lnTo>
                  <a:lnTo>
                    <a:pt x="3478961" y="776757"/>
                  </a:lnTo>
                  <a:lnTo>
                    <a:pt x="3477095" y="778624"/>
                  </a:lnTo>
                  <a:lnTo>
                    <a:pt x="3476625" y="779741"/>
                  </a:lnTo>
                  <a:lnTo>
                    <a:pt x="3476625" y="782370"/>
                  </a:lnTo>
                  <a:lnTo>
                    <a:pt x="3477095" y="783488"/>
                  </a:lnTo>
                  <a:lnTo>
                    <a:pt x="3478961" y="785355"/>
                  </a:lnTo>
                  <a:lnTo>
                    <a:pt x="3480079" y="785812"/>
                  </a:lnTo>
                  <a:lnTo>
                    <a:pt x="3482708" y="785812"/>
                  </a:lnTo>
                  <a:lnTo>
                    <a:pt x="3483826" y="785355"/>
                  </a:lnTo>
                  <a:lnTo>
                    <a:pt x="3485692" y="783488"/>
                  </a:lnTo>
                  <a:lnTo>
                    <a:pt x="3486150" y="782370"/>
                  </a:lnTo>
                  <a:lnTo>
                    <a:pt x="3486150" y="779741"/>
                  </a:lnTo>
                  <a:close/>
                </a:path>
                <a:path w="4486275" h="3114675">
                  <a:moveTo>
                    <a:pt x="3486150" y="3454"/>
                  </a:moveTo>
                  <a:lnTo>
                    <a:pt x="3485692" y="2336"/>
                  </a:lnTo>
                  <a:lnTo>
                    <a:pt x="3483826" y="469"/>
                  </a:lnTo>
                  <a:lnTo>
                    <a:pt x="3482708" y="0"/>
                  </a:lnTo>
                  <a:lnTo>
                    <a:pt x="3480079" y="0"/>
                  </a:lnTo>
                  <a:lnTo>
                    <a:pt x="3478961" y="469"/>
                  </a:lnTo>
                  <a:lnTo>
                    <a:pt x="3477095" y="2336"/>
                  </a:lnTo>
                  <a:lnTo>
                    <a:pt x="3476625" y="3454"/>
                  </a:lnTo>
                  <a:lnTo>
                    <a:pt x="3476625" y="6083"/>
                  </a:lnTo>
                  <a:lnTo>
                    <a:pt x="3477095" y="7200"/>
                  </a:lnTo>
                  <a:lnTo>
                    <a:pt x="3478961" y="9067"/>
                  </a:lnTo>
                  <a:lnTo>
                    <a:pt x="3480079" y="9525"/>
                  </a:lnTo>
                  <a:lnTo>
                    <a:pt x="3482708" y="9525"/>
                  </a:lnTo>
                  <a:lnTo>
                    <a:pt x="3483826" y="9067"/>
                  </a:lnTo>
                  <a:lnTo>
                    <a:pt x="3485692" y="7200"/>
                  </a:lnTo>
                  <a:lnTo>
                    <a:pt x="3486150" y="6083"/>
                  </a:lnTo>
                  <a:lnTo>
                    <a:pt x="3486150" y="3454"/>
                  </a:lnTo>
                  <a:close/>
                </a:path>
                <a:path w="4486275" h="3114675">
                  <a:moveTo>
                    <a:pt x="3533775" y="3108604"/>
                  </a:moveTo>
                  <a:lnTo>
                    <a:pt x="3533317" y="3107486"/>
                  </a:lnTo>
                  <a:lnTo>
                    <a:pt x="3531451" y="3105620"/>
                  </a:lnTo>
                  <a:lnTo>
                    <a:pt x="3530333" y="3105150"/>
                  </a:lnTo>
                  <a:lnTo>
                    <a:pt x="3527704" y="3105150"/>
                  </a:lnTo>
                  <a:lnTo>
                    <a:pt x="3526586" y="3105620"/>
                  </a:lnTo>
                  <a:lnTo>
                    <a:pt x="3524720" y="3107486"/>
                  </a:lnTo>
                  <a:lnTo>
                    <a:pt x="3524250" y="3108604"/>
                  </a:lnTo>
                  <a:lnTo>
                    <a:pt x="3524250" y="3111233"/>
                  </a:lnTo>
                  <a:lnTo>
                    <a:pt x="3524720" y="3112351"/>
                  </a:lnTo>
                  <a:lnTo>
                    <a:pt x="3526586" y="3114217"/>
                  </a:lnTo>
                  <a:lnTo>
                    <a:pt x="3527704" y="3114675"/>
                  </a:lnTo>
                  <a:lnTo>
                    <a:pt x="3530333" y="3114675"/>
                  </a:lnTo>
                  <a:lnTo>
                    <a:pt x="3531451" y="3114217"/>
                  </a:lnTo>
                  <a:lnTo>
                    <a:pt x="3533317" y="3112351"/>
                  </a:lnTo>
                  <a:lnTo>
                    <a:pt x="3533775" y="3111233"/>
                  </a:lnTo>
                  <a:lnTo>
                    <a:pt x="3533775" y="3108604"/>
                  </a:lnTo>
                  <a:close/>
                </a:path>
                <a:path w="4486275" h="3114675">
                  <a:moveTo>
                    <a:pt x="3533775" y="2332317"/>
                  </a:moveTo>
                  <a:lnTo>
                    <a:pt x="3533317" y="2331199"/>
                  </a:lnTo>
                  <a:lnTo>
                    <a:pt x="3531451" y="2329332"/>
                  </a:lnTo>
                  <a:lnTo>
                    <a:pt x="3530333" y="2328862"/>
                  </a:lnTo>
                  <a:lnTo>
                    <a:pt x="3527704" y="2328862"/>
                  </a:lnTo>
                  <a:lnTo>
                    <a:pt x="3526586" y="2329332"/>
                  </a:lnTo>
                  <a:lnTo>
                    <a:pt x="3524720" y="2331199"/>
                  </a:lnTo>
                  <a:lnTo>
                    <a:pt x="3524250" y="2332317"/>
                  </a:lnTo>
                  <a:lnTo>
                    <a:pt x="3524250" y="2334945"/>
                  </a:lnTo>
                  <a:lnTo>
                    <a:pt x="3524720" y="2336063"/>
                  </a:lnTo>
                  <a:lnTo>
                    <a:pt x="3526586" y="2337930"/>
                  </a:lnTo>
                  <a:lnTo>
                    <a:pt x="3527704" y="2338387"/>
                  </a:lnTo>
                  <a:lnTo>
                    <a:pt x="3530333" y="2338387"/>
                  </a:lnTo>
                  <a:lnTo>
                    <a:pt x="3531451" y="2337930"/>
                  </a:lnTo>
                  <a:lnTo>
                    <a:pt x="3533317" y="2336063"/>
                  </a:lnTo>
                  <a:lnTo>
                    <a:pt x="3533775" y="2334945"/>
                  </a:lnTo>
                  <a:lnTo>
                    <a:pt x="3533775" y="2332317"/>
                  </a:lnTo>
                  <a:close/>
                </a:path>
                <a:path w="4486275" h="3114675">
                  <a:moveTo>
                    <a:pt x="3533775" y="1556029"/>
                  </a:moveTo>
                  <a:lnTo>
                    <a:pt x="3533317" y="1554911"/>
                  </a:lnTo>
                  <a:lnTo>
                    <a:pt x="3531451" y="1553044"/>
                  </a:lnTo>
                  <a:lnTo>
                    <a:pt x="3530333" y="1552575"/>
                  </a:lnTo>
                  <a:lnTo>
                    <a:pt x="3527704" y="1552575"/>
                  </a:lnTo>
                  <a:lnTo>
                    <a:pt x="3526586" y="1553044"/>
                  </a:lnTo>
                  <a:lnTo>
                    <a:pt x="3524720" y="1554911"/>
                  </a:lnTo>
                  <a:lnTo>
                    <a:pt x="3524250" y="1556029"/>
                  </a:lnTo>
                  <a:lnTo>
                    <a:pt x="3524250" y="1558658"/>
                  </a:lnTo>
                  <a:lnTo>
                    <a:pt x="3524720" y="1559775"/>
                  </a:lnTo>
                  <a:lnTo>
                    <a:pt x="3526586" y="1561642"/>
                  </a:lnTo>
                  <a:lnTo>
                    <a:pt x="3527704" y="1562100"/>
                  </a:lnTo>
                  <a:lnTo>
                    <a:pt x="3530333" y="1562100"/>
                  </a:lnTo>
                  <a:lnTo>
                    <a:pt x="3531451" y="1561642"/>
                  </a:lnTo>
                  <a:lnTo>
                    <a:pt x="3533317" y="1559775"/>
                  </a:lnTo>
                  <a:lnTo>
                    <a:pt x="3533775" y="1558658"/>
                  </a:lnTo>
                  <a:lnTo>
                    <a:pt x="3533775" y="1556029"/>
                  </a:lnTo>
                  <a:close/>
                </a:path>
                <a:path w="4486275" h="3114675">
                  <a:moveTo>
                    <a:pt x="3533775" y="779741"/>
                  </a:moveTo>
                  <a:lnTo>
                    <a:pt x="3533317" y="778624"/>
                  </a:lnTo>
                  <a:lnTo>
                    <a:pt x="3531451" y="776757"/>
                  </a:lnTo>
                  <a:lnTo>
                    <a:pt x="3530333" y="776287"/>
                  </a:lnTo>
                  <a:lnTo>
                    <a:pt x="3527704" y="776287"/>
                  </a:lnTo>
                  <a:lnTo>
                    <a:pt x="3526586" y="776757"/>
                  </a:lnTo>
                  <a:lnTo>
                    <a:pt x="3524720" y="778624"/>
                  </a:lnTo>
                  <a:lnTo>
                    <a:pt x="3524250" y="779741"/>
                  </a:lnTo>
                  <a:lnTo>
                    <a:pt x="3524250" y="782370"/>
                  </a:lnTo>
                  <a:lnTo>
                    <a:pt x="3524720" y="783488"/>
                  </a:lnTo>
                  <a:lnTo>
                    <a:pt x="3526586" y="785355"/>
                  </a:lnTo>
                  <a:lnTo>
                    <a:pt x="3527704" y="785812"/>
                  </a:lnTo>
                  <a:lnTo>
                    <a:pt x="3530333" y="785812"/>
                  </a:lnTo>
                  <a:lnTo>
                    <a:pt x="3531451" y="785355"/>
                  </a:lnTo>
                  <a:lnTo>
                    <a:pt x="3533317" y="783488"/>
                  </a:lnTo>
                  <a:lnTo>
                    <a:pt x="3533775" y="782370"/>
                  </a:lnTo>
                  <a:lnTo>
                    <a:pt x="3533775" y="779741"/>
                  </a:lnTo>
                  <a:close/>
                </a:path>
                <a:path w="4486275" h="3114675">
                  <a:moveTo>
                    <a:pt x="3533775" y="3454"/>
                  </a:moveTo>
                  <a:lnTo>
                    <a:pt x="3533317" y="2336"/>
                  </a:lnTo>
                  <a:lnTo>
                    <a:pt x="3531451" y="469"/>
                  </a:lnTo>
                  <a:lnTo>
                    <a:pt x="3530333" y="0"/>
                  </a:lnTo>
                  <a:lnTo>
                    <a:pt x="3527704" y="0"/>
                  </a:lnTo>
                  <a:lnTo>
                    <a:pt x="3526586" y="469"/>
                  </a:lnTo>
                  <a:lnTo>
                    <a:pt x="3524720" y="2336"/>
                  </a:lnTo>
                  <a:lnTo>
                    <a:pt x="3524250" y="3454"/>
                  </a:lnTo>
                  <a:lnTo>
                    <a:pt x="3524250" y="6083"/>
                  </a:lnTo>
                  <a:lnTo>
                    <a:pt x="3524720" y="7200"/>
                  </a:lnTo>
                  <a:lnTo>
                    <a:pt x="3526586" y="9067"/>
                  </a:lnTo>
                  <a:lnTo>
                    <a:pt x="3527704" y="9525"/>
                  </a:lnTo>
                  <a:lnTo>
                    <a:pt x="3530333" y="9525"/>
                  </a:lnTo>
                  <a:lnTo>
                    <a:pt x="3531451" y="9067"/>
                  </a:lnTo>
                  <a:lnTo>
                    <a:pt x="3533317" y="7200"/>
                  </a:lnTo>
                  <a:lnTo>
                    <a:pt x="3533775" y="6083"/>
                  </a:lnTo>
                  <a:lnTo>
                    <a:pt x="3533775" y="3454"/>
                  </a:lnTo>
                  <a:close/>
                </a:path>
                <a:path w="4486275" h="3114675">
                  <a:moveTo>
                    <a:pt x="3581400" y="3108604"/>
                  </a:moveTo>
                  <a:lnTo>
                    <a:pt x="3580942" y="3107486"/>
                  </a:lnTo>
                  <a:lnTo>
                    <a:pt x="3579076" y="3105620"/>
                  </a:lnTo>
                  <a:lnTo>
                    <a:pt x="3577958" y="3105150"/>
                  </a:lnTo>
                  <a:lnTo>
                    <a:pt x="3575329" y="3105150"/>
                  </a:lnTo>
                  <a:lnTo>
                    <a:pt x="3574211" y="3105620"/>
                  </a:lnTo>
                  <a:lnTo>
                    <a:pt x="3572345" y="3107486"/>
                  </a:lnTo>
                  <a:lnTo>
                    <a:pt x="3571875" y="3108604"/>
                  </a:lnTo>
                  <a:lnTo>
                    <a:pt x="3571875" y="3111233"/>
                  </a:lnTo>
                  <a:lnTo>
                    <a:pt x="3572345" y="3112351"/>
                  </a:lnTo>
                  <a:lnTo>
                    <a:pt x="3574211" y="3114217"/>
                  </a:lnTo>
                  <a:lnTo>
                    <a:pt x="3575329" y="3114675"/>
                  </a:lnTo>
                  <a:lnTo>
                    <a:pt x="3577958" y="3114675"/>
                  </a:lnTo>
                  <a:lnTo>
                    <a:pt x="3579076" y="3114217"/>
                  </a:lnTo>
                  <a:lnTo>
                    <a:pt x="3580942" y="3112351"/>
                  </a:lnTo>
                  <a:lnTo>
                    <a:pt x="3581400" y="3111233"/>
                  </a:lnTo>
                  <a:lnTo>
                    <a:pt x="3581400" y="3108604"/>
                  </a:lnTo>
                  <a:close/>
                </a:path>
                <a:path w="4486275" h="3114675">
                  <a:moveTo>
                    <a:pt x="3581400" y="2332317"/>
                  </a:moveTo>
                  <a:lnTo>
                    <a:pt x="3580942" y="2331199"/>
                  </a:lnTo>
                  <a:lnTo>
                    <a:pt x="3579076" y="2329332"/>
                  </a:lnTo>
                  <a:lnTo>
                    <a:pt x="3577958" y="2328862"/>
                  </a:lnTo>
                  <a:lnTo>
                    <a:pt x="3575329" y="2328862"/>
                  </a:lnTo>
                  <a:lnTo>
                    <a:pt x="3574211" y="2329332"/>
                  </a:lnTo>
                  <a:lnTo>
                    <a:pt x="3572345" y="2331199"/>
                  </a:lnTo>
                  <a:lnTo>
                    <a:pt x="3571875" y="2332317"/>
                  </a:lnTo>
                  <a:lnTo>
                    <a:pt x="3571875" y="2334945"/>
                  </a:lnTo>
                  <a:lnTo>
                    <a:pt x="3572345" y="2336063"/>
                  </a:lnTo>
                  <a:lnTo>
                    <a:pt x="3574211" y="2337930"/>
                  </a:lnTo>
                  <a:lnTo>
                    <a:pt x="3575329" y="2338387"/>
                  </a:lnTo>
                  <a:lnTo>
                    <a:pt x="3577958" y="2338387"/>
                  </a:lnTo>
                  <a:lnTo>
                    <a:pt x="3579076" y="2337930"/>
                  </a:lnTo>
                  <a:lnTo>
                    <a:pt x="3580942" y="2336063"/>
                  </a:lnTo>
                  <a:lnTo>
                    <a:pt x="3581400" y="2334945"/>
                  </a:lnTo>
                  <a:lnTo>
                    <a:pt x="3581400" y="2332317"/>
                  </a:lnTo>
                  <a:close/>
                </a:path>
                <a:path w="4486275" h="3114675">
                  <a:moveTo>
                    <a:pt x="3581400" y="1556029"/>
                  </a:moveTo>
                  <a:lnTo>
                    <a:pt x="3580942" y="1554911"/>
                  </a:lnTo>
                  <a:lnTo>
                    <a:pt x="3579076" y="1553044"/>
                  </a:lnTo>
                  <a:lnTo>
                    <a:pt x="3577958" y="1552575"/>
                  </a:lnTo>
                  <a:lnTo>
                    <a:pt x="3575329" y="1552575"/>
                  </a:lnTo>
                  <a:lnTo>
                    <a:pt x="3574211" y="1553044"/>
                  </a:lnTo>
                  <a:lnTo>
                    <a:pt x="3572345" y="1554911"/>
                  </a:lnTo>
                  <a:lnTo>
                    <a:pt x="3571875" y="1556029"/>
                  </a:lnTo>
                  <a:lnTo>
                    <a:pt x="3571875" y="1558658"/>
                  </a:lnTo>
                  <a:lnTo>
                    <a:pt x="3572345" y="1559775"/>
                  </a:lnTo>
                  <a:lnTo>
                    <a:pt x="3574211" y="1561642"/>
                  </a:lnTo>
                  <a:lnTo>
                    <a:pt x="3575329" y="1562100"/>
                  </a:lnTo>
                  <a:lnTo>
                    <a:pt x="3577958" y="1562100"/>
                  </a:lnTo>
                  <a:lnTo>
                    <a:pt x="3579076" y="1561642"/>
                  </a:lnTo>
                  <a:lnTo>
                    <a:pt x="3580942" y="1559775"/>
                  </a:lnTo>
                  <a:lnTo>
                    <a:pt x="3581400" y="1558658"/>
                  </a:lnTo>
                  <a:lnTo>
                    <a:pt x="3581400" y="1556029"/>
                  </a:lnTo>
                  <a:close/>
                </a:path>
                <a:path w="4486275" h="3114675">
                  <a:moveTo>
                    <a:pt x="3581400" y="779741"/>
                  </a:moveTo>
                  <a:lnTo>
                    <a:pt x="3580942" y="778624"/>
                  </a:lnTo>
                  <a:lnTo>
                    <a:pt x="3579076" y="776757"/>
                  </a:lnTo>
                  <a:lnTo>
                    <a:pt x="3577958" y="776287"/>
                  </a:lnTo>
                  <a:lnTo>
                    <a:pt x="3575329" y="776287"/>
                  </a:lnTo>
                  <a:lnTo>
                    <a:pt x="3574211" y="776757"/>
                  </a:lnTo>
                  <a:lnTo>
                    <a:pt x="3572345" y="778624"/>
                  </a:lnTo>
                  <a:lnTo>
                    <a:pt x="3571875" y="779741"/>
                  </a:lnTo>
                  <a:lnTo>
                    <a:pt x="3571875" y="782370"/>
                  </a:lnTo>
                  <a:lnTo>
                    <a:pt x="3572345" y="783488"/>
                  </a:lnTo>
                  <a:lnTo>
                    <a:pt x="3574211" y="785355"/>
                  </a:lnTo>
                  <a:lnTo>
                    <a:pt x="3575329" y="785812"/>
                  </a:lnTo>
                  <a:lnTo>
                    <a:pt x="3577958" y="785812"/>
                  </a:lnTo>
                  <a:lnTo>
                    <a:pt x="3579076" y="785355"/>
                  </a:lnTo>
                  <a:lnTo>
                    <a:pt x="3580942" y="783488"/>
                  </a:lnTo>
                  <a:lnTo>
                    <a:pt x="3581400" y="782370"/>
                  </a:lnTo>
                  <a:lnTo>
                    <a:pt x="3581400" y="779741"/>
                  </a:lnTo>
                  <a:close/>
                </a:path>
                <a:path w="4486275" h="3114675">
                  <a:moveTo>
                    <a:pt x="3581400" y="3454"/>
                  </a:moveTo>
                  <a:lnTo>
                    <a:pt x="3580942" y="2336"/>
                  </a:lnTo>
                  <a:lnTo>
                    <a:pt x="3579076" y="469"/>
                  </a:lnTo>
                  <a:lnTo>
                    <a:pt x="3577958" y="0"/>
                  </a:lnTo>
                  <a:lnTo>
                    <a:pt x="3575329" y="0"/>
                  </a:lnTo>
                  <a:lnTo>
                    <a:pt x="3574211" y="469"/>
                  </a:lnTo>
                  <a:lnTo>
                    <a:pt x="3572345" y="2336"/>
                  </a:lnTo>
                  <a:lnTo>
                    <a:pt x="3571875" y="3454"/>
                  </a:lnTo>
                  <a:lnTo>
                    <a:pt x="3571875" y="6083"/>
                  </a:lnTo>
                  <a:lnTo>
                    <a:pt x="3572345" y="7200"/>
                  </a:lnTo>
                  <a:lnTo>
                    <a:pt x="3574211" y="9067"/>
                  </a:lnTo>
                  <a:lnTo>
                    <a:pt x="3575329" y="9525"/>
                  </a:lnTo>
                  <a:lnTo>
                    <a:pt x="3577958" y="9525"/>
                  </a:lnTo>
                  <a:lnTo>
                    <a:pt x="3579076" y="9067"/>
                  </a:lnTo>
                  <a:lnTo>
                    <a:pt x="3580942" y="7200"/>
                  </a:lnTo>
                  <a:lnTo>
                    <a:pt x="3581400" y="6083"/>
                  </a:lnTo>
                  <a:lnTo>
                    <a:pt x="3581400" y="3454"/>
                  </a:lnTo>
                  <a:close/>
                </a:path>
                <a:path w="4486275" h="3114675">
                  <a:moveTo>
                    <a:pt x="3629025" y="3108604"/>
                  </a:moveTo>
                  <a:lnTo>
                    <a:pt x="3628567" y="3107486"/>
                  </a:lnTo>
                  <a:lnTo>
                    <a:pt x="3626701" y="3105620"/>
                  </a:lnTo>
                  <a:lnTo>
                    <a:pt x="3625583" y="3105150"/>
                  </a:lnTo>
                  <a:lnTo>
                    <a:pt x="3622954" y="3105150"/>
                  </a:lnTo>
                  <a:lnTo>
                    <a:pt x="3621836" y="3105620"/>
                  </a:lnTo>
                  <a:lnTo>
                    <a:pt x="3619970" y="3107486"/>
                  </a:lnTo>
                  <a:lnTo>
                    <a:pt x="3619500" y="3108604"/>
                  </a:lnTo>
                  <a:lnTo>
                    <a:pt x="3619500" y="3111233"/>
                  </a:lnTo>
                  <a:lnTo>
                    <a:pt x="3619970" y="3112351"/>
                  </a:lnTo>
                  <a:lnTo>
                    <a:pt x="3621836" y="3114217"/>
                  </a:lnTo>
                  <a:lnTo>
                    <a:pt x="3622954" y="3114675"/>
                  </a:lnTo>
                  <a:lnTo>
                    <a:pt x="3625583" y="3114675"/>
                  </a:lnTo>
                  <a:lnTo>
                    <a:pt x="3626701" y="3114217"/>
                  </a:lnTo>
                  <a:lnTo>
                    <a:pt x="3628567" y="3112351"/>
                  </a:lnTo>
                  <a:lnTo>
                    <a:pt x="3629025" y="3111233"/>
                  </a:lnTo>
                  <a:lnTo>
                    <a:pt x="3629025" y="3108604"/>
                  </a:lnTo>
                  <a:close/>
                </a:path>
                <a:path w="4486275" h="3114675">
                  <a:moveTo>
                    <a:pt x="3629025" y="2332317"/>
                  </a:moveTo>
                  <a:lnTo>
                    <a:pt x="3628567" y="2331199"/>
                  </a:lnTo>
                  <a:lnTo>
                    <a:pt x="3626701" y="2329332"/>
                  </a:lnTo>
                  <a:lnTo>
                    <a:pt x="3625583" y="2328862"/>
                  </a:lnTo>
                  <a:lnTo>
                    <a:pt x="3622954" y="2328862"/>
                  </a:lnTo>
                  <a:lnTo>
                    <a:pt x="3621836" y="2329332"/>
                  </a:lnTo>
                  <a:lnTo>
                    <a:pt x="3619970" y="2331199"/>
                  </a:lnTo>
                  <a:lnTo>
                    <a:pt x="3619500" y="2332317"/>
                  </a:lnTo>
                  <a:lnTo>
                    <a:pt x="3619500" y="2334945"/>
                  </a:lnTo>
                  <a:lnTo>
                    <a:pt x="3619970" y="2336063"/>
                  </a:lnTo>
                  <a:lnTo>
                    <a:pt x="3621836" y="2337930"/>
                  </a:lnTo>
                  <a:lnTo>
                    <a:pt x="3622954" y="2338387"/>
                  </a:lnTo>
                  <a:lnTo>
                    <a:pt x="3625583" y="2338387"/>
                  </a:lnTo>
                  <a:lnTo>
                    <a:pt x="3626701" y="2337930"/>
                  </a:lnTo>
                  <a:lnTo>
                    <a:pt x="3628567" y="2336063"/>
                  </a:lnTo>
                  <a:lnTo>
                    <a:pt x="3629025" y="2334945"/>
                  </a:lnTo>
                  <a:lnTo>
                    <a:pt x="3629025" y="2332317"/>
                  </a:lnTo>
                  <a:close/>
                </a:path>
                <a:path w="4486275" h="3114675">
                  <a:moveTo>
                    <a:pt x="3629025" y="1556029"/>
                  </a:moveTo>
                  <a:lnTo>
                    <a:pt x="3628567" y="1554911"/>
                  </a:lnTo>
                  <a:lnTo>
                    <a:pt x="3626701" y="1553044"/>
                  </a:lnTo>
                  <a:lnTo>
                    <a:pt x="3625583" y="1552575"/>
                  </a:lnTo>
                  <a:lnTo>
                    <a:pt x="3622954" y="1552575"/>
                  </a:lnTo>
                  <a:lnTo>
                    <a:pt x="3621836" y="1553044"/>
                  </a:lnTo>
                  <a:lnTo>
                    <a:pt x="3619970" y="1554911"/>
                  </a:lnTo>
                  <a:lnTo>
                    <a:pt x="3619500" y="1556029"/>
                  </a:lnTo>
                  <a:lnTo>
                    <a:pt x="3619500" y="1558658"/>
                  </a:lnTo>
                  <a:lnTo>
                    <a:pt x="3619970" y="1559775"/>
                  </a:lnTo>
                  <a:lnTo>
                    <a:pt x="3621836" y="1561642"/>
                  </a:lnTo>
                  <a:lnTo>
                    <a:pt x="3622954" y="1562100"/>
                  </a:lnTo>
                  <a:lnTo>
                    <a:pt x="3625583" y="1562100"/>
                  </a:lnTo>
                  <a:lnTo>
                    <a:pt x="3626701" y="1561642"/>
                  </a:lnTo>
                  <a:lnTo>
                    <a:pt x="3628567" y="1559775"/>
                  </a:lnTo>
                  <a:lnTo>
                    <a:pt x="3629025" y="1558658"/>
                  </a:lnTo>
                  <a:lnTo>
                    <a:pt x="3629025" y="1556029"/>
                  </a:lnTo>
                  <a:close/>
                </a:path>
                <a:path w="4486275" h="3114675">
                  <a:moveTo>
                    <a:pt x="3629025" y="779741"/>
                  </a:moveTo>
                  <a:lnTo>
                    <a:pt x="3628567" y="778624"/>
                  </a:lnTo>
                  <a:lnTo>
                    <a:pt x="3626701" y="776757"/>
                  </a:lnTo>
                  <a:lnTo>
                    <a:pt x="3625583" y="776287"/>
                  </a:lnTo>
                  <a:lnTo>
                    <a:pt x="3622954" y="776287"/>
                  </a:lnTo>
                  <a:lnTo>
                    <a:pt x="3621836" y="776757"/>
                  </a:lnTo>
                  <a:lnTo>
                    <a:pt x="3619970" y="778624"/>
                  </a:lnTo>
                  <a:lnTo>
                    <a:pt x="3619500" y="779741"/>
                  </a:lnTo>
                  <a:lnTo>
                    <a:pt x="3619500" y="782370"/>
                  </a:lnTo>
                  <a:lnTo>
                    <a:pt x="3619970" y="783488"/>
                  </a:lnTo>
                  <a:lnTo>
                    <a:pt x="3621836" y="785355"/>
                  </a:lnTo>
                  <a:lnTo>
                    <a:pt x="3622954" y="785812"/>
                  </a:lnTo>
                  <a:lnTo>
                    <a:pt x="3625583" y="785812"/>
                  </a:lnTo>
                  <a:lnTo>
                    <a:pt x="3626701" y="785355"/>
                  </a:lnTo>
                  <a:lnTo>
                    <a:pt x="3628567" y="783488"/>
                  </a:lnTo>
                  <a:lnTo>
                    <a:pt x="3629025" y="782370"/>
                  </a:lnTo>
                  <a:lnTo>
                    <a:pt x="3629025" y="779741"/>
                  </a:lnTo>
                  <a:close/>
                </a:path>
                <a:path w="4486275" h="3114675">
                  <a:moveTo>
                    <a:pt x="3629025" y="3454"/>
                  </a:moveTo>
                  <a:lnTo>
                    <a:pt x="3628567" y="2336"/>
                  </a:lnTo>
                  <a:lnTo>
                    <a:pt x="3626701" y="469"/>
                  </a:lnTo>
                  <a:lnTo>
                    <a:pt x="3625583" y="0"/>
                  </a:lnTo>
                  <a:lnTo>
                    <a:pt x="3622954" y="0"/>
                  </a:lnTo>
                  <a:lnTo>
                    <a:pt x="3621836" y="469"/>
                  </a:lnTo>
                  <a:lnTo>
                    <a:pt x="3619970" y="2336"/>
                  </a:lnTo>
                  <a:lnTo>
                    <a:pt x="3619500" y="3454"/>
                  </a:lnTo>
                  <a:lnTo>
                    <a:pt x="3619500" y="6083"/>
                  </a:lnTo>
                  <a:lnTo>
                    <a:pt x="3619970" y="7200"/>
                  </a:lnTo>
                  <a:lnTo>
                    <a:pt x="3621836" y="9067"/>
                  </a:lnTo>
                  <a:lnTo>
                    <a:pt x="3622954" y="9525"/>
                  </a:lnTo>
                  <a:lnTo>
                    <a:pt x="3625583" y="9525"/>
                  </a:lnTo>
                  <a:lnTo>
                    <a:pt x="3626701" y="9067"/>
                  </a:lnTo>
                  <a:lnTo>
                    <a:pt x="3628567" y="7200"/>
                  </a:lnTo>
                  <a:lnTo>
                    <a:pt x="3629025" y="6083"/>
                  </a:lnTo>
                  <a:lnTo>
                    <a:pt x="3629025" y="3454"/>
                  </a:lnTo>
                  <a:close/>
                </a:path>
                <a:path w="4486275" h="3114675">
                  <a:moveTo>
                    <a:pt x="3676650" y="3108604"/>
                  </a:moveTo>
                  <a:lnTo>
                    <a:pt x="3676192" y="3107486"/>
                  </a:lnTo>
                  <a:lnTo>
                    <a:pt x="3674326" y="3105620"/>
                  </a:lnTo>
                  <a:lnTo>
                    <a:pt x="3673208" y="3105150"/>
                  </a:lnTo>
                  <a:lnTo>
                    <a:pt x="3670579" y="3105150"/>
                  </a:lnTo>
                  <a:lnTo>
                    <a:pt x="3669461" y="3105620"/>
                  </a:lnTo>
                  <a:lnTo>
                    <a:pt x="3667595" y="3107486"/>
                  </a:lnTo>
                  <a:lnTo>
                    <a:pt x="3667125" y="3108604"/>
                  </a:lnTo>
                  <a:lnTo>
                    <a:pt x="3667125" y="3111233"/>
                  </a:lnTo>
                  <a:lnTo>
                    <a:pt x="3667595" y="3112351"/>
                  </a:lnTo>
                  <a:lnTo>
                    <a:pt x="3669461" y="3114217"/>
                  </a:lnTo>
                  <a:lnTo>
                    <a:pt x="3670579" y="3114675"/>
                  </a:lnTo>
                  <a:lnTo>
                    <a:pt x="3673208" y="3114675"/>
                  </a:lnTo>
                  <a:lnTo>
                    <a:pt x="3674326" y="3114217"/>
                  </a:lnTo>
                  <a:lnTo>
                    <a:pt x="3676192" y="3112351"/>
                  </a:lnTo>
                  <a:lnTo>
                    <a:pt x="3676650" y="3111233"/>
                  </a:lnTo>
                  <a:lnTo>
                    <a:pt x="3676650" y="3108604"/>
                  </a:lnTo>
                  <a:close/>
                </a:path>
                <a:path w="4486275" h="3114675">
                  <a:moveTo>
                    <a:pt x="3676650" y="2332317"/>
                  </a:moveTo>
                  <a:lnTo>
                    <a:pt x="3676192" y="2331199"/>
                  </a:lnTo>
                  <a:lnTo>
                    <a:pt x="3674326" y="2329332"/>
                  </a:lnTo>
                  <a:lnTo>
                    <a:pt x="3673208" y="2328862"/>
                  </a:lnTo>
                  <a:lnTo>
                    <a:pt x="3670579" y="2328862"/>
                  </a:lnTo>
                  <a:lnTo>
                    <a:pt x="3669461" y="2329332"/>
                  </a:lnTo>
                  <a:lnTo>
                    <a:pt x="3667595" y="2331199"/>
                  </a:lnTo>
                  <a:lnTo>
                    <a:pt x="3667125" y="2332317"/>
                  </a:lnTo>
                  <a:lnTo>
                    <a:pt x="3667125" y="2334945"/>
                  </a:lnTo>
                  <a:lnTo>
                    <a:pt x="3667595" y="2336063"/>
                  </a:lnTo>
                  <a:lnTo>
                    <a:pt x="3669461" y="2337930"/>
                  </a:lnTo>
                  <a:lnTo>
                    <a:pt x="3670579" y="2338387"/>
                  </a:lnTo>
                  <a:lnTo>
                    <a:pt x="3673208" y="2338387"/>
                  </a:lnTo>
                  <a:lnTo>
                    <a:pt x="3674326" y="2337930"/>
                  </a:lnTo>
                  <a:lnTo>
                    <a:pt x="3676192" y="2336063"/>
                  </a:lnTo>
                  <a:lnTo>
                    <a:pt x="3676650" y="2334945"/>
                  </a:lnTo>
                  <a:lnTo>
                    <a:pt x="3676650" y="2332317"/>
                  </a:lnTo>
                  <a:close/>
                </a:path>
                <a:path w="4486275" h="3114675">
                  <a:moveTo>
                    <a:pt x="3676650" y="1556029"/>
                  </a:moveTo>
                  <a:lnTo>
                    <a:pt x="3676192" y="1554911"/>
                  </a:lnTo>
                  <a:lnTo>
                    <a:pt x="3674326" y="1553044"/>
                  </a:lnTo>
                  <a:lnTo>
                    <a:pt x="3673208" y="1552575"/>
                  </a:lnTo>
                  <a:lnTo>
                    <a:pt x="3670579" y="1552575"/>
                  </a:lnTo>
                  <a:lnTo>
                    <a:pt x="3669461" y="1553044"/>
                  </a:lnTo>
                  <a:lnTo>
                    <a:pt x="3667595" y="1554911"/>
                  </a:lnTo>
                  <a:lnTo>
                    <a:pt x="3667125" y="1556029"/>
                  </a:lnTo>
                  <a:lnTo>
                    <a:pt x="3667125" y="1558658"/>
                  </a:lnTo>
                  <a:lnTo>
                    <a:pt x="3667595" y="1559775"/>
                  </a:lnTo>
                  <a:lnTo>
                    <a:pt x="3669461" y="1561642"/>
                  </a:lnTo>
                  <a:lnTo>
                    <a:pt x="3670579" y="1562100"/>
                  </a:lnTo>
                  <a:lnTo>
                    <a:pt x="3673208" y="1562100"/>
                  </a:lnTo>
                  <a:lnTo>
                    <a:pt x="3674326" y="1561642"/>
                  </a:lnTo>
                  <a:lnTo>
                    <a:pt x="3676192" y="1559775"/>
                  </a:lnTo>
                  <a:lnTo>
                    <a:pt x="3676650" y="1558658"/>
                  </a:lnTo>
                  <a:lnTo>
                    <a:pt x="3676650" y="1556029"/>
                  </a:lnTo>
                  <a:close/>
                </a:path>
                <a:path w="4486275" h="3114675">
                  <a:moveTo>
                    <a:pt x="3676650" y="779741"/>
                  </a:moveTo>
                  <a:lnTo>
                    <a:pt x="3676192" y="778624"/>
                  </a:lnTo>
                  <a:lnTo>
                    <a:pt x="3674326" y="776757"/>
                  </a:lnTo>
                  <a:lnTo>
                    <a:pt x="3673208" y="776287"/>
                  </a:lnTo>
                  <a:lnTo>
                    <a:pt x="3670579" y="776287"/>
                  </a:lnTo>
                  <a:lnTo>
                    <a:pt x="3669461" y="776757"/>
                  </a:lnTo>
                  <a:lnTo>
                    <a:pt x="3667595" y="778624"/>
                  </a:lnTo>
                  <a:lnTo>
                    <a:pt x="3667125" y="779741"/>
                  </a:lnTo>
                  <a:lnTo>
                    <a:pt x="3667125" y="782370"/>
                  </a:lnTo>
                  <a:lnTo>
                    <a:pt x="3667595" y="783488"/>
                  </a:lnTo>
                  <a:lnTo>
                    <a:pt x="3669461" y="785355"/>
                  </a:lnTo>
                  <a:lnTo>
                    <a:pt x="3670579" y="785812"/>
                  </a:lnTo>
                  <a:lnTo>
                    <a:pt x="3673208" y="785812"/>
                  </a:lnTo>
                  <a:lnTo>
                    <a:pt x="3674326" y="785355"/>
                  </a:lnTo>
                  <a:lnTo>
                    <a:pt x="3676192" y="783488"/>
                  </a:lnTo>
                  <a:lnTo>
                    <a:pt x="3676650" y="782370"/>
                  </a:lnTo>
                  <a:lnTo>
                    <a:pt x="3676650" y="779741"/>
                  </a:lnTo>
                  <a:close/>
                </a:path>
                <a:path w="4486275" h="3114675">
                  <a:moveTo>
                    <a:pt x="3676650" y="3454"/>
                  </a:moveTo>
                  <a:lnTo>
                    <a:pt x="3676192" y="2336"/>
                  </a:lnTo>
                  <a:lnTo>
                    <a:pt x="3674326" y="469"/>
                  </a:lnTo>
                  <a:lnTo>
                    <a:pt x="3673208" y="0"/>
                  </a:lnTo>
                  <a:lnTo>
                    <a:pt x="3670579" y="0"/>
                  </a:lnTo>
                  <a:lnTo>
                    <a:pt x="3669461" y="469"/>
                  </a:lnTo>
                  <a:lnTo>
                    <a:pt x="3667595" y="2336"/>
                  </a:lnTo>
                  <a:lnTo>
                    <a:pt x="3667125" y="3454"/>
                  </a:lnTo>
                  <a:lnTo>
                    <a:pt x="3667125" y="6083"/>
                  </a:lnTo>
                  <a:lnTo>
                    <a:pt x="3667595" y="7200"/>
                  </a:lnTo>
                  <a:lnTo>
                    <a:pt x="3669461" y="9067"/>
                  </a:lnTo>
                  <a:lnTo>
                    <a:pt x="3670579" y="9525"/>
                  </a:lnTo>
                  <a:lnTo>
                    <a:pt x="3673208" y="9525"/>
                  </a:lnTo>
                  <a:lnTo>
                    <a:pt x="3674326" y="9067"/>
                  </a:lnTo>
                  <a:lnTo>
                    <a:pt x="3676192" y="7200"/>
                  </a:lnTo>
                  <a:lnTo>
                    <a:pt x="3676650" y="6083"/>
                  </a:lnTo>
                  <a:lnTo>
                    <a:pt x="3676650" y="3454"/>
                  </a:lnTo>
                  <a:close/>
                </a:path>
                <a:path w="4486275" h="3114675">
                  <a:moveTo>
                    <a:pt x="3724275" y="3108604"/>
                  </a:moveTo>
                  <a:lnTo>
                    <a:pt x="3723817" y="3107486"/>
                  </a:lnTo>
                  <a:lnTo>
                    <a:pt x="3721951" y="3105620"/>
                  </a:lnTo>
                  <a:lnTo>
                    <a:pt x="3720833" y="3105150"/>
                  </a:lnTo>
                  <a:lnTo>
                    <a:pt x="3718204" y="3105150"/>
                  </a:lnTo>
                  <a:lnTo>
                    <a:pt x="3717086" y="3105620"/>
                  </a:lnTo>
                  <a:lnTo>
                    <a:pt x="3715220" y="3107486"/>
                  </a:lnTo>
                  <a:lnTo>
                    <a:pt x="3714750" y="3108604"/>
                  </a:lnTo>
                  <a:lnTo>
                    <a:pt x="3714750" y="3111233"/>
                  </a:lnTo>
                  <a:lnTo>
                    <a:pt x="3715220" y="3112351"/>
                  </a:lnTo>
                  <a:lnTo>
                    <a:pt x="3717086" y="3114217"/>
                  </a:lnTo>
                  <a:lnTo>
                    <a:pt x="3718204" y="3114675"/>
                  </a:lnTo>
                  <a:lnTo>
                    <a:pt x="3720833" y="3114675"/>
                  </a:lnTo>
                  <a:lnTo>
                    <a:pt x="3721951" y="3114217"/>
                  </a:lnTo>
                  <a:lnTo>
                    <a:pt x="3723817" y="3112351"/>
                  </a:lnTo>
                  <a:lnTo>
                    <a:pt x="3724275" y="3111233"/>
                  </a:lnTo>
                  <a:lnTo>
                    <a:pt x="3724275" y="3108604"/>
                  </a:lnTo>
                  <a:close/>
                </a:path>
                <a:path w="4486275" h="3114675">
                  <a:moveTo>
                    <a:pt x="3724275" y="2332317"/>
                  </a:moveTo>
                  <a:lnTo>
                    <a:pt x="3723817" y="2331199"/>
                  </a:lnTo>
                  <a:lnTo>
                    <a:pt x="3721951" y="2329332"/>
                  </a:lnTo>
                  <a:lnTo>
                    <a:pt x="3720833" y="2328862"/>
                  </a:lnTo>
                  <a:lnTo>
                    <a:pt x="3718204" y="2328862"/>
                  </a:lnTo>
                  <a:lnTo>
                    <a:pt x="3717086" y="2329332"/>
                  </a:lnTo>
                  <a:lnTo>
                    <a:pt x="3715220" y="2331199"/>
                  </a:lnTo>
                  <a:lnTo>
                    <a:pt x="3714750" y="2332317"/>
                  </a:lnTo>
                  <a:lnTo>
                    <a:pt x="3714750" y="2334945"/>
                  </a:lnTo>
                  <a:lnTo>
                    <a:pt x="3715220" y="2336063"/>
                  </a:lnTo>
                  <a:lnTo>
                    <a:pt x="3717086" y="2337930"/>
                  </a:lnTo>
                  <a:lnTo>
                    <a:pt x="3718204" y="2338387"/>
                  </a:lnTo>
                  <a:lnTo>
                    <a:pt x="3720833" y="2338387"/>
                  </a:lnTo>
                  <a:lnTo>
                    <a:pt x="3721951" y="2337930"/>
                  </a:lnTo>
                  <a:lnTo>
                    <a:pt x="3723817" y="2336063"/>
                  </a:lnTo>
                  <a:lnTo>
                    <a:pt x="3724275" y="2334945"/>
                  </a:lnTo>
                  <a:lnTo>
                    <a:pt x="3724275" y="2332317"/>
                  </a:lnTo>
                  <a:close/>
                </a:path>
                <a:path w="4486275" h="3114675">
                  <a:moveTo>
                    <a:pt x="3724275" y="1556029"/>
                  </a:moveTo>
                  <a:lnTo>
                    <a:pt x="3723817" y="1554911"/>
                  </a:lnTo>
                  <a:lnTo>
                    <a:pt x="3721951" y="1553044"/>
                  </a:lnTo>
                  <a:lnTo>
                    <a:pt x="3720833" y="1552575"/>
                  </a:lnTo>
                  <a:lnTo>
                    <a:pt x="3718204" y="1552575"/>
                  </a:lnTo>
                  <a:lnTo>
                    <a:pt x="3717086" y="1553044"/>
                  </a:lnTo>
                  <a:lnTo>
                    <a:pt x="3715220" y="1554911"/>
                  </a:lnTo>
                  <a:lnTo>
                    <a:pt x="3714750" y="1556029"/>
                  </a:lnTo>
                  <a:lnTo>
                    <a:pt x="3714750" y="1558658"/>
                  </a:lnTo>
                  <a:lnTo>
                    <a:pt x="3715220" y="1559775"/>
                  </a:lnTo>
                  <a:lnTo>
                    <a:pt x="3717086" y="1561642"/>
                  </a:lnTo>
                  <a:lnTo>
                    <a:pt x="3718204" y="1562100"/>
                  </a:lnTo>
                  <a:lnTo>
                    <a:pt x="3720833" y="1562100"/>
                  </a:lnTo>
                  <a:lnTo>
                    <a:pt x="3721951" y="1561642"/>
                  </a:lnTo>
                  <a:lnTo>
                    <a:pt x="3723817" y="1559775"/>
                  </a:lnTo>
                  <a:lnTo>
                    <a:pt x="3724275" y="1558658"/>
                  </a:lnTo>
                  <a:lnTo>
                    <a:pt x="3724275" y="1556029"/>
                  </a:lnTo>
                  <a:close/>
                </a:path>
                <a:path w="4486275" h="3114675">
                  <a:moveTo>
                    <a:pt x="3724275" y="779741"/>
                  </a:moveTo>
                  <a:lnTo>
                    <a:pt x="3723817" y="778624"/>
                  </a:lnTo>
                  <a:lnTo>
                    <a:pt x="3721951" y="776757"/>
                  </a:lnTo>
                  <a:lnTo>
                    <a:pt x="3720833" y="776287"/>
                  </a:lnTo>
                  <a:lnTo>
                    <a:pt x="3718204" y="776287"/>
                  </a:lnTo>
                  <a:lnTo>
                    <a:pt x="3717086" y="776757"/>
                  </a:lnTo>
                  <a:lnTo>
                    <a:pt x="3715220" y="778624"/>
                  </a:lnTo>
                  <a:lnTo>
                    <a:pt x="3714750" y="779741"/>
                  </a:lnTo>
                  <a:lnTo>
                    <a:pt x="3714750" y="782370"/>
                  </a:lnTo>
                  <a:lnTo>
                    <a:pt x="3715220" y="783488"/>
                  </a:lnTo>
                  <a:lnTo>
                    <a:pt x="3717086" y="785355"/>
                  </a:lnTo>
                  <a:lnTo>
                    <a:pt x="3718204" y="785812"/>
                  </a:lnTo>
                  <a:lnTo>
                    <a:pt x="3720833" y="785812"/>
                  </a:lnTo>
                  <a:lnTo>
                    <a:pt x="3721951" y="785355"/>
                  </a:lnTo>
                  <a:lnTo>
                    <a:pt x="3723817" y="783488"/>
                  </a:lnTo>
                  <a:lnTo>
                    <a:pt x="3724275" y="782370"/>
                  </a:lnTo>
                  <a:lnTo>
                    <a:pt x="3724275" y="779741"/>
                  </a:lnTo>
                  <a:close/>
                </a:path>
                <a:path w="4486275" h="3114675">
                  <a:moveTo>
                    <a:pt x="3724275" y="3454"/>
                  </a:moveTo>
                  <a:lnTo>
                    <a:pt x="3723817" y="2336"/>
                  </a:lnTo>
                  <a:lnTo>
                    <a:pt x="3721951" y="469"/>
                  </a:lnTo>
                  <a:lnTo>
                    <a:pt x="3720833" y="0"/>
                  </a:lnTo>
                  <a:lnTo>
                    <a:pt x="3718204" y="0"/>
                  </a:lnTo>
                  <a:lnTo>
                    <a:pt x="3717086" y="469"/>
                  </a:lnTo>
                  <a:lnTo>
                    <a:pt x="3715220" y="2336"/>
                  </a:lnTo>
                  <a:lnTo>
                    <a:pt x="3714750" y="3454"/>
                  </a:lnTo>
                  <a:lnTo>
                    <a:pt x="3714750" y="6083"/>
                  </a:lnTo>
                  <a:lnTo>
                    <a:pt x="3715220" y="7200"/>
                  </a:lnTo>
                  <a:lnTo>
                    <a:pt x="3717086" y="9067"/>
                  </a:lnTo>
                  <a:lnTo>
                    <a:pt x="3718204" y="9525"/>
                  </a:lnTo>
                  <a:lnTo>
                    <a:pt x="3720833" y="9525"/>
                  </a:lnTo>
                  <a:lnTo>
                    <a:pt x="3721951" y="9067"/>
                  </a:lnTo>
                  <a:lnTo>
                    <a:pt x="3723817" y="7200"/>
                  </a:lnTo>
                  <a:lnTo>
                    <a:pt x="3724275" y="6083"/>
                  </a:lnTo>
                  <a:lnTo>
                    <a:pt x="3724275" y="3454"/>
                  </a:lnTo>
                  <a:close/>
                </a:path>
                <a:path w="4486275" h="3114675">
                  <a:moveTo>
                    <a:pt x="3771900" y="3108604"/>
                  </a:moveTo>
                  <a:lnTo>
                    <a:pt x="3771442" y="3107486"/>
                  </a:lnTo>
                  <a:lnTo>
                    <a:pt x="3769576" y="3105620"/>
                  </a:lnTo>
                  <a:lnTo>
                    <a:pt x="3768458" y="3105150"/>
                  </a:lnTo>
                  <a:lnTo>
                    <a:pt x="3765829" y="3105150"/>
                  </a:lnTo>
                  <a:lnTo>
                    <a:pt x="3764711" y="3105620"/>
                  </a:lnTo>
                  <a:lnTo>
                    <a:pt x="3762845" y="3107486"/>
                  </a:lnTo>
                  <a:lnTo>
                    <a:pt x="3762375" y="3108604"/>
                  </a:lnTo>
                  <a:lnTo>
                    <a:pt x="3762375" y="3111233"/>
                  </a:lnTo>
                  <a:lnTo>
                    <a:pt x="3762845" y="3112351"/>
                  </a:lnTo>
                  <a:lnTo>
                    <a:pt x="3764711" y="3114217"/>
                  </a:lnTo>
                  <a:lnTo>
                    <a:pt x="3765829" y="3114675"/>
                  </a:lnTo>
                  <a:lnTo>
                    <a:pt x="3768458" y="3114675"/>
                  </a:lnTo>
                  <a:lnTo>
                    <a:pt x="3769576" y="3114217"/>
                  </a:lnTo>
                  <a:lnTo>
                    <a:pt x="3771442" y="3112351"/>
                  </a:lnTo>
                  <a:lnTo>
                    <a:pt x="3771900" y="3111233"/>
                  </a:lnTo>
                  <a:lnTo>
                    <a:pt x="3771900" y="3108604"/>
                  </a:lnTo>
                  <a:close/>
                </a:path>
                <a:path w="4486275" h="3114675">
                  <a:moveTo>
                    <a:pt x="3771900" y="2332317"/>
                  </a:moveTo>
                  <a:lnTo>
                    <a:pt x="3771442" y="2331199"/>
                  </a:lnTo>
                  <a:lnTo>
                    <a:pt x="3769576" y="2329332"/>
                  </a:lnTo>
                  <a:lnTo>
                    <a:pt x="3768458" y="2328862"/>
                  </a:lnTo>
                  <a:lnTo>
                    <a:pt x="3765829" y="2328862"/>
                  </a:lnTo>
                  <a:lnTo>
                    <a:pt x="3764711" y="2329332"/>
                  </a:lnTo>
                  <a:lnTo>
                    <a:pt x="3762845" y="2331199"/>
                  </a:lnTo>
                  <a:lnTo>
                    <a:pt x="3762375" y="2332317"/>
                  </a:lnTo>
                  <a:lnTo>
                    <a:pt x="3762375" y="2334945"/>
                  </a:lnTo>
                  <a:lnTo>
                    <a:pt x="3762845" y="2336063"/>
                  </a:lnTo>
                  <a:lnTo>
                    <a:pt x="3764711" y="2337930"/>
                  </a:lnTo>
                  <a:lnTo>
                    <a:pt x="3765829" y="2338387"/>
                  </a:lnTo>
                  <a:lnTo>
                    <a:pt x="3768458" y="2338387"/>
                  </a:lnTo>
                  <a:lnTo>
                    <a:pt x="3769576" y="2337930"/>
                  </a:lnTo>
                  <a:lnTo>
                    <a:pt x="3771442" y="2336063"/>
                  </a:lnTo>
                  <a:lnTo>
                    <a:pt x="3771900" y="2334945"/>
                  </a:lnTo>
                  <a:lnTo>
                    <a:pt x="3771900" y="2332317"/>
                  </a:lnTo>
                  <a:close/>
                </a:path>
                <a:path w="4486275" h="3114675">
                  <a:moveTo>
                    <a:pt x="3771900" y="1556029"/>
                  </a:moveTo>
                  <a:lnTo>
                    <a:pt x="3771442" y="1554911"/>
                  </a:lnTo>
                  <a:lnTo>
                    <a:pt x="3769576" y="1553044"/>
                  </a:lnTo>
                  <a:lnTo>
                    <a:pt x="3768458" y="1552575"/>
                  </a:lnTo>
                  <a:lnTo>
                    <a:pt x="3765829" y="1552575"/>
                  </a:lnTo>
                  <a:lnTo>
                    <a:pt x="3764711" y="1553044"/>
                  </a:lnTo>
                  <a:lnTo>
                    <a:pt x="3762845" y="1554911"/>
                  </a:lnTo>
                  <a:lnTo>
                    <a:pt x="3762375" y="1556029"/>
                  </a:lnTo>
                  <a:lnTo>
                    <a:pt x="3762375" y="1558658"/>
                  </a:lnTo>
                  <a:lnTo>
                    <a:pt x="3762845" y="1559775"/>
                  </a:lnTo>
                  <a:lnTo>
                    <a:pt x="3764711" y="1561642"/>
                  </a:lnTo>
                  <a:lnTo>
                    <a:pt x="3765829" y="1562100"/>
                  </a:lnTo>
                  <a:lnTo>
                    <a:pt x="3768458" y="1562100"/>
                  </a:lnTo>
                  <a:lnTo>
                    <a:pt x="3769576" y="1561642"/>
                  </a:lnTo>
                  <a:lnTo>
                    <a:pt x="3771442" y="1559775"/>
                  </a:lnTo>
                  <a:lnTo>
                    <a:pt x="3771900" y="1558658"/>
                  </a:lnTo>
                  <a:lnTo>
                    <a:pt x="3771900" y="1556029"/>
                  </a:lnTo>
                  <a:close/>
                </a:path>
                <a:path w="4486275" h="3114675">
                  <a:moveTo>
                    <a:pt x="3771900" y="779741"/>
                  </a:moveTo>
                  <a:lnTo>
                    <a:pt x="3771442" y="778624"/>
                  </a:lnTo>
                  <a:lnTo>
                    <a:pt x="3769576" y="776757"/>
                  </a:lnTo>
                  <a:lnTo>
                    <a:pt x="3768458" y="776287"/>
                  </a:lnTo>
                  <a:lnTo>
                    <a:pt x="3765829" y="776287"/>
                  </a:lnTo>
                  <a:lnTo>
                    <a:pt x="3764711" y="776757"/>
                  </a:lnTo>
                  <a:lnTo>
                    <a:pt x="3762845" y="778624"/>
                  </a:lnTo>
                  <a:lnTo>
                    <a:pt x="3762375" y="779741"/>
                  </a:lnTo>
                  <a:lnTo>
                    <a:pt x="3762375" y="782370"/>
                  </a:lnTo>
                  <a:lnTo>
                    <a:pt x="3762845" y="783488"/>
                  </a:lnTo>
                  <a:lnTo>
                    <a:pt x="3764711" y="785355"/>
                  </a:lnTo>
                  <a:lnTo>
                    <a:pt x="3765829" y="785812"/>
                  </a:lnTo>
                  <a:lnTo>
                    <a:pt x="3768458" y="785812"/>
                  </a:lnTo>
                  <a:lnTo>
                    <a:pt x="3769576" y="785355"/>
                  </a:lnTo>
                  <a:lnTo>
                    <a:pt x="3771442" y="783488"/>
                  </a:lnTo>
                  <a:lnTo>
                    <a:pt x="3771900" y="782370"/>
                  </a:lnTo>
                  <a:lnTo>
                    <a:pt x="3771900" y="779741"/>
                  </a:lnTo>
                  <a:close/>
                </a:path>
                <a:path w="4486275" h="3114675">
                  <a:moveTo>
                    <a:pt x="3771900" y="3454"/>
                  </a:moveTo>
                  <a:lnTo>
                    <a:pt x="3771442" y="2336"/>
                  </a:lnTo>
                  <a:lnTo>
                    <a:pt x="3769576" y="469"/>
                  </a:lnTo>
                  <a:lnTo>
                    <a:pt x="3768458" y="0"/>
                  </a:lnTo>
                  <a:lnTo>
                    <a:pt x="3765829" y="0"/>
                  </a:lnTo>
                  <a:lnTo>
                    <a:pt x="3764711" y="469"/>
                  </a:lnTo>
                  <a:lnTo>
                    <a:pt x="3762845" y="2336"/>
                  </a:lnTo>
                  <a:lnTo>
                    <a:pt x="3762375" y="3454"/>
                  </a:lnTo>
                  <a:lnTo>
                    <a:pt x="3762375" y="6083"/>
                  </a:lnTo>
                  <a:lnTo>
                    <a:pt x="3762845" y="7200"/>
                  </a:lnTo>
                  <a:lnTo>
                    <a:pt x="3764711" y="9067"/>
                  </a:lnTo>
                  <a:lnTo>
                    <a:pt x="3765829" y="9525"/>
                  </a:lnTo>
                  <a:lnTo>
                    <a:pt x="3768458" y="9525"/>
                  </a:lnTo>
                  <a:lnTo>
                    <a:pt x="3769576" y="9067"/>
                  </a:lnTo>
                  <a:lnTo>
                    <a:pt x="3771442" y="7200"/>
                  </a:lnTo>
                  <a:lnTo>
                    <a:pt x="3771900" y="6083"/>
                  </a:lnTo>
                  <a:lnTo>
                    <a:pt x="3771900" y="3454"/>
                  </a:lnTo>
                  <a:close/>
                </a:path>
                <a:path w="4486275" h="3114675">
                  <a:moveTo>
                    <a:pt x="3819525" y="3108604"/>
                  </a:moveTo>
                  <a:lnTo>
                    <a:pt x="3819067" y="3107486"/>
                  </a:lnTo>
                  <a:lnTo>
                    <a:pt x="3817201" y="3105620"/>
                  </a:lnTo>
                  <a:lnTo>
                    <a:pt x="3816083" y="3105150"/>
                  </a:lnTo>
                  <a:lnTo>
                    <a:pt x="3813454" y="3105150"/>
                  </a:lnTo>
                  <a:lnTo>
                    <a:pt x="3812336" y="3105620"/>
                  </a:lnTo>
                  <a:lnTo>
                    <a:pt x="3810470" y="3107486"/>
                  </a:lnTo>
                  <a:lnTo>
                    <a:pt x="3810000" y="3108604"/>
                  </a:lnTo>
                  <a:lnTo>
                    <a:pt x="3810000" y="3111233"/>
                  </a:lnTo>
                  <a:lnTo>
                    <a:pt x="3810470" y="3112351"/>
                  </a:lnTo>
                  <a:lnTo>
                    <a:pt x="3812336" y="3114217"/>
                  </a:lnTo>
                  <a:lnTo>
                    <a:pt x="3813454" y="3114675"/>
                  </a:lnTo>
                  <a:lnTo>
                    <a:pt x="3816083" y="3114675"/>
                  </a:lnTo>
                  <a:lnTo>
                    <a:pt x="3817201" y="3114217"/>
                  </a:lnTo>
                  <a:lnTo>
                    <a:pt x="3819067" y="3112351"/>
                  </a:lnTo>
                  <a:lnTo>
                    <a:pt x="3819525" y="3111233"/>
                  </a:lnTo>
                  <a:lnTo>
                    <a:pt x="3819525" y="3108604"/>
                  </a:lnTo>
                  <a:close/>
                </a:path>
                <a:path w="4486275" h="3114675">
                  <a:moveTo>
                    <a:pt x="3819525" y="2332317"/>
                  </a:moveTo>
                  <a:lnTo>
                    <a:pt x="3819067" y="2331199"/>
                  </a:lnTo>
                  <a:lnTo>
                    <a:pt x="3817201" y="2329332"/>
                  </a:lnTo>
                  <a:lnTo>
                    <a:pt x="3816083" y="2328862"/>
                  </a:lnTo>
                  <a:lnTo>
                    <a:pt x="3813454" y="2328862"/>
                  </a:lnTo>
                  <a:lnTo>
                    <a:pt x="3812336" y="2329332"/>
                  </a:lnTo>
                  <a:lnTo>
                    <a:pt x="3810470" y="2331199"/>
                  </a:lnTo>
                  <a:lnTo>
                    <a:pt x="3810000" y="2332317"/>
                  </a:lnTo>
                  <a:lnTo>
                    <a:pt x="3810000" y="2334945"/>
                  </a:lnTo>
                  <a:lnTo>
                    <a:pt x="3810470" y="2336063"/>
                  </a:lnTo>
                  <a:lnTo>
                    <a:pt x="3812336" y="2337930"/>
                  </a:lnTo>
                  <a:lnTo>
                    <a:pt x="3813454" y="2338387"/>
                  </a:lnTo>
                  <a:lnTo>
                    <a:pt x="3816083" y="2338387"/>
                  </a:lnTo>
                  <a:lnTo>
                    <a:pt x="3817201" y="2337930"/>
                  </a:lnTo>
                  <a:lnTo>
                    <a:pt x="3819067" y="2336063"/>
                  </a:lnTo>
                  <a:lnTo>
                    <a:pt x="3819525" y="2334945"/>
                  </a:lnTo>
                  <a:lnTo>
                    <a:pt x="3819525" y="2332317"/>
                  </a:lnTo>
                  <a:close/>
                </a:path>
                <a:path w="4486275" h="3114675">
                  <a:moveTo>
                    <a:pt x="3819525" y="1556029"/>
                  </a:moveTo>
                  <a:lnTo>
                    <a:pt x="3819067" y="1554911"/>
                  </a:lnTo>
                  <a:lnTo>
                    <a:pt x="3817201" y="1553044"/>
                  </a:lnTo>
                  <a:lnTo>
                    <a:pt x="3816083" y="1552575"/>
                  </a:lnTo>
                  <a:lnTo>
                    <a:pt x="3813454" y="1552575"/>
                  </a:lnTo>
                  <a:lnTo>
                    <a:pt x="3812336" y="1553044"/>
                  </a:lnTo>
                  <a:lnTo>
                    <a:pt x="3810470" y="1554911"/>
                  </a:lnTo>
                  <a:lnTo>
                    <a:pt x="3810000" y="1556029"/>
                  </a:lnTo>
                  <a:lnTo>
                    <a:pt x="3810000" y="1558658"/>
                  </a:lnTo>
                  <a:lnTo>
                    <a:pt x="3810470" y="1559775"/>
                  </a:lnTo>
                  <a:lnTo>
                    <a:pt x="3812336" y="1561642"/>
                  </a:lnTo>
                  <a:lnTo>
                    <a:pt x="3813454" y="1562100"/>
                  </a:lnTo>
                  <a:lnTo>
                    <a:pt x="3816083" y="1562100"/>
                  </a:lnTo>
                  <a:lnTo>
                    <a:pt x="3817201" y="1561642"/>
                  </a:lnTo>
                  <a:lnTo>
                    <a:pt x="3819067" y="1559775"/>
                  </a:lnTo>
                  <a:lnTo>
                    <a:pt x="3819525" y="1558658"/>
                  </a:lnTo>
                  <a:lnTo>
                    <a:pt x="3819525" y="1556029"/>
                  </a:lnTo>
                  <a:close/>
                </a:path>
                <a:path w="4486275" h="3114675">
                  <a:moveTo>
                    <a:pt x="3819525" y="779741"/>
                  </a:moveTo>
                  <a:lnTo>
                    <a:pt x="3819067" y="778624"/>
                  </a:lnTo>
                  <a:lnTo>
                    <a:pt x="3817201" y="776757"/>
                  </a:lnTo>
                  <a:lnTo>
                    <a:pt x="3816083" y="776287"/>
                  </a:lnTo>
                  <a:lnTo>
                    <a:pt x="3813454" y="776287"/>
                  </a:lnTo>
                  <a:lnTo>
                    <a:pt x="3812336" y="776757"/>
                  </a:lnTo>
                  <a:lnTo>
                    <a:pt x="3810470" y="778624"/>
                  </a:lnTo>
                  <a:lnTo>
                    <a:pt x="3810000" y="779741"/>
                  </a:lnTo>
                  <a:lnTo>
                    <a:pt x="3810000" y="782370"/>
                  </a:lnTo>
                  <a:lnTo>
                    <a:pt x="3810470" y="783488"/>
                  </a:lnTo>
                  <a:lnTo>
                    <a:pt x="3812336" y="785355"/>
                  </a:lnTo>
                  <a:lnTo>
                    <a:pt x="3813454" y="785812"/>
                  </a:lnTo>
                  <a:lnTo>
                    <a:pt x="3816083" y="785812"/>
                  </a:lnTo>
                  <a:lnTo>
                    <a:pt x="3817201" y="785355"/>
                  </a:lnTo>
                  <a:lnTo>
                    <a:pt x="3819067" y="783488"/>
                  </a:lnTo>
                  <a:lnTo>
                    <a:pt x="3819525" y="782370"/>
                  </a:lnTo>
                  <a:lnTo>
                    <a:pt x="3819525" y="779741"/>
                  </a:lnTo>
                  <a:close/>
                </a:path>
                <a:path w="4486275" h="3114675">
                  <a:moveTo>
                    <a:pt x="3819525" y="3454"/>
                  </a:moveTo>
                  <a:lnTo>
                    <a:pt x="3819067" y="2336"/>
                  </a:lnTo>
                  <a:lnTo>
                    <a:pt x="3817201" y="469"/>
                  </a:lnTo>
                  <a:lnTo>
                    <a:pt x="3816083" y="0"/>
                  </a:lnTo>
                  <a:lnTo>
                    <a:pt x="3813454" y="0"/>
                  </a:lnTo>
                  <a:lnTo>
                    <a:pt x="3812336" y="469"/>
                  </a:lnTo>
                  <a:lnTo>
                    <a:pt x="3810470" y="2336"/>
                  </a:lnTo>
                  <a:lnTo>
                    <a:pt x="3810000" y="3454"/>
                  </a:lnTo>
                  <a:lnTo>
                    <a:pt x="3810000" y="6083"/>
                  </a:lnTo>
                  <a:lnTo>
                    <a:pt x="3810470" y="7200"/>
                  </a:lnTo>
                  <a:lnTo>
                    <a:pt x="3812336" y="9067"/>
                  </a:lnTo>
                  <a:lnTo>
                    <a:pt x="3813454" y="9525"/>
                  </a:lnTo>
                  <a:lnTo>
                    <a:pt x="3816083" y="9525"/>
                  </a:lnTo>
                  <a:lnTo>
                    <a:pt x="3817201" y="9067"/>
                  </a:lnTo>
                  <a:lnTo>
                    <a:pt x="3819067" y="7200"/>
                  </a:lnTo>
                  <a:lnTo>
                    <a:pt x="3819525" y="6083"/>
                  </a:lnTo>
                  <a:lnTo>
                    <a:pt x="3819525" y="3454"/>
                  </a:lnTo>
                  <a:close/>
                </a:path>
                <a:path w="4486275" h="3114675">
                  <a:moveTo>
                    <a:pt x="3867150" y="3108604"/>
                  </a:moveTo>
                  <a:lnTo>
                    <a:pt x="3866692" y="3107486"/>
                  </a:lnTo>
                  <a:lnTo>
                    <a:pt x="3864826" y="3105620"/>
                  </a:lnTo>
                  <a:lnTo>
                    <a:pt x="3863708" y="3105150"/>
                  </a:lnTo>
                  <a:lnTo>
                    <a:pt x="3861079" y="3105150"/>
                  </a:lnTo>
                  <a:lnTo>
                    <a:pt x="3859949" y="3105620"/>
                  </a:lnTo>
                  <a:lnTo>
                    <a:pt x="3858095" y="3107486"/>
                  </a:lnTo>
                  <a:lnTo>
                    <a:pt x="3857625" y="3108604"/>
                  </a:lnTo>
                  <a:lnTo>
                    <a:pt x="3857625" y="3111233"/>
                  </a:lnTo>
                  <a:lnTo>
                    <a:pt x="3858095" y="3112351"/>
                  </a:lnTo>
                  <a:lnTo>
                    <a:pt x="3859949" y="3114217"/>
                  </a:lnTo>
                  <a:lnTo>
                    <a:pt x="3861079" y="3114675"/>
                  </a:lnTo>
                  <a:lnTo>
                    <a:pt x="3863708" y="3114675"/>
                  </a:lnTo>
                  <a:lnTo>
                    <a:pt x="3864826" y="3114217"/>
                  </a:lnTo>
                  <a:lnTo>
                    <a:pt x="3866692" y="3112351"/>
                  </a:lnTo>
                  <a:lnTo>
                    <a:pt x="3867150" y="3111233"/>
                  </a:lnTo>
                  <a:lnTo>
                    <a:pt x="3867150" y="3108604"/>
                  </a:lnTo>
                  <a:close/>
                </a:path>
                <a:path w="4486275" h="3114675">
                  <a:moveTo>
                    <a:pt x="3867150" y="2332317"/>
                  </a:moveTo>
                  <a:lnTo>
                    <a:pt x="3866692" y="2331199"/>
                  </a:lnTo>
                  <a:lnTo>
                    <a:pt x="3864826" y="2329332"/>
                  </a:lnTo>
                  <a:lnTo>
                    <a:pt x="3863708" y="2328862"/>
                  </a:lnTo>
                  <a:lnTo>
                    <a:pt x="3861079" y="2328862"/>
                  </a:lnTo>
                  <a:lnTo>
                    <a:pt x="3859949" y="2329332"/>
                  </a:lnTo>
                  <a:lnTo>
                    <a:pt x="3858095" y="2331199"/>
                  </a:lnTo>
                  <a:lnTo>
                    <a:pt x="3857625" y="2332317"/>
                  </a:lnTo>
                  <a:lnTo>
                    <a:pt x="3857625" y="2334945"/>
                  </a:lnTo>
                  <a:lnTo>
                    <a:pt x="3858095" y="2336063"/>
                  </a:lnTo>
                  <a:lnTo>
                    <a:pt x="3859949" y="2337930"/>
                  </a:lnTo>
                  <a:lnTo>
                    <a:pt x="3861079" y="2338387"/>
                  </a:lnTo>
                  <a:lnTo>
                    <a:pt x="3863708" y="2338387"/>
                  </a:lnTo>
                  <a:lnTo>
                    <a:pt x="3864826" y="2337930"/>
                  </a:lnTo>
                  <a:lnTo>
                    <a:pt x="3866692" y="2336063"/>
                  </a:lnTo>
                  <a:lnTo>
                    <a:pt x="3867150" y="2334945"/>
                  </a:lnTo>
                  <a:lnTo>
                    <a:pt x="3867150" y="2332317"/>
                  </a:lnTo>
                  <a:close/>
                </a:path>
                <a:path w="4486275" h="3114675">
                  <a:moveTo>
                    <a:pt x="3867150" y="1556029"/>
                  </a:moveTo>
                  <a:lnTo>
                    <a:pt x="3866692" y="1554911"/>
                  </a:lnTo>
                  <a:lnTo>
                    <a:pt x="3864826" y="1553044"/>
                  </a:lnTo>
                  <a:lnTo>
                    <a:pt x="3863708" y="1552575"/>
                  </a:lnTo>
                  <a:lnTo>
                    <a:pt x="3861079" y="1552575"/>
                  </a:lnTo>
                  <a:lnTo>
                    <a:pt x="3859949" y="1553044"/>
                  </a:lnTo>
                  <a:lnTo>
                    <a:pt x="3858095" y="1554911"/>
                  </a:lnTo>
                  <a:lnTo>
                    <a:pt x="3857625" y="1556029"/>
                  </a:lnTo>
                  <a:lnTo>
                    <a:pt x="3857625" y="1558658"/>
                  </a:lnTo>
                  <a:lnTo>
                    <a:pt x="3858095" y="1559775"/>
                  </a:lnTo>
                  <a:lnTo>
                    <a:pt x="3859949" y="1561642"/>
                  </a:lnTo>
                  <a:lnTo>
                    <a:pt x="3861079" y="1562100"/>
                  </a:lnTo>
                  <a:lnTo>
                    <a:pt x="3863708" y="1562100"/>
                  </a:lnTo>
                  <a:lnTo>
                    <a:pt x="3864826" y="1561642"/>
                  </a:lnTo>
                  <a:lnTo>
                    <a:pt x="3866692" y="1559775"/>
                  </a:lnTo>
                  <a:lnTo>
                    <a:pt x="3867150" y="1558658"/>
                  </a:lnTo>
                  <a:lnTo>
                    <a:pt x="3867150" y="1556029"/>
                  </a:lnTo>
                  <a:close/>
                </a:path>
                <a:path w="4486275" h="3114675">
                  <a:moveTo>
                    <a:pt x="3867150" y="779741"/>
                  </a:moveTo>
                  <a:lnTo>
                    <a:pt x="3866692" y="778624"/>
                  </a:lnTo>
                  <a:lnTo>
                    <a:pt x="3864826" y="776757"/>
                  </a:lnTo>
                  <a:lnTo>
                    <a:pt x="3863708" y="776287"/>
                  </a:lnTo>
                  <a:lnTo>
                    <a:pt x="3861079" y="776287"/>
                  </a:lnTo>
                  <a:lnTo>
                    <a:pt x="3859949" y="776757"/>
                  </a:lnTo>
                  <a:lnTo>
                    <a:pt x="3858095" y="778624"/>
                  </a:lnTo>
                  <a:lnTo>
                    <a:pt x="3857625" y="779741"/>
                  </a:lnTo>
                  <a:lnTo>
                    <a:pt x="3857625" y="782370"/>
                  </a:lnTo>
                  <a:lnTo>
                    <a:pt x="3858095" y="783488"/>
                  </a:lnTo>
                  <a:lnTo>
                    <a:pt x="3859949" y="785355"/>
                  </a:lnTo>
                  <a:lnTo>
                    <a:pt x="3861079" y="785812"/>
                  </a:lnTo>
                  <a:lnTo>
                    <a:pt x="3863708" y="785812"/>
                  </a:lnTo>
                  <a:lnTo>
                    <a:pt x="3864826" y="785355"/>
                  </a:lnTo>
                  <a:lnTo>
                    <a:pt x="3866692" y="783488"/>
                  </a:lnTo>
                  <a:lnTo>
                    <a:pt x="3867150" y="782370"/>
                  </a:lnTo>
                  <a:lnTo>
                    <a:pt x="3867150" y="779741"/>
                  </a:lnTo>
                  <a:close/>
                </a:path>
                <a:path w="4486275" h="3114675">
                  <a:moveTo>
                    <a:pt x="3867150" y="3454"/>
                  </a:moveTo>
                  <a:lnTo>
                    <a:pt x="3866692" y="2336"/>
                  </a:lnTo>
                  <a:lnTo>
                    <a:pt x="3864826" y="469"/>
                  </a:lnTo>
                  <a:lnTo>
                    <a:pt x="3863708" y="0"/>
                  </a:lnTo>
                  <a:lnTo>
                    <a:pt x="3861079" y="0"/>
                  </a:lnTo>
                  <a:lnTo>
                    <a:pt x="3859949" y="469"/>
                  </a:lnTo>
                  <a:lnTo>
                    <a:pt x="3858095" y="2336"/>
                  </a:lnTo>
                  <a:lnTo>
                    <a:pt x="3857625" y="3454"/>
                  </a:lnTo>
                  <a:lnTo>
                    <a:pt x="3857625" y="6083"/>
                  </a:lnTo>
                  <a:lnTo>
                    <a:pt x="3858095" y="7200"/>
                  </a:lnTo>
                  <a:lnTo>
                    <a:pt x="3859949" y="9067"/>
                  </a:lnTo>
                  <a:lnTo>
                    <a:pt x="3861079" y="9525"/>
                  </a:lnTo>
                  <a:lnTo>
                    <a:pt x="3863708" y="9525"/>
                  </a:lnTo>
                  <a:lnTo>
                    <a:pt x="3864826" y="9067"/>
                  </a:lnTo>
                  <a:lnTo>
                    <a:pt x="3866692" y="7200"/>
                  </a:lnTo>
                  <a:lnTo>
                    <a:pt x="3867150" y="6083"/>
                  </a:lnTo>
                  <a:lnTo>
                    <a:pt x="3867150" y="3454"/>
                  </a:lnTo>
                  <a:close/>
                </a:path>
                <a:path w="4486275" h="3114675">
                  <a:moveTo>
                    <a:pt x="3914775" y="3108604"/>
                  </a:moveTo>
                  <a:lnTo>
                    <a:pt x="3914317" y="3107486"/>
                  </a:lnTo>
                  <a:lnTo>
                    <a:pt x="3912451" y="3105620"/>
                  </a:lnTo>
                  <a:lnTo>
                    <a:pt x="3911333" y="3105150"/>
                  </a:lnTo>
                  <a:lnTo>
                    <a:pt x="3908704" y="3105150"/>
                  </a:lnTo>
                  <a:lnTo>
                    <a:pt x="3907574" y="3105620"/>
                  </a:lnTo>
                  <a:lnTo>
                    <a:pt x="3905720" y="3107486"/>
                  </a:lnTo>
                  <a:lnTo>
                    <a:pt x="3905250" y="3108604"/>
                  </a:lnTo>
                  <a:lnTo>
                    <a:pt x="3905250" y="3111233"/>
                  </a:lnTo>
                  <a:lnTo>
                    <a:pt x="3905720" y="3112351"/>
                  </a:lnTo>
                  <a:lnTo>
                    <a:pt x="3907574" y="3114217"/>
                  </a:lnTo>
                  <a:lnTo>
                    <a:pt x="3908704" y="3114675"/>
                  </a:lnTo>
                  <a:lnTo>
                    <a:pt x="3911333" y="3114675"/>
                  </a:lnTo>
                  <a:lnTo>
                    <a:pt x="3912451" y="3114217"/>
                  </a:lnTo>
                  <a:lnTo>
                    <a:pt x="3914317" y="3112351"/>
                  </a:lnTo>
                  <a:lnTo>
                    <a:pt x="3914775" y="3111233"/>
                  </a:lnTo>
                  <a:lnTo>
                    <a:pt x="3914775" y="3108604"/>
                  </a:lnTo>
                  <a:close/>
                </a:path>
                <a:path w="4486275" h="3114675">
                  <a:moveTo>
                    <a:pt x="3914775" y="2332317"/>
                  </a:moveTo>
                  <a:lnTo>
                    <a:pt x="3914317" y="2331199"/>
                  </a:lnTo>
                  <a:lnTo>
                    <a:pt x="3912451" y="2329332"/>
                  </a:lnTo>
                  <a:lnTo>
                    <a:pt x="3911333" y="2328862"/>
                  </a:lnTo>
                  <a:lnTo>
                    <a:pt x="3908704" y="2328862"/>
                  </a:lnTo>
                  <a:lnTo>
                    <a:pt x="3907574" y="2329332"/>
                  </a:lnTo>
                  <a:lnTo>
                    <a:pt x="3905720" y="2331199"/>
                  </a:lnTo>
                  <a:lnTo>
                    <a:pt x="3905250" y="2332317"/>
                  </a:lnTo>
                  <a:lnTo>
                    <a:pt x="3905250" y="2334945"/>
                  </a:lnTo>
                  <a:lnTo>
                    <a:pt x="3905720" y="2336063"/>
                  </a:lnTo>
                  <a:lnTo>
                    <a:pt x="3907574" y="2337930"/>
                  </a:lnTo>
                  <a:lnTo>
                    <a:pt x="3908704" y="2338387"/>
                  </a:lnTo>
                  <a:lnTo>
                    <a:pt x="3911333" y="2338387"/>
                  </a:lnTo>
                  <a:lnTo>
                    <a:pt x="3912451" y="2337930"/>
                  </a:lnTo>
                  <a:lnTo>
                    <a:pt x="3914317" y="2336063"/>
                  </a:lnTo>
                  <a:lnTo>
                    <a:pt x="3914775" y="2334945"/>
                  </a:lnTo>
                  <a:lnTo>
                    <a:pt x="3914775" y="2332317"/>
                  </a:lnTo>
                  <a:close/>
                </a:path>
                <a:path w="4486275" h="3114675">
                  <a:moveTo>
                    <a:pt x="3914775" y="1556029"/>
                  </a:moveTo>
                  <a:lnTo>
                    <a:pt x="3914317" y="1554911"/>
                  </a:lnTo>
                  <a:lnTo>
                    <a:pt x="3912451" y="1553044"/>
                  </a:lnTo>
                  <a:lnTo>
                    <a:pt x="3911333" y="1552575"/>
                  </a:lnTo>
                  <a:lnTo>
                    <a:pt x="3908704" y="1552575"/>
                  </a:lnTo>
                  <a:lnTo>
                    <a:pt x="3907574" y="1553044"/>
                  </a:lnTo>
                  <a:lnTo>
                    <a:pt x="3905720" y="1554911"/>
                  </a:lnTo>
                  <a:lnTo>
                    <a:pt x="3905250" y="1556029"/>
                  </a:lnTo>
                  <a:lnTo>
                    <a:pt x="3905250" y="1558658"/>
                  </a:lnTo>
                  <a:lnTo>
                    <a:pt x="3905720" y="1559775"/>
                  </a:lnTo>
                  <a:lnTo>
                    <a:pt x="3907574" y="1561642"/>
                  </a:lnTo>
                  <a:lnTo>
                    <a:pt x="3908704" y="1562100"/>
                  </a:lnTo>
                  <a:lnTo>
                    <a:pt x="3911333" y="1562100"/>
                  </a:lnTo>
                  <a:lnTo>
                    <a:pt x="3912451" y="1561642"/>
                  </a:lnTo>
                  <a:lnTo>
                    <a:pt x="3914317" y="1559775"/>
                  </a:lnTo>
                  <a:lnTo>
                    <a:pt x="3914775" y="1558658"/>
                  </a:lnTo>
                  <a:lnTo>
                    <a:pt x="3914775" y="1556029"/>
                  </a:lnTo>
                  <a:close/>
                </a:path>
                <a:path w="4486275" h="3114675">
                  <a:moveTo>
                    <a:pt x="3914775" y="779741"/>
                  </a:moveTo>
                  <a:lnTo>
                    <a:pt x="3914317" y="778624"/>
                  </a:lnTo>
                  <a:lnTo>
                    <a:pt x="3912451" y="776757"/>
                  </a:lnTo>
                  <a:lnTo>
                    <a:pt x="3911333" y="776287"/>
                  </a:lnTo>
                  <a:lnTo>
                    <a:pt x="3908704" y="776287"/>
                  </a:lnTo>
                  <a:lnTo>
                    <a:pt x="3907574" y="776757"/>
                  </a:lnTo>
                  <a:lnTo>
                    <a:pt x="3905720" y="778624"/>
                  </a:lnTo>
                  <a:lnTo>
                    <a:pt x="3905250" y="779741"/>
                  </a:lnTo>
                  <a:lnTo>
                    <a:pt x="3905250" y="782370"/>
                  </a:lnTo>
                  <a:lnTo>
                    <a:pt x="3905720" y="783488"/>
                  </a:lnTo>
                  <a:lnTo>
                    <a:pt x="3907574" y="785355"/>
                  </a:lnTo>
                  <a:lnTo>
                    <a:pt x="3908704" y="785812"/>
                  </a:lnTo>
                  <a:lnTo>
                    <a:pt x="3911333" y="785812"/>
                  </a:lnTo>
                  <a:lnTo>
                    <a:pt x="3912451" y="785355"/>
                  </a:lnTo>
                  <a:lnTo>
                    <a:pt x="3914317" y="783488"/>
                  </a:lnTo>
                  <a:lnTo>
                    <a:pt x="3914775" y="782370"/>
                  </a:lnTo>
                  <a:lnTo>
                    <a:pt x="3914775" y="779741"/>
                  </a:lnTo>
                  <a:close/>
                </a:path>
                <a:path w="4486275" h="3114675">
                  <a:moveTo>
                    <a:pt x="3914775" y="3454"/>
                  </a:moveTo>
                  <a:lnTo>
                    <a:pt x="3914317" y="2336"/>
                  </a:lnTo>
                  <a:lnTo>
                    <a:pt x="3912451" y="469"/>
                  </a:lnTo>
                  <a:lnTo>
                    <a:pt x="3911333" y="0"/>
                  </a:lnTo>
                  <a:lnTo>
                    <a:pt x="3908704" y="0"/>
                  </a:lnTo>
                  <a:lnTo>
                    <a:pt x="3907574" y="469"/>
                  </a:lnTo>
                  <a:lnTo>
                    <a:pt x="3905720" y="2336"/>
                  </a:lnTo>
                  <a:lnTo>
                    <a:pt x="3905250" y="3454"/>
                  </a:lnTo>
                  <a:lnTo>
                    <a:pt x="3905250" y="6083"/>
                  </a:lnTo>
                  <a:lnTo>
                    <a:pt x="3905720" y="7200"/>
                  </a:lnTo>
                  <a:lnTo>
                    <a:pt x="3907574" y="9067"/>
                  </a:lnTo>
                  <a:lnTo>
                    <a:pt x="3908704" y="9525"/>
                  </a:lnTo>
                  <a:lnTo>
                    <a:pt x="3911333" y="9525"/>
                  </a:lnTo>
                  <a:lnTo>
                    <a:pt x="3912451" y="9067"/>
                  </a:lnTo>
                  <a:lnTo>
                    <a:pt x="3914317" y="7200"/>
                  </a:lnTo>
                  <a:lnTo>
                    <a:pt x="3914775" y="6083"/>
                  </a:lnTo>
                  <a:lnTo>
                    <a:pt x="3914775" y="3454"/>
                  </a:lnTo>
                  <a:close/>
                </a:path>
                <a:path w="4486275" h="3114675">
                  <a:moveTo>
                    <a:pt x="3962400" y="3108604"/>
                  </a:moveTo>
                  <a:lnTo>
                    <a:pt x="3961942" y="3107486"/>
                  </a:lnTo>
                  <a:lnTo>
                    <a:pt x="3960076" y="3105620"/>
                  </a:lnTo>
                  <a:lnTo>
                    <a:pt x="3958958" y="3105150"/>
                  </a:lnTo>
                  <a:lnTo>
                    <a:pt x="3956329" y="3105150"/>
                  </a:lnTo>
                  <a:lnTo>
                    <a:pt x="3955211" y="3105620"/>
                  </a:lnTo>
                  <a:lnTo>
                    <a:pt x="3953345" y="3107486"/>
                  </a:lnTo>
                  <a:lnTo>
                    <a:pt x="3952875" y="3108604"/>
                  </a:lnTo>
                  <a:lnTo>
                    <a:pt x="3952875" y="3111233"/>
                  </a:lnTo>
                  <a:lnTo>
                    <a:pt x="3953345" y="3112351"/>
                  </a:lnTo>
                  <a:lnTo>
                    <a:pt x="3955211" y="3114217"/>
                  </a:lnTo>
                  <a:lnTo>
                    <a:pt x="3956329" y="3114675"/>
                  </a:lnTo>
                  <a:lnTo>
                    <a:pt x="3958958" y="3114675"/>
                  </a:lnTo>
                  <a:lnTo>
                    <a:pt x="3960076" y="3114217"/>
                  </a:lnTo>
                  <a:lnTo>
                    <a:pt x="3961942" y="3112351"/>
                  </a:lnTo>
                  <a:lnTo>
                    <a:pt x="3962400" y="3111233"/>
                  </a:lnTo>
                  <a:lnTo>
                    <a:pt x="3962400" y="3108604"/>
                  </a:lnTo>
                  <a:close/>
                </a:path>
                <a:path w="4486275" h="3114675">
                  <a:moveTo>
                    <a:pt x="3962400" y="2332317"/>
                  </a:moveTo>
                  <a:lnTo>
                    <a:pt x="3961942" y="2331199"/>
                  </a:lnTo>
                  <a:lnTo>
                    <a:pt x="3960076" y="2329332"/>
                  </a:lnTo>
                  <a:lnTo>
                    <a:pt x="3958958" y="2328862"/>
                  </a:lnTo>
                  <a:lnTo>
                    <a:pt x="3956329" y="2328862"/>
                  </a:lnTo>
                  <a:lnTo>
                    <a:pt x="3955211" y="2329332"/>
                  </a:lnTo>
                  <a:lnTo>
                    <a:pt x="3953345" y="2331199"/>
                  </a:lnTo>
                  <a:lnTo>
                    <a:pt x="3952875" y="2332317"/>
                  </a:lnTo>
                  <a:lnTo>
                    <a:pt x="3952875" y="2334945"/>
                  </a:lnTo>
                  <a:lnTo>
                    <a:pt x="3953345" y="2336063"/>
                  </a:lnTo>
                  <a:lnTo>
                    <a:pt x="3955211" y="2337930"/>
                  </a:lnTo>
                  <a:lnTo>
                    <a:pt x="3956329" y="2338387"/>
                  </a:lnTo>
                  <a:lnTo>
                    <a:pt x="3958958" y="2338387"/>
                  </a:lnTo>
                  <a:lnTo>
                    <a:pt x="3960076" y="2337930"/>
                  </a:lnTo>
                  <a:lnTo>
                    <a:pt x="3961942" y="2336063"/>
                  </a:lnTo>
                  <a:lnTo>
                    <a:pt x="3962400" y="2334945"/>
                  </a:lnTo>
                  <a:lnTo>
                    <a:pt x="3962400" y="2332317"/>
                  </a:lnTo>
                  <a:close/>
                </a:path>
                <a:path w="4486275" h="3114675">
                  <a:moveTo>
                    <a:pt x="3962400" y="1556029"/>
                  </a:moveTo>
                  <a:lnTo>
                    <a:pt x="3961942" y="1554911"/>
                  </a:lnTo>
                  <a:lnTo>
                    <a:pt x="3960076" y="1553044"/>
                  </a:lnTo>
                  <a:lnTo>
                    <a:pt x="3958958" y="1552575"/>
                  </a:lnTo>
                  <a:lnTo>
                    <a:pt x="3956329" y="1552575"/>
                  </a:lnTo>
                  <a:lnTo>
                    <a:pt x="3955211" y="1553044"/>
                  </a:lnTo>
                  <a:lnTo>
                    <a:pt x="3953345" y="1554911"/>
                  </a:lnTo>
                  <a:lnTo>
                    <a:pt x="3952875" y="1556029"/>
                  </a:lnTo>
                  <a:lnTo>
                    <a:pt x="3952875" y="1558658"/>
                  </a:lnTo>
                  <a:lnTo>
                    <a:pt x="3953345" y="1559775"/>
                  </a:lnTo>
                  <a:lnTo>
                    <a:pt x="3955211" y="1561642"/>
                  </a:lnTo>
                  <a:lnTo>
                    <a:pt x="3956329" y="1562100"/>
                  </a:lnTo>
                  <a:lnTo>
                    <a:pt x="3958958" y="1562100"/>
                  </a:lnTo>
                  <a:lnTo>
                    <a:pt x="3960076" y="1561642"/>
                  </a:lnTo>
                  <a:lnTo>
                    <a:pt x="3961942" y="1559775"/>
                  </a:lnTo>
                  <a:lnTo>
                    <a:pt x="3962400" y="1558658"/>
                  </a:lnTo>
                  <a:lnTo>
                    <a:pt x="3962400" y="1556029"/>
                  </a:lnTo>
                  <a:close/>
                </a:path>
                <a:path w="4486275" h="3114675">
                  <a:moveTo>
                    <a:pt x="3962400" y="779741"/>
                  </a:moveTo>
                  <a:lnTo>
                    <a:pt x="3961942" y="778624"/>
                  </a:lnTo>
                  <a:lnTo>
                    <a:pt x="3960076" y="776757"/>
                  </a:lnTo>
                  <a:lnTo>
                    <a:pt x="3958958" y="776287"/>
                  </a:lnTo>
                  <a:lnTo>
                    <a:pt x="3956329" y="776287"/>
                  </a:lnTo>
                  <a:lnTo>
                    <a:pt x="3955211" y="776757"/>
                  </a:lnTo>
                  <a:lnTo>
                    <a:pt x="3953345" y="778624"/>
                  </a:lnTo>
                  <a:lnTo>
                    <a:pt x="3952875" y="779741"/>
                  </a:lnTo>
                  <a:lnTo>
                    <a:pt x="3952875" y="782370"/>
                  </a:lnTo>
                  <a:lnTo>
                    <a:pt x="3953345" y="783488"/>
                  </a:lnTo>
                  <a:lnTo>
                    <a:pt x="3955211" y="785355"/>
                  </a:lnTo>
                  <a:lnTo>
                    <a:pt x="3956329" y="785812"/>
                  </a:lnTo>
                  <a:lnTo>
                    <a:pt x="3958958" y="785812"/>
                  </a:lnTo>
                  <a:lnTo>
                    <a:pt x="3960076" y="785355"/>
                  </a:lnTo>
                  <a:lnTo>
                    <a:pt x="3961942" y="783488"/>
                  </a:lnTo>
                  <a:lnTo>
                    <a:pt x="3962400" y="782370"/>
                  </a:lnTo>
                  <a:lnTo>
                    <a:pt x="3962400" y="779741"/>
                  </a:lnTo>
                  <a:close/>
                </a:path>
                <a:path w="4486275" h="3114675">
                  <a:moveTo>
                    <a:pt x="3962400" y="3454"/>
                  </a:moveTo>
                  <a:lnTo>
                    <a:pt x="3961942" y="2336"/>
                  </a:lnTo>
                  <a:lnTo>
                    <a:pt x="3960076" y="469"/>
                  </a:lnTo>
                  <a:lnTo>
                    <a:pt x="3958958" y="0"/>
                  </a:lnTo>
                  <a:lnTo>
                    <a:pt x="3956329" y="0"/>
                  </a:lnTo>
                  <a:lnTo>
                    <a:pt x="3955211" y="469"/>
                  </a:lnTo>
                  <a:lnTo>
                    <a:pt x="3953345" y="2336"/>
                  </a:lnTo>
                  <a:lnTo>
                    <a:pt x="3952875" y="3454"/>
                  </a:lnTo>
                  <a:lnTo>
                    <a:pt x="3952875" y="6083"/>
                  </a:lnTo>
                  <a:lnTo>
                    <a:pt x="3953345" y="7200"/>
                  </a:lnTo>
                  <a:lnTo>
                    <a:pt x="3955211" y="9067"/>
                  </a:lnTo>
                  <a:lnTo>
                    <a:pt x="3956329" y="9525"/>
                  </a:lnTo>
                  <a:lnTo>
                    <a:pt x="3958958" y="9525"/>
                  </a:lnTo>
                  <a:lnTo>
                    <a:pt x="3960076" y="9067"/>
                  </a:lnTo>
                  <a:lnTo>
                    <a:pt x="3961942" y="7200"/>
                  </a:lnTo>
                  <a:lnTo>
                    <a:pt x="3962400" y="6083"/>
                  </a:lnTo>
                  <a:lnTo>
                    <a:pt x="3962400" y="3454"/>
                  </a:lnTo>
                  <a:close/>
                </a:path>
                <a:path w="4486275" h="3114675">
                  <a:moveTo>
                    <a:pt x="4010025" y="3108604"/>
                  </a:moveTo>
                  <a:lnTo>
                    <a:pt x="4009567" y="3107486"/>
                  </a:lnTo>
                  <a:lnTo>
                    <a:pt x="4007701" y="3105620"/>
                  </a:lnTo>
                  <a:lnTo>
                    <a:pt x="4006583" y="3105150"/>
                  </a:lnTo>
                  <a:lnTo>
                    <a:pt x="4003954" y="3105150"/>
                  </a:lnTo>
                  <a:lnTo>
                    <a:pt x="4002836" y="3105620"/>
                  </a:lnTo>
                  <a:lnTo>
                    <a:pt x="4000970" y="3107486"/>
                  </a:lnTo>
                  <a:lnTo>
                    <a:pt x="4000500" y="3108604"/>
                  </a:lnTo>
                  <a:lnTo>
                    <a:pt x="4000500" y="3111233"/>
                  </a:lnTo>
                  <a:lnTo>
                    <a:pt x="4000970" y="3112351"/>
                  </a:lnTo>
                  <a:lnTo>
                    <a:pt x="4002836" y="3114217"/>
                  </a:lnTo>
                  <a:lnTo>
                    <a:pt x="4003954" y="3114675"/>
                  </a:lnTo>
                  <a:lnTo>
                    <a:pt x="4006583" y="3114675"/>
                  </a:lnTo>
                  <a:lnTo>
                    <a:pt x="4007701" y="3114217"/>
                  </a:lnTo>
                  <a:lnTo>
                    <a:pt x="4009567" y="3112351"/>
                  </a:lnTo>
                  <a:lnTo>
                    <a:pt x="4010025" y="3111233"/>
                  </a:lnTo>
                  <a:lnTo>
                    <a:pt x="4010025" y="3108604"/>
                  </a:lnTo>
                  <a:close/>
                </a:path>
                <a:path w="4486275" h="3114675">
                  <a:moveTo>
                    <a:pt x="4010025" y="2332317"/>
                  </a:moveTo>
                  <a:lnTo>
                    <a:pt x="4009567" y="2331199"/>
                  </a:lnTo>
                  <a:lnTo>
                    <a:pt x="4007701" y="2329332"/>
                  </a:lnTo>
                  <a:lnTo>
                    <a:pt x="4006583" y="2328862"/>
                  </a:lnTo>
                  <a:lnTo>
                    <a:pt x="4003954" y="2328862"/>
                  </a:lnTo>
                  <a:lnTo>
                    <a:pt x="4002836" y="2329332"/>
                  </a:lnTo>
                  <a:lnTo>
                    <a:pt x="4000970" y="2331199"/>
                  </a:lnTo>
                  <a:lnTo>
                    <a:pt x="4000500" y="2332317"/>
                  </a:lnTo>
                  <a:lnTo>
                    <a:pt x="4000500" y="2334945"/>
                  </a:lnTo>
                  <a:lnTo>
                    <a:pt x="4000970" y="2336063"/>
                  </a:lnTo>
                  <a:lnTo>
                    <a:pt x="4002836" y="2337930"/>
                  </a:lnTo>
                  <a:lnTo>
                    <a:pt x="4003954" y="2338387"/>
                  </a:lnTo>
                  <a:lnTo>
                    <a:pt x="4006583" y="2338387"/>
                  </a:lnTo>
                  <a:lnTo>
                    <a:pt x="4007701" y="2337930"/>
                  </a:lnTo>
                  <a:lnTo>
                    <a:pt x="4009567" y="2336063"/>
                  </a:lnTo>
                  <a:lnTo>
                    <a:pt x="4010025" y="2334945"/>
                  </a:lnTo>
                  <a:lnTo>
                    <a:pt x="4010025" y="2332317"/>
                  </a:lnTo>
                  <a:close/>
                </a:path>
                <a:path w="4486275" h="3114675">
                  <a:moveTo>
                    <a:pt x="4010025" y="1556029"/>
                  </a:moveTo>
                  <a:lnTo>
                    <a:pt x="4009567" y="1554911"/>
                  </a:lnTo>
                  <a:lnTo>
                    <a:pt x="4007701" y="1553044"/>
                  </a:lnTo>
                  <a:lnTo>
                    <a:pt x="4006583" y="1552575"/>
                  </a:lnTo>
                  <a:lnTo>
                    <a:pt x="4003954" y="1552575"/>
                  </a:lnTo>
                  <a:lnTo>
                    <a:pt x="4002836" y="1553044"/>
                  </a:lnTo>
                  <a:lnTo>
                    <a:pt x="4000970" y="1554911"/>
                  </a:lnTo>
                  <a:lnTo>
                    <a:pt x="4000500" y="1556029"/>
                  </a:lnTo>
                  <a:lnTo>
                    <a:pt x="4000500" y="1558658"/>
                  </a:lnTo>
                  <a:lnTo>
                    <a:pt x="4000970" y="1559775"/>
                  </a:lnTo>
                  <a:lnTo>
                    <a:pt x="4002836" y="1561642"/>
                  </a:lnTo>
                  <a:lnTo>
                    <a:pt x="4003954" y="1562100"/>
                  </a:lnTo>
                  <a:lnTo>
                    <a:pt x="4006583" y="1562100"/>
                  </a:lnTo>
                  <a:lnTo>
                    <a:pt x="4007701" y="1561642"/>
                  </a:lnTo>
                  <a:lnTo>
                    <a:pt x="4009567" y="1559775"/>
                  </a:lnTo>
                  <a:lnTo>
                    <a:pt x="4010025" y="1558658"/>
                  </a:lnTo>
                  <a:lnTo>
                    <a:pt x="4010025" y="1556029"/>
                  </a:lnTo>
                  <a:close/>
                </a:path>
                <a:path w="4486275" h="3114675">
                  <a:moveTo>
                    <a:pt x="4010025" y="779741"/>
                  </a:moveTo>
                  <a:lnTo>
                    <a:pt x="4009567" y="778624"/>
                  </a:lnTo>
                  <a:lnTo>
                    <a:pt x="4007701" y="776757"/>
                  </a:lnTo>
                  <a:lnTo>
                    <a:pt x="4006583" y="776287"/>
                  </a:lnTo>
                  <a:lnTo>
                    <a:pt x="4003954" y="776287"/>
                  </a:lnTo>
                  <a:lnTo>
                    <a:pt x="4002836" y="776757"/>
                  </a:lnTo>
                  <a:lnTo>
                    <a:pt x="4000970" y="778624"/>
                  </a:lnTo>
                  <a:lnTo>
                    <a:pt x="4000500" y="779741"/>
                  </a:lnTo>
                  <a:lnTo>
                    <a:pt x="4000500" y="782370"/>
                  </a:lnTo>
                  <a:lnTo>
                    <a:pt x="4000970" y="783488"/>
                  </a:lnTo>
                  <a:lnTo>
                    <a:pt x="4002836" y="785355"/>
                  </a:lnTo>
                  <a:lnTo>
                    <a:pt x="4003954" y="785812"/>
                  </a:lnTo>
                  <a:lnTo>
                    <a:pt x="4006583" y="785812"/>
                  </a:lnTo>
                  <a:lnTo>
                    <a:pt x="4007701" y="785355"/>
                  </a:lnTo>
                  <a:lnTo>
                    <a:pt x="4009567" y="783488"/>
                  </a:lnTo>
                  <a:lnTo>
                    <a:pt x="4010025" y="782370"/>
                  </a:lnTo>
                  <a:lnTo>
                    <a:pt x="4010025" y="779741"/>
                  </a:lnTo>
                  <a:close/>
                </a:path>
                <a:path w="4486275" h="3114675">
                  <a:moveTo>
                    <a:pt x="4010025" y="3454"/>
                  </a:moveTo>
                  <a:lnTo>
                    <a:pt x="4009567" y="2336"/>
                  </a:lnTo>
                  <a:lnTo>
                    <a:pt x="4007701" y="469"/>
                  </a:lnTo>
                  <a:lnTo>
                    <a:pt x="4006583" y="0"/>
                  </a:lnTo>
                  <a:lnTo>
                    <a:pt x="4003954" y="0"/>
                  </a:lnTo>
                  <a:lnTo>
                    <a:pt x="4002836" y="469"/>
                  </a:lnTo>
                  <a:lnTo>
                    <a:pt x="4000970" y="2336"/>
                  </a:lnTo>
                  <a:lnTo>
                    <a:pt x="4000500" y="3454"/>
                  </a:lnTo>
                  <a:lnTo>
                    <a:pt x="4000500" y="6083"/>
                  </a:lnTo>
                  <a:lnTo>
                    <a:pt x="4000970" y="7200"/>
                  </a:lnTo>
                  <a:lnTo>
                    <a:pt x="4002836" y="9067"/>
                  </a:lnTo>
                  <a:lnTo>
                    <a:pt x="4003954" y="9525"/>
                  </a:lnTo>
                  <a:lnTo>
                    <a:pt x="4006583" y="9525"/>
                  </a:lnTo>
                  <a:lnTo>
                    <a:pt x="4007701" y="9067"/>
                  </a:lnTo>
                  <a:lnTo>
                    <a:pt x="4009567" y="7200"/>
                  </a:lnTo>
                  <a:lnTo>
                    <a:pt x="4010025" y="6083"/>
                  </a:lnTo>
                  <a:lnTo>
                    <a:pt x="4010025" y="3454"/>
                  </a:lnTo>
                  <a:close/>
                </a:path>
                <a:path w="4486275" h="3114675">
                  <a:moveTo>
                    <a:pt x="4057650" y="3108604"/>
                  </a:moveTo>
                  <a:lnTo>
                    <a:pt x="4057192" y="3107486"/>
                  </a:lnTo>
                  <a:lnTo>
                    <a:pt x="4055326" y="3105620"/>
                  </a:lnTo>
                  <a:lnTo>
                    <a:pt x="4054208" y="3105150"/>
                  </a:lnTo>
                  <a:lnTo>
                    <a:pt x="4051579" y="3105150"/>
                  </a:lnTo>
                  <a:lnTo>
                    <a:pt x="4050461" y="3105620"/>
                  </a:lnTo>
                  <a:lnTo>
                    <a:pt x="4048595" y="3107486"/>
                  </a:lnTo>
                  <a:lnTo>
                    <a:pt x="4048125" y="3108604"/>
                  </a:lnTo>
                  <a:lnTo>
                    <a:pt x="4048125" y="3111233"/>
                  </a:lnTo>
                  <a:lnTo>
                    <a:pt x="4048595" y="3112351"/>
                  </a:lnTo>
                  <a:lnTo>
                    <a:pt x="4050461" y="3114217"/>
                  </a:lnTo>
                  <a:lnTo>
                    <a:pt x="4051579" y="3114675"/>
                  </a:lnTo>
                  <a:lnTo>
                    <a:pt x="4054208" y="3114675"/>
                  </a:lnTo>
                  <a:lnTo>
                    <a:pt x="4055326" y="3114217"/>
                  </a:lnTo>
                  <a:lnTo>
                    <a:pt x="4057192" y="3112351"/>
                  </a:lnTo>
                  <a:lnTo>
                    <a:pt x="4057650" y="3111233"/>
                  </a:lnTo>
                  <a:lnTo>
                    <a:pt x="4057650" y="3108604"/>
                  </a:lnTo>
                  <a:close/>
                </a:path>
                <a:path w="4486275" h="3114675">
                  <a:moveTo>
                    <a:pt x="4057650" y="2332317"/>
                  </a:moveTo>
                  <a:lnTo>
                    <a:pt x="4057192" y="2331199"/>
                  </a:lnTo>
                  <a:lnTo>
                    <a:pt x="4055326" y="2329332"/>
                  </a:lnTo>
                  <a:lnTo>
                    <a:pt x="4054208" y="2328862"/>
                  </a:lnTo>
                  <a:lnTo>
                    <a:pt x="4051579" y="2328862"/>
                  </a:lnTo>
                  <a:lnTo>
                    <a:pt x="4050461" y="2329332"/>
                  </a:lnTo>
                  <a:lnTo>
                    <a:pt x="4048595" y="2331199"/>
                  </a:lnTo>
                  <a:lnTo>
                    <a:pt x="4048125" y="2332317"/>
                  </a:lnTo>
                  <a:lnTo>
                    <a:pt x="4048125" y="2334945"/>
                  </a:lnTo>
                  <a:lnTo>
                    <a:pt x="4048595" y="2336063"/>
                  </a:lnTo>
                  <a:lnTo>
                    <a:pt x="4050461" y="2337930"/>
                  </a:lnTo>
                  <a:lnTo>
                    <a:pt x="4051579" y="2338387"/>
                  </a:lnTo>
                  <a:lnTo>
                    <a:pt x="4054208" y="2338387"/>
                  </a:lnTo>
                  <a:lnTo>
                    <a:pt x="4055326" y="2337930"/>
                  </a:lnTo>
                  <a:lnTo>
                    <a:pt x="4057192" y="2336063"/>
                  </a:lnTo>
                  <a:lnTo>
                    <a:pt x="4057650" y="2334945"/>
                  </a:lnTo>
                  <a:lnTo>
                    <a:pt x="4057650" y="2332317"/>
                  </a:lnTo>
                  <a:close/>
                </a:path>
                <a:path w="4486275" h="3114675">
                  <a:moveTo>
                    <a:pt x="4057650" y="1556029"/>
                  </a:moveTo>
                  <a:lnTo>
                    <a:pt x="4057192" y="1554911"/>
                  </a:lnTo>
                  <a:lnTo>
                    <a:pt x="4055326" y="1553044"/>
                  </a:lnTo>
                  <a:lnTo>
                    <a:pt x="4054208" y="1552575"/>
                  </a:lnTo>
                  <a:lnTo>
                    <a:pt x="4051579" y="1552575"/>
                  </a:lnTo>
                  <a:lnTo>
                    <a:pt x="4050461" y="1553044"/>
                  </a:lnTo>
                  <a:lnTo>
                    <a:pt x="4048595" y="1554911"/>
                  </a:lnTo>
                  <a:lnTo>
                    <a:pt x="4048125" y="1556029"/>
                  </a:lnTo>
                  <a:lnTo>
                    <a:pt x="4048125" y="1558658"/>
                  </a:lnTo>
                  <a:lnTo>
                    <a:pt x="4048595" y="1559775"/>
                  </a:lnTo>
                  <a:lnTo>
                    <a:pt x="4050461" y="1561642"/>
                  </a:lnTo>
                  <a:lnTo>
                    <a:pt x="4051579" y="1562100"/>
                  </a:lnTo>
                  <a:lnTo>
                    <a:pt x="4054208" y="1562100"/>
                  </a:lnTo>
                  <a:lnTo>
                    <a:pt x="4055326" y="1561642"/>
                  </a:lnTo>
                  <a:lnTo>
                    <a:pt x="4057192" y="1559775"/>
                  </a:lnTo>
                  <a:lnTo>
                    <a:pt x="4057650" y="1558658"/>
                  </a:lnTo>
                  <a:lnTo>
                    <a:pt x="4057650" y="1556029"/>
                  </a:lnTo>
                  <a:close/>
                </a:path>
                <a:path w="4486275" h="3114675">
                  <a:moveTo>
                    <a:pt x="4057650" y="779741"/>
                  </a:moveTo>
                  <a:lnTo>
                    <a:pt x="4057192" y="778624"/>
                  </a:lnTo>
                  <a:lnTo>
                    <a:pt x="4055326" y="776757"/>
                  </a:lnTo>
                  <a:lnTo>
                    <a:pt x="4054208" y="776287"/>
                  </a:lnTo>
                  <a:lnTo>
                    <a:pt x="4051579" y="776287"/>
                  </a:lnTo>
                  <a:lnTo>
                    <a:pt x="4050461" y="776757"/>
                  </a:lnTo>
                  <a:lnTo>
                    <a:pt x="4048595" y="778624"/>
                  </a:lnTo>
                  <a:lnTo>
                    <a:pt x="4048125" y="779741"/>
                  </a:lnTo>
                  <a:lnTo>
                    <a:pt x="4048125" y="782370"/>
                  </a:lnTo>
                  <a:lnTo>
                    <a:pt x="4048595" y="783488"/>
                  </a:lnTo>
                  <a:lnTo>
                    <a:pt x="4050461" y="785355"/>
                  </a:lnTo>
                  <a:lnTo>
                    <a:pt x="4051579" y="785812"/>
                  </a:lnTo>
                  <a:lnTo>
                    <a:pt x="4054208" y="785812"/>
                  </a:lnTo>
                  <a:lnTo>
                    <a:pt x="4055326" y="785355"/>
                  </a:lnTo>
                  <a:lnTo>
                    <a:pt x="4057192" y="783488"/>
                  </a:lnTo>
                  <a:lnTo>
                    <a:pt x="4057650" y="782370"/>
                  </a:lnTo>
                  <a:lnTo>
                    <a:pt x="4057650" y="779741"/>
                  </a:lnTo>
                  <a:close/>
                </a:path>
                <a:path w="4486275" h="3114675">
                  <a:moveTo>
                    <a:pt x="4057650" y="3454"/>
                  </a:moveTo>
                  <a:lnTo>
                    <a:pt x="4057192" y="2336"/>
                  </a:lnTo>
                  <a:lnTo>
                    <a:pt x="4055326" y="469"/>
                  </a:lnTo>
                  <a:lnTo>
                    <a:pt x="4054208" y="0"/>
                  </a:lnTo>
                  <a:lnTo>
                    <a:pt x="4051579" y="0"/>
                  </a:lnTo>
                  <a:lnTo>
                    <a:pt x="4050461" y="469"/>
                  </a:lnTo>
                  <a:lnTo>
                    <a:pt x="4048595" y="2336"/>
                  </a:lnTo>
                  <a:lnTo>
                    <a:pt x="4048125" y="3454"/>
                  </a:lnTo>
                  <a:lnTo>
                    <a:pt x="4048125" y="6083"/>
                  </a:lnTo>
                  <a:lnTo>
                    <a:pt x="4048595" y="7200"/>
                  </a:lnTo>
                  <a:lnTo>
                    <a:pt x="4050461" y="9067"/>
                  </a:lnTo>
                  <a:lnTo>
                    <a:pt x="4051579" y="9525"/>
                  </a:lnTo>
                  <a:lnTo>
                    <a:pt x="4054208" y="9525"/>
                  </a:lnTo>
                  <a:lnTo>
                    <a:pt x="4055326" y="9067"/>
                  </a:lnTo>
                  <a:lnTo>
                    <a:pt x="4057192" y="7200"/>
                  </a:lnTo>
                  <a:lnTo>
                    <a:pt x="4057650" y="6083"/>
                  </a:lnTo>
                  <a:lnTo>
                    <a:pt x="4057650" y="3454"/>
                  </a:lnTo>
                  <a:close/>
                </a:path>
                <a:path w="4486275" h="3114675">
                  <a:moveTo>
                    <a:pt x="4105275" y="3108604"/>
                  </a:moveTo>
                  <a:lnTo>
                    <a:pt x="4104817" y="3107486"/>
                  </a:lnTo>
                  <a:lnTo>
                    <a:pt x="4102951" y="3105620"/>
                  </a:lnTo>
                  <a:lnTo>
                    <a:pt x="4101833" y="3105150"/>
                  </a:lnTo>
                  <a:lnTo>
                    <a:pt x="4099204" y="3105150"/>
                  </a:lnTo>
                  <a:lnTo>
                    <a:pt x="4098086" y="3105620"/>
                  </a:lnTo>
                  <a:lnTo>
                    <a:pt x="4096220" y="3107486"/>
                  </a:lnTo>
                  <a:lnTo>
                    <a:pt x="4095750" y="3108604"/>
                  </a:lnTo>
                  <a:lnTo>
                    <a:pt x="4095750" y="3111233"/>
                  </a:lnTo>
                  <a:lnTo>
                    <a:pt x="4096220" y="3112351"/>
                  </a:lnTo>
                  <a:lnTo>
                    <a:pt x="4098086" y="3114217"/>
                  </a:lnTo>
                  <a:lnTo>
                    <a:pt x="4099204" y="3114675"/>
                  </a:lnTo>
                  <a:lnTo>
                    <a:pt x="4101833" y="3114675"/>
                  </a:lnTo>
                  <a:lnTo>
                    <a:pt x="4102951" y="3114217"/>
                  </a:lnTo>
                  <a:lnTo>
                    <a:pt x="4104817" y="3112351"/>
                  </a:lnTo>
                  <a:lnTo>
                    <a:pt x="4105275" y="3111233"/>
                  </a:lnTo>
                  <a:lnTo>
                    <a:pt x="4105275" y="3108604"/>
                  </a:lnTo>
                  <a:close/>
                </a:path>
                <a:path w="4486275" h="3114675">
                  <a:moveTo>
                    <a:pt x="4105275" y="2332317"/>
                  </a:moveTo>
                  <a:lnTo>
                    <a:pt x="4104817" y="2331199"/>
                  </a:lnTo>
                  <a:lnTo>
                    <a:pt x="4102951" y="2329332"/>
                  </a:lnTo>
                  <a:lnTo>
                    <a:pt x="4101833" y="2328862"/>
                  </a:lnTo>
                  <a:lnTo>
                    <a:pt x="4099204" y="2328862"/>
                  </a:lnTo>
                  <a:lnTo>
                    <a:pt x="4098086" y="2329332"/>
                  </a:lnTo>
                  <a:lnTo>
                    <a:pt x="4096220" y="2331199"/>
                  </a:lnTo>
                  <a:lnTo>
                    <a:pt x="4095750" y="2332317"/>
                  </a:lnTo>
                  <a:lnTo>
                    <a:pt x="4095750" y="2334945"/>
                  </a:lnTo>
                  <a:lnTo>
                    <a:pt x="4096220" y="2336063"/>
                  </a:lnTo>
                  <a:lnTo>
                    <a:pt x="4098086" y="2337930"/>
                  </a:lnTo>
                  <a:lnTo>
                    <a:pt x="4099204" y="2338387"/>
                  </a:lnTo>
                  <a:lnTo>
                    <a:pt x="4101833" y="2338387"/>
                  </a:lnTo>
                  <a:lnTo>
                    <a:pt x="4102951" y="2337930"/>
                  </a:lnTo>
                  <a:lnTo>
                    <a:pt x="4104817" y="2336063"/>
                  </a:lnTo>
                  <a:lnTo>
                    <a:pt x="4105275" y="2334945"/>
                  </a:lnTo>
                  <a:lnTo>
                    <a:pt x="4105275" y="2332317"/>
                  </a:lnTo>
                  <a:close/>
                </a:path>
                <a:path w="4486275" h="3114675">
                  <a:moveTo>
                    <a:pt x="4105275" y="1556029"/>
                  </a:moveTo>
                  <a:lnTo>
                    <a:pt x="4104817" y="1554911"/>
                  </a:lnTo>
                  <a:lnTo>
                    <a:pt x="4102951" y="1553044"/>
                  </a:lnTo>
                  <a:lnTo>
                    <a:pt x="4101833" y="1552575"/>
                  </a:lnTo>
                  <a:lnTo>
                    <a:pt x="4099204" y="1552575"/>
                  </a:lnTo>
                  <a:lnTo>
                    <a:pt x="4098086" y="1553044"/>
                  </a:lnTo>
                  <a:lnTo>
                    <a:pt x="4096220" y="1554911"/>
                  </a:lnTo>
                  <a:lnTo>
                    <a:pt x="4095750" y="1556029"/>
                  </a:lnTo>
                  <a:lnTo>
                    <a:pt x="4095750" y="1558658"/>
                  </a:lnTo>
                  <a:lnTo>
                    <a:pt x="4096220" y="1559775"/>
                  </a:lnTo>
                  <a:lnTo>
                    <a:pt x="4098086" y="1561642"/>
                  </a:lnTo>
                  <a:lnTo>
                    <a:pt x="4099204" y="1562100"/>
                  </a:lnTo>
                  <a:lnTo>
                    <a:pt x="4101833" y="1562100"/>
                  </a:lnTo>
                  <a:lnTo>
                    <a:pt x="4102951" y="1561642"/>
                  </a:lnTo>
                  <a:lnTo>
                    <a:pt x="4104817" y="1559775"/>
                  </a:lnTo>
                  <a:lnTo>
                    <a:pt x="4105275" y="1558658"/>
                  </a:lnTo>
                  <a:lnTo>
                    <a:pt x="4105275" y="1556029"/>
                  </a:lnTo>
                  <a:close/>
                </a:path>
                <a:path w="4486275" h="3114675">
                  <a:moveTo>
                    <a:pt x="4105275" y="779741"/>
                  </a:moveTo>
                  <a:lnTo>
                    <a:pt x="4104817" y="778624"/>
                  </a:lnTo>
                  <a:lnTo>
                    <a:pt x="4102951" y="776757"/>
                  </a:lnTo>
                  <a:lnTo>
                    <a:pt x="4101833" y="776287"/>
                  </a:lnTo>
                  <a:lnTo>
                    <a:pt x="4099204" y="776287"/>
                  </a:lnTo>
                  <a:lnTo>
                    <a:pt x="4098086" y="776757"/>
                  </a:lnTo>
                  <a:lnTo>
                    <a:pt x="4096220" y="778624"/>
                  </a:lnTo>
                  <a:lnTo>
                    <a:pt x="4095750" y="779741"/>
                  </a:lnTo>
                  <a:lnTo>
                    <a:pt x="4095750" y="782370"/>
                  </a:lnTo>
                  <a:lnTo>
                    <a:pt x="4096220" y="783488"/>
                  </a:lnTo>
                  <a:lnTo>
                    <a:pt x="4098086" y="785355"/>
                  </a:lnTo>
                  <a:lnTo>
                    <a:pt x="4099204" y="785812"/>
                  </a:lnTo>
                  <a:lnTo>
                    <a:pt x="4101833" y="785812"/>
                  </a:lnTo>
                  <a:lnTo>
                    <a:pt x="4102951" y="785355"/>
                  </a:lnTo>
                  <a:lnTo>
                    <a:pt x="4104817" y="783488"/>
                  </a:lnTo>
                  <a:lnTo>
                    <a:pt x="4105275" y="782370"/>
                  </a:lnTo>
                  <a:lnTo>
                    <a:pt x="4105275" y="779741"/>
                  </a:lnTo>
                  <a:close/>
                </a:path>
                <a:path w="4486275" h="3114675">
                  <a:moveTo>
                    <a:pt x="4105275" y="3454"/>
                  </a:moveTo>
                  <a:lnTo>
                    <a:pt x="4104817" y="2336"/>
                  </a:lnTo>
                  <a:lnTo>
                    <a:pt x="4102951" y="469"/>
                  </a:lnTo>
                  <a:lnTo>
                    <a:pt x="4101833" y="0"/>
                  </a:lnTo>
                  <a:lnTo>
                    <a:pt x="4099204" y="0"/>
                  </a:lnTo>
                  <a:lnTo>
                    <a:pt x="4098086" y="469"/>
                  </a:lnTo>
                  <a:lnTo>
                    <a:pt x="4096220" y="2336"/>
                  </a:lnTo>
                  <a:lnTo>
                    <a:pt x="4095750" y="3454"/>
                  </a:lnTo>
                  <a:lnTo>
                    <a:pt x="4095750" y="6083"/>
                  </a:lnTo>
                  <a:lnTo>
                    <a:pt x="4096220" y="7200"/>
                  </a:lnTo>
                  <a:lnTo>
                    <a:pt x="4098086" y="9067"/>
                  </a:lnTo>
                  <a:lnTo>
                    <a:pt x="4099204" y="9525"/>
                  </a:lnTo>
                  <a:lnTo>
                    <a:pt x="4101833" y="9525"/>
                  </a:lnTo>
                  <a:lnTo>
                    <a:pt x="4102951" y="9067"/>
                  </a:lnTo>
                  <a:lnTo>
                    <a:pt x="4104817" y="7200"/>
                  </a:lnTo>
                  <a:lnTo>
                    <a:pt x="4105275" y="6083"/>
                  </a:lnTo>
                  <a:lnTo>
                    <a:pt x="4105275" y="3454"/>
                  </a:lnTo>
                  <a:close/>
                </a:path>
                <a:path w="4486275" h="3114675">
                  <a:moveTo>
                    <a:pt x="4152900" y="3108604"/>
                  </a:moveTo>
                  <a:lnTo>
                    <a:pt x="4152442" y="3107486"/>
                  </a:lnTo>
                  <a:lnTo>
                    <a:pt x="4150576" y="3105620"/>
                  </a:lnTo>
                  <a:lnTo>
                    <a:pt x="4149458" y="3105150"/>
                  </a:lnTo>
                  <a:lnTo>
                    <a:pt x="4146829" y="3105150"/>
                  </a:lnTo>
                  <a:lnTo>
                    <a:pt x="4145711" y="3105620"/>
                  </a:lnTo>
                  <a:lnTo>
                    <a:pt x="4143845" y="3107486"/>
                  </a:lnTo>
                  <a:lnTo>
                    <a:pt x="4143375" y="3108604"/>
                  </a:lnTo>
                  <a:lnTo>
                    <a:pt x="4143375" y="3111233"/>
                  </a:lnTo>
                  <a:lnTo>
                    <a:pt x="4143845" y="3112351"/>
                  </a:lnTo>
                  <a:lnTo>
                    <a:pt x="4145711" y="3114217"/>
                  </a:lnTo>
                  <a:lnTo>
                    <a:pt x="4146829" y="3114675"/>
                  </a:lnTo>
                  <a:lnTo>
                    <a:pt x="4149458" y="3114675"/>
                  </a:lnTo>
                  <a:lnTo>
                    <a:pt x="4150576" y="3114217"/>
                  </a:lnTo>
                  <a:lnTo>
                    <a:pt x="4152442" y="3112351"/>
                  </a:lnTo>
                  <a:lnTo>
                    <a:pt x="4152900" y="3111233"/>
                  </a:lnTo>
                  <a:lnTo>
                    <a:pt x="4152900" y="3108604"/>
                  </a:lnTo>
                  <a:close/>
                </a:path>
                <a:path w="4486275" h="3114675">
                  <a:moveTo>
                    <a:pt x="4152900" y="2332317"/>
                  </a:moveTo>
                  <a:lnTo>
                    <a:pt x="4152442" y="2331199"/>
                  </a:lnTo>
                  <a:lnTo>
                    <a:pt x="4150576" y="2329332"/>
                  </a:lnTo>
                  <a:lnTo>
                    <a:pt x="4149458" y="2328862"/>
                  </a:lnTo>
                  <a:lnTo>
                    <a:pt x="4146829" y="2328862"/>
                  </a:lnTo>
                  <a:lnTo>
                    <a:pt x="4145711" y="2329332"/>
                  </a:lnTo>
                  <a:lnTo>
                    <a:pt x="4143845" y="2331199"/>
                  </a:lnTo>
                  <a:lnTo>
                    <a:pt x="4143375" y="2332317"/>
                  </a:lnTo>
                  <a:lnTo>
                    <a:pt x="4143375" y="2334945"/>
                  </a:lnTo>
                  <a:lnTo>
                    <a:pt x="4143845" y="2336063"/>
                  </a:lnTo>
                  <a:lnTo>
                    <a:pt x="4145711" y="2337930"/>
                  </a:lnTo>
                  <a:lnTo>
                    <a:pt x="4146829" y="2338387"/>
                  </a:lnTo>
                  <a:lnTo>
                    <a:pt x="4149458" y="2338387"/>
                  </a:lnTo>
                  <a:lnTo>
                    <a:pt x="4150576" y="2337930"/>
                  </a:lnTo>
                  <a:lnTo>
                    <a:pt x="4152442" y="2336063"/>
                  </a:lnTo>
                  <a:lnTo>
                    <a:pt x="4152900" y="2334945"/>
                  </a:lnTo>
                  <a:lnTo>
                    <a:pt x="4152900" y="2332317"/>
                  </a:lnTo>
                  <a:close/>
                </a:path>
                <a:path w="4486275" h="3114675">
                  <a:moveTo>
                    <a:pt x="4152900" y="1556029"/>
                  </a:moveTo>
                  <a:lnTo>
                    <a:pt x="4152442" y="1554911"/>
                  </a:lnTo>
                  <a:lnTo>
                    <a:pt x="4150576" y="1553044"/>
                  </a:lnTo>
                  <a:lnTo>
                    <a:pt x="4149458" y="1552575"/>
                  </a:lnTo>
                  <a:lnTo>
                    <a:pt x="4146829" y="1552575"/>
                  </a:lnTo>
                  <a:lnTo>
                    <a:pt x="4145711" y="1553044"/>
                  </a:lnTo>
                  <a:lnTo>
                    <a:pt x="4143845" y="1554911"/>
                  </a:lnTo>
                  <a:lnTo>
                    <a:pt x="4143375" y="1556029"/>
                  </a:lnTo>
                  <a:lnTo>
                    <a:pt x="4143375" y="1558658"/>
                  </a:lnTo>
                  <a:lnTo>
                    <a:pt x="4143845" y="1559775"/>
                  </a:lnTo>
                  <a:lnTo>
                    <a:pt x="4145711" y="1561642"/>
                  </a:lnTo>
                  <a:lnTo>
                    <a:pt x="4146829" y="1562100"/>
                  </a:lnTo>
                  <a:lnTo>
                    <a:pt x="4149458" y="1562100"/>
                  </a:lnTo>
                  <a:lnTo>
                    <a:pt x="4150576" y="1561642"/>
                  </a:lnTo>
                  <a:lnTo>
                    <a:pt x="4152442" y="1559775"/>
                  </a:lnTo>
                  <a:lnTo>
                    <a:pt x="4152900" y="1558658"/>
                  </a:lnTo>
                  <a:lnTo>
                    <a:pt x="4152900" y="1556029"/>
                  </a:lnTo>
                  <a:close/>
                </a:path>
                <a:path w="4486275" h="3114675">
                  <a:moveTo>
                    <a:pt x="4152900" y="779741"/>
                  </a:moveTo>
                  <a:lnTo>
                    <a:pt x="4152442" y="778624"/>
                  </a:lnTo>
                  <a:lnTo>
                    <a:pt x="4150576" y="776757"/>
                  </a:lnTo>
                  <a:lnTo>
                    <a:pt x="4149458" y="776287"/>
                  </a:lnTo>
                  <a:lnTo>
                    <a:pt x="4146829" y="776287"/>
                  </a:lnTo>
                  <a:lnTo>
                    <a:pt x="4145711" y="776757"/>
                  </a:lnTo>
                  <a:lnTo>
                    <a:pt x="4143845" y="778624"/>
                  </a:lnTo>
                  <a:lnTo>
                    <a:pt x="4143375" y="779741"/>
                  </a:lnTo>
                  <a:lnTo>
                    <a:pt x="4143375" y="782370"/>
                  </a:lnTo>
                  <a:lnTo>
                    <a:pt x="4143845" y="783488"/>
                  </a:lnTo>
                  <a:lnTo>
                    <a:pt x="4145711" y="785355"/>
                  </a:lnTo>
                  <a:lnTo>
                    <a:pt x="4146829" y="785812"/>
                  </a:lnTo>
                  <a:lnTo>
                    <a:pt x="4149458" y="785812"/>
                  </a:lnTo>
                  <a:lnTo>
                    <a:pt x="4150576" y="785355"/>
                  </a:lnTo>
                  <a:lnTo>
                    <a:pt x="4152442" y="783488"/>
                  </a:lnTo>
                  <a:lnTo>
                    <a:pt x="4152900" y="782370"/>
                  </a:lnTo>
                  <a:lnTo>
                    <a:pt x="4152900" y="779741"/>
                  </a:lnTo>
                  <a:close/>
                </a:path>
                <a:path w="4486275" h="3114675">
                  <a:moveTo>
                    <a:pt x="4152900" y="3454"/>
                  </a:moveTo>
                  <a:lnTo>
                    <a:pt x="4152442" y="2336"/>
                  </a:lnTo>
                  <a:lnTo>
                    <a:pt x="4150576" y="469"/>
                  </a:lnTo>
                  <a:lnTo>
                    <a:pt x="4149458" y="0"/>
                  </a:lnTo>
                  <a:lnTo>
                    <a:pt x="4146829" y="0"/>
                  </a:lnTo>
                  <a:lnTo>
                    <a:pt x="4145711" y="469"/>
                  </a:lnTo>
                  <a:lnTo>
                    <a:pt x="4143845" y="2336"/>
                  </a:lnTo>
                  <a:lnTo>
                    <a:pt x="4143375" y="3454"/>
                  </a:lnTo>
                  <a:lnTo>
                    <a:pt x="4143375" y="6083"/>
                  </a:lnTo>
                  <a:lnTo>
                    <a:pt x="4143845" y="7200"/>
                  </a:lnTo>
                  <a:lnTo>
                    <a:pt x="4145711" y="9067"/>
                  </a:lnTo>
                  <a:lnTo>
                    <a:pt x="4146829" y="9525"/>
                  </a:lnTo>
                  <a:lnTo>
                    <a:pt x="4149458" y="9525"/>
                  </a:lnTo>
                  <a:lnTo>
                    <a:pt x="4150576" y="9067"/>
                  </a:lnTo>
                  <a:lnTo>
                    <a:pt x="4152442" y="7200"/>
                  </a:lnTo>
                  <a:lnTo>
                    <a:pt x="4152900" y="6083"/>
                  </a:lnTo>
                  <a:lnTo>
                    <a:pt x="4152900" y="3454"/>
                  </a:lnTo>
                  <a:close/>
                </a:path>
                <a:path w="4486275" h="3114675">
                  <a:moveTo>
                    <a:pt x="4200525" y="3108604"/>
                  </a:moveTo>
                  <a:lnTo>
                    <a:pt x="4200067" y="3107486"/>
                  </a:lnTo>
                  <a:lnTo>
                    <a:pt x="4198201" y="3105620"/>
                  </a:lnTo>
                  <a:lnTo>
                    <a:pt x="4197083" y="3105150"/>
                  </a:lnTo>
                  <a:lnTo>
                    <a:pt x="4194454" y="3105150"/>
                  </a:lnTo>
                  <a:lnTo>
                    <a:pt x="4193336" y="3105620"/>
                  </a:lnTo>
                  <a:lnTo>
                    <a:pt x="4191470" y="3107486"/>
                  </a:lnTo>
                  <a:lnTo>
                    <a:pt x="4191000" y="3108604"/>
                  </a:lnTo>
                  <a:lnTo>
                    <a:pt x="4191000" y="3111233"/>
                  </a:lnTo>
                  <a:lnTo>
                    <a:pt x="4191470" y="3112351"/>
                  </a:lnTo>
                  <a:lnTo>
                    <a:pt x="4193336" y="3114217"/>
                  </a:lnTo>
                  <a:lnTo>
                    <a:pt x="4194454" y="3114675"/>
                  </a:lnTo>
                  <a:lnTo>
                    <a:pt x="4197083" y="3114675"/>
                  </a:lnTo>
                  <a:lnTo>
                    <a:pt x="4198201" y="3114217"/>
                  </a:lnTo>
                  <a:lnTo>
                    <a:pt x="4200067" y="3112351"/>
                  </a:lnTo>
                  <a:lnTo>
                    <a:pt x="4200525" y="3111233"/>
                  </a:lnTo>
                  <a:lnTo>
                    <a:pt x="4200525" y="3108604"/>
                  </a:lnTo>
                  <a:close/>
                </a:path>
                <a:path w="4486275" h="3114675">
                  <a:moveTo>
                    <a:pt x="4200525" y="2332317"/>
                  </a:moveTo>
                  <a:lnTo>
                    <a:pt x="4200067" y="2331199"/>
                  </a:lnTo>
                  <a:lnTo>
                    <a:pt x="4198201" y="2329332"/>
                  </a:lnTo>
                  <a:lnTo>
                    <a:pt x="4197083" y="2328862"/>
                  </a:lnTo>
                  <a:lnTo>
                    <a:pt x="4194454" y="2328862"/>
                  </a:lnTo>
                  <a:lnTo>
                    <a:pt x="4193336" y="2329332"/>
                  </a:lnTo>
                  <a:lnTo>
                    <a:pt x="4191470" y="2331199"/>
                  </a:lnTo>
                  <a:lnTo>
                    <a:pt x="4191000" y="2332317"/>
                  </a:lnTo>
                  <a:lnTo>
                    <a:pt x="4191000" y="2334945"/>
                  </a:lnTo>
                  <a:lnTo>
                    <a:pt x="4191470" y="2336063"/>
                  </a:lnTo>
                  <a:lnTo>
                    <a:pt x="4193336" y="2337930"/>
                  </a:lnTo>
                  <a:lnTo>
                    <a:pt x="4194454" y="2338387"/>
                  </a:lnTo>
                  <a:lnTo>
                    <a:pt x="4197083" y="2338387"/>
                  </a:lnTo>
                  <a:lnTo>
                    <a:pt x="4198201" y="2337930"/>
                  </a:lnTo>
                  <a:lnTo>
                    <a:pt x="4200067" y="2336063"/>
                  </a:lnTo>
                  <a:lnTo>
                    <a:pt x="4200525" y="2334945"/>
                  </a:lnTo>
                  <a:lnTo>
                    <a:pt x="4200525" y="2332317"/>
                  </a:lnTo>
                  <a:close/>
                </a:path>
                <a:path w="4486275" h="3114675">
                  <a:moveTo>
                    <a:pt x="4200525" y="1556029"/>
                  </a:moveTo>
                  <a:lnTo>
                    <a:pt x="4200067" y="1554911"/>
                  </a:lnTo>
                  <a:lnTo>
                    <a:pt x="4198201" y="1553044"/>
                  </a:lnTo>
                  <a:lnTo>
                    <a:pt x="4197083" y="1552575"/>
                  </a:lnTo>
                  <a:lnTo>
                    <a:pt x="4194454" y="1552575"/>
                  </a:lnTo>
                  <a:lnTo>
                    <a:pt x="4193336" y="1553044"/>
                  </a:lnTo>
                  <a:lnTo>
                    <a:pt x="4191470" y="1554911"/>
                  </a:lnTo>
                  <a:lnTo>
                    <a:pt x="4191000" y="1556029"/>
                  </a:lnTo>
                  <a:lnTo>
                    <a:pt x="4191000" y="1558658"/>
                  </a:lnTo>
                  <a:lnTo>
                    <a:pt x="4191470" y="1559775"/>
                  </a:lnTo>
                  <a:lnTo>
                    <a:pt x="4193336" y="1561642"/>
                  </a:lnTo>
                  <a:lnTo>
                    <a:pt x="4194454" y="1562100"/>
                  </a:lnTo>
                  <a:lnTo>
                    <a:pt x="4197083" y="1562100"/>
                  </a:lnTo>
                  <a:lnTo>
                    <a:pt x="4198201" y="1561642"/>
                  </a:lnTo>
                  <a:lnTo>
                    <a:pt x="4200067" y="1559775"/>
                  </a:lnTo>
                  <a:lnTo>
                    <a:pt x="4200525" y="1558658"/>
                  </a:lnTo>
                  <a:lnTo>
                    <a:pt x="4200525" y="1556029"/>
                  </a:lnTo>
                  <a:close/>
                </a:path>
                <a:path w="4486275" h="3114675">
                  <a:moveTo>
                    <a:pt x="4200525" y="779741"/>
                  </a:moveTo>
                  <a:lnTo>
                    <a:pt x="4200067" y="778624"/>
                  </a:lnTo>
                  <a:lnTo>
                    <a:pt x="4198201" y="776757"/>
                  </a:lnTo>
                  <a:lnTo>
                    <a:pt x="4197083" y="776287"/>
                  </a:lnTo>
                  <a:lnTo>
                    <a:pt x="4194454" y="776287"/>
                  </a:lnTo>
                  <a:lnTo>
                    <a:pt x="4193336" y="776757"/>
                  </a:lnTo>
                  <a:lnTo>
                    <a:pt x="4191470" y="778624"/>
                  </a:lnTo>
                  <a:lnTo>
                    <a:pt x="4191000" y="779741"/>
                  </a:lnTo>
                  <a:lnTo>
                    <a:pt x="4191000" y="782370"/>
                  </a:lnTo>
                  <a:lnTo>
                    <a:pt x="4191470" y="783488"/>
                  </a:lnTo>
                  <a:lnTo>
                    <a:pt x="4193336" y="785355"/>
                  </a:lnTo>
                  <a:lnTo>
                    <a:pt x="4194454" y="785812"/>
                  </a:lnTo>
                  <a:lnTo>
                    <a:pt x="4197083" y="785812"/>
                  </a:lnTo>
                  <a:lnTo>
                    <a:pt x="4198201" y="785355"/>
                  </a:lnTo>
                  <a:lnTo>
                    <a:pt x="4200067" y="783488"/>
                  </a:lnTo>
                  <a:lnTo>
                    <a:pt x="4200525" y="782370"/>
                  </a:lnTo>
                  <a:lnTo>
                    <a:pt x="4200525" y="779741"/>
                  </a:lnTo>
                  <a:close/>
                </a:path>
                <a:path w="4486275" h="3114675">
                  <a:moveTo>
                    <a:pt x="4200525" y="3454"/>
                  </a:moveTo>
                  <a:lnTo>
                    <a:pt x="4200067" y="2336"/>
                  </a:lnTo>
                  <a:lnTo>
                    <a:pt x="4198201" y="469"/>
                  </a:lnTo>
                  <a:lnTo>
                    <a:pt x="4197083" y="0"/>
                  </a:lnTo>
                  <a:lnTo>
                    <a:pt x="4194454" y="0"/>
                  </a:lnTo>
                  <a:lnTo>
                    <a:pt x="4193336" y="469"/>
                  </a:lnTo>
                  <a:lnTo>
                    <a:pt x="4191470" y="2336"/>
                  </a:lnTo>
                  <a:lnTo>
                    <a:pt x="4191000" y="3454"/>
                  </a:lnTo>
                  <a:lnTo>
                    <a:pt x="4191000" y="6083"/>
                  </a:lnTo>
                  <a:lnTo>
                    <a:pt x="4191470" y="7200"/>
                  </a:lnTo>
                  <a:lnTo>
                    <a:pt x="4193336" y="9067"/>
                  </a:lnTo>
                  <a:lnTo>
                    <a:pt x="4194454" y="9525"/>
                  </a:lnTo>
                  <a:lnTo>
                    <a:pt x="4197083" y="9525"/>
                  </a:lnTo>
                  <a:lnTo>
                    <a:pt x="4198201" y="9067"/>
                  </a:lnTo>
                  <a:lnTo>
                    <a:pt x="4200067" y="7200"/>
                  </a:lnTo>
                  <a:lnTo>
                    <a:pt x="4200525" y="6083"/>
                  </a:lnTo>
                  <a:lnTo>
                    <a:pt x="4200525" y="3454"/>
                  </a:lnTo>
                  <a:close/>
                </a:path>
                <a:path w="4486275" h="3114675">
                  <a:moveTo>
                    <a:pt x="4248150" y="3108604"/>
                  </a:moveTo>
                  <a:lnTo>
                    <a:pt x="4247693" y="3107486"/>
                  </a:lnTo>
                  <a:lnTo>
                    <a:pt x="4245826" y="3105620"/>
                  </a:lnTo>
                  <a:lnTo>
                    <a:pt x="4244708" y="3105150"/>
                  </a:lnTo>
                  <a:lnTo>
                    <a:pt x="4242079" y="3105150"/>
                  </a:lnTo>
                  <a:lnTo>
                    <a:pt x="4240962" y="3105620"/>
                  </a:lnTo>
                  <a:lnTo>
                    <a:pt x="4239095" y="3107486"/>
                  </a:lnTo>
                  <a:lnTo>
                    <a:pt x="4238625" y="3108604"/>
                  </a:lnTo>
                  <a:lnTo>
                    <a:pt x="4238625" y="3111233"/>
                  </a:lnTo>
                  <a:lnTo>
                    <a:pt x="4239095" y="3112351"/>
                  </a:lnTo>
                  <a:lnTo>
                    <a:pt x="4240962" y="3114217"/>
                  </a:lnTo>
                  <a:lnTo>
                    <a:pt x="4242079" y="3114675"/>
                  </a:lnTo>
                  <a:lnTo>
                    <a:pt x="4244708" y="3114675"/>
                  </a:lnTo>
                  <a:lnTo>
                    <a:pt x="4245826" y="3114217"/>
                  </a:lnTo>
                  <a:lnTo>
                    <a:pt x="4247693" y="3112351"/>
                  </a:lnTo>
                  <a:lnTo>
                    <a:pt x="4248150" y="3111233"/>
                  </a:lnTo>
                  <a:lnTo>
                    <a:pt x="4248150" y="3108604"/>
                  </a:lnTo>
                  <a:close/>
                </a:path>
                <a:path w="4486275" h="3114675">
                  <a:moveTo>
                    <a:pt x="4248150" y="2332317"/>
                  </a:moveTo>
                  <a:lnTo>
                    <a:pt x="4247693" y="2331199"/>
                  </a:lnTo>
                  <a:lnTo>
                    <a:pt x="4245826" y="2329332"/>
                  </a:lnTo>
                  <a:lnTo>
                    <a:pt x="4244708" y="2328862"/>
                  </a:lnTo>
                  <a:lnTo>
                    <a:pt x="4242079" y="2328862"/>
                  </a:lnTo>
                  <a:lnTo>
                    <a:pt x="4240962" y="2329332"/>
                  </a:lnTo>
                  <a:lnTo>
                    <a:pt x="4239095" y="2331199"/>
                  </a:lnTo>
                  <a:lnTo>
                    <a:pt x="4238625" y="2332317"/>
                  </a:lnTo>
                  <a:lnTo>
                    <a:pt x="4238625" y="2334945"/>
                  </a:lnTo>
                  <a:lnTo>
                    <a:pt x="4239095" y="2336063"/>
                  </a:lnTo>
                  <a:lnTo>
                    <a:pt x="4240962" y="2337930"/>
                  </a:lnTo>
                  <a:lnTo>
                    <a:pt x="4242079" y="2338387"/>
                  </a:lnTo>
                  <a:lnTo>
                    <a:pt x="4244708" y="2338387"/>
                  </a:lnTo>
                  <a:lnTo>
                    <a:pt x="4245826" y="2337930"/>
                  </a:lnTo>
                  <a:lnTo>
                    <a:pt x="4247693" y="2336063"/>
                  </a:lnTo>
                  <a:lnTo>
                    <a:pt x="4248150" y="2334945"/>
                  </a:lnTo>
                  <a:lnTo>
                    <a:pt x="4248150" y="2332317"/>
                  </a:lnTo>
                  <a:close/>
                </a:path>
                <a:path w="4486275" h="3114675">
                  <a:moveTo>
                    <a:pt x="4248150" y="1556029"/>
                  </a:moveTo>
                  <a:lnTo>
                    <a:pt x="4247693" y="1554911"/>
                  </a:lnTo>
                  <a:lnTo>
                    <a:pt x="4245826" y="1553044"/>
                  </a:lnTo>
                  <a:lnTo>
                    <a:pt x="4244708" y="1552575"/>
                  </a:lnTo>
                  <a:lnTo>
                    <a:pt x="4242079" y="1552575"/>
                  </a:lnTo>
                  <a:lnTo>
                    <a:pt x="4240962" y="1553044"/>
                  </a:lnTo>
                  <a:lnTo>
                    <a:pt x="4239095" y="1554911"/>
                  </a:lnTo>
                  <a:lnTo>
                    <a:pt x="4238625" y="1556029"/>
                  </a:lnTo>
                  <a:lnTo>
                    <a:pt x="4238625" y="1558658"/>
                  </a:lnTo>
                  <a:lnTo>
                    <a:pt x="4239095" y="1559775"/>
                  </a:lnTo>
                  <a:lnTo>
                    <a:pt x="4240962" y="1561642"/>
                  </a:lnTo>
                  <a:lnTo>
                    <a:pt x="4242079" y="1562100"/>
                  </a:lnTo>
                  <a:lnTo>
                    <a:pt x="4244708" y="1562100"/>
                  </a:lnTo>
                  <a:lnTo>
                    <a:pt x="4245826" y="1561642"/>
                  </a:lnTo>
                  <a:lnTo>
                    <a:pt x="4247693" y="1559775"/>
                  </a:lnTo>
                  <a:lnTo>
                    <a:pt x="4248150" y="1558658"/>
                  </a:lnTo>
                  <a:lnTo>
                    <a:pt x="4248150" y="1556029"/>
                  </a:lnTo>
                  <a:close/>
                </a:path>
                <a:path w="4486275" h="3114675">
                  <a:moveTo>
                    <a:pt x="4248150" y="779741"/>
                  </a:moveTo>
                  <a:lnTo>
                    <a:pt x="4247693" y="778624"/>
                  </a:lnTo>
                  <a:lnTo>
                    <a:pt x="4245826" y="776757"/>
                  </a:lnTo>
                  <a:lnTo>
                    <a:pt x="4244708" y="776287"/>
                  </a:lnTo>
                  <a:lnTo>
                    <a:pt x="4242079" y="776287"/>
                  </a:lnTo>
                  <a:lnTo>
                    <a:pt x="4240962" y="776757"/>
                  </a:lnTo>
                  <a:lnTo>
                    <a:pt x="4239095" y="778624"/>
                  </a:lnTo>
                  <a:lnTo>
                    <a:pt x="4238625" y="779741"/>
                  </a:lnTo>
                  <a:lnTo>
                    <a:pt x="4238625" y="782370"/>
                  </a:lnTo>
                  <a:lnTo>
                    <a:pt x="4239095" y="783488"/>
                  </a:lnTo>
                  <a:lnTo>
                    <a:pt x="4240962" y="785355"/>
                  </a:lnTo>
                  <a:lnTo>
                    <a:pt x="4242079" y="785812"/>
                  </a:lnTo>
                  <a:lnTo>
                    <a:pt x="4244708" y="785812"/>
                  </a:lnTo>
                  <a:lnTo>
                    <a:pt x="4245826" y="785355"/>
                  </a:lnTo>
                  <a:lnTo>
                    <a:pt x="4247693" y="783488"/>
                  </a:lnTo>
                  <a:lnTo>
                    <a:pt x="4248150" y="782370"/>
                  </a:lnTo>
                  <a:lnTo>
                    <a:pt x="4248150" y="779741"/>
                  </a:lnTo>
                  <a:close/>
                </a:path>
                <a:path w="4486275" h="3114675">
                  <a:moveTo>
                    <a:pt x="4248150" y="3454"/>
                  </a:moveTo>
                  <a:lnTo>
                    <a:pt x="4247693" y="2336"/>
                  </a:lnTo>
                  <a:lnTo>
                    <a:pt x="4245826" y="469"/>
                  </a:lnTo>
                  <a:lnTo>
                    <a:pt x="4244708" y="0"/>
                  </a:lnTo>
                  <a:lnTo>
                    <a:pt x="4242079" y="0"/>
                  </a:lnTo>
                  <a:lnTo>
                    <a:pt x="4240962" y="469"/>
                  </a:lnTo>
                  <a:lnTo>
                    <a:pt x="4239095" y="2336"/>
                  </a:lnTo>
                  <a:lnTo>
                    <a:pt x="4238625" y="3454"/>
                  </a:lnTo>
                  <a:lnTo>
                    <a:pt x="4238625" y="6083"/>
                  </a:lnTo>
                  <a:lnTo>
                    <a:pt x="4239095" y="7200"/>
                  </a:lnTo>
                  <a:lnTo>
                    <a:pt x="4240962" y="9067"/>
                  </a:lnTo>
                  <a:lnTo>
                    <a:pt x="4242079" y="9525"/>
                  </a:lnTo>
                  <a:lnTo>
                    <a:pt x="4244708" y="9525"/>
                  </a:lnTo>
                  <a:lnTo>
                    <a:pt x="4245826" y="9067"/>
                  </a:lnTo>
                  <a:lnTo>
                    <a:pt x="4247693" y="7200"/>
                  </a:lnTo>
                  <a:lnTo>
                    <a:pt x="4248150" y="6083"/>
                  </a:lnTo>
                  <a:lnTo>
                    <a:pt x="4248150" y="3454"/>
                  </a:lnTo>
                  <a:close/>
                </a:path>
                <a:path w="4486275" h="3114675">
                  <a:moveTo>
                    <a:pt x="4295775" y="3108604"/>
                  </a:moveTo>
                  <a:lnTo>
                    <a:pt x="4295318" y="3107486"/>
                  </a:lnTo>
                  <a:lnTo>
                    <a:pt x="4293451" y="3105620"/>
                  </a:lnTo>
                  <a:lnTo>
                    <a:pt x="4292333" y="3105150"/>
                  </a:lnTo>
                  <a:lnTo>
                    <a:pt x="4289704" y="3105150"/>
                  </a:lnTo>
                  <a:lnTo>
                    <a:pt x="4288587" y="3105620"/>
                  </a:lnTo>
                  <a:lnTo>
                    <a:pt x="4286720" y="3107486"/>
                  </a:lnTo>
                  <a:lnTo>
                    <a:pt x="4286250" y="3108604"/>
                  </a:lnTo>
                  <a:lnTo>
                    <a:pt x="4286250" y="3111233"/>
                  </a:lnTo>
                  <a:lnTo>
                    <a:pt x="4286720" y="3112351"/>
                  </a:lnTo>
                  <a:lnTo>
                    <a:pt x="4288587" y="3114217"/>
                  </a:lnTo>
                  <a:lnTo>
                    <a:pt x="4289704" y="3114675"/>
                  </a:lnTo>
                  <a:lnTo>
                    <a:pt x="4292333" y="3114675"/>
                  </a:lnTo>
                  <a:lnTo>
                    <a:pt x="4293451" y="3114217"/>
                  </a:lnTo>
                  <a:lnTo>
                    <a:pt x="4295318" y="3112351"/>
                  </a:lnTo>
                  <a:lnTo>
                    <a:pt x="4295775" y="3111233"/>
                  </a:lnTo>
                  <a:lnTo>
                    <a:pt x="4295775" y="3108604"/>
                  </a:lnTo>
                  <a:close/>
                </a:path>
                <a:path w="4486275" h="3114675">
                  <a:moveTo>
                    <a:pt x="4295775" y="2332317"/>
                  </a:moveTo>
                  <a:lnTo>
                    <a:pt x="4295318" y="2331199"/>
                  </a:lnTo>
                  <a:lnTo>
                    <a:pt x="4293451" y="2329332"/>
                  </a:lnTo>
                  <a:lnTo>
                    <a:pt x="4292333" y="2328862"/>
                  </a:lnTo>
                  <a:lnTo>
                    <a:pt x="4289704" y="2328862"/>
                  </a:lnTo>
                  <a:lnTo>
                    <a:pt x="4288587" y="2329332"/>
                  </a:lnTo>
                  <a:lnTo>
                    <a:pt x="4286720" y="2331199"/>
                  </a:lnTo>
                  <a:lnTo>
                    <a:pt x="4286250" y="2332317"/>
                  </a:lnTo>
                  <a:lnTo>
                    <a:pt x="4286250" y="2334945"/>
                  </a:lnTo>
                  <a:lnTo>
                    <a:pt x="4286720" y="2336063"/>
                  </a:lnTo>
                  <a:lnTo>
                    <a:pt x="4288587" y="2337930"/>
                  </a:lnTo>
                  <a:lnTo>
                    <a:pt x="4289704" y="2338387"/>
                  </a:lnTo>
                  <a:lnTo>
                    <a:pt x="4292333" y="2338387"/>
                  </a:lnTo>
                  <a:lnTo>
                    <a:pt x="4293451" y="2337930"/>
                  </a:lnTo>
                  <a:lnTo>
                    <a:pt x="4295318" y="2336063"/>
                  </a:lnTo>
                  <a:lnTo>
                    <a:pt x="4295775" y="2334945"/>
                  </a:lnTo>
                  <a:lnTo>
                    <a:pt x="4295775" y="2332317"/>
                  </a:lnTo>
                  <a:close/>
                </a:path>
                <a:path w="4486275" h="3114675">
                  <a:moveTo>
                    <a:pt x="4295775" y="1556029"/>
                  </a:moveTo>
                  <a:lnTo>
                    <a:pt x="4295318" y="1554911"/>
                  </a:lnTo>
                  <a:lnTo>
                    <a:pt x="4293451" y="1553044"/>
                  </a:lnTo>
                  <a:lnTo>
                    <a:pt x="4292333" y="1552575"/>
                  </a:lnTo>
                  <a:lnTo>
                    <a:pt x="4289704" y="1552575"/>
                  </a:lnTo>
                  <a:lnTo>
                    <a:pt x="4288587" y="1553044"/>
                  </a:lnTo>
                  <a:lnTo>
                    <a:pt x="4286720" y="1554911"/>
                  </a:lnTo>
                  <a:lnTo>
                    <a:pt x="4286250" y="1556029"/>
                  </a:lnTo>
                  <a:lnTo>
                    <a:pt x="4286250" y="1558658"/>
                  </a:lnTo>
                  <a:lnTo>
                    <a:pt x="4286720" y="1559775"/>
                  </a:lnTo>
                  <a:lnTo>
                    <a:pt x="4288587" y="1561642"/>
                  </a:lnTo>
                  <a:lnTo>
                    <a:pt x="4289704" y="1562100"/>
                  </a:lnTo>
                  <a:lnTo>
                    <a:pt x="4292333" y="1562100"/>
                  </a:lnTo>
                  <a:lnTo>
                    <a:pt x="4293451" y="1561642"/>
                  </a:lnTo>
                  <a:lnTo>
                    <a:pt x="4295318" y="1559775"/>
                  </a:lnTo>
                  <a:lnTo>
                    <a:pt x="4295775" y="1558658"/>
                  </a:lnTo>
                  <a:lnTo>
                    <a:pt x="4295775" y="1556029"/>
                  </a:lnTo>
                  <a:close/>
                </a:path>
                <a:path w="4486275" h="3114675">
                  <a:moveTo>
                    <a:pt x="4295775" y="779741"/>
                  </a:moveTo>
                  <a:lnTo>
                    <a:pt x="4295318" y="778624"/>
                  </a:lnTo>
                  <a:lnTo>
                    <a:pt x="4293451" y="776757"/>
                  </a:lnTo>
                  <a:lnTo>
                    <a:pt x="4292333" y="776287"/>
                  </a:lnTo>
                  <a:lnTo>
                    <a:pt x="4289704" y="776287"/>
                  </a:lnTo>
                  <a:lnTo>
                    <a:pt x="4288587" y="776757"/>
                  </a:lnTo>
                  <a:lnTo>
                    <a:pt x="4286720" y="778624"/>
                  </a:lnTo>
                  <a:lnTo>
                    <a:pt x="4286250" y="779741"/>
                  </a:lnTo>
                  <a:lnTo>
                    <a:pt x="4286250" y="782370"/>
                  </a:lnTo>
                  <a:lnTo>
                    <a:pt x="4286720" y="783488"/>
                  </a:lnTo>
                  <a:lnTo>
                    <a:pt x="4288587" y="785355"/>
                  </a:lnTo>
                  <a:lnTo>
                    <a:pt x="4289704" y="785812"/>
                  </a:lnTo>
                  <a:lnTo>
                    <a:pt x="4292333" y="785812"/>
                  </a:lnTo>
                  <a:lnTo>
                    <a:pt x="4293451" y="785355"/>
                  </a:lnTo>
                  <a:lnTo>
                    <a:pt x="4295318" y="783488"/>
                  </a:lnTo>
                  <a:lnTo>
                    <a:pt x="4295775" y="782370"/>
                  </a:lnTo>
                  <a:lnTo>
                    <a:pt x="4295775" y="779741"/>
                  </a:lnTo>
                  <a:close/>
                </a:path>
                <a:path w="4486275" h="3114675">
                  <a:moveTo>
                    <a:pt x="4295775" y="3454"/>
                  </a:moveTo>
                  <a:lnTo>
                    <a:pt x="4295318" y="2336"/>
                  </a:lnTo>
                  <a:lnTo>
                    <a:pt x="4293451" y="469"/>
                  </a:lnTo>
                  <a:lnTo>
                    <a:pt x="4292333" y="0"/>
                  </a:lnTo>
                  <a:lnTo>
                    <a:pt x="4289704" y="0"/>
                  </a:lnTo>
                  <a:lnTo>
                    <a:pt x="4288587" y="469"/>
                  </a:lnTo>
                  <a:lnTo>
                    <a:pt x="4286720" y="2336"/>
                  </a:lnTo>
                  <a:lnTo>
                    <a:pt x="4286250" y="3454"/>
                  </a:lnTo>
                  <a:lnTo>
                    <a:pt x="4286250" y="6083"/>
                  </a:lnTo>
                  <a:lnTo>
                    <a:pt x="4286720" y="7200"/>
                  </a:lnTo>
                  <a:lnTo>
                    <a:pt x="4288587" y="9067"/>
                  </a:lnTo>
                  <a:lnTo>
                    <a:pt x="4289704" y="9525"/>
                  </a:lnTo>
                  <a:lnTo>
                    <a:pt x="4292333" y="9525"/>
                  </a:lnTo>
                  <a:lnTo>
                    <a:pt x="4293451" y="9067"/>
                  </a:lnTo>
                  <a:lnTo>
                    <a:pt x="4295318" y="7200"/>
                  </a:lnTo>
                  <a:lnTo>
                    <a:pt x="4295775" y="6083"/>
                  </a:lnTo>
                  <a:lnTo>
                    <a:pt x="4295775" y="3454"/>
                  </a:lnTo>
                  <a:close/>
                </a:path>
                <a:path w="4486275" h="3114675">
                  <a:moveTo>
                    <a:pt x="4343400" y="3108604"/>
                  </a:moveTo>
                  <a:lnTo>
                    <a:pt x="4342943" y="3107486"/>
                  </a:lnTo>
                  <a:lnTo>
                    <a:pt x="4341076" y="3105620"/>
                  </a:lnTo>
                  <a:lnTo>
                    <a:pt x="4339958" y="3105150"/>
                  </a:lnTo>
                  <a:lnTo>
                    <a:pt x="4337329" y="3105150"/>
                  </a:lnTo>
                  <a:lnTo>
                    <a:pt x="4336199" y="3105620"/>
                  </a:lnTo>
                  <a:lnTo>
                    <a:pt x="4334345" y="3107486"/>
                  </a:lnTo>
                  <a:lnTo>
                    <a:pt x="4333875" y="3108604"/>
                  </a:lnTo>
                  <a:lnTo>
                    <a:pt x="4333875" y="3111233"/>
                  </a:lnTo>
                  <a:lnTo>
                    <a:pt x="4334345" y="3112351"/>
                  </a:lnTo>
                  <a:lnTo>
                    <a:pt x="4336199" y="3114217"/>
                  </a:lnTo>
                  <a:lnTo>
                    <a:pt x="4337329" y="3114675"/>
                  </a:lnTo>
                  <a:lnTo>
                    <a:pt x="4339958" y="3114675"/>
                  </a:lnTo>
                  <a:lnTo>
                    <a:pt x="4341076" y="3114217"/>
                  </a:lnTo>
                  <a:lnTo>
                    <a:pt x="4342943" y="3112351"/>
                  </a:lnTo>
                  <a:lnTo>
                    <a:pt x="4343400" y="3111233"/>
                  </a:lnTo>
                  <a:lnTo>
                    <a:pt x="4343400" y="3108604"/>
                  </a:lnTo>
                  <a:close/>
                </a:path>
                <a:path w="4486275" h="3114675">
                  <a:moveTo>
                    <a:pt x="4343400" y="2332317"/>
                  </a:moveTo>
                  <a:lnTo>
                    <a:pt x="4342943" y="2331199"/>
                  </a:lnTo>
                  <a:lnTo>
                    <a:pt x="4341076" y="2329332"/>
                  </a:lnTo>
                  <a:lnTo>
                    <a:pt x="4339958" y="2328862"/>
                  </a:lnTo>
                  <a:lnTo>
                    <a:pt x="4337329" y="2328862"/>
                  </a:lnTo>
                  <a:lnTo>
                    <a:pt x="4336199" y="2329332"/>
                  </a:lnTo>
                  <a:lnTo>
                    <a:pt x="4334345" y="2331199"/>
                  </a:lnTo>
                  <a:lnTo>
                    <a:pt x="4333875" y="2332317"/>
                  </a:lnTo>
                  <a:lnTo>
                    <a:pt x="4333875" y="2334945"/>
                  </a:lnTo>
                  <a:lnTo>
                    <a:pt x="4334345" y="2336063"/>
                  </a:lnTo>
                  <a:lnTo>
                    <a:pt x="4336199" y="2337930"/>
                  </a:lnTo>
                  <a:lnTo>
                    <a:pt x="4337329" y="2338387"/>
                  </a:lnTo>
                  <a:lnTo>
                    <a:pt x="4339958" y="2338387"/>
                  </a:lnTo>
                  <a:lnTo>
                    <a:pt x="4341076" y="2337930"/>
                  </a:lnTo>
                  <a:lnTo>
                    <a:pt x="4342943" y="2336063"/>
                  </a:lnTo>
                  <a:lnTo>
                    <a:pt x="4343400" y="2334945"/>
                  </a:lnTo>
                  <a:lnTo>
                    <a:pt x="4343400" y="2332317"/>
                  </a:lnTo>
                  <a:close/>
                </a:path>
                <a:path w="4486275" h="3114675">
                  <a:moveTo>
                    <a:pt x="4343400" y="1556029"/>
                  </a:moveTo>
                  <a:lnTo>
                    <a:pt x="4342943" y="1554911"/>
                  </a:lnTo>
                  <a:lnTo>
                    <a:pt x="4341076" y="1553044"/>
                  </a:lnTo>
                  <a:lnTo>
                    <a:pt x="4339958" y="1552575"/>
                  </a:lnTo>
                  <a:lnTo>
                    <a:pt x="4337329" y="1552575"/>
                  </a:lnTo>
                  <a:lnTo>
                    <a:pt x="4336199" y="1553044"/>
                  </a:lnTo>
                  <a:lnTo>
                    <a:pt x="4334345" y="1554911"/>
                  </a:lnTo>
                  <a:lnTo>
                    <a:pt x="4333875" y="1556029"/>
                  </a:lnTo>
                  <a:lnTo>
                    <a:pt x="4333875" y="1558658"/>
                  </a:lnTo>
                  <a:lnTo>
                    <a:pt x="4334345" y="1559775"/>
                  </a:lnTo>
                  <a:lnTo>
                    <a:pt x="4336199" y="1561642"/>
                  </a:lnTo>
                  <a:lnTo>
                    <a:pt x="4337329" y="1562100"/>
                  </a:lnTo>
                  <a:lnTo>
                    <a:pt x="4339958" y="1562100"/>
                  </a:lnTo>
                  <a:lnTo>
                    <a:pt x="4341076" y="1561642"/>
                  </a:lnTo>
                  <a:lnTo>
                    <a:pt x="4342943" y="1559775"/>
                  </a:lnTo>
                  <a:lnTo>
                    <a:pt x="4343400" y="1558658"/>
                  </a:lnTo>
                  <a:lnTo>
                    <a:pt x="4343400" y="1556029"/>
                  </a:lnTo>
                  <a:close/>
                </a:path>
                <a:path w="4486275" h="3114675">
                  <a:moveTo>
                    <a:pt x="4343400" y="779741"/>
                  </a:moveTo>
                  <a:lnTo>
                    <a:pt x="4342943" y="778624"/>
                  </a:lnTo>
                  <a:lnTo>
                    <a:pt x="4341076" y="776757"/>
                  </a:lnTo>
                  <a:lnTo>
                    <a:pt x="4339958" y="776287"/>
                  </a:lnTo>
                  <a:lnTo>
                    <a:pt x="4337329" y="776287"/>
                  </a:lnTo>
                  <a:lnTo>
                    <a:pt x="4336199" y="776757"/>
                  </a:lnTo>
                  <a:lnTo>
                    <a:pt x="4334345" y="778624"/>
                  </a:lnTo>
                  <a:lnTo>
                    <a:pt x="4333875" y="779741"/>
                  </a:lnTo>
                  <a:lnTo>
                    <a:pt x="4333875" y="782370"/>
                  </a:lnTo>
                  <a:lnTo>
                    <a:pt x="4334345" y="783488"/>
                  </a:lnTo>
                  <a:lnTo>
                    <a:pt x="4336199" y="785355"/>
                  </a:lnTo>
                  <a:lnTo>
                    <a:pt x="4337329" y="785812"/>
                  </a:lnTo>
                  <a:lnTo>
                    <a:pt x="4339958" y="785812"/>
                  </a:lnTo>
                  <a:lnTo>
                    <a:pt x="4341076" y="785355"/>
                  </a:lnTo>
                  <a:lnTo>
                    <a:pt x="4342943" y="783488"/>
                  </a:lnTo>
                  <a:lnTo>
                    <a:pt x="4343400" y="782370"/>
                  </a:lnTo>
                  <a:lnTo>
                    <a:pt x="4343400" y="779741"/>
                  </a:lnTo>
                  <a:close/>
                </a:path>
                <a:path w="4486275" h="3114675">
                  <a:moveTo>
                    <a:pt x="4343400" y="3454"/>
                  </a:moveTo>
                  <a:lnTo>
                    <a:pt x="4342943" y="2336"/>
                  </a:lnTo>
                  <a:lnTo>
                    <a:pt x="4341076" y="469"/>
                  </a:lnTo>
                  <a:lnTo>
                    <a:pt x="4339958" y="0"/>
                  </a:lnTo>
                  <a:lnTo>
                    <a:pt x="4337329" y="0"/>
                  </a:lnTo>
                  <a:lnTo>
                    <a:pt x="4336199" y="469"/>
                  </a:lnTo>
                  <a:lnTo>
                    <a:pt x="4334345" y="2336"/>
                  </a:lnTo>
                  <a:lnTo>
                    <a:pt x="4333875" y="3454"/>
                  </a:lnTo>
                  <a:lnTo>
                    <a:pt x="4333875" y="6083"/>
                  </a:lnTo>
                  <a:lnTo>
                    <a:pt x="4334345" y="7200"/>
                  </a:lnTo>
                  <a:lnTo>
                    <a:pt x="4336199" y="9067"/>
                  </a:lnTo>
                  <a:lnTo>
                    <a:pt x="4337329" y="9525"/>
                  </a:lnTo>
                  <a:lnTo>
                    <a:pt x="4339958" y="9525"/>
                  </a:lnTo>
                  <a:lnTo>
                    <a:pt x="4341076" y="9067"/>
                  </a:lnTo>
                  <a:lnTo>
                    <a:pt x="4342943" y="7200"/>
                  </a:lnTo>
                  <a:lnTo>
                    <a:pt x="4343400" y="6083"/>
                  </a:lnTo>
                  <a:lnTo>
                    <a:pt x="4343400" y="3454"/>
                  </a:lnTo>
                  <a:close/>
                </a:path>
                <a:path w="4486275" h="3114675">
                  <a:moveTo>
                    <a:pt x="4391025" y="3108604"/>
                  </a:moveTo>
                  <a:lnTo>
                    <a:pt x="4390568" y="3107486"/>
                  </a:lnTo>
                  <a:lnTo>
                    <a:pt x="4388701" y="3105620"/>
                  </a:lnTo>
                  <a:lnTo>
                    <a:pt x="4387583" y="3105150"/>
                  </a:lnTo>
                  <a:lnTo>
                    <a:pt x="4384954" y="3105150"/>
                  </a:lnTo>
                  <a:lnTo>
                    <a:pt x="4383824" y="3105620"/>
                  </a:lnTo>
                  <a:lnTo>
                    <a:pt x="4381970" y="3107486"/>
                  </a:lnTo>
                  <a:lnTo>
                    <a:pt x="4381500" y="3108604"/>
                  </a:lnTo>
                  <a:lnTo>
                    <a:pt x="4381500" y="3111233"/>
                  </a:lnTo>
                  <a:lnTo>
                    <a:pt x="4381970" y="3112351"/>
                  </a:lnTo>
                  <a:lnTo>
                    <a:pt x="4383824" y="3114217"/>
                  </a:lnTo>
                  <a:lnTo>
                    <a:pt x="4384954" y="3114675"/>
                  </a:lnTo>
                  <a:lnTo>
                    <a:pt x="4387583" y="3114675"/>
                  </a:lnTo>
                  <a:lnTo>
                    <a:pt x="4388701" y="3114217"/>
                  </a:lnTo>
                  <a:lnTo>
                    <a:pt x="4390568" y="3112351"/>
                  </a:lnTo>
                  <a:lnTo>
                    <a:pt x="4391025" y="3111233"/>
                  </a:lnTo>
                  <a:lnTo>
                    <a:pt x="4391025" y="3108604"/>
                  </a:lnTo>
                  <a:close/>
                </a:path>
                <a:path w="4486275" h="3114675">
                  <a:moveTo>
                    <a:pt x="4391025" y="2332317"/>
                  </a:moveTo>
                  <a:lnTo>
                    <a:pt x="4390568" y="2331199"/>
                  </a:lnTo>
                  <a:lnTo>
                    <a:pt x="4388701" y="2329332"/>
                  </a:lnTo>
                  <a:lnTo>
                    <a:pt x="4387583" y="2328862"/>
                  </a:lnTo>
                  <a:lnTo>
                    <a:pt x="4384954" y="2328862"/>
                  </a:lnTo>
                  <a:lnTo>
                    <a:pt x="4383824" y="2329332"/>
                  </a:lnTo>
                  <a:lnTo>
                    <a:pt x="4381970" y="2331199"/>
                  </a:lnTo>
                  <a:lnTo>
                    <a:pt x="4381500" y="2332317"/>
                  </a:lnTo>
                  <a:lnTo>
                    <a:pt x="4381500" y="2334945"/>
                  </a:lnTo>
                  <a:lnTo>
                    <a:pt x="4381970" y="2336063"/>
                  </a:lnTo>
                  <a:lnTo>
                    <a:pt x="4383824" y="2337930"/>
                  </a:lnTo>
                  <a:lnTo>
                    <a:pt x="4384954" y="2338387"/>
                  </a:lnTo>
                  <a:lnTo>
                    <a:pt x="4387583" y="2338387"/>
                  </a:lnTo>
                  <a:lnTo>
                    <a:pt x="4388701" y="2337930"/>
                  </a:lnTo>
                  <a:lnTo>
                    <a:pt x="4390568" y="2336063"/>
                  </a:lnTo>
                  <a:lnTo>
                    <a:pt x="4391025" y="2334945"/>
                  </a:lnTo>
                  <a:lnTo>
                    <a:pt x="4391025" y="2332317"/>
                  </a:lnTo>
                  <a:close/>
                </a:path>
                <a:path w="4486275" h="3114675">
                  <a:moveTo>
                    <a:pt x="4391025" y="1556029"/>
                  </a:moveTo>
                  <a:lnTo>
                    <a:pt x="4390568" y="1554911"/>
                  </a:lnTo>
                  <a:lnTo>
                    <a:pt x="4388701" y="1553044"/>
                  </a:lnTo>
                  <a:lnTo>
                    <a:pt x="4387583" y="1552575"/>
                  </a:lnTo>
                  <a:lnTo>
                    <a:pt x="4384954" y="1552575"/>
                  </a:lnTo>
                  <a:lnTo>
                    <a:pt x="4383824" y="1553044"/>
                  </a:lnTo>
                  <a:lnTo>
                    <a:pt x="4381970" y="1554911"/>
                  </a:lnTo>
                  <a:lnTo>
                    <a:pt x="4381500" y="1556029"/>
                  </a:lnTo>
                  <a:lnTo>
                    <a:pt x="4381500" y="1558658"/>
                  </a:lnTo>
                  <a:lnTo>
                    <a:pt x="4381970" y="1559775"/>
                  </a:lnTo>
                  <a:lnTo>
                    <a:pt x="4383824" y="1561642"/>
                  </a:lnTo>
                  <a:lnTo>
                    <a:pt x="4384954" y="1562100"/>
                  </a:lnTo>
                  <a:lnTo>
                    <a:pt x="4387583" y="1562100"/>
                  </a:lnTo>
                  <a:lnTo>
                    <a:pt x="4388701" y="1561642"/>
                  </a:lnTo>
                  <a:lnTo>
                    <a:pt x="4390568" y="1559775"/>
                  </a:lnTo>
                  <a:lnTo>
                    <a:pt x="4391025" y="1558658"/>
                  </a:lnTo>
                  <a:lnTo>
                    <a:pt x="4391025" y="1556029"/>
                  </a:lnTo>
                  <a:close/>
                </a:path>
                <a:path w="4486275" h="3114675">
                  <a:moveTo>
                    <a:pt x="4391025" y="779741"/>
                  </a:moveTo>
                  <a:lnTo>
                    <a:pt x="4390568" y="778624"/>
                  </a:lnTo>
                  <a:lnTo>
                    <a:pt x="4388701" y="776757"/>
                  </a:lnTo>
                  <a:lnTo>
                    <a:pt x="4387583" y="776287"/>
                  </a:lnTo>
                  <a:lnTo>
                    <a:pt x="4384954" y="776287"/>
                  </a:lnTo>
                  <a:lnTo>
                    <a:pt x="4383824" y="776757"/>
                  </a:lnTo>
                  <a:lnTo>
                    <a:pt x="4381970" y="778624"/>
                  </a:lnTo>
                  <a:lnTo>
                    <a:pt x="4381500" y="779741"/>
                  </a:lnTo>
                  <a:lnTo>
                    <a:pt x="4381500" y="782370"/>
                  </a:lnTo>
                  <a:lnTo>
                    <a:pt x="4381970" y="783488"/>
                  </a:lnTo>
                  <a:lnTo>
                    <a:pt x="4383824" y="785355"/>
                  </a:lnTo>
                  <a:lnTo>
                    <a:pt x="4384954" y="785812"/>
                  </a:lnTo>
                  <a:lnTo>
                    <a:pt x="4387583" y="785812"/>
                  </a:lnTo>
                  <a:lnTo>
                    <a:pt x="4388701" y="785355"/>
                  </a:lnTo>
                  <a:lnTo>
                    <a:pt x="4390568" y="783488"/>
                  </a:lnTo>
                  <a:lnTo>
                    <a:pt x="4391025" y="782370"/>
                  </a:lnTo>
                  <a:lnTo>
                    <a:pt x="4391025" y="779741"/>
                  </a:lnTo>
                  <a:close/>
                </a:path>
                <a:path w="4486275" h="3114675">
                  <a:moveTo>
                    <a:pt x="4391025" y="3454"/>
                  </a:moveTo>
                  <a:lnTo>
                    <a:pt x="4390568" y="2336"/>
                  </a:lnTo>
                  <a:lnTo>
                    <a:pt x="4388701" y="469"/>
                  </a:lnTo>
                  <a:lnTo>
                    <a:pt x="4387583" y="0"/>
                  </a:lnTo>
                  <a:lnTo>
                    <a:pt x="4384954" y="0"/>
                  </a:lnTo>
                  <a:lnTo>
                    <a:pt x="4383824" y="469"/>
                  </a:lnTo>
                  <a:lnTo>
                    <a:pt x="4381970" y="2336"/>
                  </a:lnTo>
                  <a:lnTo>
                    <a:pt x="4381500" y="3454"/>
                  </a:lnTo>
                  <a:lnTo>
                    <a:pt x="4381500" y="6083"/>
                  </a:lnTo>
                  <a:lnTo>
                    <a:pt x="4381970" y="7200"/>
                  </a:lnTo>
                  <a:lnTo>
                    <a:pt x="4383824" y="9067"/>
                  </a:lnTo>
                  <a:lnTo>
                    <a:pt x="4384954" y="9525"/>
                  </a:lnTo>
                  <a:lnTo>
                    <a:pt x="4387583" y="9525"/>
                  </a:lnTo>
                  <a:lnTo>
                    <a:pt x="4388701" y="9067"/>
                  </a:lnTo>
                  <a:lnTo>
                    <a:pt x="4390568" y="7200"/>
                  </a:lnTo>
                  <a:lnTo>
                    <a:pt x="4391025" y="6083"/>
                  </a:lnTo>
                  <a:lnTo>
                    <a:pt x="4391025" y="3454"/>
                  </a:lnTo>
                  <a:close/>
                </a:path>
                <a:path w="4486275" h="3114675">
                  <a:moveTo>
                    <a:pt x="4438650" y="3108604"/>
                  </a:moveTo>
                  <a:lnTo>
                    <a:pt x="4438193" y="3107486"/>
                  </a:lnTo>
                  <a:lnTo>
                    <a:pt x="4436326" y="3105620"/>
                  </a:lnTo>
                  <a:lnTo>
                    <a:pt x="4435208" y="3105150"/>
                  </a:lnTo>
                  <a:lnTo>
                    <a:pt x="4432579" y="3105150"/>
                  </a:lnTo>
                  <a:lnTo>
                    <a:pt x="4431449" y="3105620"/>
                  </a:lnTo>
                  <a:lnTo>
                    <a:pt x="4429595" y="3107486"/>
                  </a:lnTo>
                  <a:lnTo>
                    <a:pt x="4429125" y="3108604"/>
                  </a:lnTo>
                  <a:lnTo>
                    <a:pt x="4429125" y="3111233"/>
                  </a:lnTo>
                  <a:lnTo>
                    <a:pt x="4429595" y="3112351"/>
                  </a:lnTo>
                  <a:lnTo>
                    <a:pt x="4431449" y="3114217"/>
                  </a:lnTo>
                  <a:lnTo>
                    <a:pt x="4432579" y="3114675"/>
                  </a:lnTo>
                  <a:lnTo>
                    <a:pt x="4435208" y="3114675"/>
                  </a:lnTo>
                  <a:lnTo>
                    <a:pt x="4436326" y="3114217"/>
                  </a:lnTo>
                  <a:lnTo>
                    <a:pt x="4438193" y="3112351"/>
                  </a:lnTo>
                  <a:lnTo>
                    <a:pt x="4438650" y="3111233"/>
                  </a:lnTo>
                  <a:lnTo>
                    <a:pt x="4438650" y="3108604"/>
                  </a:lnTo>
                  <a:close/>
                </a:path>
                <a:path w="4486275" h="3114675">
                  <a:moveTo>
                    <a:pt x="4438650" y="2332317"/>
                  </a:moveTo>
                  <a:lnTo>
                    <a:pt x="4438193" y="2331199"/>
                  </a:lnTo>
                  <a:lnTo>
                    <a:pt x="4436326" y="2329332"/>
                  </a:lnTo>
                  <a:lnTo>
                    <a:pt x="4435208" y="2328862"/>
                  </a:lnTo>
                  <a:lnTo>
                    <a:pt x="4432579" y="2328862"/>
                  </a:lnTo>
                  <a:lnTo>
                    <a:pt x="4431449" y="2329332"/>
                  </a:lnTo>
                  <a:lnTo>
                    <a:pt x="4429595" y="2331199"/>
                  </a:lnTo>
                  <a:lnTo>
                    <a:pt x="4429125" y="2332317"/>
                  </a:lnTo>
                  <a:lnTo>
                    <a:pt x="4429125" y="2334945"/>
                  </a:lnTo>
                  <a:lnTo>
                    <a:pt x="4429595" y="2336063"/>
                  </a:lnTo>
                  <a:lnTo>
                    <a:pt x="4431449" y="2337930"/>
                  </a:lnTo>
                  <a:lnTo>
                    <a:pt x="4432579" y="2338387"/>
                  </a:lnTo>
                  <a:lnTo>
                    <a:pt x="4435208" y="2338387"/>
                  </a:lnTo>
                  <a:lnTo>
                    <a:pt x="4436326" y="2337930"/>
                  </a:lnTo>
                  <a:lnTo>
                    <a:pt x="4438193" y="2336063"/>
                  </a:lnTo>
                  <a:lnTo>
                    <a:pt x="4438650" y="2334945"/>
                  </a:lnTo>
                  <a:lnTo>
                    <a:pt x="4438650" y="2332317"/>
                  </a:lnTo>
                  <a:close/>
                </a:path>
                <a:path w="4486275" h="3114675">
                  <a:moveTo>
                    <a:pt x="4438650" y="1556029"/>
                  </a:moveTo>
                  <a:lnTo>
                    <a:pt x="4438193" y="1554911"/>
                  </a:lnTo>
                  <a:lnTo>
                    <a:pt x="4436326" y="1553044"/>
                  </a:lnTo>
                  <a:lnTo>
                    <a:pt x="4435208" y="1552575"/>
                  </a:lnTo>
                  <a:lnTo>
                    <a:pt x="4432579" y="1552575"/>
                  </a:lnTo>
                  <a:lnTo>
                    <a:pt x="4431449" y="1553044"/>
                  </a:lnTo>
                  <a:lnTo>
                    <a:pt x="4429595" y="1554911"/>
                  </a:lnTo>
                  <a:lnTo>
                    <a:pt x="4429125" y="1556029"/>
                  </a:lnTo>
                  <a:lnTo>
                    <a:pt x="4429125" y="1558658"/>
                  </a:lnTo>
                  <a:lnTo>
                    <a:pt x="4429595" y="1559775"/>
                  </a:lnTo>
                  <a:lnTo>
                    <a:pt x="4431449" y="1561642"/>
                  </a:lnTo>
                  <a:lnTo>
                    <a:pt x="4432579" y="1562100"/>
                  </a:lnTo>
                  <a:lnTo>
                    <a:pt x="4435208" y="1562100"/>
                  </a:lnTo>
                  <a:lnTo>
                    <a:pt x="4436326" y="1561642"/>
                  </a:lnTo>
                  <a:lnTo>
                    <a:pt x="4438193" y="1559775"/>
                  </a:lnTo>
                  <a:lnTo>
                    <a:pt x="4438650" y="1558658"/>
                  </a:lnTo>
                  <a:lnTo>
                    <a:pt x="4438650" y="1556029"/>
                  </a:lnTo>
                  <a:close/>
                </a:path>
                <a:path w="4486275" h="3114675">
                  <a:moveTo>
                    <a:pt x="4438650" y="779741"/>
                  </a:moveTo>
                  <a:lnTo>
                    <a:pt x="4438193" y="778624"/>
                  </a:lnTo>
                  <a:lnTo>
                    <a:pt x="4436326" y="776757"/>
                  </a:lnTo>
                  <a:lnTo>
                    <a:pt x="4435208" y="776287"/>
                  </a:lnTo>
                  <a:lnTo>
                    <a:pt x="4432579" y="776287"/>
                  </a:lnTo>
                  <a:lnTo>
                    <a:pt x="4431449" y="776757"/>
                  </a:lnTo>
                  <a:lnTo>
                    <a:pt x="4429595" y="778624"/>
                  </a:lnTo>
                  <a:lnTo>
                    <a:pt x="4429125" y="779741"/>
                  </a:lnTo>
                  <a:lnTo>
                    <a:pt x="4429125" y="782370"/>
                  </a:lnTo>
                  <a:lnTo>
                    <a:pt x="4429595" y="783488"/>
                  </a:lnTo>
                  <a:lnTo>
                    <a:pt x="4431449" y="785355"/>
                  </a:lnTo>
                  <a:lnTo>
                    <a:pt x="4432579" y="785812"/>
                  </a:lnTo>
                  <a:lnTo>
                    <a:pt x="4435208" y="785812"/>
                  </a:lnTo>
                  <a:lnTo>
                    <a:pt x="4436326" y="785355"/>
                  </a:lnTo>
                  <a:lnTo>
                    <a:pt x="4438193" y="783488"/>
                  </a:lnTo>
                  <a:lnTo>
                    <a:pt x="4438650" y="782370"/>
                  </a:lnTo>
                  <a:lnTo>
                    <a:pt x="4438650" y="779741"/>
                  </a:lnTo>
                  <a:close/>
                </a:path>
                <a:path w="4486275" h="3114675">
                  <a:moveTo>
                    <a:pt x="4438650" y="3454"/>
                  </a:moveTo>
                  <a:lnTo>
                    <a:pt x="4438193" y="2336"/>
                  </a:lnTo>
                  <a:lnTo>
                    <a:pt x="4436326" y="469"/>
                  </a:lnTo>
                  <a:lnTo>
                    <a:pt x="4435208" y="0"/>
                  </a:lnTo>
                  <a:lnTo>
                    <a:pt x="4432579" y="0"/>
                  </a:lnTo>
                  <a:lnTo>
                    <a:pt x="4431449" y="469"/>
                  </a:lnTo>
                  <a:lnTo>
                    <a:pt x="4429595" y="2336"/>
                  </a:lnTo>
                  <a:lnTo>
                    <a:pt x="4429125" y="3454"/>
                  </a:lnTo>
                  <a:lnTo>
                    <a:pt x="4429125" y="6083"/>
                  </a:lnTo>
                  <a:lnTo>
                    <a:pt x="4429595" y="7200"/>
                  </a:lnTo>
                  <a:lnTo>
                    <a:pt x="4431449" y="9067"/>
                  </a:lnTo>
                  <a:lnTo>
                    <a:pt x="4432579" y="9525"/>
                  </a:lnTo>
                  <a:lnTo>
                    <a:pt x="4435208" y="9525"/>
                  </a:lnTo>
                  <a:lnTo>
                    <a:pt x="4436326" y="9067"/>
                  </a:lnTo>
                  <a:lnTo>
                    <a:pt x="4438193" y="7200"/>
                  </a:lnTo>
                  <a:lnTo>
                    <a:pt x="4438650" y="6083"/>
                  </a:lnTo>
                  <a:lnTo>
                    <a:pt x="4438650" y="3454"/>
                  </a:lnTo>
                  <a:close/>
                </a:path>
                <a:path w="4486275" h="3114675">
                  <a:moveTo>
                    <a:pt x="4486275" y="3108604"/>
                  </a:moveTo>
                  <a:lnTo>
                    <a:pt x="4485818" y="3107486"/>
                  </a:lnTo>
                  <a:lnTo>
                    <a:pt x="4483951" y="3105620"/>
                  </a:lnTo>
                  <a:lnTo>
                    <a:pt x="4482833" y="3105150"/>
                  </a:lnTo>
                  <a:lnTo>
                    <a:pt x="4480204" y="3105150"/>
                  </a:lnTo>
                  <a:lnTo>
                    <a:pt x="4479087" y="3105620"/>
                  </a:lnTo>
                  <a:lnTo>
                    <a:pt x="4477220" y="3107486"/>
                  </a:lnTo>
                  <a:lnTo>
                    <a:pt x="4476750" y="3108604"/>
                  </a:lnTo>
                  <a:lnTo>
                    <a:pt x="4476750" y="3111233"/>
                  </a:lnTo>
                  <a:lnTo>
                    <a:pt x="4477220" y="3112351"/>
                  </a:lnTo>
                  <a:lnTo>
                    <a:pt x="4479087" y="3114217"/>
                  </a:lnTo>
                  <a:lnTo>
                    <a:pt x="4480204" y="3114675"/>
                  </a:lnTo>
                  <a:lnTo>
                    <a:pt x="4482833" y="3114675"/>
                  </a:lnTo>
                  <a:lnTo>
                    <a:pt x="4483951" y="3114217"/>
                  </a:lnTo>
                  <a:lnTo>
                    <a:pt x="4485818" y="3112351"/>
                  </a:lnTo>
                  <a:lnTo>
                    <a:pt x="4486275" y="3111233"/>
                  </a:lnTo>
                  <a:lnTo>
                    <a:pt x="4486275" y="3108604"/>
                  </a:lnTo>
                  <a:close/>
                </a:path>
                <a:path w="4486275" h="3114675">
                  <a:moveTo>
                    <a:pt x="4486275" y="2332317"/>
                  </a:moveTo>
                  <a:lnTo>
                    <a:pt x="4485818" y="2331199"/>
                  </a:lnTo>
                  <a:lnTo>
                    <a:pt x="4483951" y="2329332"/>
                  </a:lnTo>
                  <a:lnTo>
                    <a:pt x="4482833" y="2328862"/>
                  </a:lnTo>
                  <a:lnTo>
                    <a:pt x="4480204" y="2328862"/>
                  </a:lnTo>
                  <a:lnTo>
                    <a:pt x="4479087" y="2329332"/>
                  </a:lnTo>
                  <a:lnTo>
                    <a:pt x="4477220" y="2331199"/>
                  </a:lnTo>
                  <a:lnTo>
                    <a:pt x="4476750" y="2332317"/>
                  </a:lnTo>
                  <a:lnTo>
                    <a:pt x="4476750" y="2334945"/>
                  </a:lnTo>
                  <a:lnTo>
                    <a:pt x="4477220" y="2336063"/>
                  </a:lnTo>
                  <a:lnTo>
                    <a:pt x="4479087" y="2337930"/>
                  </a:lnTo>
                  <a:lnTo>
                    <a:pt x="4480204" y="2338387"/>
                  </a:lnTo>
                  <a:lnTo>
                    <a:pt x="4482833" y="2338387"/>
                  </a:lnTo>
                  <a:lnTo>
                    <a:pt x="4483951" y="2337930"/>
                  </a:lnTo>
                  <a:lnTo>
                    <a:pt x="4485818" y="2336063"/>
                  </a:lnTo>
                  <a:lnTo>
                    <a:pt x="4486275" y="2334945"/>
                  </a:lnTo>
                  <a:lnTo>
                    <a:pt x="4486275" y="2332317"/>
                  </a:lnTo>
                  <a:close/>
                </a:path>
                <a:path w="4486275" h="3114675">
                  <a:moveTo>
                    <a:pt x="4486275" y="1556029"/>
                  </a:moveTo>
                  <a:lnTo>
                    <a:pt x="4485818" y="1554911"/>
                  </a:lnTo>
                  <a:lnTo>
                    <a:pt x="4483951" y="1553044"/>
                  </a:lnTo>
                  <a:lnTo>
                    <a:pt x="4482833" y="1552575"/>
                  </a:lnTo>
                  <a:lnTo>
                    <a:pt x="4480204" y="1552575"/>
                  </a:lnTo>
                  <a:lnTo>
                    <a:pt x="4479087" y="1553044"/>
                  </a:lnTo>
                  <a:lnTo>
                    <a:pt x="4477220" y="1554911"/>
                  </a:lnTo>
                  <a:lnTo>
                    <a:pt x="4476750" y="1556029"/>
                  </a:lnTo>
                  <a:lnTo>
                    <a:pt x="4476750" y="1558658"/>
                  </a:lnTo>
                  <a:lnTo>
                    <a:pt x="4477220" y="1559775"/>
                  </a:lnTo>
                  <a:lnTo>
                    <a:pt x="4479087" y="1561642"/>
                  </a:lnTo>
                  <a:lnTo>
                    <a:pt x="4480204" y="1562100"/>
                  </a:lnTo>
                  <a:lnTo>
                    <a:pt x="4482833" y="1562100"/>
                  </a:lnTo>
                  <a:lnTo>
                    <a:pt x="4483951" y="1561642"/>
                  </a:lnTo>
                  <a:lnTo>
                    <a:pt x="4485818" y="1559775"/>
                  </a:lnTo>
                  <a:lnTo>
                    <a:pt x="4486275" y="1558658"/>
                  </a:lnTo>
                  <a:lnTo>
                    <a:pt x="4486275" y="1556029"/>
                  </a:lnTo>
                  <a:close/>
                </a:path>
                <a:path w="4486275" h="3114675">
                  <a:moveTo>
                    <a:pt x="4486275" y="779741"/>
                  </a:moveTo>
                  <a:lnTo>
                    <a:pt x="4485818" y="778624"/>
                  </a:lnTo>
                  <a:lnTo>
                    <a:pt x="4483951" y="776757"/>
                  </a:lnTo>
                  <a:lnTo>
                    <a:pt x="4482833" y="776287"/>
                  </a:lnTo>
                  <a:lnTo>
                    <a:pt x="4480204" y="776287"/>
                  </a:lnTo>
                  <a:lnTo>
                    <a:pt x="4479087" y="776757"/>
                  </a:lnTo>
                  <a:lnTo>
                    <a:pt x="4477220" y="778624"/>
                  </a:lnTo>
                  <a:lnTo>
                    <a:pt x="4476750" y="779741"/>
                  </a:lnTo>
                  <a:lnTo>
                    <a:pt x="4476750" y="782370"/>
                  </a:lnTo>
                  <a:lnTo>
                    <a:pt x="4477220" y="783488"/>
                  </a:lnTo>
                  <a:lnTo>
                    <a:pt x="4479087" y="785355"/>
                  </a:lnTo>
                  <a:lnTo>
                    <a:pt x="4480204" y="785812"/>
                  </a:lnTo>
                  <a:lnTo>
                    <a:pt x="4482833" y="785812"/>
                  </a:lnTo>
                  <a:lnTo>
                    <a:pt x="4483951" y="785355"/>
                  </a:lnTo>
                  <a:lnTo>
                    <a:pt x="4485818" y="783488"/>
                  </a:lnTo>
                  <a:lnTo>
                    <a:pt x="4486275" y="782370"/>
                  </a:lnTo>
                  <a:lnTo>
                    <a:pt x="4486275" y="779741"/>
                  </a:lnTo>
                  <a:close/>
                </a:path>
                <a:path w="4486275" h="3114675">
                  <a:moveTo>
                    <a:pt x="4486275" y="3454"/>
                  </a:moveTo>
                  <a:lnTo>
                    <a:pt x="4485818" y="2336"/>
                  </a:lnTo>
                  <a:lnTo>
                    <a:pt x="4483951" y="469"/>
                  </a:lnTo>
                  <a:lnTo>
                    <a:pt x="4482833" y="0"/>
                  </a:lnTo>
                  <a:lnTo>
                    <a:pt x="4480204" y="0"/>
                  </a:lnTo>
                  <a:lnTo>
                    <a:pt x="4479087" y="469"/>
                  </a:lnTo>
                  <a:lnTo>
                    <a:pt x="4477220" y="2336"/>
                  </a:lnTo>
                  <a:lnTo>
                    <a:pt x="4476750" y="3454"/>
                  </a:lnTo>
                  <a:lnTo>
                    <a:pt x="4476750" y="6083"/>
                  </a:lnTo>
                  <a:lnTo>
                    <a:pt x="4477220" y="7200"/>
                  </a:lnTo>
                  <a:lnTo>
                    <a:pt x="4479087" y="9067"/>
                  </a:lnTo>
                  <a:lnTo>
                    <a:pt x="4480204" y="9525"/>
                  </a:lnTo>
                  <a:lnTo>
                    <a:pt x="4482833" y="9525"/>
                  </a:lnTo>
                  <a:lnTo>
                    <a:pt x="4483951" y="9067"/>
                  </a:lnTo>
                  <a:lnTo>
                    <a:pt x="4485818" y="7200"/>
                  </a:lnTo>
                  <a:lnTo>
                    <a:pt x="4486275" y="6083"/>
                  </a:lnTo>
                  <a:lnTo>
                    <a:pt x="4486275" y="3454"/>
                  </a:lnTo>
                  <a:close/>
                </a:path>
              </a:pathLst>
            </a:custGeom>
            <a:solidFill>
              <a:srgbClr val="C7C6C3"/>
            </a:solidFill>
          </p:spPr>
          <p:txBody>
            <a:bodyPr wrap="square" lIns="0" tIns="0" rIns="0" bIns="0" rtlCol="0"/>
            <a:lstStyle/>
            <a:p>
              <a:endParaRPr sz="1266"/>
            </a:p>
          </p:txBody>
        </p:sp>
        <p:sp>
          <p:nvSpPr>
            <p:cNvPr id="5" name="object 5"/>
            <p:cNvSpPr txBox="1"/>
            <p:nvPr/>
          </p:nvSpPr>
          <p:spPr>
            <a:xfrm>
              <a:off x="572462" y="1959020"/>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GH₵4K</a:t>
              </a:r>
              <a:endParaRPr sz="633">
                <a:latin typeface="Segoe UI"/>
                <a:cs typeface="Segoe UI"/>
              </a:endParaRPr>
            </a:p>
          </p:txBody>
        </p:sp>
        <p:sp>
          <p:nvSpPr>
            <p:cNvPr id="6" name="object 6"/>
            <p:cNvSpPr txBox="1"/>
            <p:nvPr/>
          </p:nvSpPr>
          <p:spPr>
            <a:xfrm>
              <a:off x="572462" y="1413193"/>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GH₵6K</a:t>
              </a:r>
              <a:endParaRPr sz="633">
                <a:latin typeface="Segoe UI"/>
                <a:cs typeface="Segoe UI"/>
              </a:endParaRPr>
            </a:p>
          </p:txBody>
        </p:sp>
        <p:sp>
          <p:nvSpPr>
            <p:cNvPr id="7" name="object 7"/>
            <p:cNvSpPr txBox="1"/>
            <p:nvPr/>
          </p:nvSpPr>
          <p:spPr>
            <a:xfrm>
              <a:off x="572462" y="867365"/>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GH₵8K</a:t>
              </a:r>
              <a:endParaRPr sz="633">
                <a:latin typeface="Segoe UI"/>
                <a:cs typeface="Segoe UI"/>
              </a:endParaRPr>
            </a:p>
          </p:txBody>
        </p:sp>
        <p:sp>
          <p:nvSpPr>
            <p:cNvPr id="8" name="object 8"/>
            <p:cNvSpPr txBox="1"/>
            <p:nvPr/>
          </p:nvSpPr>
          <p:spPr>
            <a:xfrm>
              <a:off x="377279" y="75547"/>
              <a:ext cx="2857500" cy="354950"/>
            </a:xfrm>
            <a:prstGeom prst="rect">
              <a:avLst/>
            </a:prstGeom>
          </p:spPr>
          <p:txBody>
            <a:bodyPr vert="horz" wrap="square" lIns="0" tIns="66973" rIns="0" bIns="0" rtlCol="0">
              <a:spAutoFit/>
            </a:bodyPr>
            <a:lstStyle/>
            <a:p>
              <a:pPr marL="8929">
                <a:spcBef>
                  <a:spcPts val="527"/>
                </a:spcBef>
              </a:pPr>
              <a:r>
                <a:rPr sz="984" spc="-49" dirty="0">
                  <a:solidFill>
                    <a:srgbClr val="252423"/>
                  </a:solidFill>
                  <a:latin typeface="Trebuchet MS"/>
                  <a:cs typeface="Trebuchet MS"/>
                </a:rPr>
                <a:t>Relationship</a:t>
              </a:r>
              <a:r>
                <a:rPr sz="984" spc="-35" dirty="0">
                  <a:solidFill>
                    <a:srgbClr val="252423"/>
                  </a:solidFill>
                  <a:latin typeface="Trebuchet MS"/>
                  <a:cs typeface="Trebuchet MS"/>
                </a:rPr>
                <a:t> </a:t>
              </a:r>
              <a:r>
                <a:rPr sz="984" spc="-60" dirty="0">
                  <a:solidFill>
                    <a:srgbClr val="252423"/>
                  </a:solidFill>
                  <a:latin typeface="Trebuchet MS"/>
                  <a:cs typeface="Trebuchet MS"/>
                </a:rPr>
                <a:t>Between</a:t>
              </a:r>
              <a:r>
                <a:rPr sz="984" spc="-35" dirty="0">
                  <a:solidFill>
                    <a:srgbClr val="252423"/>
                  </a:solidFill>
                  <a:latin typeface="Trebuchet MS"/>
                  <a:cs typeface="Trebuchet MS"/>
                </a:rPr>
                <a:t> </a:t>
              </a:r>
              <a:r>
                <a:rPr sz="984" spc="-32" dirty="0">
                  <a:solidFill>
                    <a:srgbClr val="252423"/>
                  </a:solidFill>
                  <a:latin typeface="Trebuchet MS"/>
                  <a:cs typeface="Trebuchet MS"/>
                </a:rPr>
                <a:t>Customers </a:t>
              </a:r>
              <a:r>
                <a:rPr sz="984" spc="-39" dirty="0">
                  <a:solidFill>
                    <a:srgbClr val="252423"/>
                  </a:solidFill>
                  <a:latin typeface="Trebuchet MS"/>
                  <a:cs typeface="Trebuchet MS"/>
                </a:rPr>
                <a:t>Served</a:t>
              </a:r>
              <a:r>
                <a:rPr sz="984" spc="-35" dirty="0">
                  <a:solidFill>
                    <a:srgbClr val="252423"/>
                  </a:solidFill>
                  <a:latin typeface="Trebuchet MS"/>
                  <a:cs typeface="Trebuchet MS"/>
                </a:rPr>
                <a:t> </a:t>
              </a:r>
              <a:r>
                <a:rPr sz="984" spc="-63" dirty="0">
                  <a:solidFill>
                    <a:srgbClr val="252423"/>
                  </a:solidFill>
                  <a:latin typeface="Trebuchet MS"/>
                  <a:cs typeface="Trebuchet MS"/>
                </a:rPr>
                <a:t>and</a:t>
              </a:r>
              <a:r>
                <a:rPr sz="984" spc="-35" dirty="0">
                  <a:solidFill>
                    <a:srgbClr val="252423"/>
                  </a:solidFill>
                  <a:latin typeface="Trebuchet MS"/>
                  <a:cs typeface="Trebuchet MS"/>
                </a:rPr>
                <a:t> </a:t>
              </a:r>
              <a:r>
                <a:rPr sz="984" spc="-84" dirty="0">
                  <a:solidFill>
                    <a:srgbClr val="252423"/>
                  </a:solidFill>
                  <a:latin typeface="Trebuchet MS"/>
                  <a:cs typeface="Trebuchet MS"/>
                </a:rPr>
                <a:t>Total</a:t>
              </a:r>
              <a:r>
                <a:rPr sz="984" spc="-32" dirty="0">
                  <a:solidFill>
                    <a:srgbClr val="252423"/>
                  </a:solidFill>
                  <a:latin typeface="Trebuchet MS"/>
                  <a:cs typeface="Trebuchet MS"/>
                </a:rPr>
                <a:t> </a:t>
              </a:r>
              <a:r>
                <a:rPr sz="984" spc="-7" dirty="0">
                  <a:solidFill>
                    <a:srgbClr val="252423"/>
                  </a:solidFill>
                  <a:latin typeface="Trebuchet MS"/>
                  <a:cs typeface="Trebuchet MS"/>
                </a:rPr>
                <a:t>Sales</a:t>
              </a:r>
              <a:endParaRPr sz="984" dirty="0">
                <a:latin typeface="Trebuchet MS"/>
                <a:cs typeface="Trebuchet MS"/>
              </a:endParaRPr>
            </a:p>
            <a:p>
              <a:pPr marL="160729">
                <a:spcBef>
                  <a:spcPts val="299"/>
                </a:spcBef>
              </a:pPr>
              <a:r>
                <a:rPr sz="633" spc="-7" dirty="0">
                  <a:solidFill>
                    <a:srgbClr val="605D5C"/>
                  </a:solidFill>
                  <a:latin typeface="Segoe UI"/>
                  <a:cs typeface="Segoe UI"/>
                </a:rPr>
                <a:t>GH₵10K</a:t>
              </a:r>
              <a:endParaRPr sz="633" dirty="0">
                <a:latin typeface="Segoe UI"/>
                <a:cs typeface="Segoe UI"/>
              </a:endParaRPr>
            </a:p>
          </p:txBody>
        </p:sp>
        <p:sp>
          <p:nvSpPr>
            <p:cNvPr id="9" name="object 9"/>
            <p:cNvSpPr txBox="1"/>
            <p:nvPr/>
          </p:nvSpPr>
          <p:spPr>
            <a:xfrm>
              <a:off x="380865" y="1106741"/>
              <a:ext cx="115416" cy="733574"/>
            </a:xfrm>
            <a:prstGeom prst="rect">
              <a:avLst/>
            </a:prstGeom>
          </p:spPr>
          <p:txBody>
            <a:bodyPr vert="vert270" wrap="square" lIns="0" tIns="0" rIns="0" bIns="0" rtlCol="0">
              <a:spAutoFit/>
            </a:bodyPr>
            <a:lstStyle/>
            <a:p>
              <a:pPr marL="8929">
                <a:lnSpc>
                  <a:spcPts val="896"/>
                </a:lnSpc>
              </a:pPr>
              <a:r>
                <a:rPr sz="844" spc="-46" dirty="0">
                  <a:solidFill>
                    <a:srgbClr val="252423"/>
                  </a:solidFill>
                  <a:latin typeface="Trebuchet MS"/>
                  <a:cs typeface="Trebuchet MS"/>
                </a:rPr>
                <a:t>Total_Sales_GHS</a:t>
              </a:r>
              <a:endParaRPr sz="844">
                <a:latin typeface="Trebuchet MS"/>
                <a:cs typeface="Trebuchet MS"/>
              </a:endParaRPr>
            </a:p>
          </p:txBody>
        </p:sp>
        <p:sp>
          <p:nvSpPr>
            <p:cNvPr id="10" name="object 10"/>
            <p:cNvSpPr/>
            <p:nvPr/>
          </p:nvSpPr>
          <p:spPr>
            <a:xfrm>
              <a:off x="893862" y="391789"/>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4"/>
                  </a:lnTo>
                  <a:lnTo>
                    <a:pt x="464" y="2150325"/>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5"/>
                  </a:lnTo>
                  <a:lnTo>
                    <a:pt x="7200" y="2152184"/>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3105150">
                  <a:moveTo>
                    <a:pt x="6077" y="1200149"/>
                  </a:moveTo>
                  <a:lnTo>
                    <a:pt x="3447" y="1200149"/>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49"/>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5"/>
                  </a:moveTo>
                  <a:lnTo>
                    <a:pt x="3447" y="1057275"/>
                  </a:lnTo>
                  <a:lnTo>
                    <a:pt x="2324" y="1056810"/>
                  </a:lnTo>
                  <a:lnTo>
                    <a:pt x="464" y="1054950"/>
                  </a:lnTo>
                  <a:lnTo>
                    <a:pt x="0" y="1053827"/>
                  </a:lnTo>
                  <a:lnTo>
                    <a:pt x="0" y="1051197"/>
                  </a:lnTo>
                  <a:lnTo>
                    <a:pt x="464" y="1050075"/>
                  </a:lnTo>
                  <a:lnTo>
                    <a:pt x="2324" y="1048215"/>
                  </a:lnTo>
                  <a:lnTo>
                    <a:pt x="3447" y="1047750"/>
                  </a:lnTo>
                  <a:lnTo>
                    <a:pt x="6077" y="1047750"/>
                  </a:lnTo>
                  <a:lnTo>
                    <a:pt x="7200" y="1048215"/>
                  </a:lnTo>
                  <a:lnTo>
                    <a:pt x="9060" y="1050075"/>
                  </a:lnTo>
                  <a:lnTo>
                    <a:pt x="9524" y="1051197"/>
                  </a:lnTo>
                  <a:lnTo>
                    <a:pt x="9524" y="1053827"/>
                  </a:lnTo>
                  <a:lnTo>
                    <a:pt x="9060" y="1054950"/>
                  </a:lnTo>
                  <a:lnTo>
                    <a:pt x="7200" y="1056810"/>
                  </a:lnTo>
                  <a:lnTo>
                    <a:pt x="6077" y="1057275"/>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5"/>
                  </a:lnTo>
                  <a:lnTo>
                    <a:pt x="464" y="912075"/>
                  </a:lnTo>
                  <a:lnTo>
                    <a:pt x="0" y="910952"/>
                  </a:lnTo>
                  <a:lnTo>
                    <a:pt x="0" y="908322"/>
                  </a:lnTo>
                  <a:lnTo>
                    <a:pt x="464" y="907200"/>
                  </a:lnTo>
                  <a:lnTo>
                    <a:pt x="2324" y="905340"/>
                  </a:lnTo>
                  <a:lnTo>
                    <a:pt x="3447" y="904875"/>
                  </a:lnTo>
                  <a:lnTo>
                    <a:pt x="6077" y="904875"/>
                  </a:lnTo>
                  <a:lnTo>
                    <a:pt x="7200" y="905340"/>
                  </a:lnTo>
                  <a:lnTo>
                    <a:pt x="9060" y="907200"/>
                  </a:lnTo>
                  <a:lnTo>
                    <a:pt x="9524" y="908322"/>
                  </a:lnTo>
                  <a:lnTo>
                    <a:pt x="9524" y="910952"/>
                  </a:lnTo>
                  <a:lnTo>
                    <a:pt x="9060" y="912075"/>
                  </a:lnTo>
                  <a:lnTo>
                    <a:pt x="7200" y="913935"/>
                  </a:lnTo>
                  <a:lnTo>
                    <a:pt x="6077" y="914399"/>
                  </a:lnTo>
                  <a:close/>
                </a:path>
                <a:path w="9525" h="3105150">
                  <a:moveTo>
                    <a:pt x="6077" y="866775"/>
                  </a:moveTo>
                  <a:lnTo>
                    <a:pt x="3447" y="866775"/>
                  </a:lnTo>
                  <a:lnTo>
                    <a:pt x="2324" y="866310"/>
                  </a:lnTo>
                  <a:lnTo>
                    <a:pt x="464" y="864450"/>
                  </a:lnTo>
                  <a:lnTo>
                    <a:pt x="0" y="863327"/>
                  </a:lnTo>
                  <a:lnTo>
                    <a:pt x="0" y="860697"/>
                  </a:lnTo>
                  <a:lnTo>
                    <a:pt x="464" y="859575"/>
                  </a:lnTo>
                  <a:lnTo>
                    <a:pt x="2324" y="857715"/>
                  </a:lnTo>
                  <a:lnTo>
                    <a:pt x="3447" y="857250"/>
                  </a:lnTo>
                  <a:lnTo>
                    <a:pt x="6077" y="857250"/>
                  </a:lnTo>
                  <a:lnTo>
                    <a:pt x="7200" y="857715"/>
                  </a:lnTo>
                  <a:lnTo>
                    <a:pt x="9060" y="859575"/>
                  </a:lnTo>
                  <a:lnTo>
                    <a:pt x="9524" y="860697"/>
                  </a:lnTo>
                  <a:lnTo>
                    <a:pt x="9524" y="863327"/>
                  </a:lnTo>
                  <a:lnTo>
                    <a:pt x="9060" y="864450"/>
                  </a:lnTo>
                  <a:lnTo>
                    <a:pt x="7200" y="866310"/>
                  </a:lnTo>
                  <a:lnTo>
                    <a:pt x="6077" y="866775"/>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11" name="object 11"/>
            <p:cNvSpPr txBox="1"/>
            <p:nvPr/>
          </p:nvSpPr>
          <p:spPr>
            <a:xfrm>
              <a:off x="572463" y="2504847"/>
              <a:ext cx="377279" cy="188554"/>
            </a:xfrm>
            <a:prstGeom prst="rect">
              <a:avLst/>
            </a:prstGeom>
          </p:spPr>
          <p:txBody>
            <a:bodyPr vert="horz" wrap="square" lIns="0" tIns="8930" rIns="0" bIns="0" rtlCol="0">
              <a:spAutoFit/>
            </a:bodyPr>
            <a:lstStyle/>
            <a:p>
              <a:pPr marL="8929">
                <a:lnSpc>
                  <a:spcPts val="686"/>
                </a:lnSpc>
                <a:spcBef>
                  <a:spcPts val="70"/>
                </a:spcBef>
              </a:pPr>
              <a:r>
                <a:rPr sz="633" spc="-7" dirty="0">
                  <a:solidFill>
                    <a:srgbClr val="605D5C"/>
                  </a:solidFill>
                  <a:latin typeface="Segoe UI"/>
                  <a:cs typeface="Segoe UI"/>
                </a:rPr>
                <a:t>GH₵2K</a:t>
              </a:r>
              <a:endParaRPr sz="633">
                <a:latin typeface="Segoe UI"/>
                <a:cs typeface="Segoe UI"/>
              </a:endParaRPr>
            </a:p>
            <a:p>
              <a:pPr marR="3572" algn="r">
                <a:lnSpc>
                  <a:spcPts val="686"/>
                </a:lnSpc>
              </a:pPr>
              <a:r>
                <a:rPr sz="633" spc="-18" dirty="0">
                  <a:solidFill>
                    <a:srgbClr val="605D5C"/>
                  </a:solidFill>
                  <a:latin typeface="Segoe UI"/>
                  <a:cs typeface="Segoe UI"/>
                </a:rPr>
                <a:t>50</a:t>
              </a:r>
              <a:endParaRPr sz="633">
                <a:latin typeface="Segoe UI"/>
                <a:cs typeface="Segoe UI"/>
              </a:endParaRPr>
            </a:p>
          </p:txBody>
        </p:sp>
        <p:sp>
          <p:nvSpPr>
            <p:cNvPr id="12" name="object 12"/>
            <p:cNvSpPr/>
            <p:nvPr/>
          </p:nvSpPr>
          <p:spPr>
            <a:xfrm>
              <a:off x="1681125" y="391789"/>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4"/>
                  </a:lnTo>
                  <a:lnTo>
                    <a:pt x="464" y="2150325"/>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5"/>
                  </a:lnTo>
                  <a:lnTo>
                    <a:pt x="7200" y="2152184"/>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3105150">
                  <a:moveTo>
                    <a:pt x="6077" y="1200149"/>
                  </a:moveTo>
                  <a:lnTo>
                    <a:pt x="3447" y="1200149"/>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49"/>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5"/>
                  </a:moveTo>
                  <a:lnTo>
                    <a:pt x="3447" y="1057275"/>
                  </a:lnTo>
                  <a:lnTo>
                    <a:pt x="2324" y="1056810"/>
                  </a:lnTo>
                  <a:lnTo>
                    <a:pt x="464" y="1054950"/>
                  </a:lnTo>
                  <a:lnTo>
                    <a:pt x="0" y="1053827"/>
                  </a:lnTo>
                  <a:lnTo>
                    <a:pt x="0" y="1051197"/>
                  </a:lnTo>
                  <a:lnTo>
                    <a:pt x="464" y="1050075"/>
                  </a:lnTo>
                  <a:lnTo>
                    <a:pt x="2324" y="1048215"/>
                  </a:lnTo>
                  <a:lnTo>
                    <a:pt x="3447" y="1047750"/>
                  </a:lnTo>
                  <a:lnTo>
                    <a:pt x="6077" y="1047750"/>
                  </a:lnTo>
                  <a:lnTo>
                    <a:pt x="7200" y="1048215"/>
                  </a:lnTo>
                  <a:lnTo>
                    <a:pt x="9060" y="1050075"/>
                  </a:lnTo>
                  <a:lnTo>
                    <a:pt x="9524" y="1051197"/>
                  </a:lnTo>
                  <a:lnTo>
                    <a:pt x="9524" y="1053827"/>
                  </a:lnTo>
                  <a:lnTo>
                    <a:pt x="9060" y="1054950"/>
                  </a:lnTo>
                  <a:lnTo>
                    <a:pt x="7200" y="1056810"/>
                  </a:lnTo>
                  <a:lnTo>
                    <a:pt x="6077" y="1057275"/>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5"/>
                  </a:lnTo>
                  <a:lnTo>
                    <a:pt x="464" y="912075"/>
                  </a:lnTo>
                  <a:lnTo>
                    <a:pt x="0" y="910952"/>
                  </a:lnTo>
                  <a:lnTo>
                    <a:pt x="0" y="908322"/>
                  </a:lnTo>
                  <a:lnTo>
                    <a:pt x="464" y="907200"/>
                  </a:lnTo>
                  <a:lnTo>
                    <a:pt x="2324" y="905340"/>
                  </a:lnTo>
                  <a:lnTo>
                    <a:pt x="3447" y="904875"/>
                  </a:lnTo>
                  <a:lnTo>
                    <a:pt x="6077" y="904875"/>
                  </a:lnTo>
                  <a:lnTo>
                    <a:pt x="7200" y="905340"/>
                  </a:lnTo>
                  <a:lnTo>
                    <a:pt x="9060" y="907200"/>
                  </a:lnTo>
                  <a:lnTo>
                    <a:pt x="9524" y="908322"/>
                  </a:lnTo>
                  <a:lnTo>
                    <a:pt x="9524" y="910952"/>
                  </a:lnTo>
                  <a:lnTo>
                    <a:pt x="9060" y="912075"/>
                  </a:lnTo>
                  <a:lnTo>
                    <a:pt x="7200" y="913935"/>
                  </a:lnTo>
                  <a:lnTo>
                    <a:pt x="6077" y="914399"/>
                  </a:lnTo>
                  <a:close/>
                </a:path>
                <a:path w="9525" h="3105150">
                  <a:moveTo>
                    <a:pt x="6077" y="866775"/>
                  </a:moveTo>
                  <a:lnTo>
                    <a:pt x="3447" y="866775"/>
                  </a:lnTo>
                  <a:lnTo>
                    <a:pt x="2324" y="866310"/>
                  </a:lnTo>
                  <a:lnTo>
                    <a:pt x="464" y="864450"/>
                  </a:lnTo>
                  <a:lnTo>
                    <a:pt x="0" y="863327"/>
                  </a:lnTo>
                  <a:lnTo>
                    <a:pt x="0" y="860697"/>
                  </a:lnTo>
                  <a:lnTo>
                    <a:pt x="464" y="859575"/>
                  </a:lnTo>
                  <a:lnTo>
                    <a:pt x="2324" y="857715"/>
                  </a:lnTo>
                  <a:lnTo>
                    <a:pt x="3447" y="857250"/>
                  </a:lnTo>
                  <a:lnTo>
                    <a:pt x="6077" y="857250"/>
                  </a:lnTo>
                  <a:lnTo>
                    <a:pt x="7200" y="857715"/>
                  </a:lnTo>
                  <a:lnTo>
                    <a:pt x="9060" y="859575"/>
                  </a:lnTo>
                  <a:lnTo>
                    <a:pt x="9524" y="860697"/>
                  </a:lnTo>
                  <a:lnTo>
                    <a:pt x="9524" y="863327"/>
                  </a:lnTo>
                  <a:lnTo>
                    <a:pt x="9060" y="864450"/>
                  </a:lnTo>
                  <a:lnTo>
                    <a:pt x="7200" y="866310"/>
                  </a:lnTo>
                  <a:lnTo>
                    <a:pt x="6077" y="866775"/>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13" name="object 13"/>
            <p:cNvSpPr txBox="1"/>
            <p:nvPr/>
          </p:nvSpPr>
          <p:spPr>
            <a:xfrm>
              <a:off x="1610559" y="2582912"/>
              <a:ext cx="148233"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100</a:t>
              </a:r>
              <a:endParaRPr sz="633">
                <a:latin typeface="Segoe UI"/>
                <a:cs typeface="Segoe UI"/>
              </a:endParaRPr>
            </a:p>
          </p:txBody>
        </p:sp>
        <p:sp>
          <p:nvSpPr>
            <p:cNvPr id="14" name="object 14"/>
            <p:cNvSpPr/>
            <p:nvPr/>
          </p:nvSpPr>
          <p:spPr>
            <a:xfrm>
              <a:off x="2468389" y="391789"/>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4"/>
                  </a:lnTo>
                  <a:lnTo>
                    <a:pt x="464" y="2150325"/>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5"/>
                  </a:lnTo>
                  <a:lnTo>
                    <a:pt x="7200" y="2152184"/>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3105150">
                  <a:moveTo>
                    <a:pt x="6077" y="1200149"/>
                  </a:moveTo>
                  <a:lnTo>
                    <a:pt x="3447" y="1200149"/>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49"/>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5"/>
                  </a:moveTo>
                  <a:lnTo>
                    <a:pt x="3447" y="1057275"/>
                  </a:lnTo>
                  <a:lnTo>
                    <a:pt x="2324" y="1056810"/>
                  </a:lnTo>
                  <a:lnTo>
                    <a:pt x="464" y="1054950"/>
                  </a:lnTo>
                  <a:lnTo>
                    <a:pt x="0" y="1053827"/>
                  </a:lnTo>
                  <a:lnTo>
                    <a:pt x="0" y="1051197"/>
                  </a:lnTo>
                  <a:lnTo>
                    <a:pt x="464" y="1050075"/>
                  </a:lnTo>
                  <a:lnTo>
                    <a:pt x="2324" y="1048215"/>
                  </a:lnTo>
                  <a:lnTo>
                    <a:pt x="3447" y="1047750"/>
                  </a:lnTo>
                  <a:lnTo>
                    <a:pt x="6077" y="1047750"/>
                  </a:lnTo>
                  <a:lnTo>
                    <a:pt x="7200" y="1048215"/>
                  </a:lnTo>
                  <a:lnTo>
                    <a:pt x="9060" y="1050075"/>
                  </a:lnTo>
                  <a:lnTo>
                    <a:pt x="9524" y="1051197"/>
                  </a:lnTo>
                  <a:lnTo>
                    <a:pt x="9524" y="1053827"/>
                  </a:lnTo>
                  <a:lnTo>
                    <a:pt x="9060" y="1054950"/>
                  </a:lnTo>
                  <a:lnTo>
                    <a:pt x="7200" y="1056810"/>
                  </a:lnTo>
                  <a:lnTo>
                    <a:pt x="6077" y="1057275"/>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5"/>
                  </a:lnTo>
                  <a:lnTo>
                    <a:pt x="464" y="912075"/>
                  </a:lnTo>
                  <a:lnTo>
                    <a:pt x="0" y="910952"/>
                  </a:lnTo>
                  <a:lnTo>
                    <a:pt x="0" y="908322"/>
                  </a:lnTo>
                  <a:lnTo>
                    <a:pt x="464" y="907200"/>
                  </a:lnTo>
                  <a:lnTo>
                    <a:pt x="2324" y="905340"/>
                  </a:lnTo>
                  <a:lnTo>
                    <a:pt x="3447" y="904875"/>
                  </a:lnTo>
                  <a:lnTo>
                    <a:pt x="6077" y="904875"/>
                  </a:lnTo>
                  <a:lnTo>
                    <a:pt x="7200" y="905340"/>
                  </a:lnTo>
                  <a:lnTo>
                    <a:pt x="9060" y="907200"/>
                  </a:lnTo>
                  <a:lnTo>
                    <a:pt x="9524" y="908322"/>
                  </a:lnTo>
                  <a:lnTo>
                    <a:pt x="9524" y="910952"/>
                  </a:lnTo>
                  <a:lnTo>
                    <a:pt x="9060" y="912075"/>
                  </a:lnTo>
                  <a:lnTo>
                    <a:pt x="7200" y="913935"/>
                  </a:lnTo>
                  <a:lnTo>
                    <a:pt x="6077" y="914399"/>
                  </a:lnTo>
                  <a:close/>
                </a:path>
                <a:path w="9525" h="3105150">
                  <a:moveTo>
                    <a:pt x="6077" y="866775"/>
                  </a:moveTo>
                  <a:lnTo>
                    <a:pt x="3447" y="866775"/>
                  </a:lnTo>
                  <a:lnTo>
                    <a:pt x="2324" y="866310"/>
                  </a:lnTo>
                  <a:lnTo>
                    <a:pt x="464" y="864450"/>
                  </a:lnTo>
                  <a:lnTo>
                    <a:pt x="0" y="863327"/>
                  </a:lnTo>
                  <a:lnTo>
                    <a:pt x="0" y="860697"/>
                  </a:lnTo>
                  <a:lnTo>
                    <a:pt x="464" y="859575"/>
                  </a:lnTo>
                  <a:lnTo>
                    <a:pt x="2324" y="857715"/>
                  </a:lnTo>
                  <a:lnTo>
                    <a:pt x="3447" y="857250"/>
                  </a:lnTo>
                  <a:lnTo>
                    <a:pt x="6077" y="857250"/>
                  </a:lnTo>
                  <a:lnTo>
                    <a:pt x="7200" y="857715"/>
                  </a:lnTo>
                  <a:lnTo>
                    <a:pt x="9060" y="859575"/>
                  </a:lnTo>
                  <a:lnTo>
                    <a:pt x="9524" y="860697"/>
                  </a:lnTo>
                  <a:lnTo>
                    <a:pt x="9524" y="863327"/>
                  </a:lnTo>
                  <a:lnTo>
                    <a:pt x="9060" y="864450"/>
                  </a:lnTo>
                  <a:lnTo>
                    <a:pt x="7200" y="866310"/>
                  </a:lnTo>
                  <a:lnTo>
                    <a:pt x="6077" y="866775"/>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15" name="object 15"/>
            <p:cNvSpPr txBox="1"/>
            <p:nvPr/>
          </p:nvSpPr>
          <p:spPr>
            <a:xfrm>
              <a:off x="2050256" y="2576916"/>
              <a:ext cx="836265" cy="255008"/>
            </a:xfrm>
            <a:prstGeom prst="rect">
              <a:avLst/>
            </a:prstGeom>
          </p:spPr>
          <p:txBody>
            <a:bodyPr vert="horz" wrap="square" lIns="0" tIns="14734" rIns="0" bIns="0" rtlCol="0">
              <a:spAutoFit/>
            </a:bodyPr>
            <a:lstStyle/>
            <a:p>
              <a:pPr marL="6697" algn="ctr">
                <a:spcBef>
                  <a:spcPts val="116"/>
                </a:spcBef>
              </a:pPr>
              <a:r>
                <a:rPr sz="633" spc="-18" dirty="0">
                  <a:solidFill>
                    <a:srgbClr val="605D5C"/>
                  </a:solidFill>
                  <a:latin typeface="Segoe UI"/>
                  <a:cs typeface="Segoe UI"/>
                </a:rPr>
                <a:t>150</a:t>
              </a:r>
              <a:endParaRPr sz="633">
                <a:latin typeface="Segoe UI"/>
                <a:cs typeface="Segoe UI"/>
              </a:endParaRPr>
            </a:p>
            <a:p>
              <a:pPr algn="ctr">
                <a:spcBef>
                  <a:spcPts val="63"/>
                </a:spcBef>
              </a:pPr>
              <a:r>
                <a:rPr sz="844" spc="-25" dirty="0">
                  <a:solidFill>
                    <a:srgbClr val="252423"/>
                  </a:solidFill>
                  <a:latin typeface="Trebuchet MS"/>
                  <a:cs typeface="Trebuchet MS"/>
                </a:rPr>
                <a:t>Customers_Served</a:t>
              </a:r>
              <a:endParaRPr sz="844">
                <a:latin typeface="Trebuchet MS"/>
                <a:cs typeface="Trebuchet MS"/>
              </a:endParaRPr>
            </a:p>
          </p:txBody>
        </p:sp>
        <p:sp>
          <p:nvSpPr>
            <p:cNvPr id="16" name="object 16"/>
            <p:cNvSpPr/>
            <p:nvPr/>
          </p:nvSpPr>
          <p:spPr>
            <a:xfrm>
              <a:off x="3255653" y="391789"/>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4"/>
                  </a:lnTo>
                  <a:lnTo>
                    <a:pt x="464" y="2150325"/>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5"/>
                  </a:lnTo>
                  <a:lnTo>
                    <a:pt x="7200" y="2152184"/>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3105150">
                  <a:moveTo>
                    <a:pt x="6077" y="1200149"/>
                  </a:moveTo>
                  <a:lnTo>
                    <a:pt x="3447" y="1200149"/>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49"/>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5"/>
                  </a:moveTo>
                  <a:lnTo>
                    <a:pt x="3447" y="1057275"/>
                  </a:lnTo>
                  <a:lnTo>
                    <a:pt x="2324" y="1056810"/>
                  </a:lnTo>
                  <a:lnTo>
                    <a:pt x="464" y="1054950"/>
                  </a:lnTo>
                  <a:lnTo>
                    <a:pt x="0" y="1053827"/>
                  </a:lnTo>
                  <a:lnTo>
                    <a:pt x="0" y="1051197"/>
                  </a:lnTo>
                  <a:lnTo>
                    <a:pt x="464" y="1050075"/>
                  </a:lnTo>
                  <a:lnTo>
                    <a:pt x="2324" y="1048215"/>
                  </a:lnTo>
                  <a:lnTo>
                    <a:pt x="3447" y="1047750"/>
                  </a:lnTo>
                  <a:lnTo>
                    <a:pt x="6077" y="1047750"/>
                  </a:lnTo>
                  <a:lnTo>
                    <a:pt x="7200" y="1048215"/>
                  </a:lnTo>
                  <a:lnTo>
                    <a:pt x="9060" y="1050075"/>
                  </a:lnTo>
                  <a:lnTo>
                    <a:pt x="9524" y="1051197"/>
                  </a:lnTo>
                  <a:lnTo>
                    <a:pt x="9524" y="1053827"/>
                  </a:lnTo>
                  <a:lnTo>
                    <a:pt x="9060" y="1054950"/>
                  </a:lnTo>
                  <a:lnTo>
                    <a:pt x="7200" y="1056810"/>
                  </a:lnTo>
                  <a:lnTo>
                    <a:pt x="6077" y="1057275"/>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5"/>
                  </a:lnTo>
                  <a:lnTo>
                    <a:pt x="464" y="912075"/>
                  </a:lnTo>
                  <a:lnTo>
                    <a:pt x="0" y="910952"/>
                  </a:lnTo>
                  <a:lnTo>
                    <a:pt x="0" y="908322"/>
                  </a:lnTo>
                  <a:lnTo>
                    <a:pt x="464" y="907200"/>
                  </a:lnTo>
                  <a:lnTo>
                    <a:pt x="2324" y="905340"/>
                  </a:lnTo>
                  <a:lnTo>
                    <a:pt x="3447" y="904875"/>
                  </a:lnTo>
                  <a:lnTo>
                    <a:pt x="6077" y="904875"/>
                  </a:lnTo>
                  <a:lnTo>
                    <a:pt x="7200" y="905340"/>
                  </a:lnTo>
                  <a:lnTo>
                    <a:pt x="9060" y="907200"/>
                  </a:lnTo>
                  <a:lnTo>
                    <a:pt x="9524" y="908322"/>
                  </a:lnTo>
                  <a:lnTo>
                    <a:pt x="9524" y="910952"/>
                  </a:lnTo>
                  <a:lnTo>
                    <a:pt x="9060" y="912075"/>
                  </a:lnTo>
                  <a:lnTo>
                    <a:pt x="7200" y="913935"/>
                  </a:lnTo>
                  <a:lnTo>
                    <a:pt x="6077" y="914399"/>
                  </a:lnTo>
                  <a:close/>
                </a:path>
                <a:path w="9525" h="3105150">
                  <a:moveTo>
                    <a:pt x="6077" y="866775"/>
                  </a:moveTo>
                  <a:lnTo>
                    <a:pt x="3447" y="866775"/>
                  </a:lnTo>
                  <a:lnTo>
                    <a:pt x="2324" y="866310"/>
                  </a:lnTo>
                  <a:lnTo>
                    <a:pt x="464" y="864450"/>
                  </a:lnTo>
                  <a:lnTo>
                    <a:pt x="0" y="863327"/>
                  </a:lnTo>
                  <a:lnTo>
                    <a:pt x="0" y="860697"/>
                  </a:lnTo>
                  <a:lnTo>
                    <a:pt x="464" y="859575"/>
                  </a:lnTo>
                  <a:lnTo>
                    <a:pt x="2324" y="857715"/>
                  </a:lnTo>
                  <a:lnTo>
                    <a:pt x="3447" y="857250"/>
                  </a:lnTo>
                  <a:lnTo>
                    <a:pt x="6077" y="857250"/>
                  </a:lnTo>
                  <a:lnTo>
                    <a:pt x="7200" y="857715"/>
                  </a:lnTo>
                  <a:lnTo>
                    <a:pt x="9060" y="859575"/>
                  </a:lnTo>
                  <a:lnTo>
                    <a:pt x="9524" y="860697"/>
                  </a:lnTo>
                  <a:lnTo>
                    <a:pt x="9524" y="863327"/>
                  </a:lnTo>
                  <a:lnTo>
                    <a:pt x="9060" y="864450"/>
                  </a:lnTo>
                  <a:lnTo>
                    <a:pt x="7200" y="866310"/>
                  </a:lnTo>
                  <a:lnTo>
                    <a:pt x="6077" y="866775"/>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17" name="object 17"/>
            <p:cNvSpPr txBox="1"/>
            <p:nvPr/>
          </p:nvSpPr>
          <p:spPr>
            <a:xfrm>
              <a:off x="3185087" y="2582912"/>
              <a:ext cx="148233"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200</a:t>
              </a:r>
              <a:endParaRPr sz="633">
                <a:latin typeface="Segoe UI"/>
                <a:cs typeface="Segoe UI"/>
              </a:endParaRPr>
            </a:p>
          </p:txBody>
        </p:sp>
        <p:sp>
          <p:nvSpPr>
            <p:cNvPr id="18" name="object 18"/>
            <p:cNvSpPr/>
            <p:nvPr/>
          </p:nvSpPr>
          <p:spPr>
            <a:xfrm>
              <a:off x="4042916" y="391789"/>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4"/>
                  </a:lnTo>
                  <a:lnTo>
                    <a:pt x="464" y="2150325"/>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5"/>
                  </a:lnTo>
                  <a:lnTo>
                    <a:pt x="7200" y="2152184"/>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09"/>
                  </a:lnTo>
                  <a:lnTo>
                    <a:pt x="464" y="1245450"/>
                  </a:lnTo>
                  <a:lnTo>
                    <a:pt x="0" y="1244327"/>
                  </a:lnTo>
                  <a:lnTo>
                    <a:pt x="0" y="1241697"/>
                  </a:lnTo>
                  <a:lnTo>
                    <a:pt x="464" y="1240574"/>
                  </a:lnTo>
                  <a:lnTo>
                    <a:pt x="2324" y="1238715"/>
                  </a:lnTo>
                  <a:lnTo>
                    <a:pt x="3447" y="1238249"/>
                  </a:lnTo>
                  <a:lnTo>
                    <a:pt x="6077" y="1238249"/>
                  </a:lnTo>
                  <a:lnTo>
                    <a:pt x="7200" y="1238715"/>
                  </a:lnTo>
                  <a:lnTo>
                    <a:pt x="9060" y="1240574"/>
                  </a:lnTo>
                  <a:lnTo>
                    <a:pt x="9524" y="1241697"/>
                  </a:lnTo>
                  <a:lnTo>
                    <a:pt x="9524" y="1244327"/>
                  </a:lnTo>
                  <a:lnTo>
                    <a:pt x="9060" y="1245450"/>
                  </a:lnTo>
                  <a:lnTo>
                    <a:pt x="7200" y="1247309"/>
                  </a:lnTo>
                  <a:lnTo>
                    <a:pt x="6077" y="1247774"/>
                  </a:lnTo>
                  <a:close/>
                </a:path>
                <a:path w="9525" h="3105150">
                  <a:moveTo>
                    <a:pt x="6077" y="1200149"/>
                  </a:moveTo>
                  <a:lnTo>
                    <a:pt x="3447" y="1200149"/>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49"/>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5"/>
                  </a:moveTo>
                  <a:lnTo>
                    <a:pt x="3447" y="1057275"/>
                  </a:lnTo>
                  <a:lnTo>
                    <a:pt x="2324" y="1056810"/>
                  </a:lnTo>
                  <a:lnTo>
                    <a:pt x="464" y="1054950"/>
                  </a:lnTo>
                  <a:lnTo>
                    <a:pt x="0" y="1053827"/>
                  </a:lnTo>
                  <a:lnTo>
                    <a:pt x="0" y="1051197"/>
                  </a:lnTo>
                  <a:lnTo>
                    <a:pt x="464" y="1050075"/>
                  </a:lnTo>
                  <a:lnTo>
                    <a:pt x="2324" y="1048215"/>
                  </a:lnTo>
                  <a:lnTo>
                    <a:pt x="3447" y="1047750"/>
                  </a:lnTo>
                  <a:lnTo>
                    <a:pt x="6077" y="1047750"/>
                  </a:lnTo>
                  <a:lnTo>
                    <a:pt x="7200" y="1048215"/>
                  </a:lnTo>
                  <a:lnTo>
                    <a:pt x="9060" y="1050075"/>
                  </a:lnTo>
                  <a:lnTo>
                    <a:pt x="9524" y="1051197"/>
                  </a:lnTo>
                  <a:lnTo>
                    <a:pt x="9524" y="1053827"/>
                  </a:lnTo>
                  <a:lnTo>
                    <a:pt x="9060" y="1054950"/>
                  </a:lnTo>
                  <a:lnTo>
                    <a:pt x="7200" y="1056810"/>
                  </a:lnTo>
                  <a:lnTo>
                    <a:pt x="6077" y="1057275"/>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5"/>
                  </a:lnTo>
                  <a:lnTo>
                    <a:pt x="464" y="912075"/>
                  </a:lnTo>
                  <a:lnTo>
                    <a:pt x="0" y="910952"/>
                  </a:lnTo>
                  <a:lnTo>
                    <a:pt x="0" y="908322"/>
                  </a:lnTo>
                  <a:lnTo>
                    <a:pt x="464" y="907200"/>
                  </a:lnTo>
                  <a:lnTo>
                    <a:pt x="2324" y="905340"/>
                  </a:lnTo>
                  <a:lnTo>
                    <a:pt x="3447" y="904875"/>
                  </a:lnTo>
                  <a:lnTo>
                    <a:pt x="6077" y="904875"/>
                  </a:lnTo>
                  <a:lnTo>
                    <a:pt x="7200" y="905340"/>
                  </a:lnTo>
                  <a:lnTo>
                    <a:pt x="9060" y="907200"/>
                  </a:lnTo>
                  <a:lnTo>
                    <a:pt x="9524" y="908322"/>
                  </a:lnTo>
                  <a:lnTo>
                    <a:pt x="9524" y="910952"/>
                  </a:lnTo>
                  <a:lnTo>
                    <a:pt x="9060" y="912075"/>
                  </a:lnTo>
                  <a:lnTo>
                    <a:pt x="7200" y="913935"/>
                  </a:lnTo>
                  <a:lnTo>
                    <a:pt x="6077" y="914399"/>
                  </a:lnTo>
                  <a:close/>
                </a:path>
                <a:path w="9525" h="3105150">
                  <a:moveTo>
                    <a:pt x="6077" y="866775"/>
                  </a:moveTo>
                  <a:lnTo>
                    <a:pt x="3447" y="866775"/>
                  </a:lnTo>
                  <a:lnTo>
                    <a:pt x="2324" y="866310"/>
                  </a:lnTo>
                  <a:lnTo>
                    <a:pt x="464" y="864450"/>
                  </a:lnTo>
                  <a:lnTo>
                    <a:pt x="0" y="863327"/>
                  </a:lnTo>
                  <a:lnTo>
                    <a:pt x="0" y="860697"/>
                  </a:lnTo>
                  <a:lnTo>
                    <a:pt x="464" y="859575"/>
                  </a:lnTo>
                  <a:lnTo>
                    <a:pt x="2324" y="857715"/>
                  </a:lnTo>
                  <a:lnTo>
                    <a:pt x="3447" y="857250"/>
                  </a:lnTo>
                  <a:lnTo>
                    <a:pt x="6077" y="857250"/>
                  </a:lnTo>
                  <a:lnTo>
                    <a:pt x="7200" y="857715"/>
                  </a:lnTo>
                  <a:lnTo>
                    <a:pt x="9060" y="859575"/>
                  </a:lnTo>
                  <a:lnTo>
                    <a:pt x="9524" y="860697"/>
                  </a:lnTo>
                  <a:lnTo>
                    <a:pt x="9524" y="863327"/>
                  </a:lnTo>
                  <a:lnTo>
                    <a:pt x="9060" y="864450"/>
                  </a:lnTo>
                  <a:lnTo>
                    <a:pt x="7200" y="866310"/>
                  </a:lnTo>
                  <a:lnTo>
                    <a:pt x="6077" y="866775"/>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19" name="object 19"/>
            <p:cNvSpPr txBox="1"/>
            <p:nvPr/>
          </p:nvSpPr>
          <p:spPr>
            <a:xfrm>
              <a:off x="3972350" y="2582912"/>
              <a:ext cx="148233"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250</a:t>
              </a:r>
              <a:endParaRPr sz="633">
                <a:latin typeface="Segoe UI"/>
                <a:cs typeface="Segoe UI"/>
              </a:endParaRPr>
            </a:p>
          </p:txBody>
        </p:sp>
        <p:grpSp>
          <p:nvGrpSpPr>
            <p:cNvPr id="20" name="object 20"/>
            <p:cNvGrpSpPr/>
            <p:nvPr/>
          </p:nvGrpSpPr>
          <p:grpSpPr>
            <a:xfrm>
              <a:off x="1098563" y="404850"/>
              <a:ext cx="2598093" cy="2000696"/>
              <a:chOff x="1384601" y="575786"/>
              <a:chExt cx="3695065" cy="2845435"/>
            </a:xfrm>
          </p:grpSpPr>
          <p:pic>
            <p:nvPicPr>
              <p:cNvPr id="21" name="object 21"/>
              <p:cNvPicPr/>
              <p:nvPr/>
            </p:nvPicPr>
            <p:blipFill>
              <a:blip r:embed="rId2" cstate="print"/>
              <a:stretch>
                <a:fillRect/>
              </a:stretch>
            </p:blipFill>
            <p:spPr>
              <a:xfrm>
                <a:off x="1384601" y="769858"/>
                <a:ext cx="3470919" cy="2651283"/>
              </a:xfrm>
              <a:prstGeom prst="rect">
                <a:avLst/>
              </a:prstGeom>
            </p:spPr>
          </p:pic>
          <p:pic>
            <p:nvPicPr>
              <p:cNvPr id="22" name="object 22"/>
              <p:cNvPicPr/>
              <p:nvPr/>
            </p:nvPicPr>
            <p:blipFill>
              <a:blip r:embed="rId3" cstate="print"/>
              <a:stretch>
                <a:fillRect/>
              </a:stretch>
            </p:blipFill>
            <p:spPr>
              <a:xfrm>
                <a:off x="4989918" y="1002744"/>
                <a:ext cx="89534" cy="89534"/>
              </a:xfrm>
              <a:prstGeom prst="rect">
                <a:avLst/>
              </a:prstGeom>
            </p:spPr>
          </p:pic>
          <p:pic>
            <p:nvPicPr>
              <p:cNvPr id="23" name="object 23"/>
              <p:cNvPicPr/>
              <p:nvPr/>
            </p:nvPicPr>
            <p:blipFill>
              <a:blip r:embed="rId4" cstate="print"/>
              <a:stretch>
                <a:fillRect/>
              </a:stretch>
            </p:blipFill>
            <p:spPr>
              <a:xfrm>
                <a:off x="4609232" y="653414"/>
                <a:ext cx="89534" cy="89534"/>
              </a:xfrm>
              <a:prstGeom prst="rect">
                <a:avLst/>
              </a:prstGeom>
            </p:spPr>
          </p:pic>
          <p:pic>
            <p:nvPicPr>
              <p:cNvPr id="24" name="object 24"/>
              <p:cNvPicPr/>
              <p:nvPr/>
            </p:nvPicPr>
            <p:blipFill>
              <a:blip r:embed="rId5" cstate="print"/>
              <a:stretch>
                <a:fillRect/>
              </a:stretch>
            </p:blipFill>
            <p:spPr>
              <a:xfrm>
                <a:off x="4788379" y="575786"/>
                <a:ext cx="89534" cy="89534"/>
              </a:xfrm>
              <a:prstGeom prst="rect">
                <a:avLst/>
              </a:prstGeom>
            </p:spPr>
          </p:pic>
        </p:grpSp>
        <p:grpSp>
          <p:nvGrpSpPr>
            <p:cNvPr id="109" name="Group 108">
              <a:extLst>
                <a:ext uri="{FF2B5EF4-FFF2-40B4-BE49-F238E27FC236}">
                  <a16:creationId xmlns:a16="http://schemas.microsoft.com/office/drawing/2014/main" id="{73E3F0ED-0854-169C-6B4D-DE0F7B2B0075}"/>
                </a:ext>
              </a:extLst>
            </p:cNvPr>
            <p:cNvGrpSpPr/>
            <p:nvPr/>
          </p:nvGrpSpPr>
          <p:grpSpPr>
            <a:xfrm>
              <a:off x="4656305" y="57821"/>
              <a:ext cx="4012998" cy="2817160"/>
              <a:chOff x="310307" y="133990"/>
              <a:chExt cx="4573116" cy="2817160"/>
            </a:xfrm>
          </p:grpSpPr>
          <p:sp>
            <p:nvSpPr>
              <p:cNvPr id="25" name="object 2"/>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26" name="object 4"/>
              <p:cNvSpPr/>
              <p:nvPr/>
            </p:nvSpPr>
            <p:spPr>
              <a:xfrm>
                <a:off x="823531" y="508992"/>
                <a:ext cx="3623221" cy="2181969"/>
              </a:xfrm>
              <a:custGeom>
                <a:avLst/>
                <a:gdLst/>
                <a:ahLst/>
                <a:cxnLst/>
                <a:rect l="l" t="t" r="r" b="b"/>
                <a:pathLst>
                  <a:path w="5153025" h="3103245">
                    <a:moveTo>
                      <a:pt x="9525" y="3097174"/>
                    </a:moveTo>
                    <a:lnTo>
                      <a:pt x="9067" y="3096056"/>
                    </a:lnTo>
                    <a:lnTo>
                      <a:pt x="7200" y="3094190"/>
                    </a:lnTo>
                    <a:lnTo>
                      <a:pt x="6083" y="3093720"/>
                    </a:lnTo>
                    <a:lnTo>
                      <a:pt x="3454" y="3093720"/>
                    </a:lnTo>
                    <a:lnTo>
                      <a:pt x="2336" y="3094190"/>
                    </a:lnTo>
                    <a:lnTo>
                      <a:pt x="469" y="3096056"/>
                    </a:lnTo>
                    <a:lnTo>
                      <a:pt x="0" y="3097174"/>
                    </a:lnTo>
                    <a:lnTo>
                      <a:pt x="0" y="3099803"/>
                    </a:lnTo>
                    <a:lnTo>
                      <a:pt x="469" y="3100921"/>
                    </a:lnTo>
                    <a:lnTo>
                      <a:pt x="2336" y="3102787"/>
                    </a:lnTo>
                    <a:lnTo>
                      <a:pt x="3454" y="3103245"/>
                    </a:lnTo>
                    <a:lnTo>
                      <a:pt x="6083" y="3103245"/>
                    </a:lnTo>
                    <a:lnTo>
                      <a:pt x="7200" y="3102787"/>
                    </a:lnTo>
                    <a:lnTo>
                      <a:pt x="9067" y="3100921"/>
                    </a:lnTo>
                    <a:lnTo>
                      <a:pt x="9525" y="3099803"/>
                    </a:lnTo>
                    <a:lnTo>
                      <a:pt x="9525" y="3097174"/>
                    </a:lnTo>
                    <a:close/>
                  </a:path>
                  <a:path w="5153025" h="3103245">
                    <a:moveTo>
                      <a:pt x="9525" y="2323744"/>
                    </a:moveTo>
                    <a:lnTo>
                      <a:pt x="9067" y="2322626"/>
                    </a:lnTo>
                    <a:lnTo>
                      <a:pt x="7200" y="2320760"/>
                    </a:lnTo>
                    <a:lnTo>
                      <a:pt x="6083" y="2320290"/>
                    </a:lnTo>
                    <a:lnTo>
                      <a:pt x="3454" y="2320290"/>
                    </a:lnTo>
                    <a:lnTo>
                      <a:pt x="2336" y="2320760"/>
                    </a:lnTo>
                    <a:lnTo>
                      <a:pt x="469" y="2322626"/>
                    </a:lnTo>
                    <a:lnTo>
                      <a:pt x="0" y="2323744"/>
                    </a:lnTo>
                    <a:lnTo>
                      <a:pt x="0" y="2326373"/>
                    </a:lnTo>
                    <a:lnTo>
                      <a:pt x="469" y="2327491"/>
                    </a:lnTo>
                    <a:lnTo>
                      <a:pt x="2336" y="2329357"/>
                    </a:lnTo>
                    <a:lnTo>
                      <a:pt x="3454" y="2329815"/>
                    </a:lnTo>
                    <a:lnTo>
                      <a:pt x="6083" y="2329815"/>
                    </a:lnTo>
                    <a:lnTo>
                      <a:pt x="7200" y="2329357"/>
                    </a:lnTo>
                    <a:lnTo>
                      <a:pt x="9067" y="2327491"/>
                    </a:lnTo>
                    <a:lnTo>
                      <a:pt x="9525" y="2326373"/>
                    </a:lnTo>
                    <a:lnTo>
                      <a:pt x="9525" y="2323744"/>
                    </a:lnTo>
                    <a:close/>
                  </a:path>
                  <a:path w="5153025" h="3103245">
                    <a:moveTo>
                      <a:pt x="9525" y="1550314"/>
                    </a:moveTo>
                    <a:lnTo>
                      <a:pt x="9067" y="1549196"/>
                    </a:lnTo>
                    <a:lnTo>
                      <a:pt x="7200" y="1547329"/>
                    </a:lnTo>
                    <a:lnTo>
                      <a:pt x="6083" y="1546860"/>
                    </a:lnTo>
                    <a:lnTo>
                      <a:pt x="3454" y="1546860"/>
                    </a:lnTo>
                    <a:lnTo>
                      <a:pt x="2336" y="1547329"/>
                    </a:lnTo>
                    <a:lnTo>
                      <a:pt x="469" y="1549196"/>
                    </a:lnTo>
                    <a:lnTo>
                      <a:pt x="0" y="1550314"/>
                    </a:lnTo>
                    <a:lnTo>
                      <a:pt x="0" y="1552943"/>
                    </a:lnTo>
                    <a:lnTo>
                      <a:pt x="469" y="1554060"/>
                    </a:lnTo>
                    <a:lnTo>
                      <a:pt x="2336" y="1555927"/>
                    </a:lnTo>
                    <a:lnTo>
                      <a:pt x="3454" y="1556385"/>
                    </a:lnTo>
                    <a:lnTo>
                      <a:pt x="6083" y="1556385"/>
                    </a:lnTo>
                    <a:lnTo>
                      <a:pt x="7200" y="1555927"/>
                    </a:lnTo>
                    <a:lnTo>
                      <a:pt x="9067" y="1554060"/>
                    </a:lnTo>
                    <a:lnTo>
                      <a:pt x="9525" y="1552943"/>
                    </a:lnTo>
                    <a:lnTo>
                      <a:pt x="9525" y="1550314"/>
                    </a:lnTo>
                    <a:close/>
                  </a:path>
                  <a:path w="5153025" h="3103245">
                    <a:moveTo>
                      <a:pt x="9525" y="776884"/>
                    </a:moveTo>
                    <a:lnTo>
                      <a:pt x="9067" y="775766"/>
                    </a:lnTo>
                    <a:lnTo>
                      <a:pt x="7200" y="773899"/>
                    </a:lnTo>
                    <a:lnTo>
                      <a:pt x="6083" y="773430"/>
                    </a:lnTo>
                    <a:lnTo>
                      <a:pt x="3454" y="773430"/>
                    </a:lnTo>
                    <a:lnTo>
                      <a:pt x="2336" y="773899"/>
                    </a:lnTo>
                    <a:lnTo>
                      <a:pt x="469" y="775766"/>
                    </a:lnTo>
                    <a:lnTo>
                      <a:pt x="0" y="776884"/>
                    </a:lnTo>
                    <a:lnTo>
                      <a:pt x="0" y="779513"/>
                    </a:lnTo>
                    <a:lnTo>
                      <a:pt x="469" y="780630"/>
                    </a:lnTo>
                    <a:lnTo>
                      <a:pt x="2336" y="782497"/>
                    </a:lnTo>
                    <a:lnTo>
                      <a:pt x="3454" y="782955"/>
                    </a:lnTo>
                    <a:lnTo>
                      <a:pt x="6083" y="782955"/>
                    </a:lnTo>
                    <a:lnTo>
                      <a:pt x="7200" y="782497"/>
                    </a:lnTo>
                    <a:lnTo>
                      <a:pt x="9067" y="780630"/>
                    </a:lnTo>
                    <a:lnTo>
                      <a:pt x="9525" y="779513"/>
                    </a:lnTo>
                    <a:lnTo>
                      <a:pt x="9525" y="776884"/>
                    </a:lnTo>
                    <a:close/>
                  </a:path>
                  <a:path w="5153025" h="3103245">
                    <a:moveTo>
                      <a:pt x="9525" y="3454"/>
                    </a:moveTo>
                    <a:lnTo>
                      <a:pt x="9067" y="2336"/>
                    </a:lnTo>
                    <a:lnTo>
                      <a:pt x="7200" y="469"/>
                    </a:lnTo>
                    <a:lnTo>
                      <a:pt x="6083" y="0"/>
                    </a:lnTo>
                    <a:lnTo>
                      <a:pt x="3454" y="0"/>
                    </a:lnTo>
                    <a:lnTo>
                      <a:pt x="2336" y="469"/>
                    </a:lnTo>
                    <a:lnTo>
                      <a:pt x="469" y="2336"/>
                    </a:lnTo>
                    <a:lnTo>
                      <a:pt x="0" y="3454"/>
                    </a:lnTo>
                    <a:lnTo>
                      <a:pt x="0" y="6083"/>
                    </a:lnTo>
                    <a:lnTo>
                      <a:pt x="469" y="7200"/>
                    </a:lnTo>
                    <a:lnTo>
                      <a:pt x="2336" y="9067"/>
                    </a:lnTo>
                    <a:lnTo>
                      <a:pt x="3454" y="9525"/>
                    </a:lnTo>
                    <a:lnTo>
                      <a:pt x="6083" y="9525"/>
                    </a:lnTo>
                    <a:lnTo>
                      <a:pt x="7200" y="9067"/>
                    </a:lnTo>
                    <a:lnTo>
                      <a:pt x="9067" y="7200"/>
                    </a:lnTo>
                    <a:lnTo>
                      <a:pt x="9525" y="6083"/>
                    </a:lnTo>
                    <a:lnTo>
                      <a:pt x="9525" y="3454"/>
                    </a:lnTo>
                    <a:close/>
                  </a:path>
                  <a:path w="5153025" h="3103245">
                    <a:moveTo>
                      <a:pt x="57150" y="3097174"/>
                    </a:moveTo>
                    <a:lnTo>
                      <a:pt x="56692" y="3096056"/>
                    </a:lnTo>
                    <a:lnTo>
                      <a:pt x="54825" y="3094190"/>
                    </a:lnTo>
                    <a:lnTo>
                      <a:pt x="53708" y="3093720"/>
                    </a:lnTo>
                    <a:lnTo>
                      <a:pt x="51079" y="3093720"/>
                    </a:lnTo>
                    <a:lnTo>
                      <a:pt x="49961" y="3094190"/>
                    </a:lnTo>
                    <a:lnTo>
                      <a:pt x="48094" y="3096056"/>
                    </a:lnTo>
                    <a:lnTo>
                      <a:pt x="47625" y="3097174"/>
                    </a:lnTo>
                    <a:lnTo>
                      <a:pt x="47625" y="3099803"/>
                    </a:lnTo>
                    <a:lnTo>
                      <a:pt x="48094" y="3100921"/>
                    </a:lnTo>
                    <a:lnTo>
                      <a:pt x="49961" y="3102787"/>
                    </a:lnTo>
                    <a:lnTo>
                      <a:pt x="51079" y="3103245"/>
                    </a:lnTo>
                    <a:lnTo>
                      <a:pt x="53708" y="3103245"/>
                    </a:lnTo>
                    <a:lnTo>
                      <a:pt x="54825" y="3102787"/>
                    </a:lnTo>
                    <a:lnTo>
                      <a:pt x="56692" y="3100921"/>
                    </a:lnTo>
                    <a:lnTo>
                      <a:pt x="57150" y="3099803"/>
                    </a:lnTo>
                    <a:lnTo>
                      <a:pt x="57150" y="3097174"/>
                    </a:lnTo>
                    <a:close/>
                  </a:path>
                  <a:path w="5153025" h="3103245">
                    <a:moveTo>
                      <a:pt x="57150" y="2323744"/>
                    </a:moveTo>
                    <a:lnTo>
                      <a:pt x="56692" y="2322626"/>
                    </a:lnTo>
                    <a:lnTo>
                      <a:pt x="54825" y="2320760"/>
                    </a:lnTo>
                    <a:lnTo>
                      <a:pt x="53708" y="2320290"/>
                    </a:lnTo>
                    <a:lnTo>
                      <a:pt x="51079" y="2320290"/>
                    </a:lnTo>
                    <a:lnTo>
                      <a:pt x="49961" y="2320760"/>
                    </a:lnTo>
                    <a:lnTo>
                      <a:pt x="48094" y="2322626"/>
                    </a:lnTo>
                    <a:lnTo>
                      <a:pt x="47625" y="2323744"/>
                    </a:lnTo>
                    <a:lnTo>
                      <a:pt x="47625" y="2326373"/>
                    </a:lnTo>
                    <a:lnTo>
                      <a:pt x="48094" y="2327491"/>
                    </a:lnTo>
                    <a:lnTo>
                      <a:pt x="49961" y="2329357"/>
                    </a:lnTo>
                    <a:lnTo>
                      <a:pt x="51079" y="2329815"/>
                    </a:lnTo>
                    <a:lnTo>
                      <a:pt x="53708" y="2329815"/>
                    </a:lnTo>
                    <a:lnTo>
                      <a:pt x="54825" y="2329357"/>
                    </a:lnTo>
                    <a:lnTo>
                      <a:pt x="56692" y="2327491"/>
                    </a:lnTo>
                    <a:lnTo>
                      <a:pt x="57150" y="2326373"/>
                    </a:lnTo>
                    <a:lnTo>
                      <a:pt x="57150" y="2323744"/>
                    </a:lnTo>
                    <a:close/>
                  </a:path>
                  <a:path w="5153025" h="3103245">
                    <a:moveTo>
                      <a:pt x="57150" y="1550314"/>
                    </a:moveTo>
                    <a:lnTo>
                      <a:pt x="56692" y="1549196"/>
                    </a:lnTo>
                    <a:lnTo>
                      <a:pt x="54825" y="1547329"/>
                    </a:lnTo>
                    <a:lnTo>
                      <a:pt x="53708" y="1546860"/>
                    </a:lnTo>
                    <a:lnTo>
                      <a:pt x="51079" y="1546860"/>
                    </a:lnTo>
                    <a:lnTo>
                      <a:pt x="49961" y="1547329"/>
                    </a:lnTo>
                    <a:lnTo>
                      <a:pt x="48094" y="1549196"/>
                    </a:lnTo>
                    <a:lnTo>
                      <a:pt x="47625" y="1550314"/>
                    </a:lnTo>
                    <a:lnTo>
                      <a:pt x="47625" y="1552943"/>
                    </a:lnTo>
                    <a:lnTo>
                      <a:pt x="48094" y="1554060"/>
                    </a:lnTo>
                    <a:lnTo>
                      <a:pt x="49961" y="1555927"/>
                    </a:lnTo>
                    <a:lnTo>
                      <a:pt x="51079" y="1556385"/>
                    </a:lnTo>
                    <a:lnTo>
                      <a:pt x="53708" y="1556385"/>
                    </a:lnTo>
                    <a:lnTo>
                      <a:pt x="54825" y="1555927"/>
                    </a:lnTo>
                    <a:lnTo>
                      <a:pt x="56692" y="1554060"/>
                    </a:lnTo>
                    <a:lnTo>
                      <a:pt x="57150" y="1552943"/>
                    </a:lnTo>
                    <a:lnTo>
                      <a:pt x="57150" y="1550314"/>
                    </a:lnTo>
                    <a:close/>
                  </a:path>
                  <a:path w="5153025" h="3103245">
                    <a:moveTo>
                      <a:pt x="57150" y="776884"/>
                    </a:moveTo>
                    <a:lnTo>
                      <a:pt x="56692" y="775766"/>
                    </a:lnTo>
                    <a:lnTo>
                      <a:pt x="54825" y="773899"/>
                    </a:lnTo>
                    <a:lnTo>
                      <a:pt x="53708" y="773430"/>
                    </a:lnTo>
                    <a:lnTo>
                      <a:pt x="51079" y="773430"/>
                    </a:lnTo>
                    <a:lnTo>
                      <a:pt x="49961" y="773899"/>
                    </a:lnTo>
                    <a:lnTo>
                      <a:pt x="48094" y="775766"/>
                    </a:lnTo>
                    <a:lnTo>
                      <a:pt x="47625" y="776884"/>
                    </a:lnTo>
                    <a:lnTo>
                      <a:pt x="47625" y="779513"/>
                    </a:lnTo>
                    <a:lnTo>
                      <a:pt x="48094" y="780630"/>
                    </a:lnTo>
                    <a:lnTo>
                      <a:pt x="49961" y="782497"/>
                    </a:lnTo>
                    <a:lnTo>
                      <a:pt x="51079" y="782955"/>
                    </a:lnTo>
                    <a:lnTo>
                      <a:pt x="53708" y="782955"/>
                    </a:lnTo>
                    <a:lnTo>
                      <a:pt x="54825" y="782497"/>
                    </a:lnTo>
                    <a:lnTo>
                      <a:pt x="56692" y="780630"/>
                    </a:lnTo>
                    <a:lnTo>
                      <a:pt x="57150" y="779513"/>
                    </a:lnTo>
                    <a:lnTo>
                      <a:pt x="57150" y="776884"/>
                    </a:lnTo>
                    <a:close/>
                  </a:path>
                  <a:path w="5153025" h="3103245">
                    <a:moveTo>
                      <a:pt x="57150" y="3454"/>
                    </a:moveTo>
                    <a:lnTo>
                      <a:pt x="56692" y="2336"/>
                    </a:lnTo>
                    <a:lnTo>
                      <a:pt x="54825" y="469"/>
                    </a:lnTo>
                    <a:lnTo>
                      <a:pt x="53708" y="0"/>
                    </a:lnTo>
                    <a:lnTo>
                      <a:pt x="51079" y="0"/>
                    </a:lnTo>
                    <a:lnTo>
                      <a:pt x="49961" y="469"/>
                    </a:lnTo>
                    <a:lnTo>
                      <a:pt x="48094" y="2336"/>
                    </a:lnTo>
                    <a:lnTo>
                      <a:pt x="47625" y="3454"/>
                    </a:lnTo>
                    <a:lnTo>
                      <a:pt x="47625" y="6083"/>
                    </a:lnTo>
                    <a:lnTo>
                      <a:pt x="48094" y="7200"/>
                    </a:lnTo>
                    <a:lnTo>
                      <a:pt x="49961" y="9067"/>
                    </a:lnTo>
                    <a:lnTo>
                      <a:pt x="51079" y="9525"/>
                    </a:lnTo>
                    <a:lnTo>
                      <a:pt x="53708" y="9525"/>
                    </a:lnTo>
                    <a:lnTo>
                      <a:pt x="54825" y="9067"/>
                    </a:lnTo>
                    <a:lnTo>
                      <a:pt x="56692" y="7200"/>
                    </a:lnTo>
                    <a:lnTo>
                      <a:pt x="57150" y="6083"/>
                    </a:lnTo>
                    <a:lnTo>
                      <a:pt x="57150" y="3454"/>
                    </a:lnTo>
                    <a:close/>
                  </a:path>
                  <a:path w="5153025" h="3103245">
                    <a:moveTo>
                      <a:pt x="104775" y="3097174"/>
                    </a:moveTo>
                    <a:lnTo>
                      <a:pt x="104317" y="3096056"/>
                    </a:lnTo>
                    <a:lnTo>
                      <a:pt x="102450" y="3094190"/>
                    </a:lnTo>
                    <a:lnTo>
                      <a:pt x="101333" y="3093720"/>
                    </a:lnTo>
                    <a:lnTo>
                      <a:pt x="98704" y="3093720"/>
                    </a:lnTo>
                    <a:lnTo>
                      <a:pt x="97586" y="3094190"/>
                    </a:lnTo>
                    <a:lnTo>
                      <a:pt x="95719" y="3096056"/>
                    </a:lnTo>
                    <a:lnTo>
                      <a:pt x="95250" y="3097174"/>
                    </a:lnTo>
                    <a:lnTo>
                      <a:pt x="95250" y="3099803"/>
                    </a:lnTo>
                    <a:lnTo>
                      <a:pt x="95719" y="3100921"/>
                    </a:lnTo>
                    <a:lnTo>
                      <a:pt x="97586" y="3102787"/>
                    </a:lnTo>
                    <a:lnTo>
                      <a:pt x="98704" y="3103245"/>
                    </a:lnTo>
                    <a:lnTo>
                      <a:pt x="101333" y="3103245"/>
                    </a:lnTo>
                    <a:lnTo>
                      <a:pt x="102450" y="3102787"/>
                    </a:lnTo>
                    <a:lnTo>
                      <a:pt x="104317" y="3100921"/>
                    </a:lnTo>
                    <a:lnTo>
                      <a:pt x="104775" y="3099803"/>
                    </a:lnTo>
                    <a:lnTo>
                      <a:pt x="104775" y="3097174"/>
                    </a:lnTo>
                    <a:close/>
                  </a:path>
                  <a:path w="5153025" h="3103245">
                    <a:moveTo>
                      <a:pt x="104775" y="2323744"/>
                    </a:moveTo>
                    <a:lnTo>
                      <a:pt x="104317" y="2322626"/>
                    </a:lnTo>
                    <a:lnTo>
                      <a:pt x="102450" y="2320760"/>
                    </a:lnTo>
                    <a:lnTo>
                      <a:pt x="101333" y="2320290"/>
                    </a:lnTo>
                    <a:lnTo>
                      <a:pt x="98704" y="2320290"/>
                    </a:lnTo>
                    <a:lnTo>
                      <a:pt x="97586" y="2320760"/>
                    </a:lnTo>
                    <a:lnTo>
                      <a:pt x="95719" y="2322626"/>
                    </a:lnTo>
                    <a:lnTo>
                      <a:pt x="95250" y="2323744"/>
                    </a:lnTo>
                    <a:lnTo>
                      <a:pt x="95250" y="2326373"/>
                    </a:lnTo>
                    <a:lnTo>
                      <a:pt x="95719" y="2327491"/>
                    </a:lnTo>
                    <a:lnTo>
                      <a:pt x="97586" y="2329357"/>
                    </a:lnTo>
                    <a:lnTo>
                      <a:pt x="98704" y="2329815"/>
                    </a:lnTo>
                    <a:lnTo>
                      <a:pt x="101333" y="2329815"/>
                    </a:lnTo>
                    <a:lnTo>
                      <a:pt x="102450" y="2329357"/>
                    </a:lnTo>
                    <a:lnTo>
                      <a:pt x="104317" y="2327491"/>
                    </a:lnTo>
                    <a:lnTo>
                      <a:pt x="104775" y="2326373"/>
                    </a:lnTo>
                    <a:lnTo>
                      <a:pt x="104775" y="2323744"/>
                    </a:lnTo>
                    <a:close/>
                  </a:path>
                  <a:path w="5153025" h="3103245">
                    <a:moveTo>
                      <a:pt x="104775" y="1550314"/>
                    </a:moveTo>
                    <a:lnTo>
                      <a:pt x="104317" y="1549196"/>
                    </a:lnTo>
                    <a:lnTo>
                      <a:pt x="102450" y="1547329"/>
                    </a:lnTo>
                    <a:lnTo>
                      <a:pt x="101333" y="1546860"/>
                    </a:lnTo>
                    <a:lnTo>
                      <a:pt x="98704" y="1546860"/>
                    </a:lnTo>
                    <a:lnTo>
                      <a:pt x="97586" y="1547329"/>
                    </a:lnTo>
                    <a:lnTo>
                      <a:pt x="95719" y="1549196"/>
                    </a:lnTo>
                    <a:lnTo>
                      <a:pt x="95250" y="1550314"/>
                    </a:lnTo>
                    <a:lnTo>
                      <a:pt x="95250" y="1552943"/>
                    </a:lnTo>
                    <a:lnTo>
                      <a:pt x="95719" y="1554060"/>
                    </a:lnTo>
                    <a:lnTo>
                      <a:pt x="97586" y="1555927"/>
                    </a:lnTo>
                    <a:lnTo>
                      <a:pt x="98704" y="1556385"/>
                    </a:lnTo>
                    <a:lnTo>
                      <a:pt x="101333" y="1556385"/>
                    </a:lnTo>
                    <a:lnTo>
                      <a:pt x="102450" y="1555927"/>
                    </a:lnTo>
                    <a:lnTo>
                      <a:pt x="104317" y="1554060"/>
                    </a:lnTo>
                    <a:lnTo>
                      <a:pt x="104775" y="1552943"/>
                    </a:lnTo>
                    <a:lnTo>
                      <a:pt x="104775" y="1550314"/>
                    </a:lnTo>
                    <a:close/>
                  </a:path>
                  <a:path w="5153025" h="3103245">
                    <a:moveTo>
                      <a:pt x="104775" y="776884"/>
                    </a:moveTo>
                    <a:lnTo>
                      <a:pt x="104317" y="775766"/>
                    </a:lnTo>
                    <a:lnTo>
                      <a:pt x="102450" y="773899"/>
                    </a:lnTo>
                    <a:lnTo>
                      <a:pt x="101333" y="773430"/>
                    </a:lnTo>
                    <a:lnTo>
                      <a:pt x="98704" y="773430"/>
                    </a:lnTo>
                    <a:lnTo>
                      <a:pt x="97586" y="773899"/>
                    </a:lnTo>
                    <a:lnTo>
                      <a:pt x="95719" y="775766"/>
                    </a:lnTo>
                    <a:lnTo>
                      <a:pt x="95250" y="776884"/>
                    </a:lnTo>
                    <a:lnTo>
                      <a:pt x="95250" y="779513"/>
                    </a:lnTo>
                    <a:lnTo>
                      <a:pt x="95719" y="780630"/>
                    </a:lnTo>
                    <a:lnTo>
                      <a:pt x="97586" y="782497"/>
                    </a:lnTo>
                    <a:lnTo>
                      <a:pt x="98704" y="782955"/>
                    </a:lnTo>
                    <a:lnTo>
                      <a:pt x="101333" y="782955"/>
                    </a:lnTo>
                    <a:lnTo>
                      <a:pt x="102450" y="782497"/>
                    </a:lnTo>
                    <a:lnTo>
                      <a:pt x="104317" y="780630"/>
                    </a:lnTo>
                    <a:lnTo>
                      <a:pt x="104775" y="779513"/>
                    </a:lnTo>
                    <a:lnTo>
                      <a:pt x="104775" y="776884"/>
                    </a:lnTo>
                    <a:close/>
                  </a:path>
                  <a:path w="5153025" h="3103245">
                    <a:moveTo>
                      <a:pt x="104775" y="3454"/>
                    </a:moveTo>
                    <a:lnTo>
                      <a:pt x="104317" y="2336"/>
                    </a:lnTo>
                    <a:lnTo>
                      <a:pt x="102450" y="469"/>
                    </a:lnTo>
                    <a:lnTo>
                      <a:pt x="101333" y="0"/>
                    </a:lnTo>
                    <a:lnTo>
                      <a:pt x="98704" y="0"/>
                    </a:lnTo>
                    <a:lnTo>
                      <a:pt x="97586" y="469"/>
                    </a:lnTo>
                    <a:lnTo>
                      <a:pt x="95719" y="2336"/>
                    </a:lnTo>
                    <a:lnTo>
                      <a:pt x="95250" y="3454"/>
                    </a:lnTo>
                    <a:lnTo>
                      <a:pt x="95250" y="6083"/>
                    </a:lnTo>
                    <a:lnTo>
                      <a:pt x="95719" y="7200"/>
                    </a:lnTo>
                    <a:lnTo>
                      <a:pt x="97586" y="9067"/>
                    </a:lnTo>
                    <a:lnTo>
                      <a:pt x="98704" y="9525"/>
                    </a:lnTo>
                    <a:lnTo>
                      <a:pt x="101333" y="9525"/>
                    </a:lnTo>
                    <a:lnTo>
                      <a:pt x="102450" y="9067"/>
                    </a:lnTo>
                    <a:lnTo>
                      <a:pt x="104317" y="7200"/>
                    </a:lnTo>
                    <a:lnTo>
                      <a:pt x="104775" y="6083"/>
                    </a:lnTo>
                    <a:lnTo>
                      <a:pt x="104775" y="3454"/>
                    </a:lnTo>
                    <a:close/>
                  </a:path>
                  <a:path w="5153025" h="3103245">
                    <a:moveTo>
                      <a:pt x="152400" y="3097174"/>
                    </a:moveTo>
                    <a:lnTo>
                      <a:pt x="151942" y="3096056"/>
                    </a:lnTo>
                    <a:lnTo>
                      <a:pt x="150075" y="3094190"/>
                    </a:lnTo>
                    <a:lnTo>
                      <a:pt x="148958" y="3093720"/>
                    </a:lnTo>
                    <a:lnTo>
                      <a:pt x="146329" y="3093720"/>
                    </a:lnTo>
                    <a:lnTo>
                      <a:pt x="145211" y="3094190"/>
                    </a:lnTo>
                    <a:lnTo>
                      <a:pt x="143344" y="3096056"/>
                    </a:lnTo>
                    <a:lnTo>
                      <a:pt x="142875" y="3097174"/>
                    </a:lnTo>
                    <a:lnTo>
                      <a:pt x="142875" y="3099803"/>
                    </a:lnTo>
                    <a:lnTo>
                      <a:pt x="143344" y="3100921"/>
                    </a:lnTo>
                    <a:lnTo>
                      <a:pt x="145211" y="3102787"/>
                    </a:lnTo>
                    <a:lnTo>
                      <a:pt x="146329" y="3103245"/>
                    </a:lnTo>
                    <a:lnTo>
                      <a:pt x="148958" y="3103245"/>
                    </a:lnTo>
                    <a:lnTo>
                      <a:pt x="150075" y="3102787"/>
                    </a:lnTo>
                    <a:lnTo>
                      <a:pt x="151942" y="3100921"/>
                    </a:lnTo>
                    <a:lnTo>
                      <a:pt x="152400" y="3099803"/>
                    </a:lnTo>
                    <a:lnTo>
                      <a:pt x="152400" y="3097174"/>
                    </a:lnTo>
                    <a:close/>
                  </a:path>
                  <a:path w="5153025" h="3103245">
                    <a:moveTo>
                      <a:pt x="152400" y="2323744"/>
                    </a:moveTo>
                    <a:lnTo>
                      <a:pt x="151942" y="2322626"/>
                    </a:lnTo>
                    <a:lnTo>
                      <a:pt x="150075" y="2320760"/>
                    </a:lnTo>
                    <a:lnTo>
                      <a:pt x="148958" y="2320290"/>
                    </a:lnTo>
                    <a:lnTo>
                      <a:pt x="146329" y="2320290"/>
                    </a:lnTo>
                    <a:lnTo>
                      <a:pt x="145211" y="2320760"/>
                    </a:lnTo>
                    <a:lnTo>
                      <a:pt x="143344" y="2322626"/>
                    </a:lnTo>
                    <a:lnTo>
                      <a:pt x="142875" y="2323744"/>
                    </a:lnTo>
                    <a:lnTo>
                      <a:pt x="142875" y="2326373"/>
                    </a:lnTo>
                    <a:lnTo>
                      <a:pt x="143344" y="2327491"/>
                    </a:lnTo>
                    <a:lnTo>
                      <a:pt x="145211" y="2329357"/>
                    </a:lnTo>
                    <a:lnTo>
                      <a:pt x="146329" y="2329815"/>
                    </a:lnTo>
                    <a:lnTo>
                      <a:pt x="148958" y="2329815"/>
                    </a:lnTo>
                    <a:lnTo>
                      <a:pt x="150075" y="2329357"/>
                    </a:lnTo>
                    <a:lnTo>
                      <a:pt x="151942" y="2327491"/>
                    </a:lnTo>
                    <a:lnTo>
                      <a:pt x="152400" y="2326373"/>
                    </a:lnTo>
                    <a:lnTo>
                      <a:pt x="152400" y="2323744"/>
                    </a:lnTo>
                    <a:close/>
                  </a:path>
                  <a:path w="5153025" h="3103245">
                    <a:moveTo>
                      <a:pt x="152400" y="1550314"/>
                    </a:moveTo>
                    <a:lnTo>
                      <a:pt x="151942" y="1549196"/>
                    </a:lnTo>
                    <a:lnTo>
                      <a:pt x="150075" y="1547329"/>
                    </a:lnTo>
                    <a:lnTo>
                      <a:pt x="148958" y="1546860"/>
                    </a:lnTo>
                    <a:lnTo>
                      <a:pt x="146329" y="1546860"/>
                    </a:lnTo>
                    <a:lnTo>
                      <a:pt x="145211" y="1547329"/>
                    </a:lnTo>
                    <a:lnTo>
                      <a:pt x="143344" y="1549196"/>
                    </a:lnTo>
                    <a:lnTo>
                      <a:pt x="142875" y="1550314"/>
                    </a:lnTo>
                    <a:lnTo>
                      <a:pt x="142875" y="1552943"/>
                    </a:lnTo>
                    <a:lnTo>
                      <a:pt x="143344" y="1554060"/>
                    </a:lnTo>
                    <a:lnTo>
                      <a:pt x="145211" y="1555927"/>
                    </a:lnTo>
                    <a:lnTo>
                      <a:pt x="146329" y="1556385"/>
                    </a:lnTo>
                    <a:lnTo>
                      <a:pt x="148958" y="1556385"/>
                    </a:lnTo>
                    <a:lnTo>
                      <a:pt x="150075" y="1555927"/>
                    </a:lnTo>
                    <a:lnTo>
                      <a:pt x="151942" y="1554060"/>
                    </a:lnTo>
                    <a:lnTo>
                      <a:pt x="152400" y="1552943"/>
                    </a:lnTo>
                    <a:lnTo>
                      <a:pt x="152400" y="1550314"/>
                    </a:lnTo>
                    <a:close/>
                  </a:path>
                  <a:path w="5153025" h="3103245">
                    <a:moveTo>
                      <a:pt x="152400" y="776884"/>
                    </a:moveTo>
                    <a:lnTo>
                      <a:pt x="151942" y="775766"/>
                    </a:lnTo>
                    <a:lnTo>
                      <a:pt x="150075" y="773899"/>
                    </a:lnTo>
                    <a:lnTo>
                      <a:pt x="148958" y="773430"/>
                    </a:lnTo>
                    <a:lnTo>
                      <a:pt x="146329" y="773430"/>
                    </a:lnTo>
                    <a:lnTo>
                      <a:pt x="145211" y="773899"/>
                    </a:lnTo>
                    <a:lnTo>
                      <a:pt x="143344" y="775766"/>
                    </a:lnTo>
                    <a:lnTo>
                      <a:pt x="142875" y="776884"/>
                    </a:lnTo>
                    <a:lnTo>
                      <a:pt x="142875" y="779513"/>
                    </a:lnTo>
                    <a:lnTo>
                      <a:pt x="143344" y="780630"/>
                    </a:lnTo>
                    <a:lnTo>
                      <a:pt x="145211" y="782497"/>
                    </a:lnTo>
                    <a:lnTo>
                      <a:pt x="146329" y="782955"/>
                    </a:lnTo>
                    <a:lnTo>
                      <a:pt x="148958" y="782955"/>
                    </a:lnTo>
                    <a:lnTo>
                      <a:pt x="150075" y="782497"/>
                    </a:lnTo>
                    <a:lnTo>
                      <a:pt x="151942" y="780630"/>
                    </a:lnTo>
                    <a:lnTo>
                      <a:pt x="152400" y="779513"/>
                    </a:lnTo>
                    <a:lnTo>
                      <a:pt x="152400" y="776884"/>
                    </a:lnTo>
                    <a:close/>
                  </a:path>
                  <a:path w="5153025" h="3103245">
                    <a:moveTo>
                      <a:pt x="152400" y="3454"/>
                    </a:moveTo>
                    <a:lnTo>
                      <a:pt x="151942" y="2336"/>
                    </a:lnTo>
                    <a:lnTo>
                      <a:pt x="150075" y="469"/>
                    </a:lnTo>
                    <a:lnTo>
                      <a:pt x="148958" y="0"/>
                    </a:lnTo>
                    <a:lnTo>
                      <a:pt x="146329" y="0"/>
                    </a:lnTo>
                    <a:lnTo>
                      <a:pt x="145211" y="469"/>
                    </a:lnTo>
                    <a:lnTo>
                      <a:pt x="143344" y="2336"/>
                    </a:lnTo>
                    <a:lnTo>
                      <a:pt x="142875" y="3454"/>
                    </a:lnTo>
                    <a:lnTo>
                      <a:pt x="142875" y="6083"/>
                    </a:lnTo>
                    <a:lnTo>
                      <a:pt x="143344" y="7200"/>
                    </a:lnTo>
                    <a:lnTo>
                      <a:pt x="145211" y="9067"/>
                    </a:lnTo>
                    <a:lnTo>
                      <a:pt x="146329" y="9525"/>
                    </a:lnTo>
                    <a:lnTo>
                      <a:pt x="148958" y="9525"/>
                    </a:lnTo>
                    <a:lnTo>
                      <a:pt x="150075" y="9067"/>
                    </a:lnTo>
                    <a:lnTo>
                      <a:pt x="151942" y="7200"/>
                    </a:lnTo>
                    <a:lnTo>
                      <a:pt x="152400" y="6083"/>
                    </a:lnTo>
                    <a:lnTo>
                      <a:pt x="152400" y="3454"/>
                    </a:lnTo>
                    <a:close/>
                  </a:path>
                  <a:path w="5153025" h="3103245">
                    <a:moveTo>
                      <a:pt x="200025" y="3097174"/>
                    </a:moveTo>
                    <a:lnTo>
                      <a:pt x="199567" y="3096056"/>
                    </a:lnTo>
                    <a:lnTo>
                      <a:pt x="197700" y="3094190"/>
                    </a:lnTo>
                    <a:lnTo>
                      <a:pt x="196583" y="3093720"/>
                    </a:lnTo>
                    <a:lnTo>
                      <a:pt x="193954" y="3093720"/>
                    </a:lnTo>
                    <a:lnTo>
                      <a:pt x="192836" y="3094190"/>
                    </a:lnTo>
                    <a:lnTo>
                      <a:pt x="190969" y="3096056"/>
                    </a:lnTo>
                    <a:lnTo>
                      <a:pt x="190500" y="3097174"/>
                    </a:lnTo>
                    <a:lnTo>
                      <a:pt x="190500" y="3099803"/>
                    </a:lnTo>
                    <a:lnTo>
                      <a:pt x="190969" y="3100921"/>
                    </a:lnTo>
                    <a:lnTo>
                      <a:pt x="192836" y="3102787"/>
                    </a:lnTo>
                    <a:lnTo>
                      <a:pt x="193954" y="3103245"/>
                    </a:lnTo>
                    <a:lnTo>
                      <a:pt x="196583" y="3103245"/>
                    </a:lnTo>
                    <a:lnTo>
                      <a:pt x="197700" y="3102787"/>
                    </a:lnTo>
                    <a:lnTo>
                      <a:pt x="199567" y="3100921"/>
                    </a:lnTo>
                    <a:lnTo>
                      <a:pt x="200025" y="3099803"/>
                    </a:lnTo>
                    <a:lnTo>
                      <a:pt x="200025" y="3097174"/>
                    </a:lnTo>
                    <a:close/>
                  </a:path>
                  <a:path w="5153025" h="3103245">
                    <a:moveTo>
                      <a:pt x="200025" y="2323744"/>
                    </a:moveTo>
                    <a:lnTo>
                      <a:pt x="199567" y="2322626"/>
                    </a:lnTo>
                    <a:lnTo>
                      <a:pt x="197700" y="2320760"/>
                    </a:lnTo>
                    <a:lnTo>
                      <a:pt x="196583" y="2320290"/>
                    </a:lnTo>
                    <a:lnTo>
                      <a:pt x="193954" y="2320290"/>
                    </a:lnTo>
                    <a:lnTo>
                      <a:pt x="192836" y="2320760"/>
                    </a:lnTo>
                    <a:lnTo>
                      <a:pt x="190969" y="2322626"/>
                    </a:lnTo>
                    <a:lnTo>
                      <a:pt x="190500" y="2323744"/>
                    </a:lnTo>
                    <a:lnTo>
                      <a:pt x="190500" y="2326373"/>
                    </a:lnTo>
                    <a:lnTo>
                      <a:pt x="190969" y="2327491"/>
                    </a:lnTo>
                    <a:lnTo>
                      <a:pt x="192836" y="2329357"/>
                    </a:lnTo>
                    <a:lnTo>
                      <a:pt x="193954" y="2329815"/>
                    </a:lnTo>
                    <a:lnTo>
                      <a:pt x="196583" y="2329815"/>
                    </a:lnTo>
                    <a:lnTo>
                      <a:pt x="197700" y="2329357"/>
                    </a:lnTo>
                    <a:lnTo>
                      <a:pt x="199567" y="2327491"/>
                    </a:lnTo>
                    <a:lnTo>
                      <a:pt x="200025" y="2326373"/>
                    </a:lnTo>
                    <a:lnTo>
                      <a:pt x="200025" y="2323744"/>
                    </a:lnTo>
                    <a:close/>
                  </a:path>
                  <a:path w="5153025" h="3103245">
                    <a:moveTo>
                      <a:pt x="200025" y="1550314"/>
                    </a:moveTo>
                    <a:lnTo>
                      <a:pt x="199567" y="1549196"/>
                    </a:lnTo>
                    <a:lnTo>
                      <a:pt x="197700" y="1547329"/>
                    </a:lnTo>
                    <a:lnTo>
                      <a:pt x="196583" y="1546860"/>
                    </a:lnTo>
                    <a:lnTo>
                      <a:pt x="193954" y="1546860"/>
                    </a:lnTo>
                    <a:lnTo>
                      <a:pt x="192836" y="1547329"/>
                    </a:lnTo>
                    <a:lnTo>
                      <a:pt x="190969" y="1549196"/>
                    </a:lnTo>
                    <a:lnTo>
                      <a:pt x="190500" y="1550314"/>
                    </a:lnTo>
                    <a:lnTo>
                      <a:pt x="190500" y="1552943"/>
                    </a:lnTo>
                    <a:lnTo>
                      <a:pt x="190969" y="1554060"/>
                    </a:lnTo>
                    <a:lnTo>
                      <a:pt x="192836" y="1555927"/>
                    </a:lnTo>
                    <a:lnTo>
                      <a:pt x="193954" y="1556385"/>
                    </a:lnTo>
                    <a:lnTo>
                      <a:pt x="196583" y="1556385"/>
                    </a:lnTo>
                    <a:lnTo>
                      <a:pt x="197700" y="1555927"/>
                    </a:lnTo>
                    <a:lnTo>
                      <a:pt x="199567" y="1554060"/>
                    </a:lnTo>
                    <a:lnTo>
                      <a:pt x="200025" y="1552943"/>
                    </a:lnTo>
                    <a:lnTo>
                      <a:pt x="200025" y="1550314"/>
                    </a:lnTo>
                    <a:close/>
                  </a:path>
                  <a:path w="5153025" h="3103245">
                    <a:moveTo>
                      <a:pt x="200025" y="776884"/>
                    </a:moveTo>
                    <a:lnTo>
                      <a:pt x="199567" y="775766"/>
                    </a:lnTo>
                    <a:lnTo>
                      <a:pt x="197700" y="773899"/>
                    </a:lnTo>
                    <a:lnTo>
                      <a:pt x="196583" y="773430"/>
                    </a:lnTo>
                    <a:lnTo>
                      <a:pt x="193954" y="773430"/>
                    </a:lnTo>
                    <a:lnTo>
                      <a:pt x="192836" y="773899"/>
                    </a:lnTo>
                    <a:lnTo>
                      <a:pt x="190969" y="775766"/>
                    </a:lnTo>
                    <a:lnTo>
                      <a:pt x="190500" y="776884"/>
                    </a:lnTo>
                    <a:lnTo>
                      <a:pt x="190500" y="779513"/>
                    </a:lnTo>
                    <a:lnTo>
                      <a:pt x="190969" y="780630"/>
                    </a:lnTo>
                    <a:lnTo>
                      <a:pt x="192836" y="782497"/>
                    </a:lnTo>
                    <a:lnTo>
                      <a:pt x="193954" y="782955"/>
                    </a:lnTo>
                    <a:lnTo>
                      <a:pt x="196583" y="782955"/>
                    </a:lnTo>
                    <a:lnTo>
                      <a:pt x="197700" y="782497"/>
                    </a:lnTo>
                    <a:lnTo>
                      <a:pt x="199567" y="780630"/>
                    </a:lnTo>
                    <a:lnTo>
                      <a:pt x="200025" y="779513"/>
                    </a:lnTo>
                    <a:lnTo>
                      <a:pt x="200025" y="776884"/>
                    </a:lnTo>
                    <a:close/>
                  </a:path>
                  <a:path w="5153025" h="3103245">
                    <a:moveTo>
                      <a:pt x="200025" y="3454"/>
                    </a:moveTo>
                    <a:lnTo>
                      <a:pt x="199567" y="2336"/>
                    </a:lnTo>
                    <a:lnTo>
                      <a:pt x="197700" y="469"/>
                    </a:lnTo>
                    <a:lnTo>
                      <a:pt x="196583" y="0"/>
                    </a:lnTo>
                    <a:lnTo>
                      <a:pt x="193954" y="0"/>
                    </a:lnTo>
                    <a:lnTo>
                      <a:pt x="192836" y="469"/>
                    </a:lnTo>
                    <a:lnTo>
                      <a:pt x="190969" y="2336"/>
                    </a:lnTo>
                    <a:lnTo>
                      <a:pt x="190500" y="3454"/>
                    </a:lnTo>
                    <a:lnTo>
                      <a:pt x="190500" y="6083"/>
                    </a:lnTo>
                    <a:lnTo>
                      <a:pt x="190969" y="7200"/>
                    </a:lnTo>
                    <a:lnTo>
                      <a:pt x="192836" y="9067"/>
                    </a:lnTo>
                    <a:lnTo>
                      <a:pt x="193954" y="9525"/>
                    </a:lnTo>
                    <a:lnTo>
                      <a:pt x="196583" y="9525"/>
                    </a:lnTo>
                    <a:lnTo>
                      <a:pt x="197700" y="9067"/>
                    </a:lnTo>
                    <a:lnTo>
                      <a:pt x="199567" y="7200"/>
                    </a:lnTo>
                    <a:lnTo>
                      <a:pt x="200025" y="6083"/>
                    </a:lnTo>
                    <a:lnTo>
                      <a:pt x="200025" y="3454"/>
                    </a:lnTo>
                    <a:close/>
                  </a:path>
                  <a:path w="5153025" h="3103245">
                    <a:moveTo>
                      <a:pt x="247650" y="3097174"/>
                    </a:moveTo>
                    <a:lnTo>
                      <a:pt x="247192" y="3096056"/>
                    </a:lnTo>
                    <a:lnTo>
                      <a:pt x="245325" y="3094190"/>
                    </a:lnTo>
                    <a:lnTo>
                      <a:pt x="244208" y="3093720"/>
                    </a:lnTo>
                    <a:lnTo>
                      <a:pt x="241579" y="3093720"/>
                    </a:lnTo>
                    <a:lnTo>
                      <a:pt x="240461" y="3094190"/>
                    </a:lnTo>
                    <a:lnTo>
                      <a:pt x="238594" y="3096056"/>
                    </a:lnTo>
                    <a:lnTo>
                      <a:pt x="238125" y="3097174"/>
                    </a:lnTo>
                    <a:lnTo>
                      <a:pt x="238125" y="3099803"/>
                    </a:lnTo>
                    <a:lnTo>
                      <a:pt x="238594" y="3100921"/>
                    </a:lnTo>
                    <a:lnTo>
                      <a:pt x="240461" y="3102787"/>
                    </a:lnTo>
                    <a:lnTo>
                      <a:pt x="241579" y="3103245"/>
                    </a:lnTo>
                    <a:lnTo>
                      <a:pt x="244208" y="3103245"/>
                    </a:lnTo>
                    <a:lnTo>
                      <a:pt x="245325" y="3102787"/>
                    </a:lnTo>
                    <a:lnTo>
                      <a:pt x="247192" y="3100921"/>
                    </a:lnTo>
                    <a:lnTo>
                      <a:pt x="247650" y="3099803"/>
                    </a:lnTo>
                    <a:lnTo>
                      <a:pt x="247650" y="3097174"/>
                    </a:lnTo>
                    <a:close/>
                  </a:path>
                  <a:path w="5153025" h="3103245">
                    <a:moveTo>
                      <a:pt x="247650" y="2323744"/>
                    </a:moveTo>
                    <a:lnTo>
                      <a:pt x="247192" y="2322626"/>
                    </a:lnTo>
                    <a:lnTo>
                      <a:pt x="245325" y="2320760"/>
                    </a:lnTo>
                    <a:lnTo>
                      <a:pt x="244208" y="2320290"/>
                    </a:lnTo>
                    <a:lnTo>
                      <a:pt x="241579" y="2320290"/>
                    </a:lnTo>
                    <a:lnTo>
                      <a:pt x="240461" y="2320760"/>
                    </a:lnTo>
                    <a:lnTo>
                      <a:pt x="238594" y="2322626"/>
                    </a:lnTo>
                    <a:lnTo>
                      <a:pt x="238125" y="2323744"/>
                    </a:lnTo>
                    <a:lnTo>
                      <a:pt x="238125" y="2326373"/>
                    </a:lnTo>
                    <a:lnTo>
                      <a:pt x="238594" y="2327491"/>
                    </a:lnTo>
                    <a:lnTo>
                      <a:pt x="240461" y="2329357"/>
                    </a:lnTo>
                    <a:lnTo>
                      <a:pt x="241579" y="2329815"/>
                    </a:lnTo>
                    <a:lnTo>
                      <a:pt x="244208" y="2329815"/>
                    </a:lnTo>
                    <a:lnTo>
                      <a:pt x="245325" y="2329357"/>
                    </a:lnTo>
                    <a:lnTo>
                      <a:pt x="247192" y="2327491"/>
                    </a:lnTo>
                    <a:lnTo>
                      <a:pt x="247650" y="2326373"/>
                    </a:lnTo>
                    <a:lnTo>
                      <a:pt x="247650" y="2323744"/>
                    </a:lnTo>
                    <a:close/>
                  </a:path>
                  <a:path w="5153025" h="3103245">
                    <a:moveTo>
                      <a:pt x="247650" y="1550314"/>
                    </a:moveTo>
                    <a:lnTo>
                      <a:pt x="247192" y="1549196"/>
                    </a:lnTo>
                    <a:lnTo>
                      <a:pt x="245325" y="1547329"/>
                    </a:lnTo>
                    <a:lnTo>
                      <a:pt x="244208" y="1546860"/>
                    </a:lnTo>
                    <a:lnTo>
                      <a:pt x="241579" y="1546860"/>
                    </a:lnTo>
                    <a:lnTo>
                      <a:pt x="240461" y="1547329"/>
                    </a:lnTo>
                    <a:lnTo>
                      <a:pt x="238594" y="1549196"/>
                    </a:lnTo>
                    <a:lnTo>
                      <a:pt x="238125" y="1550314"/>
                    </a:lnTo>
                    <a:lnTo>
                      <a:pt x="238125" y="1552943"/>
                    </a:lnTo>
                    <a:lnTo>
                      <a:pt x="238594" y="1554060"/>
                    </a:lnTo>
                    <a:lnTo>
                      <a:pt x="240461" y="1555927"/>
                    </a:lnTo>
                    <a:lnTo>
                      <a:pt x="241579" y="1556385"/>
                    </a:lnTo>
                    <a:lnTo>
                      <a:pt x="244208" y="1556385"/>
                    </a:lnTo>
                    <a:lnTo>
                      <a:pt x="245325" y="1555927"/>
                    </a:lnTo>
                    <a:lnTo>
                      <a:pt x="247192" y="1554060"/>
                    </a:lnTo>
                    <a:lnTo>
                      <a:pt x="247650" y="1552943"/>
                    </a:lnTo>
                    <a:lnTo>
                      <a:pt x="247650" y="1550314"/>
                    </a:lnTo>
                    <a:close/>
                  </a:path>
                  <a:path w="5153025" h="3103245">
                    <a:moveTo>
                      <a:pt x="247650" y="776884"/>
                    </a:moveTo>
                    <a:lnTo>
                      <a:pt x="247192" y="775766"/>
                    </a:lnTo>
                    <a:lnTo>
                      <a:pt x="245325" y="773899"/>
                    </a:lnTo>
                    <a:lnTo>
                      <a:pt x="244208" y="773430"/>
                    </a:lnTo>
                    <a:lnTo>
                      <a:pt x="241579" y="773430"/>
                    </a:lnTo>
                    <a:lnTo>
                      <a:pt x="240461" y="773899"/>
                    </a:lnTo>
                    <a:lnTo>
                      <a:pt x="238594" y="775766"/>
                    </a:lnTo>
                    <a:lnTo>
                      <a:pt x="238125" y="776884"/>
                    </a:lnTo>
                    <a:lnTo>
                      <a:pt x="238125" y="779513"/>
                    </a:lnTo>
                    <a:lnTo>
                      <a:pt x="238594" y="780630"/>
                    </a:lnTo>
                    <a:lnTo>
                      <a:pt x="240461" y="782497"/>
                    </a:lnTo>
                    <a:lnTo>
                      <a:pt x="241579" y="782955"/>
                    </a:lnTo>
                    <a:lnTo>
                      <a:pt x="244208" y="782955"/>
                    </a:lnTo>
                    <a:lnTo>
                      <a:pt x="245325" y="782497"/>
                    </a:lnTo>
                    <a:lnTo>
                      <a:pt x="247192" y="780630"/>
                    </a:lnTo>
                    <a:lnTo>
                      <a:pt x="247650" y="779513"/>
                    </a:lnTo>
                    <a:lnTo>
                      <a:pt x="247650" y="776884"/>
                    </a:lnTo>
                    <a:close/>
                  </a:path>
                  <a:path w="5153025" h="3103245">
                    <a:moveTo>
                      <a:pt x="247650" y="3454"/>
                    </a:moveTo>
                    <a:lnTo>
                      <a:pt x="247192" y="2336"/>
                    </a:lnTo>
                    <a:lnTo>
                      <a:pt x="245325" y="469"/>
                    </a:lnTo>
                    <a:lnTo>
                      <a:pt x="244208" y="0"/>
                    </a:lnTo>
                    <a:lnTo>
                      <a:pt x="241579" y="0"/>
                    </a:lnTo>
                    <a:lnTo>
                      <a:pt x="240461" y="469"/>
                    </a:lnTo>
                    <a:lnTo>
                      <a:pt x="238594" y="2336"/>
                    </a:lnTo>
                    <a:lnTo>
                      <a:pt x="238125" y="3454"/>
                    </a:lnTo>
                    <a:lnTo>
                      <a:pt x="238125" y="6083"/>
                    </a:lnTo>
                    <a:lnTo>
                      <a:pt x="238594" y="7200"/>
                    </a:lnTo>
                    <a:lnTo>
                      <a:pt x="240461" y="9067"/>
                    </a:lnTo>
                    <a:lnTo>
                      <a:pt x="241579" y="9525"/>
                    </a:lnTo>
                    <a:lnTo>
                      <a:pt x="244208" y="9525"/>
                    </a:lnTo>
                    <a:lnTo>
                      <a:pt x="245325" y="9067"/>
                    </a:lnTo>
                    <a:lnTo>
                      <a:pt x="247192" y="7200"/>
                    </a:lnTo>
                    <a:lnTo>
                      <a:pt x="247650" y="6083"/>
                    </a:lnTo>
                    <a:lnTo>
                      <a:pt x="247650" y="3454"/>
                    </a:lnTo>
                    <a:close/>
                  </a:path>
                  <a:path w="5153025" h="3103245">
                    <a:moveTo>
                      <a:pt x="295275" y="3097174"/>
                    </a:moveTo>
                    <a:lnTo>
                      <a:pt x="294817" y="3096056"/>
                    </a:lnTo>
                    <a:lnTo>
                      <a:pt x="292950" y="3094190"/>
                    </a:lnTo>
                    <a:lnTo>
                      <a:pt x="291833" y="3093720"/>
                    </a:lnTo>
                    <a:lnTo>
                      <a:pt x="289204" y="3093720"/>
                    </a:lnTo>
                    <a:lnTo>
                      <a:pt x="288086" y="3094190"/>
                    </a:lnTo>
                    <a:lnTo>
                      <a:pt x="286219" y="3096056"/>
                    </a:lnTo>
                    <a:lnTo>
                      <a:pt x="285750" y="3097174"/>
                    </a:lnTo>
                    <a:lnTo>
                      <a:pt x="285750" y="3099803"/>
                    </a:lnTo>
                    <a:lnTo>
                      <a:pt x="286219" y="3100921"/>
                    </a:lnTo>
                    <a:lnTo>
                      <a:pt x="288086" y="3102787"/>
                    </a:lnTo>
                    <a:lnTo>
                      <a:pt x="289204" y="3103245"/>
                    </a:lnTo>
                    <a:lnTo>
                      <a:pt x="291833" y="3103245"/>
                    </a:lnTo>
                    <a:lnTo>
                      <a:pt x="292950" y="3102787"/>
                    </a:lnTo>
                    <a:lnTo>
                      <a:pt x="294817" y="3100921"/>
                    </a:lnTo>
                    <a:lnTo>
                      <a:pt x="295275" y="3099803"/>
                    </a:lnTo>
                    <a:lnTo>
                      <a:pt x="295275" y="3097174"/>
                    </a:lnTo>
                    <a:close/>
                  </a:path>
                  <a:path w="5153025" h="3103245">
                    <a:moveTo>
                      <a:pt x="295275" y="2323744"/>
                    </a:moveTo>
                    <a:lnTo>
                      <a:pt x="294817" y="2322626"/>
                    </a:lnTo>
                    <a:lnTo>
                      <a:pt x="292950" y="2320760"/>
                    </a:lnTo>
                    <a:lnTo>
                      <a:pt x="291833" y="2320290"/>
                    </a:lnTo>
                    <a:lnTo>
                      <a:pt x="289204" y="2320290"/>
                    </a:lnTo>
                    <a:lnTo>
                      <a:pt x="288086" y="2320760"/>
                    </a:lnTo>
                    <a:lnTo>
                      <a:pt x="286219" y="2322626"/>
                    </a:lnTo>
                    <a:lnTo>
                      <a:pt x="285750" y="2323744"/>
                    </a:lnTo>
                    <a:lnTo>
                      <a:pt x="285750" y="2326373"/>
                    </a:lnTo>
                    <a:lnTo>
                      <a:pt x="286219" y="2327491"/>
                    </a:lnTo>
                    <a:lnTo>
                      <a:pt x="288086" y="2329357"/>
                    </a:lnTo>
                    <a:lnTo>
                      <a:pt x="289204" y="2329815"/>
                    </a:lnTo>
                    <a:lnTo>
                      <a:pt x="291833" y="2329815"/>
                    </a:lnTo>
                    <a:lnTo>
                      <a:pt x="292950" y="2329357"/>
                    </a:lnTo>
                    <a:lnTo>
                      <a:pt x="294817" y="2327491"/>
                    </a:lnTo>
                    <a:lnTo>
                      <a:pt x="295275" y="2326373"/>
                    </a:lnTo>
                    <a:lnTo>
                      <a:pt x="295275" y="2323744"/>
                    </a:lnTo>
                    <a:close/>
                  </a:path>
                  <a:path w="5153025" h="3103245">
                    <a:moveTo>
                      <a:pt x="295275" y="1550314"/>
                    </a:moveTo>
                    <a:lnTo>
                      <a:pt x="294817" y="1549196"/>
                    </a:lnTo>
                    <a:lnTo>
                      <a:pt x="292950" y="1547329"/>
                    </a:lnTo>
                    <a:lnTo>
                      <a:pt x="291833" y="1546860"/>
                    </a:lnTo>
                    <a:lnTo>
                      <a:pt x="289204" y="1546860"/>
                    </a:lnTo>
                    <a:lnTo>
                      <a:pt x="288086" y="1547329"/>
                    </a:lnTo>
                    <a:lnTo>
                      <a:pt x="286219" y="1549196"/>
                    </a:lnTo>
                    <a:lnTo>
                      <a:pt x="285750" y="1550314"/>
                    </a:lnTo>
                    <a:lnTo>
                      <a:pt x="285750" y="1552943"/>
                    </a:lnTo>
                    <a:lnTo>
                      <a:pt x="286219" y="1554060"/>
                    </a:lnTo>
                    <a:lnTo>
                      <a:pt x="288086" y="1555927"/>
                    </a:lnTo>
                    <a:lnTo>
                      <a:pt x="289204" y="1556385"/>
                    </a:lnTo>
                    <a:lnTo>
                      <a:pt x="291833" y="1556385"/>
                    </a:lnTo>
                    <a:lnTo>
                      <a:pt x="292950" y="1555927"/>
                    </a:lnTo>
                    <a:lnTo>
                      <a:pt x="294817" y="1554060"/>
                    </a:lnTo>
                    <a:lnTo>
                      <a:pt x="295275" y="1552943"/>
                    </a:lnTo>
                    <a:lnTo>
                      <a:pt x="295275" y="1550314"/>
                    </a:lnTo>
                    <a:close/>
                  </a:path>
                  <a:path w="5153025" h="3103245">
                    <a:moveTo>
                      <a:pt x="295275" y="776884"/>
                    </a:moveTo>
                    <a:lnTo>
                      <a:pt x="294817" y="775766"/>
                    </a:lnTo>
                    <a:lnTo>
                      <a:pt x="292950" y="773899"/>
                    </a:lnTo>
                    <a:lnTo>
                      <a:pt x="291833" y="773430"/>
                    </a:lnTo>
                    <a:lnTo>
                      <a:pt x="289204" y="773430"/>
                    </a:lnTo>
                    <a:lnTo>
                      <a:pt x="288086" y="773899"/>
                    </a:lnTo>
                    <a:lnTo>
                      <a:pt x="286219" y="775766"/>
                    </a:lnTo>
                    <a:lnTo>
                      <a:pt x="285750" y="776884"/>
                    </a:lnTo>
                    <a:lnTo>
                      <a:pt x="285750" y="779513"/>
                    </a:lnTo>
                    <a:lnTo>
                      <a:pt x="286219" y="780630"/>
                    </a:lnTo>
                    <a:lnTo>
                      <a:pt x="288086" y="782497"/>
                    </a:lnTo>
                    <a:lnTo>
                      <a:pt x="289204" y="782955"/>
                    </a:lnTo>
                    <a:lnTo>
                      <a:pt x="291833" y="782955"/>
                    </a:lnTo>
                    <a:lnTo>
                      <a:pt x="292950" y="782497"/>
                    </a:lnTo>
                    <a:lnTo>
                      <a:pt x="294817" y="780630"/>
                    </a:lnTo>
                    <a:lnTo>
                      <a:pt x="295275" y="779513"/>
                    </a:lnTo>
                    <a:lnTo>
                      <a:pt x="295275" y="776884"/>
                    </a:lnTo>
                    <a:close/>
                  </a:path>
                  <a:path w="5153025" h="3103245">
                    <a:moveTo>
                      <a:pt x="295275" y="3454"/>
                    </a:moveTo>
                    <a:lnTo>
                      <a:pt x="294817" y="2336"/>
                    </a:lnTo>
                    <a:lnTo>
                      <a:pt x="292950" y="469"/>
                    </a:lnTo>
                    <a:lnTo>
                      <a:pt x="291833" y="0"/>
                    </a:lnTo>
                    <a:lnTo>
                      <a:pt x="289204" y="0"/>
                    </a:lnTo>
                    <a:lnTo>
                      <a:pt x="288086" y="469"/>
                    </a:lnTo>
                    <a:lnTo>
                      <a:pt x="286219" y="2336"/>
                    </a:lnTo>
                    <a:lnTo>
                      <a:pt x="285750" y="3454"/>
                    </a:lnTo>
                    <a:lnTo>
                      <a:pt x="285750" y="6083"/>
                    </a:lnTo>
                    <a:lnTo>
                      <a:pt x="286219" y="7200"/>
                    </a:lnTo>
                    <a:lnTo>
                      <a:pt x="288086" y="9067"/>
                    </a:lnTo>
                    <a:lnTo>
                      <a:pt x="289204" y="9525"/>
                    </a:lnTo>
                    <a:lnTo>
                      <a:pt x="291833" y="9525"/>
                    </a:lnTo>
                    <a:lnTo>
                      <a:pt x="292950" y="9067"/>
                    </a:lnTo>
                    <a:lnTo>
                      <a:pt x="294817" y="7200"/>
                    </a:lnTo>
                    <a:lnTo>
                      <a:pt x="295275" y="6083"/>
                    </a:lnTo>
                    <a:lnTo>
                      <a:pt x="295275" y="3454"/>
                    </a:lnTo>
                    <a:close/>
                  </a:path>
                  <a:path w="5153025" h="3103245">
                    <a:moveTo>
                      <a:pt x="342900" y="3097174"/>
                    </a:moveTo>
                    <a:lnTo>
                      <a:pt x="342442" y="3096056"/>
                    </a:lnTo>
                    <a:lnTo>
                      <a:pt x="340575" y="3094190"/>
                    </a:lnTo>
                    <a:lnTo>
                      <a:pt x="339458" y="3093720"/>
                    </a:lnTo>
                    <a:lnTo>
                      <a:pt x="336829" y="3093720"/>
                    </a:lnTo>
                    <a:lnTo>
                      <a:pt x="335711" y="3094190"/>
                    </a:lnTo>
                    <a:lnTo>
                      <a:pt x="333844" y="3096056"/>
                    </a:lnTo>
                    <a:lnTo>
                      <a:pt x="333375" y="3097174"/>
                    </a:lnTo>
                    <a:lnTo>
                      <a:pt x="333375" y="3099803"/>
                    </a:lnTo>
                    <a:lnTo>
                      <a:pt x="333844" y="3100921"/>
                    </a:lnTo>
                    <a:lnTo>
                      <a:pt x="335711" y="3102787"/>
                    </a:lnTo>
                    <a:lnTo>
                      <a:pt x="336829" y="3103245"/>
                    </a:lnTo>
                    <a:lnTo>
                      <a:pt x="339458" y="3103245"/>
                    </a:lnTo>
                    <a:lnTo>
                      <a:pt x="340575" y="3102787"/>
                    </a:lnTo>
                    <a:lnTo>
                      <a:pt x="342442" y="3100921"/>
                    </a:lnTo>
                    <a:lnTo>
                      <a:pt x="342900" y="3099803"/>
                    </a:lnTo>
                    <a:lnTo>
                      <a:pt x="342900" y="3097174"/>
                    </a:lnTo>
                    <a:close/>
                  </a:path>
                  <a:path w="5153025" h="3103245">
                    <a:moveTo>
                      <a:pt x="342900" y="2323744"/>
                    </a:moveTo>
                    <a:lnTo>
                      <a:pt x="342442" y="2322626"/>
                    </a:lnTo>
                    <a:lnTo>
                      <a:pt x="340575" y="2320760"/>
                    </a:lnTo>
                    <a:lnTo>
                      <a:pt x="339458" y="2320290"/>
                    </a:lnTo>
                    <a:lnTo>
                      <a:pt x="336829" y="2320290"/>
                    </a:lnTo>
                    <a:lnTo>
                      <a:pt x="335711" y="2320760"/>
                    </a:lnTo>
                    <a:lnTo>
                      <a:pt x="333844" y="2322626"/>
                    </a:lnTo>
                    <a:lnTo>
                      <a:pt x="333375" y="2323744"/>
                    </a:lnTo>
                    <a:lnTo>
                      <a:pt x="333375" y="2326373"/>
                    </a:lnTo>
                    <a:lnTo>
                      <a:pt x="333844" y="2327491"/>
                    </a:lnTo>
                    <a:lnTo>
                      <a:pt x="335711" y="2329357"/>
                    </a:lnTo>
                    <a:lnTo>
                      <a:pt x="336829" y="2329815"/>
                    </a:lnTo>
                    <a:lnTo>
                      <a:pt x="339458" y="2329815"/>
                    </a:lnTo>
                    <a:lnTo>
                      <a:pt x="340575" y="2329357"/>
                    </a:lnTo>
                    <a:lnTo>
                      <a:pt x="342442" y="2327491"/>
                    </a:lnTo>
                    <a:lnTo>
                      <a:pt x="342900" y="2326373"/>
                    </a:lnTo>
                    <a:lnTo>
                      <a:pt x="342900" y="2323744"/>
                    </a:lnTo>
                    <a:close/>
                  </a:path>
                  <a:path w="5153025" h="3103245">
                    <a:moveTo>
                      <a:pt x="342900" y="1550314"/>
                    </a:moveTo>
                    <a:lnTo>
                      <a:pt x="342442" y="1549196"/>
                    </a:lnTo>
                    <a:lnTo>
                      <a:pt x="340575" y="1547329"/>
                    </a:lnTo>
                    <a:lnTo>
                      <a:pt x="339458" y="1546860"/>
                    </a:lnTo>
                    <a:lnTo>
                      <a:pt x="336829" y="1546860"/>
                    </a:lnTo>
                    <a:lnTo>
                      <a:pt x="335711" y="1547329"/>
                    </a:lnTo>
                    <a:lnTo>
                      <a:pt x="333844" y="1549196"/>
                    </a:lnTo>
                    <a:lnTo>
                      <a:pt x="333375" y="1550314"/>
                    </a:lnTo>
                    <a:lnTo>
                      <a:pt x="333375" y="1552943"/>
                    </a:lnTo>
                    <a:lnTo>
                      <a:pt x="333844" y="1554060"/>
                    </a:lnTo>
                    <a:lnTo>
                      <a:pt x="335711" y="1555927"/>
                    </a:lnTo>
                    <a:lnTo>
                      <a:pt x="336829" y="1556385"/>
                    </a:lnTo>
                    <a:lnTo>
                      <a:pt x="339458" y="1556385"/>
                    </a:lnTo>
                    <a:lnTo>
                      <a:pt x="340575" y="1555927"/>
                    </a:lnTo>
                    <a:lnTo>
                      <a:pt x="342442" y="1554060"/>
                    </a:lnTo>
                    <a:lnTo>
                      <a:pt x="342900" y="1552943"/>
                    </a:lnTo>
                    <a:lnTo>
                      <a:pt x="342900" y="1550314"/>
                    </a:lnTo>
                    <a:close/>
                  </a:path>
                  <a:path w="5153025" h="3103245">
                    <a:moveTo>
                      <a:pt x="342900" y="776884"/>
                    </a:moveTo>
                    <a:lnTo>
                      <a:pt x="342442" y="775766"/>
                    </a:lnTo>
                    <a:lnTo>
                      <a:pt x="340575" y="773899"/>
                    </a:lnTo>
                    <a:lnTo>
                      <a:pt x="339458" y="773430"/>
                    </a:lnTo>
                    <a:lnTo>
                      <a:pt x="336829" y="773430"/>
                    </a:lnTo>
                    <a:lnTo>
                      <a:pt x="335711" y="773899"/>
                    </a:lnTo>
                    <a:lnTo>
                      <a:pt x="333844" y="775766"/>
                    </a:lnTo>
                    <a:lnTo>
                      <a:pt x="333375" y="776884"/>
                    </a:lnTo>
                    <a:lnTo>
                      <a:pt x="333375" y="779513"/>
                    </a:lnTo>
                    <a:lnTo>
                      <a:pt x="333844" y="780630"/>
                    </a:lnTo>
                    <a:lnTo>
                      <a:pt x="335711" y="782497"/>
                    </a:lnTo>
                    <a:lnTo>
                      <a:pt x="336829" y="782955"/>
                    </a:lnTo>
                    <a:lnTo>
                      <a:pt x="339458" y="782955"/>
                    </a:lnTo>
                    <a:lnTo>
                      <a:pt x="340575" y="782497"/>
                    </a:lnTo>
                    <a:lnTo>
                      <a:pt x="342442" y="780630"/>
                    </a:lnTo>
                    <a:lnTo>
                      <a:pt x="342900" y="779513"/>
                    </a:lnTo>
                    <a:lnTo>
                      <a:pt x="342900" y="776884"/>
                    </a:lnTo>
                    <a:close/>
                  </a:path>
                  <a:path w="5153025" h="3103245">
                    <a:moveTo>
                      <a:pt x="342900" y="3454"/>
                    </a:moveTo>
                    <a:lnTo>
                      <a:pt x="342442" y="2336"/>
                    </a:lnTo>
                    <a:lnTo>
                      <a:pt x="340575" y="469"/>
                    </a:lnTo>
                    <a:lnTo>
                      <a:pt x="339458" y="0"/>
                    </a:lnTo>
                    <a:lnTo>
                      <a:pt x="336829" y="0"/>
                    </a:lnTo>
                    <a:lnTo>
                      <a:pt x="335711" y="469"/>
                    </a:lnTo>
                    <a:lnTo>
                      <a:pt x="333844" y="2336"/>
                    </a:lnTo>
                    <a:lnTo>
                      <a:pt x="333375" y="3454"/>
                    </a:lnTo>
                    <a:lnTo>
                      <a:pt x="333375" y="6083"/>
                    </a:lnTo>
                    <a:lnTo>
                      <a:pt x="333844" y="7200"/>
                    </a:lnTo>
                    <a:lnTo>
                      <a:pt x="335711" y="9067"/>
                    </a:lnTo>
                    <a:lnTo>
                      <a:pt x="336829" y="9525"/>
                    </a:lnTo>
                    <a:lnTo>
                      <a:pt x="339458" y="9525"/>
                    </a:lnTo>
                    <a:lnTo>
                      <a:pt x="340575" y="9067"/>
                    </a:lnTo>
                    <a:lnTo>
                      <a:pt x="342442" y="7200"/>
                    </a:lnTo>
                    <a:lnTo>
                      <a:pt x="342900" y="6083"/>
                    </a:lnTo>
                    <a:lnTo>
                      <a:pt x="342900" y="3454"/>
                    </a:lnTo>
                    <a:close/>
                  </a:path>
                  <a:path w="5153025" h="3103245">
                    <a:moveTo>
                      <a:pt x="390525" y="3097174"/>
                    </a:moveTo>
                    <a:lnTo>
                      <a:pt x="390067" y="3096056"/>
                    </a:lnTo>
                    <a:lnTo>
                      <a:pt x="388200" y="3094190"/>
                    </a:lnTo>
                    <a:lnTo>
                      <a:pt x="387083" y="3093720"/>
                    </a:lnTo>
                    <a:lnTo>
                      <a:pt x="384454" y="3093720"/>
                    </a:lnTo>
                    <a:lnTo>
                      <a:pt x="383336" y="3094190"/>
                    </a:lnTo>
                    <a:lnTo>
                      <a:pt x="381469" y="3096056"/>
                    </a:lnTo>
                    <a:lnTo>
                      <a:pt x="381000" y="3097174"/>
                    </a:lnTo>
                    <a:lnTo>
                      <a:pt x="381000" y="3099803"/>
                    </a:lnTo>
                    <a:lnTo>
                      <a:pt x="381469" y="3100921"/>
                    </a:lnTo>
                    <a:lnTo>
                      <a:pt x="383336" y="3102787"/>
                    </a:lnTo>
                    <a:lnTo>
                      <a:pt x="384454" y="3103245"/>
                    </a:lnTo>
                    <a:lnTo>
                      <a:pt x="387083" y="3103245"/>
                    </a:lnTo>
                    <a:lnTo>
                      <a:pt x="388200" y="3102787"/>
                    </a:lnTo>
                    <a:lnTo>
                      <a:pt x="390067" y="3100921"/>
                    </a:lnTo>
                    <a:lnTo>
                      <a:pt x="390525" y="3099803"/>
                    </a:lnTo>
                    <a:lnTo>
                      <a:pt x="390525" y="3097174"/>
                    </a:lnTo>
                    <a:close/>
                  </a:path>
                  <a:path w="5153025" h="3103245">
                    <a:moveTo>
                      <a:pt x="390525" y="2323744"/>
                    </a:moveTo>
                    <a:lnTo>
                      <a:pt x="390067" y="2322626"/>
                    </a:lnTo>
                    <a:lnTo>
                      <a:pt x="388200" y="2320760"/>
                    </a:lnTo>
                    <a:lnTo>
                      <a:pt x="387083" y="2320290"/>
                    </a:lnTo>
                    <a:lnTo>
                      <a:pt x="384454" y="2320290"/>
                    </a:lnTo>
                    <a:lnTo>
                      <a:pt x="383336" y="2320760"/>
                    </a:lnTo>
                    <a:lnTo>
                      <a:pt x="381469" y="2322626"/>
                    </a:lnTo>
                    <a:lnTo>
                      <a:pt x="381000" y="2323744"/>
                    </a:lnTo>
                    <a:lnTo>
                      <a:pt x="381000" y="2326373"/>
                    </a:lnTo>
                    <a:lnTo>
                      <a:pt x="381469" y="2327491"/>
                    </a:lnTo>
                    <a:lnTo>
                      <a:pt x="383336" y="2329357"/>
                    </a:lnTo>
                    <a:lnTo>
                      <a:pt x="384454" y="2329815"/>
                    </a:lnTo>
                    <a:lnTo>
                      <a:pt x="387083" y="2329815"/>
                    </a:lnTo>
                    <a:lnTo>
                      <a:pt x="388200" y="2329357"/>
                    </a:lnTo>
                    <a:lnTo>
                      <a:pt x="390067" y="2327491"/>
                    </a:lnTo>
                    <a:lnTo>
                      <a:pt x="390525" y="2326373"/>
                    </a:lnTo>
                    <a:lnTo>
                      <a:pt x="390525" y="2323744"/>
                    </a:lnTo>
                    <a:close/>
                  </a:path>
                  <a:path w="5153025" h="3103245">
                    <a:moveTo>
                      <a:pt x="390525" y="1550314"/>
                    </a:moveTo>
                    <a:lnTo>
                      <a:pt x="390067" y="1549196"/>
                    </a:lnTo>
                    <a:lnTo>
                      <a:pt x="388200" y="1547329"/>
                    </a:lnTo>
                    <a:lnTo>
                      <a:pt x="387083" y="1546860"/>
                    </a:lnTo>
                    <a:lnTo>
                      <a:pt x="384454" y="1546860"/>
                    </a:lnTo>
                    <a:lnTo>
                      <a:pt x="383336" y="1547329"/>
                    </a:lnTo>
                    <a:lnTo>
                      <a:pt x="381469" y="1549196"/>
                    </a:lnTo>
                    <a:lnTo>
                      <a:pt x="381000" y="1550314"/>
                    </a:lnTo>
                    <a:lnTo>
                      <a:pt x="381000" y="1552943"/>
                    </a:lnTo>
                    <a:lnTo>
                      <a:pt x="381469" y="1554060"/>
                    </a:lnTo>
                    <a:lnTo>
                      <a:pt x="383336" y="1555927"/>
                    </a:lnTo>
                    <a:lnTo>
                      <a:pt x="384454" y="1556385"/>
                    </a:lnTo>
                    <a:lnTo>
                      <a:pt x="387083" y="1556385"/>
                    </a:lnTo>
                    <a:lnTo>
                      <a:pt x="388200" y="1555927"/>
                    </a:lnTo>
                    <a:lnTo>
                      <a:pt x="390067" y="1554060"/>
                    </a:lnTo>
                    <a:lnTo>
                      <a:pt x="390525" y="1552943"/>
                    </a:lnTo>
                    <a:lnTo>
                      <a:pt x="390525" y="1550314"/>
                    </a:lnTo>
                    <a:close/>
                  </a:path>
                  <a:path w="5153025" h="3103245">
                    <a:moveTo>
                      <a:pt x="390525" y="776884"/>
                    </a:moveTo>
                    <a:lnTo>
                      <a:pt x="390067" y="775766"/>
                    </a:lnTo>
                    <a:lnTo>
                      <a:pt x="388200" y="773899"/>
                    </a:lnTo>
                    <a:lnTo>
                      <a:pt x="387083" y="773430"/>
                    </a:lnTo>
                    <a:lnTo>
                      <a:pt x="384454" y="773430"/>
                    </a:lnTo>
                    <a:lnTo>
                      <a:pt x="383336" y="773899"/>
                    </a:lnTo>
                    <a:lnTo>
                      <a:pt x="381469" y="775766"/>
                    </a:lnTo>
                    <a:lnTo>
                      <a:pt x="381000" y="776884"/>
                    </a:lnTo>
                    <a:lnTo>
                      <a:pt x="381000" y="779513"/>
                    </a:lnTo>
                    <a:lnTo>
                      <a:pt x="381469" y="780630"/>
                    </a:lnTo>
                    <a:lnTo>
                      <a:pt x="383336" y="782497"/>
                    </a:lnTo>
                    <a:lnTo>
                      <a:pt x="384454" y="782955"/>
                    </a:lnTo>
                    <a:lnTo>
                      <a:pt x="387083" y="782955"/>
                    </a:lnTo>
                    <a:lnTo>
                      <a:pt x="388200" y="782497"/>
                    </a:lnTo>
                    <a:lnTo>
                      <a:pt x="390067" y="780630"/>
                    </a:lnTo>
                    <a:lnTo>
                      <a:pt x="390525" y="779513"/>
                    </a:lnTo>
                    <a:lnTo>
                      <a:pt x="390525" y="776884"/>
                    </a:lnTo>
                    <a:close/>
                  </a:path>
                  <a:path w="5153025" h="3103245">
                    <a:moveTo>
                      <a:pt x="390525" y="3454"/>
                    </a:moveTo>
                    <a:lnTo>
                      <a:pt x="390067" y="2336"/>
                    </a:lnTo>
                    <a:lnTo>
                      <a:pt x="388200" y="469"/>
                    </a:lnTo>
                    <a:lnTo>
                      <a:pt x="387083" y="0"/>
                    </a:lnTo>
                    <a:lnTo>
                      <a:pt x="384454" y="0"/>
                    </a:lnTo>
                    <a:lnTo>
                      <a:pt x="383336" y="469"/>
                    </a:lnTo>
                    <a:lnTo>
                      <a:pt x="381469" y="2336"/>
                    </a:lnTo>
                    <a:lnTo>
                      <a:pt x="381000" y="3454"/>
                    </a:lnTo>
                    <a:lnTo>
                      <a:pt x="381000" y="6083"/>
                    </a:lnTo>
                    <a:lnTo>
                      <a:pt x="381469" y="7200"/>
                    </a:lnTo>
                    <a:lnTo>
                      <a:pt x="383336" y="9067"/>
                    </a:lnTo>
                    <a:lnTo>
                      <a:pt x="384454" y="9525"/>
                    </a:lnTo>
                    <a:lnTo>
                      <a:pt x="387083" y="9525"/>
                    </a:lnTo>
                    <a:lnTo>
                      <a:pt x="388200" y="9067"/>
                    </a:lnTo>
                    <a:lnTo>
                      <a:pt x="390067" y="7200"/>
                    </a:lnTo>
                    <a:lnTo>
                      <a:pt x="390525" y="6083"/>
                    </a:lnTo>
                    <a:lnTo>
                      <a:pt x="390525" y="3454"/>
                    </a:lnTo>
                    <a:close/>
                  </a:path>
                  <a:path w="5153025" h="3103245">
                    <a:moveTo>
                      <a:pt x="438150" y="3097174"/>
                    </a:moveTo>
                    <a:lnTo>
                      <a:pt x="437692" y="3096056"/>
                    </a:lnTo>
                    <a:lnTo>
                      <a:pt x="435825" y="3094190"/>
                    </a:lnTo>
                    <a:lnTo>
                      <a:pt x="434708" y="3093720"/>
                    </a:lnTo>
                    <a:lnTo>
                      <a:pt x="432079" y="3093720"/>
                    </a:lnTo>
                    <a:lnTo>
                      <a:pt x="430961" y="3094190"/>
                    </a:lnTo>
                    <a:lnTo>
                      <a:pt x="429094" y="3096056"/>
                    </a:lnTo>
                    <a:lnTo>
                      <a:pt x="428625" y="3097174"/>
                    </a:lnTo>
                    <a:lnTo>
                      <a:pt x="428625" y="3099803"/>
                    </a:lnTo>
                    <a:lnTo>
                      <a:pt x="429094" y="3100921"/>
                    </a:lnTo>
                    <a:lnTo>
                      <a:pt x="430961" y="3102787"/>
                    </a:lnTo>
                    <a:lnTo>
                      <a:pt x="432079" y="3103245"/>
                    </a:lnTo>
                    <a:lnTo>
                      <a:pt x="434708" y="3103245"/>
                    </a:lnTo>
                    <a:lnTo>
                      <a:pt x="435825" y="3102787"/>
                    </a:lnTo>
                    <a:lnTo>
                      <a:pt x="437692" y="3100921"/>
                    </a:lnTo>
                    <a:lnTo>
                      <a:pt x="438150" y="3099803"/>
                    </a:lnTo>
                    <a:lnTo>
                      <a:pt x="438150" y="3097174"/>
                    </a:lnTo>
                    <a:close/>
                  </a:path>
                  <a:path w="5153025" h="3103245">
                    <a:moveTo>
                      <a:pt x="438150" y="2323744"/>
                    </a:moveTo>
                    <a:lnTo>
                      <a:pt x="437692" y="2322626"/>
                    </a:lnTo>
                    <a:lnTo>
                      <a:pt x="435825" y="2320760"/>
                    </a:lnTo>
                    <a:lnTo>
                      <a:pt x="434708" y="2320290"/>
                    </a:lnTo>
                    <a:lnTo>
                      <a:pt x="432079" y="2320290"/>
                    </a:lnTo>
                    <a:lnTo>
                      <a:pt x="430961" y="2320760"/>
                    </a:lnTo>
                    <a:lnTo>
                      <a:pt x="429094" y="2322626"/>
                    </a:lnTo>
                    <a:lnTo>
                      <a:pt x="428625" y="2323744"/>
                    </a:lnTo>
                    <a:lnTo>
                      <a:pt x="428625" y="2326373"/>
                    </a:lnTo>
                    <a:lnTo>
                      <a:pt x="429094" y="2327491"/>
                    </a:lnTo>
                    <a:lnTo>
                      <a:pt x="430961" y="2329357"/>
                    </a:lnTo>
                    <a:lnTo>
                      <a:pt x="432079" y="2329815"/>
                    </a:lnTo>
                    <a:lnTo>
                      <a:pt x="434708" y="2329815"/>
                    </a:lnTo>
                    <a:lnTo>
                      <a:pt x="435825" y="2329357"/>
                    </a:lnTo>
                    <a:lnTo>
                      <a:pt x="437692" y="2327491"/>
                    </a:lnTo>
                    <a:lnTo>
                      <a:pt x="438150" y="2326373"/>
                    </a:lnTo>
                    <a:lnTo>
                      <a:pt x="438150" y="2323744"/>
                    </a:lnTo>
                    <a:close/>
                  </a:path>
                  <a:path w="5153025" h="3103245">
                    <a:moveTo>
                      <a:pt x="438150" y="1550314"/>
                    </a:moveTo>
                    <a:lnTo>
                      <a:pt x="437692" y="1549196"/>
                    </a:lnTo>
                    <a:lnTo>
                      <a:pt x="435825" y="1547329"/>
                    </a:lnTo>
                    <a:lnTo>
                      <a:pt x="434708" y="1546860"/>
                    </a:lnTo>
                    <a:lnTo>
                      <a:pt x="432079" y="1546860"/>
                    </a:lnTo>
                    <a:lnTo>
                      <a:pt x="430961" y="1547329"/>
                    </a:lnTo>
                    <a:lnTo>
                      <a:pt x="429094" y="1549196"/>
                    </a:lnTo>
                    <a:lnTo>
                      <a:pt x="428625" y="1550314"/>
                    </a:lnTo>
                    <a:lnTo>
                      <a:pt x="428625" y="1552943"/>
                    </a:lnTo>
                    <a:lnTo>
                      <a:pt x="429094" y="1554060"/>
                    </a:lnTo>
                    <a:lnTo>
                      <a:pt x="430961" y="1555927"/>
                    </a:lnTo>
                    <a:lnTo>
                      <a:pt x="432079" y="1556385"/>
                    </a:lnTo>
                    <a:lnTo>
                      <a:pt x="434708" y="1556385"/>
                    </a:lnTo>
                    <a:lnTo>
                      <a:pt x="435825" y="1555927"/>
                    </a:lnTo>
                    <a:lnTo>
                      <a:pt x="437692" y="1554060"/>
                    </a:lnTo>
                    <a:lnTo>
                      <a:pt x="438150" y="1552943"/>
                    </a:lnTo>
                    <a:lnTo>
                      <a:pt x="438150" y="1550314"/>
                    </a:lnTo>
                    <a:close/>
                  </a:path>
                  <a:path w="5153025" h="3103245">
                    <a:moveTo>
                      <a:pt x="438150" y="776884"/>
                    </a:moveTo>
                    <a:lnTo>
                      <a:pt x="437692" y="775766"/>
                    </a:lnTo>
                    <a:lnTo>
                      <a:pt x="435825" y="773899"/>
                    </a:lnTo>
                    <a:lnTo>
                      <a:pt x="434708" y="773430"/>
                    </a:lnTo>
                    <a:lnTo>
                      <a:pt x="432079" y="773430"/>
                    </a:lnTo>
                    <a:lnTo>
                      <a:pt x="430961" y="773899"/>
                    </a:lnTo>
                    <a:lnTo>
                      <a:pt x="429094" y="775766"/>
                    </a:lnTo>
                    <a:lnTo>
                      <a:pt x="428625" y="776884"/>
                    </a:lnTo>
                    <a:lnTo>
                      <a:pt x="428625" y="779513"/>
                    </a:lnTo>
                    <a:lnTo>
                      <a:pt x="429094" y="780630"/>
                    </a:lnTo>
                    <a:lnTo>
                      <a:pt x="430961" y="782497"/>
                    </a:lnTo>
                    <a:lnTo>
                      <a:pt x="432079" y="782955"/>
                    </a:lnTo>
                    <a:lnTo>
                      <a:pt x="434708" y="782955"/>
                    </a:lnTo>
                    <a:lnTo>
                      <a:pt x="435825" y="782497"/>
                    </a:lnTo>
                    <a:lnTo>
                      <a:pt x="437692" y="780630"/>
                    </a:lnTo>
                    <a:lnTo>
                      <a:pt x="438150" y="779513"/>
                    </a:lnTo>
                    <a:lnTo>
                      <a:pt x="438150" y="776884"/>
                    </a:lnTo>
                    <a:close/>
                  </a:path>
                  <a:path w="5153025" h="3103245">
                    <a:moveTo>
                      <a:pt x="438150" y="3454"/>
                    </a:moveTo>
                    <a:lnTo>
                      <a:pt x="437692" y="2336"/>
                    </a:lnTo>
                    <a:lnTo>
                      <a:pt x="435825" y="469"/>
                    </a:lnTo>
                    <a:lnTo>
                      <a:pt x="434708" y="0"/>
                    </a:lnTo>
                    <a:lnTo>
                      <a:pt x="432079" y="0"/>
                    </a:lnTo>
                    <a:lnTo>
                      <a:pt x="430961" y="469"/>
                    </a:lnTo>
                    <a:lnTo>
                      <a:pt x="429094" y="2336"/>
                    </a:lnTo>
                    <a:lnTo>
                      <a:pt x="428625" y="3454"/>
                    </a:lnTo>
                    <a:lnTo>
                      <a:pt x="428625" y="6083"/>
                    </a:lnTo>
                    <a:lnTo>
                      <a:pt x="429094" y="7200"/>
                    </a:lnTo>
                    <a:lnTo>
                      <a:pt x="430961" y="9067"/>
                    </a:lnTo>
                    <a:lnTo>
                      <a:pt x="432079" y="9525"/>
                    </a:lnTo>
                    <a:lnTo>
                      <a:pt x="434708" y="9525"/>
                    </a:lnTo>
                    <a:lnTo>
                      <a:pt x="435825" y="9067"/>
                    </a:lnTo>
                    <a:lnTo>
                      <a:pt x="437692" y="7200"/>
                    </a:lnTo>
                    <a:lnTo>
                      <a:pt x="438150" y="6083"/>
                    </a:lnTo>
                    <a:lnTo>
                      <a:pt x="438150" y="3454"/>
                    </a:lnTo>
                    <a:close/>
                  </a:path>
                  <a:path w="5153025" h="3103245">
                    <a:moveTo>
                      <a:pt x="485775" y="3097174"/>
                    </a:moveTo>
                    <a:lnTo>
                      <a:pt x="485317" y="3096056"/>
                    </a:lnTo>
                    <a:lnTo>
                      <a:pt x="483450" y="3094190"/>
                    </a:lnTo>
                    <a:lnTo>
                      <a:pt x="482333" y="3093720"/>
                    </a:lnTo>
                    <a:lnTo>
                      <a:pt x="479704" y="3093720"/>
                    </a:lnTo>
                    <a:lnTo>
                      <a:pt x="478586" y="3094190"/>
                    </a:lnTo>
                    <a:lnTo>
                      <a:pt x="476719" y="3096056"/>
                    </a:lnTo>
                    <a:lnTo>
                      <a:pt x="476250" y="3097174"/>
                    </a:lnTo>
                    <a:lnTo>
                      <a:pt x="476250" y="3099803"/>
                    </a:lnTo>
                    <a:lnTo>
                      <a:pt x="476719" y="3100921"/>
                    </a:lnTo>
                    <a:lnTo>
                      <a:pt x="478586" y="3102787"/>
                    </a:lnTo>
                    <a:lnTo>
                      <a:pt x="479704" y="3103245"/>
                    </a:lnTo>
                    <a:lnTo>
                      <a:pt x="482333" y="3103245"/>
                    </a:lnTo>
                    <a:lnTo>
                      <a:pt x="483450" y="3102787"/>
                    </a:lnTo>
                    <a:lnTo>
                      <a:pt x="485317" y="3100921"/>
                    </a:lnTo>
                    <a:lnTo>
                      <a:pt x="485775" y="3099803"/>
                    </a:lnTo>
                    <a:lnTo>
                      <a:pt x="485775" y="3097174"/>
                    </a:lnTo>
                    <a:close/>
                  </a:path>
                  <a:path w="5153025" h="3103245">
                    <a:moveTo>
                      <a:pt x="485775" y="2323744"/>
                    </a:moveTo>
                    <a:lnTo>
                      <a:pt x="485317" y="2322626"/>
                    </a:lnTo>
                    <a:lnTo>
                      <a:pt x="483450" y="2320760"/>
                    </a:lnTo>
                    <a:lnTo>
                      <a:pt x="482333" y="2320290"/>
                    </a:lnTo>
                    <a:lnTo>
                      <a:pt x="479704" y="2320290"/>
                    </a:lnTo>
                    <a:lnTo>
                      <a:pt x="478586" y="2320760"/>
                    </a:lnTo>
                    <a:lnTo>
                      <a:pt x="476719" y="2322626"/>
                    </a:lnTo>
                    <a:lnTo>
                      <a:pt x="476250" y="2323744"/>
                    </a:lnTo>
                    <a:lnTo>
                      <a:pt x="476250" y="2326373"/>
                    </a:lnTo>
                    <a:lnTo>
                      <a:pt x="476719" y="2327491"/>
                    </a:lnTo>
                    <a:lnTo>
                      <a:pt x="478586" y="2329357"/>
                    </a:lnTo>
                    <a:lnTo>
                      <a:pt x="479704" y="2329815"/>
                    </a:lnTo>
                    <a:lnTo>
                      <a:pt x="482333" y="2329815"/>
                    </a:lnTo>
                    <a:lnTo>
                      <a:pt x="483450" y="2329357"/>
                    </a:lnTo>
                    <a:lnTo>
                      <a:pt x="485317" y="2327491"/>
                    </a:lnTo>
                    <a:lnTo>
                      <a:pt x="485775" y="2326373"/>
                    </a:lnTo>
                    <a:lnTo>
                      <a:pt x="485775" y="2323744"/>
                    </a:lnTo>
                    <a:close/>
                  </a:path>
                  <a:path w="5153025" h="3103245">
                    <a:moveTo>
                      <a:pt x="485775" y="1550314"/>
                    </a:moveTo>
                    <a:lnTo>
                      <a:pt x="485317" y="1549196"/>
                    </a:lnTo>
                    <a:lnTo>
                      <a:pt x="483450" y="1547329"/>
                    </a:lnTo>
                    <a:lnTo>
                      <a:pt x="482333" y="1546860"/>
                    </a:lnTo>
                    <a:lnTo>
                      <a:pt x="479704" y="1546860"/>
                    </a:lnTo>
                    <a:lnTo>
                      <a:pt x="478586" y="1547329"/>
                    </a:lnTo>
                    <a:lnTo>
                      <a:pt x="476719" y="1549196"/>
                    </a:lnTo>
                    <a:lnTo>
                      <a:pt x="476250" y="1550314"/>
                    </a:lnTo>
                    <a:lnTo>
                      <a:pt x="476250" y="1552943"/>
                    </a:lnTo>
                    <a:lnTo>
                      <a:pt x="476719" y="1554060"/>
                    </a:lnTo>
                    <a:lnTo>
                      <a:pt x="478586" y="1555927"/>
                    </a:lnTo>
                    <a:lnTo>
                      <a:pt x="479704" y="1556385"/>
                    </a:lnTo>
                    <a:lnTo>
                      <a:pt x="482333" y="1556385"/>
                    </a:lnTo>
                    <a:lnTo>
                      <a:pt x="483450" y="1555927"/>
                    </a:lnTo>
                    <a:lnTo>
                      <a:pt x="485317" y="1554060"/>
                    </a:lnTo>
                    <a:lnTo>
                      <a:pt x="485775" y="1552943"/>
                    </a:lnTo>
                    <a:lnTo>
                      <a:pt x="485775" y="1550314"/>
                    </a:lnTo>
                    <a:close/>
                  </a:path>
                  <a:path w="5153025" h="3103245">
                    <a:moveTo>
                      <a:pt x="485775" y="776884"/>
                    </a:moveTo>
                    <a:lnTo>
                      <a:pt x="485317" y="775766"/>
                    </a:lnTo>
                    <a:lnTo>
                      <a:pt x="483450" y="773899"/>
                    </a:lnTo>
                    <a:lnTo>
                      <a:pt x="482333" y="773430"/>
                    </a:lnTo>
                    <a:lnTo>
                      <a:pt x="479704" y="773430"/>
                    </a:lnTo>
                    <a:lnTo>
                      <a:pt x="478586" y="773899"/>
                    </a:lnTo>
                    <a:lnTo>
                      <a:pt x="476719" y="775766"/>
                    </a:lnTo>
                    <a:lnTo>
                      <a:pt x="476250" y="776884"/>
                    </a:lnTo>
                    <a:lnTo>
                      <a:pt x="476250" y="779513"/>
                    </a:lnTo>
                    <a:lnTo>
                      <a:pt x="476719" y="780630"/>
                    </a:lnTo>
                    <a:lnTo>
                      <a:pt x="478586" y="782497"/>
                    </a:lnTo>
                    <a:lnTo>
                      <a:pt x="479704" y="782955"/>
                    </a:lnTo>
                    <a:lnTo>
                      <a:pt x="482333" y="782955"/>
                    </a:lnTo>
                    <a:lnTo>
                      <a:pt x="483450" y="782497"/>
                    </a:lnTo>
                    <a:lnTo>
                      <a:pt x="485317" y="780630"/>
                    </a:lnTo>
                    <a:lnTo>
                      <a:pt x="485775" y="779513"/>
                    </a:lnTo>
                    <a:lnTo>
                      <a:pt x="485775" y="776884"/>
                    </a:lnTo>
                    <a:close/>
                  </a:path>
                  <a:path w="5153025" h="3103245">
                    <a:moveTo>
                      <a:pt x="485775" y="3454"/>
                    </a:moveTo>
                    <a:lnTo>
                      <a:pt x="485317" y="2336"/>
                    </a:lnTo>
                    <a:lnTo>
                      <a:pt x="483450" y="469"/>
                    </a:lnTo>
                    <a:lnTo>
                      <a:pt x="482333" y="0"/>
                    </a:lnTo>
                    <a:lnTo>
                      <a:pt x="479704" y="0"/>
                    </a:lnTo>
                    <a:lnTo>
                      <a:pt x="478586" y="469"/>
                    </a:lnTo>
                    <a:lnTo>
                      <a:pt x="476719" y="2336"/>
                    </a:lnTo>
                    <a:lnTo>
                      <a:pt x="476250" y="3454"/>
                    </a:lnTo>
                    <a:lnTo>
                      <a:pt x="476250" y="6083"/>
                    </a:lnTo>
                    <a:lnTo>
                      <a:pt x="476719" y="7200"/>
                    </a:lnTo>
                    <a:lnTo>
                      <a:pt x="478586" y="9067"/>
                    </a:lnTo>
                    <a:lnTo>
                      <a:pt x="479704" y="9525"/>
                    </a:lnTo>
                    <a:lnTo>
                      <a:pt x="482333" y="9525"/>
                    </a:lnTo>
                    <a:lnTo>
                      <a:pt x="483450" y="9067"/>
                    </a:lnTo>
                    <a:lnTo>
                      <a:pt x="485317" y="7200"/>
                    </a:lnTo>
                    <a:lnTo>
                      <a:pt x="485775" y="6083"/>
                    </a:lnTo>
                    <a:lnTo>
                      <a:pt x="485775" y="3454"/>
                    </a:lnTo>
                    <a:close/>
                  </a:path>
                  <a:path w="5153025" h="3103245">
                    <a:moveTo>
                      <a:pt x="533400" y="3097174"/>
                    </a:moveTo>
                    <a:lnTo>
                      <a:pt x="532942" y="3096056"/>
                    </a:lnTo>
                    <a:lnTo>
                      <a:pt x="531075" y="3094190"/>
                    </a:lnTo>
                    <a:lnTo>
                      <a:pt x="529958" y="3093720"/>
                    </a:lnTo>
                    <a:lnTo>
                      <a:pt x="527329" y="3093720"/>
                    </a:lnTo>
                    <a:lnTo>
                      <a:pt x="526211" y="3094190"/>
                    </a:lnTo>
                    <a:lnTo>
                      <a:pt x="524344" y="3096056"/>
                    </a:lnTo>
                    <a:lnTo>
                      <a:pt x="523875" y="3097174"/>
                    </a:lnTo>
                    <a:lnTo>
                      <a:pt x="523875" y="3099803"/>
                    </a:lnTo>
                    <a:lnTo>
                      <a:pt x="524344" y="3100921"/>
                    </a:lnTo>
                    <a:lnTo>
                      <a:pt x="526211" y="3102787"/>
                    </a:lnTo>
                    <a:lnTo>
                      <a:pt x="527329" y="3103245"/>
                    </a:lnTo>
                    <a:lnTo>
                      <a:pt x="529958" y="3103245"/>
                    </a:lnTo>
                    <a:lnTo>
                      <a:pt x="531075" y="3102787"/>
                    </a:lnTo>
                    <a:lnTo>
                      <a:pt x="532942" y="3100921"/>
                    </a:lnTo>
                    <a:lnTo>
                      <a:pt x="533400" y="3099803"/>
                    </a:lnTo>
                    <a:lnTo>
                      <a:pt x="533400" y="3097174"/>
                    </a:lnTo>
                    <a:close/>
                  </a:path>
                  <a:path w="5153025" h="3103245">
                    <a:moveTo>
                      <a:pt x="533400" y="2323744"/>
                    </a:moveTo>
                    <a:lnTo>
                      <a:pt x="532942" y="2322626"/>
                    </a:lnTo>
                    <a:lnTo>
                      <a:pt x="531075" y="2320760"/>
                    </a:lnTo>
                    <a:lnTo>
                      <a:pt x="529958" y="2320290"/>
                    </a:lnTo>
                    <a:lnTo>
                      <a:pt x="527329" y="2320290"/>
                    </a:lnTo>
                    <a:lnTo>
                      <a:pt x="526211" y="2320760"/>
                    </a:lnTo>
                    <a:lnTo>
                      <a:pt x="524344" y="2322626"/>
                    </a:lnTo>
                    <a:lnTo>
                      <a:pt x="523875" y="2323744"/>
                    </a:lnTo>
                    <a:lnTo>
                      <a:pt x="523875" y="2326373"/>
                    </a:lnTo>
                    <a:lnTo>
                      <a:pt x="524344" y="2327491"/>
                    </a:lnTo>
                    <a:lnTo>
                      <a:pt x="526211" y="2329357"/>
                    </a:lnTo>
                    <a:lnTo>
                      <a:pt x="527329" y="2329815"/>
                    </a:lnTo>
                    <a:lnTo>
                      <a:pt x="529958" y="2329815"/>
                    </a:lnTo>
                    <a:lnTo>
                      <a:pt x="531075" y="2329357"/>
                    </a:lnTo>
                    <a:lnTo>
                      <a:pt x="532942" y="2327491"/>
                    </a:lnTo>
                    <a:lnTo>
                      <a:pt x="533400" y="2326373"/>
                    </a:lnTo>
                    <a:lnTo>
                      <a:pt x="533400" y="2323744"/>
                    </a:lnTo>
                    <a:close/>
                  </a:path>
                  <a:path w="5153025" h="3103245">
                    <a:moveTo>
                      <a:pt x="533400" y="1550314"/>
                    </a:moveTo>
                    <a:lnTo>
                      <a:pt x="532942" y="1549196"/>
                    </a:lnTo>
                    <a:lnTo>
                      <a:pt x="531075" y="1547329"/>
                    </a:lnTo>
                    <a:lnTo>
                      <a:pt x="529958" y="1546860"/>
                    </a:lnTo>
                    <a:lnTo>
                      <a:pt x="527329" y="1546860"/>
                    </a:lnTo>
                    <a:lnTo>
                      <a:pt x="526211" y="1547329"/>
                    </a:lnTo>
                    <a:lnTo>
                      <a:pt x="524344" y="1549196"/>
                    </a:lnTo>
                    <a:lnTo>
                      <a:pt x="523875" y="1550314"/>
                    </a:lnTo>
                    <a:lnTo>
                      <a:pt x="523875" y="1552943"/>
                    </a:lnTo>
                    <a:lnTo>
                      <a:pt x="524344" y="1554060"/>
                    </a:lnTo>
                    <a:lnTo>
                      <a:pt x="526211" y="1555927"/>
                    </a:lnTo>
                    <a:lnTo>
                      <a:pt x="527329" y="1556385"/>
                    </a:lnTo>
                    <a:lnTo>
                      <a:pt x="529958" y="1556385"/>
                    </a:lnTo>
                    <a:lnTo>
                      <a:pt x="531075" y="1555927"/>
                    </a:lnTo>
                    <a:lnTo>
                      <a:pt x="532942" y="1554060"/>
                    </a:lnTo>
                    <a:lnTo>
                      <a:pt x="533400" y="1552943"/>
                    </a:lnTo>
                    <a:lnTo>
                      <a:pt x="533400" y="1550314"/>
                    </a:lnTo>
                    <a:close/>
                  </a:path>
                  <a:path w="5153025" h="3103245">
                    <a:moveTo>
                      <a:pt x="533400" y="776884"/>
                    </a:moveTo>
                    <a:lnTo>
                      <a:pt x="532942" y="775766"/>
                    </a:lnTo>
                    <a:lnTo>
                      <a:pt x="531075" y="773899"/>
                    </a:lnTo>
                    <a:lnTo>
                      <a:pt x="529958" y="773430"/>
                    </a:lnTo>
                    <a:lnTo>
                      <a:pt x="527329" y="773430"/>
                    </a:lnTo>
                    <a:lnTo>
                      <a:pt x="526211" y="773899"/>
                    </a:lnTo>
                    <a:lnTo>
                      <a:pt x="524344" y="775766"/>
                    </a:lnTo>
                    <a:lnTo>
                      <a:pt x="523875" y="776884"/>
                    </a:lnTo>
                    <a:lnTo>
                      <a:pt x="523875" y="779513"/>
                    </a:lnTo>
                    <a:lnTo>
                      <a:pt x="524344" y="780630"/>
                    </a:lnTo>
                    <a:lnTo>
                      <a:pt x="526211" y="782497"/>
                    </a:lnTo>
                    <a:lnTo>
                      <a:pt x="527329" y="782955"/>
                    </a:lnTo>
                    <a:lnTo>
                      <a:pt x="529958" y="782955"/>
                    </a:lnTo>
                    <a:lnTo>
                      <a:pt x="531075" y="782497"/>
                    </a:lnTo>
                    <a:lnTo>
                      <a:pt x="532942" y="780630"/>
                    </a:lnTo>
                    <a:lnTo>
                      <a:pt x="533400" y="779513"/>
                    </a:lnTo>
                    <a:lnTo>
                      <a:pt x="533400" y="776884"/>
                    </a:lnTo>
                    <a:close/>
                  </a:path>
                  <a:path w="5153025" h="3103245">
                    <a:moveTo>
                      <a:pt x="533400" y="3454"/>
                    </a:moveTo>
                    <a:lnTo>
                      <a:pt x="532942" y="2336"/>
                    </a:lnTo>
                    <a:lnTo>
                      <a:pt x="531075" y="469"/>
                    </a:lnTo>
                    <a:lnTo>
                      <a:pt x="529958" y="0"/>
                    </a:lnTo>
                    <a:lnTo>
                      <a:pt x="527329" y="0"/>
                    </a:lnTo>
                    <a:lnTo>
                      <a:pt x="526211" y="469"/>
                    </a:lnTo>
                    <a:lnTo>
                      <a:pt x="524344" y="2336"/>
                    </a:lnTo>
                    <a:lnTo>
                      <a:pt x="523875" y="3454"/>
                    </a:lnTo>
                    <a:lnTo>
                      <a:pt x="523875" y="6083"/>
                    </a:lnTo>
                    <a:lnTo>
                      <a:pt x="524344" y="7200"/>
                    </a:lnTo>
                    <a:lnTo>
                      <a:pt x="526211" y="9067"/>
                    </a:lnTo>
                    <a:lnTo>
                      <a:pt x="527329" y="9525"/>
                    </a:lnTo>
                    <a:lnTo>
                      <a:pt x="529958" y="9525"/>
                    </a:lnTo>
                    <a:lnTo>
                      <a:pt x="531075" y="9067"/>
                    </a:lnTo>
                    <a:lnTo>
                      <a:pt x="532942" y="7200"/>
                    </a:lnTo>
                    <a:lnTo>
                      <a:pt x="533400" y="6083"/>
                    </a:lnTo>
                    <a:lnTo>
                      <a:pt x="533400" y="3454"/>
                    </a:lnTo>
                    <a:close/>
                  </a:path>
                  <a:path w="5153025" h="3103245">
                    <a:moveTo>
                      <a:pt x="581025" y="3097174"/>
                    </a:moveTo>
                    <a:lnTo>
                      <a:pt x="580567" y="3096056"/>
                    </a:lnTo>
                    <a:lnTo>
                      <a:pt x="578700" y="3094190"/>
                    </a:lnTo>
                    <a:lnTo>
                      <a:pt x="577583" y="3093720"/>
                    </a:lnTo>
                    <a:lnTo>
                      <a:pt x="574954" y="3093720"/>
                    </a:lnTo>
                    <a:lnTo>
                      <a:pt x="573836" y="3094190"/>
                    </a:lnTo>
                    <a:lnTo>
                      <a:pt x="571969" y="3096056"/>
                    </a:lnTo>
                    <a:lnTo>
                      <a:pt x="571500" y="3097174"/>
                    </a:lnTo>
                    <a:lnTo>
                      <a:pt x="571500" y="3099803"/>
                    </a:lnTo>
                    <a:lnTo>
                      <a:pt x="571969" y="3100921"/>
                    </a:lnTo>
                    <a:lnTo>
                      <a:pt x="573836" y="3102787"/>
                    </a:lnTo>
                    <a:lnTo>
                      <a:pt x="574954" y="3103245"/>
                    </a:lnTo>
                    <a:lnTo>
                      <a:pt x="577583" y="3103245"/>
                    </a:lnTo>
                    <a:lnTo>
                      <a:pt x="578700" y="3102787"/>
                    </a:lnTo>
                    <a:lnTo>
                      <a:pt x="580567" y="3100921"/>
                    </a:lnTo>
                    <a:lnTo>
                      <a:pt x="581025" y="3099803"/>
                    </a:lnTo>
                    <a:lnTo>
                      <a:pt x="581025" y="3097174"/>
                    </a:lnTo>
                    <a:close/>
                  </a:path>
                  <a:path w="5153025" h="3103245">
                    <a:moveTo>
                      <a:pt x="581025" y="2323744"/>
                    </a:moveTo>
                    <a:lnTo>
                      <a:pt x="580567" y="2322626"/>
                    </a:lnTo>
                    <a:lnTo>
                      <a:pt x="578700" y="2320760"/>
                    </a:lnTo>
                    <a:lnTo>
                      <a:pt x="577583" y="2320290"/>
                    </a:lnTo>
                    <a:lnTo>
                      <a:pt x="574954" y="2320290"/>
                    </a:lnTo>
                    <a:lnTo>
                      <a:pt x="573836" y="2320760"/>
                    </a:lnTo>
                    <a:lnTo>
                      <a:pt x="571969" y="2322626"/>
                    </a:lnTo>
                    <a:lnTo>
                      <a:pt x="571500" y="2323744"/>
                    </a:lnTo>
                    <a:lnTo>
                      <a:pt x="571500" y="2326373"/>
                    </a:lnTo>
                    <a:lnTo>
                      <a:pt x="571969" y="2327491"/>
                    </a:lnTo>
                    <a:lnTo>
                      <a:pt x="573836" y="2329357"/>
                    </a:lnTo>
                    <a:lnTo>
                      <a:pt x="574954" y="2329815"/>
                    </a:lnTo>
                    <a:lnTo>
                      <a:pt x="577583" y="2329815"/>
                    </a:lnTo>
                    <a:lnTo>
                      <a:pt x="578700" y="2329357"/>
                    </a:lnTo>
                    <a:lnTo>
                      <a:pt x="580567" y="2327491"/>
                    </a:lnTo>
                    <a:lnTo>
                      <a:pt x="581025" y="2326373"/>
                    </a:lnTo>
                    <a:lnTo>
                      <a:pt x="581025" y="2323744"/>
                    </a:lnTo>
                    <a:close/>
                  </a:path>
                  <a:path w="5153025" h="3103245">
                    <a:moveTo>
                      <a:pt x="581025" y="1550314"/>
                    </a:moveTo>
                    <a:lnTo>
                      <a:pt x="580567" y="1549196"/>
                    </a:lnTo>
                    <a:lnTo>
                      <a:pt x="578700" y="1547329"/>
                    </a:lnTo>
                    <a:lnTo>
                      <a:pt x="577583" y="1546860"/>
                    </a:lnTo>
                    <a:lnTo>
                      <a:pt x="574954" y="1546860"/>
                    </a:lnTo>
                    <a:lnTo>
                      <a:pt x="573836" y="1547329"/>
                    </a:lnTo>
                    <a:lnTo>
                      <a:pt x="571969" y="1549196"/>
                    </a:lnTo>
                    <a:lnTo>
                      <a:pt x="571500" y="1550314"/>
                    </a:lnTo>
                    <a:lnTo>
                      <a:pt x="571500" y="1552943"/>
                    </a:lnTo>
                    <a:lnTo>
                      <a:pt x="571969" y="1554060"/>
                    </a:lnTo>
                    <a:lnTo>
                      <a:pt x="573836" y="1555927"/>
                    </a:lnTo>
                    <a:lnTo>
                      <a:pt x="574954" y="1556385"/>
                    </a:lnTo>
                    <a:lnTo>
                      <a:pt x="577583" y="1556385"/>
                    </a:lnTo>
                    <a:lnTo>
                      <a:pt x="578700" y="1555927"/>
                    </a:lnTo>
                    <a:lnTo>
                      <a:pt x="580567" y="1554060"/>
                    </a:lnTo>
                    <a:lnTo>
                      <a:pt x="581025" y="1552943"/>
                    </a:lnTo>
                    <a:lnTo>
                      <a:pt x="581025" y="1550314"/>
                    </a:lnTo>
                    <a:close/>
                  </a:path>
                  <a:path w="5153025" h="3103245">
                    <a:moveTo>
                      <a:pt x="581025" y="776884"/>
                    </a:moveTo>
                    <a:lnTo>
                      <a:pt x="580567" y="775766"/>
                    </a:lnTo>
                    <a:lnTo>
                      <a:pt x="578700" y="773899"/>
                    </a:lnTo>
                    <a:lnTo>
                      <a:pt x="577583" y="773430"/>
                    </a:lnTo>
                    <a:lnTo>
                      <a:pt x="574954" y="773430"/>
                    </a:lnTo>
                    <a:lnTo>
                      <a:pt x="573836" y="773899"/>
                    </a:lnTo>
                    <a:lnTo>
                      <a:pt x="571969" y="775766"/>
                    </a:lnTo>
                    <a:lnTo>
                      <a:pt x="571500" y="776884"/>
                    </a:lnTo>
                    <a:lnTo>
                      <a:pt x="571500" y="779513"/>
                    </a:lnTo>
                    <a:lnTo>
                      <a:pt x="571969" y="780630"/>
                    </a:lnTo>
                    <a:lnTo>
                      <a:pt x="573836" y="782497"/>
                    </a:lnTo>
                    <a:lnTo>
                      <a:pt x="574954" y="782955"/>
                    </a:lnTo>
                    <a:lnTo>
                      <a:pt x="577583" y="782955"/>
                    </a:lnTo>
                    <a:lnTo>
                      <a:pt x="578700" y="782497"/>
                    </a:lnTo>
                    <a:lnTo>
                      <a:pt x="580567" y="780630"/>
                    </a:lnTo>
                    <a:lnTo>
                      <a:pt x="581025" y="779513"/>
                    </a:lnTo>
                    <a:lnTo>
                      <a:pt x="581025" y="776884"/>
                    </a:lnTo>
                    <a:close/>
                  </a:path>
                  <a:path w="5153025" h="3103245">
                    <a:moveTo>
                      <a:pt x="581025" y="3454"/>
                    </a:moveTo>
                    <a:lnTo>
                      <a:pt x="580567" y="2336"/>
                    </a:lnTo>
                    <a:lnTo>
                      <a:pt x="578700" y="469"/>
                    </a:lnTo>
                    <a:lnTo>
                      <a:pt x="577583" y="0"/>
                    </a:lnTo>
                    <a:lnTo>
                      <a:pt x="574954" y="0"/>
                    </a:lnTo>
                    <a:lnTo>
                      <a:pt x="573836" y="469"/>
                    </a:lnTo>
                    <a:lnTo>
                      <a:pt x="571969" y="2336"/>
                    </a:lnTo>
                    <a:lnTo>
                      <a:pt x="571500" y="3454"/>
                    </a:lnTo>
                    <a:lnTo>
                      <a:pt x="571500" y="6083"/>
                    </a:lnTo>
                    <a:lnTo>
                      <a:pt x="571969" y="7200"/>
                    </a:lnTo>
                    <a:lnTo>
                      <a:pt x="573836" y="9067"/>
                    </a:lnTo>
                    <a:lnTo>
                      <a:pt x="574954" y="9525"/>
                    </a:lnTo>
                    <a:lnTo>
                      <a:pt x="577583" y="9525"/>
                    </a:lnTo>
                    <a:lnTo>
                      <a:pt x="578700" y="9067"/>
                    </a:lnTo>
                    <a:lnTo>
                      <a:pt x="580567" y="7200"/>
                    </a:lnTo>
                    <a:lnTo>
                      <a:pt x="581025" y="6083"/>
                    </a:lnTo>
                    <a:lnTo>
                      <a:pt x="581025" y="3454"/>
                    </a:lnTo>
                    <a:close/>
                  </a:path>
                  <a:path w="5153025" h="3103245">
                    <a:moveTo>
                      <a:pt x="628650" y="3097174"/>
                    </a:moveTo>
                    <a:lnTo>
                      <a:pt x="628192" y="3096056"/>
                    </a:lnTo>
                    <a:lnTo>
                      <a:pt x="626325" y="3094190"/>
                    </a:lnTo>
                    <a:lnTo>
                      <a:pt x="625208" y="3093720"/>
                    </a:lnTo>
                    <a:lnTo>
                      <a:pt x="622579" y="3093720"/>
                    </a:lnTo>
                    <a:lnTo>
                      <a:pt x="621461" y="3094190"/>
                    </a:lnTo>
                    <a:lnTo>
                      <a:pt x="619594" y="3096056"/>
                    </a:lnTo>
                    <a:lnTo>
                      <a:pt x="619125" y="3097174"/>
                    </a:lnTo>
                    <a:lnTo>
                      <a:pt x="619125" y="3099803"/>
                    </a:lnTo>
                    <a:lnTo>
                      <a:pt x="619594" y="3100921"/>
                    </a:lnTo>
                    <a:lnTo>
                      <a:pt x="621461" y="3102787"/>
                    </a:lnTo>
                    <a:lnTo>
                      <a:pt x="622579" y="3103245"/>
                    </a:lnTo>
                    <a:lnTo>
                      <a:pt x="625208" y="3103245"/>
                    </a:lnTo>
                    <a:lnTo>
                      <a:pt x="626325" y="3102787"/>
                    </a:lnTo>
                    <a:lnTo>
                      <a:pt x="628192" y="3100921"/>
                    </a:lnTo>
                    <a:lnTo>
                      <a:pt x="628650" y="3099803"/>
                    </a:lnTo>
                    <a:lnTo>
                      <a:pt x="628650" y="3097174"/>
                    </a:lnTo>
                    <a:close/>
                  </a:path>
                  <a:path w="5153025" h="3103245">
                    <a:moveTo>
                      <a:pt x="628650" y="2323744"/>
                    </a:moveTo>
                    <a:lnTo>
                      <a:pt x="628192" y="2322626"/>
                    </a:lnTo>
                    <a:lnTo>
                      <a:pt x="626325" y="2320760"/>
                    </a:lnTo>
                    <a:lnTo>
                      <a:pt x="625208" y="2320290"/>
                    </a:lnTo>
                    <a:lnTo>
                      <a:pt x="622579" y="2320290"/>
                    </a:lnTo>
                    <a:lnTo>
                      <a:pt x="621461" y="2320760"/>
                    </a:lnTo>
                    <a:lnTo>
                      <a:pt x="619594" y="2322626"/>
                    </a:lnTo>
                    <a:lnTo>
                      <a:pt x="619125" y="2323744"/>
                    </a:lnTo>
                    <a:lnTo>
                      <a:pt x="619125" y="2326373"/>
                    </a:lnTo>
                    <a:lnTo>
                      <a:pt x="619594" y="2327491"/>
                    </a:lnTo>
                    <a:lnTo>
                      <a:pt x="621461" y="2329357"/>
                    </a:lnTo>
                    <a:lnTo>
                      <a:pt x="622579" y="2329815"/>
                    </a:lnTo>
                    <a:lnTo>
                      <a:pt x="625208" y="2329815"/>
                    </a:lnTo>
                    <a:lnTo>
                      <a:pt x="626325" y="2329357"/>
                    </a:lnTo>
                    <a:lnTo>
                      <a:pt x="628192" y="2327491"/>
                    </a:lnTo>
                    <a:lnTo>
                      <a:pt x="628650" y="2326373"/>
                    </a:lnTo>
                    <a:lnTo>
                      <a:pt x="628650" y="2323744"/>
                    </a:lnTo>
                    <a:close/>
                  </a:path>
                  <a:path w="5153025" h="3103245">
                    <a:moveTo>
                      <a:pt x="628650" y="1550314"/>
                    </a:moveTo>
                    <a:lnTo>
                      <a:pt x="628192" y="1549196"/>
                    </a:lnTo>
                    <a:lnTo>
                      <a:pt x="626325" y="1547329"/>
                    </a:lnTo>
                    <a:lnTo>
                      <a:pt x="625208" y="1546860"/>
                    </a:lnTo>
                    <a:lnTo>
                      <a:pt x="622579" y="1546860"/>
                    </a:lnTo>
                    <a:lnTo>
                      <a:pt x="621461" y="1547329"/>
                    </a:lnTo>
                    <a:lnTo>
                      <a:pt x="619594" y="1549196"/>
                    </a:lnTo>
                    <a:lnTo>
                      <a:pt x="619125" y="1550314"/>
                    </a:lnTo>
                    <a:lnTo>
                      <a:pt x="619125" y="1552943"/>
                    </a:lnTo>
                    <a:lnTo>
                      <a:pt x="619594" y="1554060"/>
                    </a:lnTo>
                    <a:lnTo>
                      <a:pt x="621461" y="1555927"/>
                    </a:lnTo>
                    <a:lnTo>
                      <a:pt x="622579" y="1556385"/>
                    </a:lnTo>
                    <a:lnTo>
                      <a:pt x="625208" y="1556385"/>
                    </a:lnTo>
                    <a:lnTo>
                      <a:pt x="626325" y="1555927"/>
                    </a:lnTo>
                    <a:lnTo>
                      <a:pt x="628192" y="1554060"/>
                    </a:lnTo>
                    <a:lnTo>
                      <a:pt x="628650" y="1552943"/>
                    </a:lnTo>
                    <a:lnTo>
                      <a:pt x="628650" y="1550314"/>
                    </a:lnTo>
                    <a:close/>
                  </a:path>
                  <a:path w="5153025" h="3103245">
                    <a:moveTo>
                      <a:pt x="628650" y="776884"/>
                    </a:moveTo>
                    <a:lnTo>
                      <a:pt x="628192" y="775766"/>
                    </a:lnTo>
                    <a:lnTo>
                      <a:pt x="626325" y="773899"/>
                    </a:lnTo>
                    <a:lnTo>
                      <a:pt x="625208" y="773430"/>
                    </a:lnTo>
                    <a:lnTo>
                      <a:pt x="622579" y="773430"/>
                    </a:lnTo>
                    <a:lnTo>
                      <a:pt x="621461" y="773899"/>
                    </a:lnTo>
                    <a:lnTo>
                      <a:pt x="619594" y="775766"/>
                    </a:lnTo>
                    <a:lnTo>
                      <a:pt x="619125" y="776884"/>
                    </a:lnTo>
                    <a:lnTo>
                      <a:pt x="619125" y="779513"/>
                    </a:lnTo>
                    <a:lnTo>
                      <a:pt x="619594" y="780630"/>
                    </a:lnTo>
                    <a:lnTo>
                      <a:pt x="621461" y="782497"/>
                    </a:lnTo>
                    <a:lnTo>
                      <a:pt x="622579" y="782955"/>
                    </a:lnTo>
                    <a:lnTo>
                      <a:pt x="625208" y="782955"/>
                    </a:lnTo>
                    <a:lnTo>
                      <a:pt x="626325" y="782497"/>
                    </a:lnTo>
                    <a:lnTo>
                      <a:pt x="628192" y="780630"/>
                    </a:lnTo>
                    <a:lnTo>
                      <a:pt x="628650" y="779513"/>
                    </a:lnTo>
                    <a:lnTo>
                      <a:pt x="628650" y="776884"/>
                    </a:lnTo>
                    <a:close/>
                  </a:path>
                  <a:path w="5153025" h="3103245">
                    <a:moveTo>
                      <a:pt x="628650" y="3454"/>
                    </a:moveTo>
                    <a:lnTo>
                      <a:pt x="628192" y="2336"/>
                    </a:lnTo>
                    <a:lnTo>
                      <a:pt x="626325" y="469"/>
                    </a:lnTo>
                    <a:lnTo>
                      <a:pt x="625208" y="0"/>
                    </a:lnTo>
                    <a:lnTo>
                      <a:pt x="622579" y="0"/>
                    </a:lnTo>
                    <a:lnTo>
                      <a:pt x="621461" y="469"/>
                    </a:lnTo>
                    <a:lnTo>
                      <a:pt x="619594" y="2336"/>
                    </a:lnTo>
                    <a:lnTo>
                      <a:pt x="619125" y="3454"/>
                    </a:lnTo>
                    <a:lnTo>
                      <a:pt x="619125" y="6083"/>
                    </a:lnTo>
                    <a:lnTo>
                      <a:pt x="619594" y="7200"/>
                    </a:lnTo>
                    <a:lnTo>
                      <a:pt x="621461" y="9067"/>
                    </a:lnTo>
                    <a:lnTo>
                      <a:pt x="622579" y="9525"/>
                    </a:lnTo>
                    <a:lnTo>
                      <a:pt x="625208" y="9525"/>
                    </a:lnTo>
                    <a:lnTo>
                      <a:pt x="626325" y="9067"/>
                    </a:lnTo>
                    <a:lnTo>
                      <a:pt x="628192" y="7200"/>
                    </a:lnTo>
                    <a:lnTo>
                      <a:pt x="628650" y="6083"/>
                    </a:lnTo>
                    <a:lnTo>
                      <a:pt x="628650" y="3454"/>
                    </a:lnTo>
                    <a:close/>
                  </a:path>
                  <a:path w="5153025" h="3103245">
                    <a:moveTo>
                      <a:pt x="676275" y="3097174"/>
                    </a:moveTo>
                    <a:lnTo>
                      <a:pt x="675817" y="3096056"/>
                    </a:lnTo>
                    <a:lnTo>
                      <a:pt x="673950" y="3094190"/>
                    </a:lnTo>
                    <a:lnTo>
                      <a:pt x="672833" y="3093720"/>
                    </a:lnTo>
                    <a:lnTo>
                      <a:pt x="670204" y="3093720"/>
                    </a:lnTo>
                    <a:lnTo>
                      <a:pt x="669086" y="3094190"/>
                    </a:lnTo>
                    <a:lnTo>
                      <a:pt x="667219" y="3096056"/>
                    </a:lnTo>
                    <a:lnTo>
                      <a:pt x="666750" y="3097174"/>
                    </a:lnTo>
                    <a:lnTo>
                      <a:pt x="666750" y="3099803"/>
                    </a:lnTo>
                    <a:lnTo>
                      <a:pt x="667219" y="3100921"/>
                    </a:lnTo>
                    <a:lnTo>
                      <a:pt x="669086" y="3102787"/>
                    </a:lnTo>
                    <a:lnTo>
                      <a:pt x="670204" y="3103245"/>
                    </a:lnTo>
                    <a:lnTo>
                      <a:pt x="672833" y="3103245"/>
                    </a:lnTo>
                    <a:lnTo>
                      <a:pt x="673950" y="3102787"/>
                    </a:lnTo>
                    <a:lnTo>
                      <a:pt x="675817" y="3100921"/>
                    </a:lnTo>
                    <a:lnTo>
                      <a:pt x="676275" y="3099803"/>
                    </a:lnTo>
                    <a:lnTo>
                      <a:pt x="676275" y="3097174"/>
                    </a:lnTo>
                    <a:close/>
                  </a:path>
                  <a:path w="5153025" h="3103245">
                    <a:moveTo>
                      <a:pt x="676275" y="2323744"/>
                    </a:moveTo>
                    <a:lnTo>
                      <a:pt x="675817" y="2322626"/>
                    </a:lnTo>
                    <a:lnTo>
                      <a:pt x="673950" y="2320760"/>
                    </a:lnTo>
                    <a:lnTo>
                      <a:pt x="672833" y="2320290"/>
                    </a:lnTo>
                    <a:lnTo>
                      <a:pt x="670204" y="2320290"/>
                    </a:lnTo>
                    <a:lnTo>
                      <a:pt x="669086" y="2320760"/>
                    </a:lnTo>
                    <a:lnTo>
                      <a:pt x="667219" y="2322626"/>
                    </a:lnTo>
                    <a:lnTo>
                      <a:pt x="666750" y="2323744"/>
                    </a:lnTo>
                    <a:lnTo>
                      <a:pt x="666750" y="2326373"/>
                    </a:lnTo>
                    <a:lnTo>
                      <a:pt x="667219" y="2327491"/>
                    </a:lnTo>
                    <a:lnTo>
                      <a:pt x="669086" y="2329357"/>
                    </a:lnTo>
                    <a:lnTo>
                      <a:pt x="670204" y="2329815"/>
                    </a:lnTo>
                    <a:lnTo>
                      <a:pt x="672833" y="2329815"/>
                    </a:lnTo>
                    <a:lnTo>
                      <a:pt x="673950" y="2329357"/>
                    </a:lnTo>
                    <a:lnTo>
                      <a:pt x="675817" y="2327491"/>
                    </a:lnTo>
                    <a:lnTo>
                      <a:pt x="676275" y="2326373"/>
                    </a:lnTo>
                    <a:lnTo>
                      <a:pt x="676275" y="2323744"/>
                    </a:lnTo>
                    <a:close/>
                  </a:path>
                  <a:path w="5153025" h="3103245">
                    <a:moveTo>
                      <a:pt x="676275" y="1550314"/>
                    </a:moveTo>
                    <a:lnTo>
                      <a:pt x="675817" y="1549196"/>
                    </a:lnTo>
                    <a:lnTo>
                      <a:pt x="673950" y="1547329"/>
                    </a:lnTo>
                    <a:lnTo>
                      <a:pt x="672833" y="1546860"/>
                    </a:lnTo>
                    <a:lnTo>
                      <a:pt x="670204" y="1546860"/>
                    </a:lnTo>
                    <a:lnTo>
                      <a:pt x="669086" y="1547329"/>
                    </a:lnTo>
                    <a:lnTo>
                      <a:pt x="667219" y="1549196"/>
                    </a:lnTo>
                    <a:lnTo>
                      <a:pt x="666750" y="1550314"/>
                    </a:lnTo>
                    <a:lnTo>
                      <a:pt x="666750" y="1552943"/>
                    </a:lnTo>
                    <a:lnTo>
                      <a:pt x="667219" y="1554060"/>
                    </a:lnTo>
                    <a:lnTo>
                      <a:pt x="669086" y="1555927"/>
                    </a:lnTo>
                    <a:lnTo>
                      <a:pt x="670204" y="1556385"/>
                    </a:lnTo>
                    <a:lnTo>
                      <a:pt x="672833" y="1556385"/>
                    </a:lnTo>
                    <a:lnTo>
                      <a:pt x="673950" y="1555927"/>
                    </a:lnTo>
                    <a:lnTo>
                      <a:pt x="675817" y="1554060"/>
                    </a:lnTo>
                    <a:lnTo>
                      <a:pt x="676275" y="1552943"/>
                    </a:lnTo>
                    <a:lnTo>
                      <a:pt x="676275" y="1550314"/>
                    </a:lnTo>
                    <a:close/>
                  </a:path>
                  <a:path w="5153025" h="3103245">
                    <a:moveTo>
                      <a:pt x="676275" y="776884"/>
                    </a:moveTo>
                    <a:lnTo>
                      <a:pt x="675817" y="775766"/>
                    </a:lnTo>
                    <a:lnTo>
                      <a:pt x="673950" y="773899"/>
                    </a:lnTo>
                    <a:lnTo>
                      <a:pt x="672833" y="773430"/>
                    </a:lnTo>
                    <a:lnTo>
                      <a:pt x="670204" y="773430"/>
                    </a:lnTo>
                    <a:lnTo>
                      <a:pt x="669086" y="773899"/>
                    </a:lnTo>
                    <a:lnTo>
                      <a:pt x="667219" y="775766"/>
                    </a:lnTo>
                    <a:lnTo>
                      <a:pt x="666750" y="776884"/>
                    </a:lnTo>
                    <a:lnTo>
                      <a:pt x="666750" y="779513"/>
                    </a:lnTo>
                    <a:lnTo>
                      <a:pt x="667219" y="780630"/>
                    </a:lnTo>
                    <a:lnTo>
                      <a:pt x="669086" y="782497"/>
                    </a:lnTo>
                    <a:lnTo>
                      <a:pt x="670204" y="782955"/>
                    </a:lnTo>
                    <a:lnTo>
                      <a:pt x="672833" y="782955"/>
                    </a:lnTo>
                    <a:lnTo>
                      <a:pt x="673950" y="782497"/>
                    </a:lnTo>
                    <a:lnTo>
                      <a:pt x="675817" y="780630"/>
                    </a:lnTo>
                    <a:lnTo>
                      <a:pt x="676275" y="779513"/>
                    </a:lnTo>
                    <a:lnTo>
                      <a:pt x="676275" y="776884"/>
                    </a:lnTo>
                    <a:close/>
                  </a:path>
                  <a:path w="5153025" h="3103245">
                    <a:moveTo>
                      <a:pt x="676275" y="3454"/>
                    </a:moveTo>
                    <a:lnTo>
                      <a:pt x="675817" y="2336"/>
                    </a:lnTo>
                    <a:lnTo>
                      <a:pt x="673950" y="469"/>
                    </a:lnTo>
                    <a:lnTo>
                      <a:pt x="672833" y="0"/>
                    </a:lnTo>
                    <a:lnTo>
                      <a:pt x="670204" y="0"/>
                    </a:lnTo>
                    <a:lnTo>
                      <a:pt x="669086" y="469"/>
                    </a:lnTo>
                    <a:lnTo>
                      <a:pt x="667219" y="2336"/>
                    </a:lnTo>
                    <a:lnTo>
                      <a:pt x="666750" y="3454"/>
                    </a:lnTo>
                    <a:lnTo>
                      <a:pt x="666750" y="6083"/>
                    </a:lnTo>
                    <a:lnTo>
                      <a:pt x="667219" y="7200"/>
                    </a:lnTo>
                    <a:lnTo>
                      <a:pt x="669086" y="9067"/>
                    </a:lnTo>
                    <a:lnTo>
                      <a:pt x="670204" y="9525"/>
                    </a:lnTo>
                    <a:lnTo>
                      <a:pt x="672833" y="9525"/>
                    </a:lnTo>
                    <a:lnTo>
                      <a:pt x="673950" y="9067"/>
                    </a:lnTo>
                    <a:lnTo>
                      <a:pt x="675817" y="7200"/>
                    </a:lnTo>
                    <a:lnTo>
                      <a:pt x="676275" y="6083"/>
                    </a:lnTo>
                    <a:lnTo>
                      <a:pt x="676275" y="3454"/>
                    </a:lnTo>
                    <a:close/>
                  </a:path>
                  <a:path w="5153025" h="3103245">
                    <a:moveTo>
                      <a:pt x="723900" y="3097174"/>
                    </a:moveTo>
                    <a:lnTo>
                      <a:pt x="723442" y="3096056"/>
                    </a:lnTo>
                    <a:lnTo>
                      <a:pt x="721575" y="3094190"/>
                    </a:lnTo>
                    <a:lnTo>
                      <a:pt x="720458" y="3093720"/>
                    </a:lnTo>
                    <a:lnTo>
                      <a:pt x="717829" y="3093720"/>
                    </a:lnTo>
                    <a:lnTo>
                      <a:pt x="716711" y="3094190"/>
                    </a:lnTo>
                    <a:lnTo>
                      <a:pt x="714844" y="3096056"/>
                    </a:lnTo>
                    <a:lnTo>
                      <a:pt x="714375" y="3097174"/>
                    </a:lnTo>
                    <a:lnTo>
                      <a:pt x="714375" y="3099803"/>
                    </a:lnTo>
                    <a:lnTo>
                      <a:pt x="714844" y="3100921"/>
                    </a:lnTo>
                    <a:lnTo>
                      <a:pt x="716711" y="3102787"/>
                    </a:lnTo>
                    <a:lnTo>
                      <a:pt x="717829" y="3103245"/>
                    </a:lnTo>
                    <a:lnTo>
                      <a:pt x="720458" y="3103245"/>
                    </a:lnTo>
                    <a:lnTo>
                      <a:pt x="721575" y="3102787"/>
                    </a:lnTo>
                    <a:lnTo>
                      <a:pt x="723442" y="3100921"/>
                    </a:lnTo>
                    <a:lnTo>
                      <a:pt x="723900" y="3099803"/>
                    </a:lnTo>
                    <a:lnTo>
                      <a:pt x="723900" y="3097174"/>
                    </a:lnTo>
                    <a:close/>
                  </a:path>
                  <a:path w="5153025" h="3103245">
                    <a:moveTo>
                      <a:pt x="723900" y="2323744"/>
                    </a:moveTo>
                    <a:lnTo>
                      <a:pt x="723442" y="2322626"/>
                    </a:lnTo>
                    <a:lnTo>
                      <a:pt x="721575" y="2320760"/>
                    </a:lnTo>
                    <a:lnTo>
                      <a:pt x="720458" y="2320290"/>
                    </a:lnTo>
                    <a:lnTo>
                      <a:pt x="717829" y="2320290"/>
                    </a:lnTo>
                    <a:lnTo>
                      <a:pt x="716711" y="2320760"/>
                    </a:lnTo>
                    <a:lnTo>
                      <a:pt x="714844" y="2322626"/>
                    </a:lnTo>
                    <a:lnTo>
                      <a:pt x="714375" y="2323744"/>
                    </a:lnTo>
                    <a:lnTo>
                      <a:pt x="714375" y="2326373"/>
                    </a:lnTo>
                    <a:lnTo>
                      <a:pt x="714844" y="2327491"/>
                    </a:lnTo>
                    <a:lnTo>
                      <a:pt x="716711" y="2329357"/>
                    </a:lnTo>
                    <a:lnTo>
                      <a:pt x="717829" y="2329815"/>
                    </a:lnTo>
                    <a:lnTo>
                      <a:pt x="720458" y="2329815"/>
                    </a:lnTo>
                    <a:lnTo>
                      <a:pt x="721575" y="2329357"/>
                    </a:lnTo>
                    <a:lnTo>
                      <a:pt x="723442" y="2327491"/>
                    </a:lnTo>
                    <a:lnTo>
                      <a:pt x="723900" y="2326373"/>
                    </a:lnTo>
                    <a:lnTo>
                      <a:pt x="723900" y="2323744"/>
                    </a:lnTo>
                    <a:close/>
                  </a:path>
                  <a:path w="5153025" h="3103245">
                    <a:moveTo>
                      <a:pt x="723900" y="1550314"/>
                    </a:moveTo>
                    <a:lnTo>
                      <a:pt x="723442" y="1549196"/>
                    </a:lnTo>
                    <a:lnTo>
                      <a:pt x="721575" y="1547329"/>
                    </a:lnTo>
                    <a:lnTo>
                      <a:pt x="720458" y="1546860"/>
                    </a:lnTo>
                    <a:lnTo>
                      <a:pt x="717829" y="1546860"/>
                    </a:lnTo>
                    <a:lnTo>
                      <a:pt x="716711" y="1547329"/>
                    </a:lnTo>
                    <a:lnTo>
                      <a:pt x="714844" y="1549196"/>
                    </a:lnTo>
                    <a:lnTo>
                      <a:pt x="714375" y="1550314"/>
                    </a:lnTo>
                    <a:lnTo>
                      <a:pt x="714375" y="1552943"/>
                    </a:lnTo>
                    <a:lnTo>
                      <a:pt x="714844" y="1554060"/>
                    </a:lnTo>
                    <a:lnTo>
                      <a:pt x="716711" y="1555927"/>
                    </a:lnTo>
                    <a:lnTo>
                      <a:pt x="717829" y="1556385"/>
                    </a:lnTo>
                    <a:lnTo>
                      <a:pt x="720458" y="1556385"/>
                    </a:lnTo>
                    <a:lnTo>
                      <a:pt x="721575" y="1555927"/>
                    </a:lnTo>
                    <a:lnTo>
                      <a:pt x="723442" y="1554060"/>
                    </a:lnTo>
                    <a:lnTo>
                      <a:pt x="723900" y="1552943"/>
                    </a:lnTo>
                    <a:lnTo>
                      <a:pt x="723900" y="1550314"/>
                    </a:lnTo>
                    <a:close/>
                  </a:path>
                  <a:path w="5153025" h="3103245">
                    <a:moveTo>
                      <a:pt x="723900" y="776884"/>
                    </a:moveTo>
                    <a:lnTo>
                      <a:pt x="723442" y="775766"/>
                    </a:lnTo>
                    <a:lnTo>
                      <a:pt x="721575" y="773899"/>
                    </a:lnTo>
                    <a:lnTo>
                      <a:pt x="720458" y="773430"/>
                    </a:lnTo>
                    <a:lnTo>
                      <a:pt x="717829" y="773430"/>
                    </a:lnTo>
                    <a:lnTo>
                      <a:pt x="716711" y="773899"/>
                    </a:lnTo>
                    <a:lnTo>
                      <a:pt x="714844" y="775766"/>
                    </a:lnTo>
                    <a:lnTo>
                      <a:pt x="714375" y="776884"/>
                    </a:lnTo>
                    <a:lnTo>
                      <a:pt x="714375" y="779513"/>
                    </a:lnTo>
                    <a:lnTo>
                      <a:pt x="714844" y="780630"/>
                    </a:lnTo>
                    <a:lnTo>
                      <a:pt x="716711" y="782497"/>
                    </a:lnTo>
                    <a:lnTo>
                      <a:pt x="717829" y="782955"/>
                    </a:lnTo>
                    <a:lnTo>
                      <a:pt x="720458" y="782955"/>
                    </a:lnTo>
                    <a:lnTo>
                      <a:pt x="721575" y="782497"/>
                    </a:lnTo>
                    <a:lnTo>
                      <a:pt x="723442" y="780630"/>
                    </a:lnTo>
                    <a:lnTo>
                      <a:pt x="723900" y="779513"/>
                    </a:lnTo>
                    <a:lnTo>
                      <a:pt x="723900" y="776884"/>
                    </a:lnTo>
                    <a:close/>
                  </a:path>
                  <a:path w="5153025" h="3103245">
                    <a:moveTo>
                      <a:pt x="723900" y="3454"/>
                    </a:moveTo>
                    <a:lnTo>
                      <a:pt x="723442" y="2336"/>
                    </a:lnTo>
                    <a:lnTo>
                      <a:pt x="721575" y="469"/>
                    </a:lnTo>
                    <a:lnTo>
                      <a:pt x="720458" y="0"/>
                    </a:lnTo>
                    <a:lnTo>
                      <a:pt x="717829" y="0"/>
                    </a:lnTo>
                    <a:lnTo>
                      <a:pt x="716711" y="469"/>
                    </a:lnTo>
                    <a:lnTo>
                      <a:pt x="714844" y="2336"/>
                    </a:lnTo>
                    <a:lnTo>
                      <a:pt x="714375" y="3454"/>
                    </a:lnTo>
                    <a:lnTo>
                      <a:pt x="714375" y="6083"/>
                    </a:lnTo>
                    <a:lnTo>
                      <a:pt x="714844" y="7200"/>
                    </a:lnTo>
                    <a:lnTo>
                      <a:pt x="716711" y="9067"/>
                    </a:lnTo>
                    <a:lnTo>
                      <a:pt x="717829" y="9525"/>
                    </a:lnTo>
                    <a:lnTo>
                      <a:pt x="720458" y="9525"/>
                    </a:lnTo>
                    <a:lnTo>
                      <a:pt x="721575" y="9067"/>
                    </a:lnTo>
                    <a:lnTo>
                      <a:pt x="723442" y="7200"/>
                    </a:lnTo>
                    <a:lnTo>
                      <a:pt x="723900" y="6083"/>
                    </a:lnTo>
                    <a:lnTo>
                      <a:pt x="723900" y="3454"/>
                    </a:lnTo>
                    <a:close/>
                  </a:path>
                  <a:path w="5153025" h="3103245">
                    <a:moveTo>
                      <a:pt x="771525" y="3097174"/>
                    </a:moveTo>
                    <a:lnTo>
                      <a:pt x="771067" y="3096056"/>
                    </a:lnTo>
                    <a:lnTo>
                      <a:pt x="769200" y="3094190"/>
                    </a:lnTo>
                    <a:lnTo>
                      <a:pt x="768083" y="3093720"/>
                    </a:lnTo>
                    <a:lnTo>
                      <a:pt x="765454" y="3093720"/>
                    </a:lnTo>
                    <a:lnTo>
                      <a:pt x="764336" y="3094190"/>
                    </a:lnTo>
                    <a:lnTo>
                      <a:pt x="762469" y="3096056"/>
                    </a:lnTo>
                    <a:lnTo>
                      <a:pt x="762000" y="3097174"/>
                    </a:lnTo>
                    <a:lnTo>
                      <a:pt x="762000" y="3099803"/>
                    </a:lnTo>
                    <a:lnTo>
                      <a:pt x="762469" y="3100921"/>
                    </a:lnTo>
                    <a:lnTo>
                      <a:pt x="764336" y="3102787"/>
                    </a:lnTo>
                    <a:lnTo>
                      <a:pt x="765454" y="3103245"/>
                    </a:lnTo>
                    <a:lnTo>
                      <a:pt x="768083" y="3103245"/>
                    </a:lnTo>
                    <a:lnTo>
                      <a:pt x="769200" y="3102787"/>
                    </a:lnTo>
                    <a:lnTo>
                      <a:pt x="771067" y="3100921"/>
                    </a:lnTo>
                    <a:lnTo>
                      <a:pt x="771525" y="3099803"/>
                    </a:lnTo>
                    <a:lnTo>
                      <a:pt x="771525" y="3097174"/>
                    </a:lnTo>
                    <a:close/>
                  </a:path>
                  <a:path w="5153025" h="3103245">
                    <a:moveTo>
                      <a:pt x="771525" y="2323744"/>
                    </a:moveTo>
                    <a:lnTo>
                      <a:pt x="771067" y="2322626"/>
                    </a:lnTo>
                    <a:lnTo>
                      <a:pt x="769200" y="2320760"/>
                    </a:lnTo>
                    <a:lnTo>
                      <a:pt x="768083" y="2320290"/>
                    </a:lnTo>
                    <a:lnTo>
                      <a:pt x="765454" y="2320290"/>
                    </a:lnTo>
                    <a:lnTo>
                      <a:pt x="764336" y="2320760"/>
                    </a:lnTo>
                    <a:lnTo>
                      <a:pt x="762469" y="2322626"/>
                    </a:lnTo>
                    <a:lnTo>
                      <a:pt x="762000" y="2323744"/>
                    </a:lnTo>
                    <a:lnTo>
                      <a:pt x="762000" y="2326373"/>
                    </a:lnTo>
                    <a:lnTo>
                      <a:pt x="762469" y="2327491"/>
                    </a:lnTo>
                    <a:lnTo>
                      <a:pt x="764336" y="2329357"/>
                    </a:lnTo>
                    <a:lnTo>
                      <a:pt x="765454" y="2329815"/>
                    </a:lnTo>
                    <a:lnTo>
                      <a:pt x="768083" y="2329815"/>
                    </a:lnTo>
                    <a:lnTo>
                      <a:pt x="769200" y="2329357"/>
                    </a:lnTo>
                    <a:lnTo>
                      <a:pt x="771067" y="2327491"/>
                    </a:lnTo>
                    <a:lnTo>
                      <a:pt x="771525" y="2326373"/>
                    </a:lnTo>
                    <a:lnTo>
                      <a:pt x="771525" y="2323744"/>
                    </a:lnTo>
                    <a:close/>
                  </a:path>
                  <a:path w="5153025" h="3103245">
                    <a:moveTo>
                      <a:pt x="771525" y="1550314"/>
                    </a:moveTo>
                    <a:lnTo>
                      <a:pt x="771067" y="1549196"/>
                    </a:lnTo>
                    <a:lnTo>
                      <a:pt x="769200" y="1547329"/>
                    </a:lnTo>
                    <a:lnTo>
                      <a:pt x="768083" y="1546860"/>
                    </a:lnTo>
                    <a:lnTo>
                      <a:pt x="765454" y="1546860"/>
                    </a:lnTo>
                    <a:lnTo>
                      <a:pt x="764336" y="1547329"/>
                    </a:lnTo>
                    <a:lnTo>
                      <a:pt x="762469" y="1549196"/>
                    </a:lnTo>
                    <a:lnTo>
                      <a:pt x="762000" y="1550314"/>
                    </a:lnTo>
                    <a:lnTo>
                      <a:pt x="762000" y="1552943"/>
                    </a:lnTo>
                    <a:lnTo>
                      <a:pt x="762469" y="1554060"/>
                    </a:lnTo>
                    <a:lnTo>
                      <a:pt x="764336" y="1555927"/>
                    </a:lnTo>
                    <a:lnTo>
                      <a:pt x="765454" y="1556385"/>
                    </a:lnTo>
                    <a:lnTo>
                      <a:pt x="768083" y="1556385"/>
                    </a:lnTo>
                    <a:lnTo>
                      <a:pt x="769200" y="1555927"/>
                    </a:lnTo>
                    <a:lnTo>
                      <a:pt x="771067" y="1554060"/>
                    </a:lnTo>
                    <a:lnTo>
                      <a:pt x="771525" y="1552943"/>
                    </a:lnTo>
                    <a:lnTo>
                      <a:pt x="771525" y="1550314"/>
                    </a:lnTo>
                    <a:close/>
                  </a:path>
                  <a:path w="5153025" h="3103245">
                    <a:moveTo>
                      <a:pt x="771525" y="776884"/>
                    </a:moveTo>
                    <a:lnTo>
                      <a:pt x="771067" y="775766"/>
                    </a:lnTo>
                    <a:lnTo>
                      <a:pt x="769200" y="773899"/>
                    </a:lnTo>
                    <a:lnTo>
                      <a:pt x="768083" y="773430"/>
                    </a:lnTo>
                    <a:lnTo>
                      <a:pt x="765454" y="773430"/>
                    </a:lnTo>
                    <a:lnTo>
                      <a:pt x="764336" y="773899"/>
                    </a:lnTo>
                    <a:lnTo>
                      <a:pt x="762469" y="775766"/>
                    </a:lnTo>
                    <a:lnTo>
                      <a:pt x="762000" y="776884"/>
                    </a:lnTo>
                    <a:lnTo>
                      <a:pt x="762000" y="779513"/>
                    </a:lnTo>
                    <a:lnTo>
                      <a:pt x="762469" y="780630"/>
                    </a:lnTo>
                    <a:lnTo>
                      <a:pt x="764336" y="782497"/>
                    </a:lnTo>
                    <a:lnTo>
                      <a:pt x="765454" y="782955"/>
                    </a:lnTo>
                    <a:lnTo>
                      <a:pt x="768083" y="782955"/>
                    </a:lnTo>
                    <a:lnTo>
                      <a:pt x="769200" y="782497"/>
                    </a:lnTo>
                    <a:lnTo>
                      <a:pt x="771067" y="780630"/>
                    </a:lnTo>
                    <a:lnTo>
                      <a:pt x="771525" y="779513"/>
                    </a:lnTo>
                    <a:lnTo>
                      <a:pt x="771525" y="776884"/>
                    </a:lnTo>
                    <a:close/>
                  </a:path>
                  <a:path w="5153025" h="3103245">
                    <a:moveTo>
                      <a:pt x="771525" y="3454"/>
                    </a:moveTo>
                    <a:lnTo>
                      <a:pt x="771067" y="2336"/>
                    </a:lnTo>
                    <a:lnTo>
                      <a:pt x="769200" y="469"/>
                    </a:lnTo>
                    <a:lnTo>
                      <a:pt x="768083" y="0"/>
                    </a:lnTo>
                    <a:lnTo>
                      <a:pt x="765454" y="0"/>
                    </a:lnTo>
                    <a:lnTo>
                      <a:pt x="764336" y="469"/>
                    </a:lnTo>
                    <a:lnTo>
                      <a:pt x="762469" y="2336"/>
                    </a:lnTo>
                    <a:lnTo>
                      <a:pt x="762000" y="3454"/>
                    </a:lnTo>
                    <a:lnTo>
                      <a:pt x="762000" y="6083"/>
                    </a:lnTo>
                    <a:lnTo>
                      <a:pt x="762469" y="7200"/>
                    </a:lnTo>
                    <a:lnTo>
                      <a:pt x="764336" y="9067"/>
                    </a:lnTo>
                    <a:lnTo>
                      <a:pt x="765454" y="9525"/>
                    </a:lnTo>
                    <a:lnTo>
                      <a:pt x="768083" y="9525"/>
                    </a:lnTo>
                    <a:lnTo>
                      <a:pt x="769200" y="9067"/>
                    </a:lnTo>
                    <a:lnTo>
                      <a:pt x="771067" y="7200"/>
                    </a:lnTo>
                    <a:lnTo>
                      <a:pt x="771525" y="6083"/>
                    </a:lnTo>
                    <a:lnTo>
                      <a:pt x="771525" y="3454"/>
                    </a:lnTo>
                    <a:close/>
                  </a:path>
                  <a:path w="5153025" h="3103245">
                    <a:moveTo>
                      <a:pt x="819150" y="3097174"/>
                    </a:moveTo>
                    <a:lnTo>
                      <a:pt x="818692" y="3096056"/>
                    </a:lnTo>
                    <a:lnTo>
                      <a:pt x="816825" y="3094190"/>
                    </a:lnTo>
                    <a:lnTo>
                      <a:pt x="815708" y="3093720"/>
                    </a:lnTo>
                    <a:lnTo>
                      <a:pt x="813079" y="3093720"/>
                    </a:lnTo>
                    <a:lnTo>
                      <a:pt x="811961" y="3094190"/>
                    </a:lnTo>
                    <a:lnTo>
                      <a:pt x="810094" y="3096056"/>
                    </a:lnTo>
                    <a:lnTo>
                      <a:pt x="809625" y="3097174"/>
                    </a:lnTo>
                    <a:lnTo>
                      <a:pt x="809625" y="3099803"/>
                    </a:lnTo>
                    <a:lnTo>
                      <a:pt x="810094" y="3100921"/>
                    </a:lnTo>
                    <a:lnTo>
                      <a:pt x="811961" y="3102787"/>
                    </a:lnTo>
                    <a:lnTo>
                      <a:pt x="813079" y="3103245"/>
                    </a:lnTo>
                    <a:lnTo>
                      <a:pt x="815708" y="3103245"/>
                    </a:lnTo>
                    <a:lnTo>
                      <a:pt x="816825" y="3102787"/>
                    </a:lnTo>
                    <a:lnTo>
                      <a:pt x="818692" y="3100921"/>
                    </a:lnTo>
                    <a:lnTo>
                      <a:pt x="819150" y="3099803"/>
                    </a:lnTo>
                    <a:lnTo>
                      <a:pt x="819150" y="3097174"/>
                    </a:lnTo>
                    <a:close/>
                  </a:path>
                  <a:path w="5153025" h="3103245">
                    <a:moveTo>
                      <a:pt x="819150" y="2323744"/>
                    </a:moveTo>
                    <a:lnTo>
                      <a:pt x="818692" y="2322626"/>
                    </a:lnTo>
                    <a:lnTo>
                      <a:pt x="816825" y="2320760"/>
                    </a:lnTo>
                    <a:lnTo>
                      <a:pt x="815708" y="2320290"/>
                    </a:lnTo>
                    <a:lnTo>
                      <a:pt x="813079" y="2320290"/>
                    </a:lnTo>
                    <a:lnTo>
                      <a:pt x="811961" y="2320760"/>
                    </a:lnTo>
                    <a:lnTo>
                      <a:pt x="810094" y="2322626"/>
                    </a:lnTo>
                    <a:lnTo>
                      <a:pt x="809625" y="2323744"/>
                    </a:lnTo>
                    <a:lnTo>
                      <a:pt x="809625" y="2326373"/>
                    </a:lnTo>
                    <a:lnTo>
                      <a:pt x="810094" y="2327491"/>
                    </a:lnTo>
                    <a:lnTo>
                      <a:pt x="811961" y="2329357"/>
                    </a:lnTo>
                    <a:lnTo>
                      <a:pt x="813079" y="2329815"/>
                    </a:lnTo>
                    <a:lnTo>
                      <a:pt x="815708" y="2329815"/>
                    </a:lnTo>
                    <a:lnTo>
                      <a:pt x="816825" y="2329357"/>
                    </a:lnTo>
                    <a:lnTo>
                      <a:pt x="818692" y="2327491"/>
                    </a:lnTo>
                    <a:lnTo>
                      <a:pt x="819150" y="2326373"/>
                    </a:lnTo>
                    <a:lnTo>
                      <a:pt x="819150" y="2323744"/>
                    </a:lnTo>
                    <a:close/>
                  </a:path>
                  <a:path w="5153025" h="3103245">
                    <a:moveTo>
                      <a:pt x="819150" y="1550314"/>
                    </a:moveTo>
                    <a:lnTo>
                      <a:pt x="818692" y="1549196"/>
                    </a:lnTo>
                    <a:lnTo>
                      <a:pt x="816825" y="1547329"/>
                    </a:lnTo>
                    <a:lnTo>
                      <a:pt x="815708" y="1546860"/>
                    </a:lnTo>
                    <a:lnTo>
                      <a:pt x="813079" y="1546860"/>
                    </a:lnTo>
                    <a:lnTo>
                      <a:pt x="811961" y="1547329"/>
                    </a:lnTo>
                    <a:lnTo>
                      <a:pt x="810094" y="1549196"/>
                    </a:lnTo>
                    <a:lnTo>
                      <a:pt x="809625" y="1550314"/>
                    </a:lnTo>
                    <a:lnTo>
                      <a:pt x="809625" y="1552943"/>
                    </a:lnTo>
                    <a:lnTo>
                      <a:pt x="810094" y="1554060"/>
                    </a:lnTo>
                    <a:lnTo>
                      <a:pt x="811961" y="1555927"/>
                    </a:lnTo>
                    <a:lnTo>
                      <a:pt x="813079" y="1556385"/>
                    </a:lnTo>
                    <a:lnTo>
                      <a:pt x="815708" y="1556385"/>
                    </a:lnTo>
                    <a:lnTo>
                      <a:pt x="816825" y="1555927"/>
                    </a:lnTo>
                    <a:lnTo>
                      <a:pt x="818692" y="1554060"/>
                    </a:lnTo>
                    <a:lnTo>
                      <a:pt x="819150" y="1552943"/>
                    </a:lnTo>
                    <a:lnTo>
                      <a:pt x="819150" y="1550314"/>
                    </a:lnTo>
                    <a:close/>
                  </a:path>
                  <a:path w="5153025" h="3103245">
                    <a:moveTo>
                      <a:pt x="819150" y="776884"/>
                    </a:moveTo>
                    <a:lnTo>
                      <a:pt x="818692" y="775766"/>
                    </a:lnTo>
                    <a:lnTo>
                      <a:pt x="816825" y="773899"/>
                    </a:lnTo>
                    <a:lnTo>
                      <a:pt x="815708" y="773430"/>
                    </a:lnTo>
                    <a:lnTo>
                      <a:pt x="813079" y="773430"/>
                    </a:lnTo>
                    <a:lnTo>
                      <a:pt x="811961" y="773899"/>
                    </a:lnTo>
                    <a:lnTo>
                      <a:pt x="810094" y="775766"/>
                    </a:lnTo>
                    <a:lnTo>
                      <a:pt x="809625" y="776884"/>
                    </a:lnTo>
                    <a:lnTo>
                      <a:pt x="809625" y="779513"/>
                    </a:lnTo>
                    <a:lnTo>
                      <a:pt x="810094" y="780630"/>
                    </a:lnTo>
                    <a:lnTo>
                      <a:pt x="811961" y="782497"/>
                    </a:lnTo>
                    <a:lnTo>
                      <a:pt x="813079" y="782955"/>
                    </a:lnTo>
                    <a:lnTo>
                      <a:pt x="815708" y="782955"/>
                    </a:lnTo>
                    <a:lnTo>
                      <a:pt x="816825" y="782497"/>
                    </a:lnTo>
                    <a:lnTo>
                      <a:pt x="818692" y="780630"/>
                    </a:lnTo>
                    <a:lnTo>
                      <a:pt x="819150" y="779513"/>
                    </a:lnTo>
                    <a:lnTo>
                      <a:pt x="819150" y="776884"/>
                    </a:lnTo>
                    <a:close/>
                  </a:path>
                  <a:path w="5153025" h="3103245">
                    <a:moveTo>
                      <a:pt x="819150" y="3454"/>
                    </a:moveTo>
                    <a:lnTo>
                      <a:pt x="818692" y="2336"/>
                    </a:lnTo>
                    <a:lnTo>
                      <a:pt x="816825" y="469"/>
                    </a:lnTo>
                    <a:lnTo>
                      <a:pt x="815708" y="0"/>
                    </a:lnTo>
                    <a:lnTo>
                      <a:pt x="813079" y="0"/>
                    </a:lnTo>
                    <a:lnTo>
                      <a:pt x="811961" y="469"/>
                    </a:lnTo>
                    <a:lnTo>
                      <a:pt x="810094" y="2336"/>
                    </a:lnTo>
                    <a:lnTo>
                      <a:pt x="809625" y="3454"/>
                    </a:lnTo>
                    <a:lnTo>
                      <a:pt x="809625" y="6083"/>
                    </a:lnTo>
                    <a:lnTo>
                      <a:pt x="810094" y="7200"/>
                    </a:lnTo>
                    <a:lnTo>
                      <a:pt x="811961" y="9067"/>
                    </a:lnTo>
                    <a:lnTo>
                      <a:pt x="813079" y="9525"/>
                    </a:lnTo>
                    <a:lnTo>
                      <a:pt x="815708" y="9525"/>
                    </a:lnTo>
                    <a:lnTo>
                      <a:pt x="816825" y="9067"/>
                    </a:lnTo>
                    <a:lnTo>
                      <a:pt x="818692" y="7200"/>
                    </a:lnTo>
                    <a:lnTo>
                      <a:pt x="819150" y="6083"/>
                    </a:lnTo>
                    <a:lnTo>
                      <a:pt x="819150" y="3454"/>
                    </a:lnTo>
                    <a:close/>
                  </a:path>
                  <a:path w="5153025" h="3103245">
                    <a:moveTo>
                      <a:pt x="866775" y="3097174"/>
                    </a:moveTo>
                    <a:lnTo>
                      <a:pt x="866317" y="3096056"/>
                    </a:lnTo>
                    <a:lnTo>
                      <a:pt x="864450" y="3094190"/>
                    </a:lnTo>
                    <a:lnTo>
                      <a:pt x="863333" y="3093720"/>
                    </a:lnTo>
                    <a:lnTo>
                      <a:pt x="860704" y="3093720"/>
                    </a:lnTo>
                    <a:lnTo>
                      <a:pt x="859586" y="3094190"/>
                    </a:lnTo>
                    <a:lnTo>
                      <a:pt x="857719" y="3096056"/>
                    </a:lnTo>
                    <a:lnTo>
                      <a:pt x="857250" y="3097174"/>
                    </a:lnTo>
                    <a:lnTo>
                      <a:pt x="857250" y="3099803"/>
                    </a:lnTo>
                    <a:lnTo>
                      <a:pt x="857719" y="3100921"/>
                    </a:lnTo>
                    <a:lnTo>
                      <a:pt x="859586" y="3102787"/>
                    </a:lnTo>
                    <a:lnTo>
                      <a:pt x="860704" y="3103245"/>
                    </a:lnTo>
                    <a:lnTo>
                      <a:pt x="863333" y="3103245"/>
                    </a:lnTo>
                    <a:lnTo>
                      <a:pt x="864450" y="3102787"/>
                    </a:lnTo>
                    <a:lnTo>
                      <a:pt x="866317" y="3100921"/>
                    </a:lnTo>
                    <a:lnTo>
                      <a:pt x="866775" y="3099803"/>
                    </a:lnTo>
                    <a:lnTo>
                      <a:pt x="866775" y="3097174"/>
                    </a:lnTo>
                    <a:close/>
                  </a:path>
                  <a:path w="5153025" h="3103245">
                    <a:moveTo>
                      <a:pt x="866775" y="2323744"/>
                    </a:moveTo>
                    <a:lnTo>
                      <a:pt x="866317" y="2322626"/>
                    </a:lnTo>
                    <a:lnTo>
                      <a:pt x="864450" y="2320760"/>
                    </a:lnTo>
                    <a:lnTo>
                      <a:pt x="863333" y="2320290"/>
                    </a:lnTo>
                    <a:lnTo>
                      <a:pt x="860704" y="2320290"/>
                    </a:lnTo>
                    <a:lnTo>
                      <a:pt x="859586" y="2320760"/>
                    </a:lnTo>
                    <a:lnTo>
                      <a:pt x="857719" y="2322626"/>
                    </a:lnTo>
                    <a:lnTo>
                      <a:pt x="857250" y="2323744"/>
                    </a:lnTo>
                    <a:lnTo>
                      <a:pt x="857250" y="2326373"/>
                    </a:lnTo>
                    <a:lnTo>
                      <a:pt x="857719" y="2327491"/>
                    </a:lnTo>
                    <a:lnTo>
                      <a:pt x="859586" y="2329357"/>
                    </a:lnTo>
                    <a:lnTo>
                      <a:pt x="860704" y="2329815"/>
                    </a:lnTo>
                    <a:lnTo>
                      <a:pt x="863333" y="2329815"/>
                    </a:lnTo>
                    <a:lnTo>
                      <a:pt x="864450" y="2329357"/>
                    </a:lnTo>
                    <a:lnTo>
                      <a:pt x="866317" y="2327491"/>
                    </a:lnTo>
                    <a:lnTo>
                      <a:pt x="866775" y="2326373"/>
                    </a:lnTo>
                    <a:lnTo>
                      <a:pt x="866775" y="2323744"/>
                    </a:lnTo>
                    <a:close/>
                  </a:path>
                  <a:path w="5153025" h="3103245">
                    <a:moveTo>
                      <a:pt x="866775" y="1550314"/>
                    </a:moveTo>
                    <a:lnTo>
                      <a:pt x="866317" y="1549196"/>
                    </a:lnTo>
                    <a:lnTo>
                      <a:pt x="864450" y="1547329"/>
                    </a:lnTo>
                    <a:lnTo>
                      <a:pt x="863333" y="1546860"/>
                    </a:lnTo>
                    <a:lnTo>
                      <a:pt x="860704" y="1546860"/>
                    </a:lnTo>
                    <a:lnTo>
                      <a:pt x="859586" y="1547329"/>
                    </a:lnTo>
                    <a:lnTo>
                      <a:pt x="857719" y="1549196"/>
                    </a:lnTo>
                    <a:lnTo>
                      <a:pt x="857250" y="1550314"/>
                    </a:lnTo>
                    <a:lnTo>
                      <a:pt x="857250" y="1552943"/>
                    </a:lnTo>
                    <a:lnTo>
                      <a:pt x="857719" y="1554060"/>
                    </a:lnTo>
                    <a:lnTo>
                      <a:pt x="859586" y="1555927"/>
                    </a:lnTo>
                    <a:lnTo>
                      <a:pt x="860704" y="1556385"/>
                    </a:lnTo>
                    <a:lnTo>
                      <a:pt x="863333" y="1556385"/>
                    </a:lnTo>
                    <a:lnTo>
                      <a:pt x="864450" y="1555927"/>
                    </a:lnTo>
                    <a:lnTo>
                      <a:pt x="866317" y="1554060"/>
                    </a:lnTo>
                    <a:lnTo>
                      <a:pt x="866775" y="1552943"/>
                    </a:lnTo>
                    <a:lnTo>
                      <a:pt x="866775" y="1550314"/>
                    </a:lnTo>
                    <a:close/>
                  </a:path>
                  <a:path w="5153025" h="3103245">
                    <a:moveTo>
                      <a:pt x="866775" y="776884"/>
                    </a:moveTo>
                    <a:lnTo>
                      <a:pt x="866317" y="775766"/>
                    </a:lnTo>
                    <a:lnTo>
                      <a:pt x="864450" y="773899"/>
                    </a:lnTo>
                    <a:lnTo>
                      <a:pt x="863333" y="773430"/>
                    </a:lnTo>
                    <a:lnTo>
                      <a:pt x="860704" y="773430"/>
                    </a:lnTo>
                    <a:lnTo>
                      <a:pt x="859586" y="773899"/>
                    </a:lnTo>
                    <a:lnTo>
                      <a:pt x="857719" y="775766"/>
                    </a:lnTo>
                    <a:lnTo>
                      <a:pt x="857250" y="776884"/>
                    </a:lnTo>
                    <a:lnTo>
                      <a:pt x="857250" y="779513"/>
                    </a:lnTo>
                    <a:lnTo>
                      <a:pt x="857719" y="780630"/>
                    </a:lnTo>
                    <a:lnTo>
                      <a:pt x="859586" y="782497"/>
                    </a:lnTo>
                    <a:lnTo>
                      <a:pt x="860704" y="782955"/>
                    </a:lnTo>
                    <a:lnTo>
                      <a:pt x="863333" y="782955"/>
                    </a:lnTo>
                    <a:lnTo>
                      <a:pt x="864450" y="782497"/>
                    </a:lnTo>
                    <a:lnTo>
                      <a:pt x="866317" y="780630"/>
                    </a:lnTo>
                    <a:lnTo>
                      <a:pt x="866775" y="779513"/>
                    </a:lnTo>
                    <a:lnTo>
                      <a:pt x="866775" y="776884"/>
                    </a:lnTo>
                    <a:close/>
                  </a:path>
                  <a:path w="5153025" h="3103245">
                    <a:moveTo>
                      <a:pt x="866775" y="3454"/>
                    </a:moveTo>
                    <a:lnTo>
                      <a:pt x="866317" y="2336"/>
                    </a:lnTo>
                    <a:lnTo>
                      <a:pt x="864450" y="469"/>
                    </a:lnTo>
                    <a:lnTo>
                      <a:pt x="863333" y="0"/>
                    </a:lnTo>
                    <a:lnTo>
                      <a:pt x="860704" y="0"/>
                    </a:lnTo>
                    <a:lnTo>
                      <a:pt x="859586" y="469"/>
                    </a:lnTo>
                    <a:lnTo>
                      <a:pt x="857719" y="2336"/>
                    </a:lnTo>
                    <a:lnTo>
                      <a:pt x="857250" y="3454"/>
                    </a:lnTo>
                    <a:lnTo>
                      <a:pt x="857250" y="6083"/>
                    </a:lnTo>
                    <a:lnTo>
                      <a:pt x="857719" y="7200"/>
                    </a:lnTo>
                    <a:lnTo>
                      <a:pt x="859586" y="9067"/>
                    </a:lnTo>
                    <a:lnTo>
                      <a:pt x="860704" y="9525"/>
                    </a:lnTo>
                    <a:lnTo>
                      <a:pt x="863333" y="9525"/>
                    </a:lnTo>
                    <a:lnTo>
                      <a:pt x="864450" y="9067"/>
                    </a:lnTo>
                    <a:lnTo>
                      <a:pt x="866317" y="7200"/>
                    </a:lnTo>
                    <a:lnTo>
                      <a:pt x="866775" y="6083"/>
                    </a:lnTo>
                    <a:lnTo>
                      <a:pt x="866775" y="3454"/>
                    </a:lnTo>
                    <a:close/>
                  </a:path>
                  <a:path w="5153025" h="3103245">
                    <a:moveTo>
                      <a:pt x="914400" y="3097174"/>
                    </a:moveTo>
                    <a:lnTo>
                      <a:pt x="913942" y="3096056"/>
                    </a:lnTo>
                    <a:lnTo>
                      <a:pt x="912075" y="3094190"/>
                    </a:lnTo>
                    <a:lnTo>
                      <a:pt x="910958" y="3093720"/>
                    </a:lnTo>
                    <a:lnTo>
                      <a:pt x="908329" y="3093720"/>
                    </a:lnTo>
                    <a:lnTo>
                      <a:pt x="907211" y="3094190"/>
                    </a:lnTo>
                    <a:lnTo>
                      <a:pt x="905344" y="3096056"/>
                    </a:lnTo>
                    <a:lnTo>
                      <a:pt x="904875" y="3097174"/>
                    </a:lnTo>
                    <a:lnTo>
                      <a:pt x="904875" y="3099803"/>
                    </a:lnTo>
                    <a:lnTo>
                      <a:pt x="905344" y="3100921"/>
                    </a:lnTo>
                    <a:lnTo>
                      <a:pt x="907211" y="3102787"/>
                    </a:lnTo>
                    <a:lnTo>
                      <a:pt x="908329" y="3103245"/>
                    </a:lnTo>
                    <a:lnTo>
                      <a:pt x="910958" y="3103245"/>
                    </a:lnTo>
                    <a:lnTo>
                      <a:pt x="912075" y="3102787"/>
                    </a:lnTo>
                    <a:lnTo>
                      <a:pt x="913942" y="3100921"/>
                    </a:lnTo>
                    <a:lnTo>
                      <a:pt x="914400" y="3099803"/>
                    </a:lnTo>
                    <a:lnTo>
                      <a:pt x="914400" y="3097174"/>
                    </a:lnTo>
                    <a:close/>
                  </a:path>
                  <a:path w="5153025" h="3103245">
                    <a:moveTo>
                      <a:pt x="914400" y="2323744"/>
                    </a:moveTo>
                    <a:lnTo>
                      <a:pt x="913942" y="2322626"/>
                    </a:lnTo>
                    <a:lnTo>
                      <a:pt x="912075" y="2320760"/>
                    </a:lnTo>
                    <a:lnTo>
                      <a:pt x="910958" y="2320290"/>
                    </a:lnTo>
                    <a:lnTo>
                      <a:pt x="908329" y="2320290"/>
                    </a:lnTo>
                    <a:lnTo>
                      <a:pt x="907211" y="2320760"/>
                    </a:lnTo>
                    <a:lnTo>
                      <a:pt x="905344" y="2322626"/>
                    </a:lnTo>
                    <a:lnTo>
                      <a:pt x="904875" y="2323744"/>
                    </a:lnTo>
                    <a:lnTo>
                      <a:pt x="904875" y="2326373"/>
                    </a:lnTo>
                    <a:lnTo>
                      <a:pt x="905344" y="2327491"/>
                    </a:lnTo>
                    <a:lnTo>
                      <a:pt x="907211" y="2329357"/>
                    </a:lnTo>
                    <a:lnTo>
                      <a:pt x="908329" y="2329815"/>
                    </a:lnTo>
                    <a:lnTo>
                      <a:pt x="910958" y="2329815"/>
                    </a:lnTo>
                    <a:lnTo>
                      <a:pt x="912075" y="2329357"/>
                    </a:lnTo>
                    <a:lnTo>
                      <a:pt x="913942" y="2327491"/>
                    </a:lnTo>
                    <a:lnTo>
                      <a:pt x="914400" y="2326373"/>
                    </a:lnTo>
                    <a:lnTo>
                      <a:pt x="914400" y="2323744"/>
                    </a:lnTo>
                    <a:close/>
                  </a:path>
                  <a:path w="5153025" h="3103245">
                    <a:moveTo>
                      <a:pt x="914400" y="1550314"/>
                    </a:moveTo>
                    <a:lnTo>
                      <a:pt x="913942" y="1549196"/>
                    </a:lnTo>
                    <a:lnTo>
                      <a:pt x="912075" y="1547329"/>
                    </a:lnTo>
                    <a:lnTo>
                      <a:pt x="910958" y="1546860"/>
                    </a:lnTo>
                    <a:lnTo>
                      <a:pt x="908329" y="1546860"/>
                    </a:lnTo>
                    <a:lnTo>
                      <a:pt x="907211" y="1547329"/>
                    </a:lnTo>
                    <a:lnTo>
                      <a:pt x="905344" y="1549196"/>
                    </a:lnTo>
                    <a:lnTo>
                      <a:pt x="904875" y="1550314"/>
                    </a:lnTo>
                    <a:lnTo>
                      <a:pt x="904875" y="1552943"/>
                    </a:lnTo>
                    <a:lnTo>
                      <a:pt x="905344" y="1554060"/>
                    </a:lnTo>
                    <a:lnTo>
                      <a:pt x="907211" y="1555927"/>
                    </a:lnTo>
                    <a:lnTo>
                      <a:pt x="908329" y="1556385"/>
                    </a:lnTo>
                    <a:lnTo>
                      <a:pt x="910958" y="1556385"/>
                    </a:lnTo>
                    <a:lnTo>
                      <a:pt x="912075" y="1555927"/>
                    </a:lnTo>
                    <a:lnTo>
                      <a:pt x="913942" y="1554060"/>
                    </a:lnTo>
                    <a:lnTo>
                      <a:pt x="914400" y="1552943"/>
                    </a:lnTo>
                    <a:lnTo>
                      <a:pt x="914400" y="1550314"/>
                    </a:lnTo>
                    <a:close/>
                  </a:path>
                  <a:path w="5153025" h="3103245">
                    <a:moveTo>
                      <a:pt x="914400" y="776884"/>
                    </a:moveTo>
                    <a:lnTo>
                      <a:pt x="913942" y="775766"/>
                    </a:lnTo>
                    <a:lnTo>
                      <a:pt x="912075" y="773899"/>
                    </a:lnTo>
                    <a:lnTo>
                      <a:pt x="910958" y="773430"/>
                    </a:lnTo>
                    <a:lnTo>
                      <a:pt x="908329" y="773430"/>
                    </a:lnTo>
                    <a:lnTo>
                      <a:pt x="907211" y="773899"/>
                    </a:lnTo>
                    <a:lnTo>
                      <a:pt x="905344" y="775766"/>
                    </a:lnTo>
                    <a:lnTo>
                      <a:pt x="904875" y="776884"/>
                    </a:lnTo>
                    <a:lnTo>
                      <a:pt x="904875" y="779513"/>
                    </a:lnTo>
                    <a:lnTo>
                      <a:pt x="905344" y="780630"/>
                    </a:lnTo>
                    <a:lnTo>
                      <a:pt x="907211" y="782497"/>
                    </a:lnTo>
                    <a:lnTo>
                      <a:pt x="908329" y="782955"/>
                    </a:lnTo>
                    <a:lnTo>
                      <a:pt x="910958" y="782955"/>
                    </a:lnTo>
                    <a:lnTo>
                      <a:pt x="912075" y="782497"/>
                    </a:lnTo>
                    <a:lnTo>
                      <a:pt x="913942" y="780630"/>
                    </a:lnTo>
                    <a:lnTo>
                      <a:pt x="914400" y="779513"/>
                    </a:lnTo>
                    <a:lnTo>
                      <a:pt x="914400" y="776884"/>
                    </a:lnTo>
                    <a:close/>
                  </a:path>
                  <a:path w="5153025" h="3103245">
                    <a:moveTo>
                      <a:pt x="914400" y="3454"/>
                    </a:moveTo>
                    <a:lnTo>
                      <a:pt x="913942" y="2336"/>
                    </a:lnTo>
                    <a:lnTo>
                      <a:pt x="912075" y="469"/>
                    </a:lnTo>
                    <a:lnTo>
                      <a:pt x="910958" y="0"/>
                    </a:lnTo>
                    <a:lnTo>
                      <a:pt x="908329" y="0"/>
                    </a:lnTo>
                    <a:lnTo>
                      <a:pt x="907211" y="469"/>
                    </a:lnTo>
                    <a:lnTo>
                      <a:pt x="905344" y="2336"/>
                    </a:lnTo>
                    <a:lnTo>
                      <a:pt x="904875" y="3454"/>
                    </a:lnTo>
                    <a:lnTo>
                      <a:pt x="904875" y="6083"/>
                    </a:lnTo>
                    <a:lnTo>
                      <a:pt x="905344" y="7200"/>
                    </a:lnTo>
                    <a:lnTo>
                      <a:pt x="907211" y="9067"/>
                    </a:lnTo>
                    <a:lnTo>
                      <a:pt x="908329" y="9525"/>
                    </a:lnTo>
                    <a:lnTo>
                      <a:pt x="910958" y="9525"/>
                    </a:lnTo>
                    <a:lnTo>
                      <a:pt x="912075" y="9067"/>
                    </a:lnTo>
                    <a:lnTo>
                      <a:pt x="913942" y="7200"/>
                    </a:lnTo>
                    <a:lnTo>
                      <a:pt x="914400" y="6083"/>
                    </a:lnTo>
                    <a:lnTo>
                      <a:pt x="914400" y="3454"/>
                    </a:lnTo>
                    <a:close/>
                  </a:path>
                  <a:path w="5153025" h="3103245">
                    <a:moveTo>
                      <a:pt x="962025" y="3097174"/>
                    </a:moveTo>
                    <a:lnTo>
                      <a:pt x="961567" y="3096056"/>
                    </a:lnTo>
                    <a:lnTo>
                      <a:pt x="959700" y="3094190"/>
                    </a:lnTo>
                    <a:lnTo>
                      <a:pt x="958583" y="3093720"/>
                    </a:lnTo>
                    <a:lnTo>
                      <a:pt x="955954" y="3093720"/>
                    </a:lnTo>
                    <a:lnTo>
                      <a:pt x="954836" y="3094190"/>
                    </a:lnTo>
                    <a:lnTo>
                      <a:pt x="952969" y="3096056"/>
                    </a:lnTo>
                    <a:lnTo>
                      <a:pt x="952500" y="3097174"/>
                    </a:lnTo>
                    <a:lnTo>
                      <a:pt x="952500" y="3099803"/>
                    </a:lnTo>
                    <a:lnTo>
                      <a:pt x="952969" y="3100921"/>
                    </a:lnTo>
                    <a:lnTo>
                      <a:pt x="954836" y="3102787"/>
                    </a:lnTo>
                    <a:lnTo>
                      <a:pt x="955954" y="3103245"/>
                    </a:lnTo>
                    <a:lnTo>
                      <a:pt x="958583" y="3103245"/>
                    </a:lnTo>
                    <a:lnTo>
                      <a:pt x="959700" y="3102787"/>
                    </a:lnTo>
                    <a:lnTo>
                      <a:pt x="961567" y="3100921"/>
                    </a:lnTo>
                    <a:lnTo>
                      <a:pt x="962025" y="3099803"/>
                    </a:lnTo>
                    <a:lnTo>
                      <a:pt x="962025" y="3097174"/>
                    </a:lnTo>
                    <a:close/>
                  </a:path>
                  <a:path w="5153025" h="3103245">
                    <a:moveTo>
                      <a:pt x="962025" y="2323744"/>
                    </a:moveTo>
                    <a:lnTo>
                      <a:pt x="961567" y="2322626"/>
                    </a:lnTo>
                    <a:lnTo>
                      <a:pt x="959700" y="2320760"/>
                    </a:lnTo>
                    <a:lnTo>
                      <a:pt x="958583" y="2320290"/>
                    </a:lnTo>
                    <a:lnTo>
                      <a:pt x="955954" y="2320290"/>
                    </a:lnTo>
                    <a:lnTo>
                      <a:pt x="954836" y="2320760"/>
                    </a:lnTo>
                    <a:lnTo>
                      <a:pt x="952969" y="2322626"/>
                    </a:lnTo>
                    <a:lnTo>
                      <a:pt x="952500" y="2323744"/>
                    </a:lnTo>
                    <a:lnTo>
                      <a:pt x="952500" y="2326373"/>
                    </a:lnTo>
                    <a:lnTo>
                      <a:pt x="952969" y="2327491"/>
                    </a:lnTo>
                    <a:lnTo>
                      <a:pt x="954836" y="2329357"/>
                    </a:lnTo>
                    <a:lnTo>
                      <a:pt x="955954" y="2329815"/>
                    </a:lnTo>
                    <a:lnTo>
                      <a:pt x="958583" y="2329815"/>
                    </a:lnTo>
                    <a:lnTo>
                      <a:pt x="959700" y="2329357"/>
                    </a:lnTo>
                    <a:lnTo>
                      <a:pt x="961567" y="2327491"/>
                    </a:lnTo>
                    <a:lnTo>
                      <a:pt x="962025" y="2326373"/>
                    </a:lnTo>
                    <a:lnTo>
                      <a:pt x="962025" y="2323744"/>
                    </a:lnTo>
                    <a:close/>
                  </a:path>
                  <a:path w="5153025" h="3103245">
                    <a:moveTo>
                      <a:pt x="962025" y="1550314"/>
                    </a:moveTo>
                    <a:lnTo>
                      <a:pt x="961567" y="1549196"/>
                    </a:lnTo>
                    <a:lnTo>
                      <a:pt x="959700" y="1547329"/>
                    </a:lnTo>
                    <a:lnTo>
                      <a:pt x="958583" y="1546860"/>
                    </a:lnTo>
                    <a:lnTo>
                      <a:pt x="955954" y="1546860"/>
                    </a:lnTo>
                    <a:lnTo>
                      <a:pt x="954836" y="1547329"/>
                    </a:lnTo>
                    <a:lnTo>
                      <a:pt x="952969" y="1549196"/>
                    </a:lnTo>
                    <a:lnTo>
                      <a:pt x="952500" y="1550314"/>
                    </a:lnTo>
                    <a:lnTo>
                      <a:pt x="952500" y="1552943"/>
                    </a:lnTo>
                    <a:lnTo>
                      <a:pt x="952969" y="1554060"/>
                    </a:lnTo>
                    <a:lnTo>
                      <a:pt x="954836" y="1555927"/>
                    </a:lnTo>
                    <a:lnTo>
                      <a:pt x="955954" y="1556385"/>
                    </a:lnTo>
                    <a:lnTo>
                      <a:pt x="958583" y="1556385"/>
                    </a:lnTo>
                    <a:lnTo>
                      <a:pt x="959700" y="1555927"/>
                    </a:lnTo>
                    <a:lnTo>
                      <a:pt x="961567" y="1554060"/>
                    </a:lnTo>
                    <a:lnTo>
                      <a:pt x="962025" y="1552943"/>
                    </a:lnTo>
                    <a:lnTo>
                      <a:pt x="962025" y="1550314"/>
                    </a:lnTo>
                    <a:close/>
                  </a:path>
                  <a:path w="5153025" h="3103245">
                    <a:moveTo>
                      <a:pt x="962025" y="776884"/>
                    </a:moveTo>
                    <a:lnTo>
                      <a:pt x="961567" y="775766"/>
                    </a:lnTo>
                    <a:lnTo>
                      <a:pt x="959700" y="773899"/>
                    </a:lnTo>
                    <a:lnTo>
                      <a:pt x="958583" y="773430"/>
                    </a:lnTo>
                    <a:lnTo>
                      <a:pt x="955954" y="773430"/>
                    </a:lnTo>
                    <a:lnTo>
                      <a:pt x="954836" y="773899"/>
                    </a:lnTo>
                    <a:lnTo>
                      <a:pt x="952969" y="775766"/>
                    </a:lnTo>
                    <a:lnTo>
                      <a:pt x="952500" y="776884"/>
                    </a:lnTo>
                    <a:lnTo>
                      <a:pt x="952500" y="779513"/>
                    </a:lnTo>
                    <a:lnTo>
                      <a:pt x="952969" y="780630"/>
                    </a:lnTo>
                    <a:lnTo>
                      <a:pt x="954836" y="782497"/>
                    </a:lnTo>
                    <a:lnTo>
                      <a:pt x="955954" y="782955"/>
                    </a:lnTo>
                    <a:lnTo>
                      <a:pt x="958583" y="782955"/>
                    </a:lnTo>
                    <a:lnTo>
                      <a:pt x="959700" y="782497"/>
                    </a:lnTo>
                    <a:lnTo>
                      <a:pt x="961567" y="780630"/>
                    </a:lnTo>
                    <a:lnTo>
                      <a:pt x="962025" y="779513"/>
                    </a:lnTo>
                    <a:lnTo>
                      <a:pt x="962025" y="776884"/>
                    </a:lnTo>
                    <a:close/>
                  </a:path>
                  <a:path w="5153025" h="3103245">
                    <a:moveTo>
                      <a:pt x="962025" y="3454"/>
                    </a:moveTo>
                    <a:lnTo>
                      <a:pt x="961567" y="2336"/>
                    </a:lnTo>
                    <a:lnTo>
                      <a:pt x="959700" y="469"/>
                    </a:lnTo>
                    <a:lnTo>
                      <a:pt x="958583" y="0"/>
                    </a:lnTo>
                    <a:lnTo>
                      <a:pt x="955954" y="0"/>
                    </a:lnTo>
                    <a:lnTo>
                      <a:pt x="954836" y="469"/>
                    </a:lnTo>
                    <a:lnTo>
                      <a:pt x="952969" y="2336"/>
                    </a:lnTo>
                    <a:lnTo>
                      <a:pt x="952500" y="3454"/>
                    </a:lnTo>
                    <a:lnTo>
                      <a:pt x="952500" y="6083"/>
                    </a:lnTo>
                    <a:lnTo>
                      <a:pt x="952969" y="7200"/>
                    </a:lnTo>
                    <a:lnTo>
                      <a:pt x="954836" y="9067"/>
                    </a:lnTo>
                    <a:lnTo>
                      <a:pt x="955954" y="9525"/>
                    </a:lnTo>
                    <a:lnTo>
                      <a:pt x="958583" y="9525"/>
                    </a:lnTo>
                    <a:lnTo>
                      <a:pt x="959700" y="9067"/>
                    </a:lnTo>
                    <a:lnTo>
                      <a:pt x="961567" y="7200"/>
                    </a:lnTo>
                    <a:lnTo>
                      <a:pt x="962025" y="6083"/>
                    </a:lnTo>
                    <a:lnTo>
                      <a:pt x="962025" y="3454"/>
                    </a:lnTo>
                    <a:close/>
                  </a:path>
                  <a:path w="5153025" h="3103245">
                    <a:moveTo>
                      <a:pt x="1009650" y="3097174"/>
                    </a:moveTo>
                    <a:lnTo>
                      <a:pt x="1009192" y="3096056"/>
                    </a:lnTo>
                    <a:lnTo>
                      <a:pt x="1007325" y="3094190"/>
                    </a:lnTo>
                    <a:lnTo>
                      <a:pt x="1006208" y="3093720"/>
                    </a:lnTo>
                    <a:lnTo>
                      <a:pt x="1003579" y="3093720"/>
                    </a:lnTo>
                    <a:lnTo>
                      <a:pt x="1002461" y="3094190"/>
                    </a:lnTo>
                    <a:lnTo>
                      <a:pt x="1000594" y="3096056"/>
                    </a:lnTo>
                    <a:lnTo>
                      <a:pt x="1000125" y="3097174"/>
                    </a:lnTo>
                    <a:lnTo>
                      <a:pt x="1000125" y="3099803"/>
                    </a:lnTo>
                    <a:lnTo>
                      <a:pt x="1000594" y="3100921"/>
                    </a:lnTo>
                    <a:lnTo>
                      <a:pt x="1002461" y="3102787"/>
                    </a:lnTo>
                    <a:lnTo>
                      <a:pt x="1003579" y="3103245"/>
                    </a:lnTo>
                    <a:lnTo>
                      <a:pt x="1006208" y="3103245"/>
                    </a:lnTo>
                    <a:lnTo>
                      <a:pt x="1007325" y="3102787"/>
                    </a:lnTo>
                    <a:lnTo>
                      <a:pt x="1009192" y="3100921"/>
                    </a:lnTo>
                    <a:lnTo>
                      <a:pt x="1009650" y="3099803"/>
                    </a:lnTo>
                    <a:lnTo>
                      <a:pt x="1009650" y="3097174"/>
                    </a:lnTo>
                    <a:close/>
                  </a:path>
                  <a:path w="5153025" h="3103245">
                    <a:moveTo>
                      <a:pt x="1009650" y="2323744"/>
                    </a:moveTo>
                    <a:lnTo>
                      <a:pt x="1009192" y="2322626"/>
                    </a:lnTo>
                    <a:lnTo>
                      <a:pt x="1007325" y="2320760"/>
                    </a:lnTo>
                    <a:lnTo>
                      <a:pt x="1006208" y="2320290"/>
                    </a:lnTo>
                    <a:lnTo>
                      <a:pt x="1003579" y="2320290"/>
                    </a:lnTo>
                    <a:lnTo>
                      <a:pt x="1002461" y="2320760"/>
                    </a:lnTo>
                    <a:lnTo>
                      <a:pt x="1000594" y="2322626"/>
                    </a:lnTo>
                    <a:lnTo>
                      <a:pt x="1000125" y="2323744"/>
                    </a:lnTo>
                    <a:lnTo>
                      <a:pt x="1000125" y="2326373"/>
                    </a:lnTo>
                    <a:lnTo>
                      <a:pt x="1000594" y="2327491"/>
                    </a:lnTo>
                    <a:lnTo>
                      <a:pt x="1002461" y="2329357"/>
                    </a:lnTo>
                    <a:lnTo>
                      <a:pt x="1003579" y="2329815"/>
                    </a:lnTo>
                    <a:lnTo>
                      <a:pt x="1006208" y="2329815"/>
                    </a:lnTo>
                    <a:lnTo>
                      <a:pt x="1007325" y="2329357"/>
                    </a:lnTo>
                    <a:lnTo>
                      <a:pt x="1009192" y="2327491"/>
                    </a:lnTo>
                    <a:lnTo>
                      <a:pt x="1009650" y="2326373"/>
                    </a:lnTo>
                    <a:lnTo>
                      <a:pt x="1009650" y="2323744"/>
                    </a:lnTo>
                    <a:close/>
                  </a:path>
                  <a:path w="5153025" h="3103245">
                    <a:moveTo>
                      <a:pt x="1009650" y="1550314"/>
                    </a:moveTo>
                    <a:lnTo>
                      <a:pt x="1009192" y="1549196"/>
                    </a:lnTo>
                    <a:lnTo>
                      <a:pt x="1007325" y="1547329"/>
                    </a:lnTo>
                    <a:lnTo>
                      <a:pt x="1006208" y="1546860"/>
                    </a:lnTo>
                    <a:lnTo>
                      <a:pt x="1003579" y="1546860"/>
                    </a:lnTo>
                    <a:lnTo>
                      <a:pt x="1002461" y="1547329"/>
                    </a:lnTo>
                    <a:lnTo>
                      <a:pt x="1000594" y="1549196"/>
                    </a:lnTo>
                    <a:lnTo>
                      <a:pt x="1000125" y="1550314"/>
                    </a:lnTo>
                    <a:lnTo>
                      <a:pt x="1000125" y="1552943"/>
                    </a:lnTo>
                    <a:lnTo>
                      <a:pt x="1000594" y="1554060"/>
                    </a:lnTo>
                    <a:lnTo>
                      <a:pt x="1002461" y="1555927"/>
                    </a:lnTo>
                    <a:lnTo>
                      <a:pt x="1003579" y="1556385"/>
                    </a:lnTo>
                    <a:lnTo>
                      <a:pt x="1006208" y="1556385"/>
                    </a:lnTo>
                    <a:lnTo>
                      <a:pt x="1007325" y="1555927"/>
                    </a:lnTo>
                    <a:lnTo>
                      <a:pt x="1009192" y="1554060"/>
                    </a:lnTo>
                    <a:lnTo>
                      <a:pt x="1009650" y="1552943"/>
                    </a:lnTo>
                    <a:lnTo>
                      <a:pt x="1009650" y="1550314"/>
                    </a:lnTo>
                    <a:close/>
                  </a:path>
                  <a:path w="5153025" h="3103245">
                    <a:moveTo>
                      <a:pt x="1009650" y="776884"/>
                    </a:moveTo>
                    <a:lnTo>
                      <a:pt x="1009192" y="775766"/>
                    </a:lnTo>
                    <a:lnTo>
                      <a:pt x="1007325" y="773899"/>
                    </a:lnTo>
                    <a:lnTo>
                      <a:pt x="1006208" y="773430"/>
                    </a:lnTo>
                    <a:lnTo>
                      <a:pt x="1003579" y="773430"/>
                    </a:lnTo>
                    <a:lnTo>
                      <a:pt x="1002461" y="773899"/>
                    </a:lnTo>
                    <a:lnTo>
                      <a:pt x="1000594" y="775766"/>
                    </a:lnTo>
                    <a:lnTo>
                      <a:pt x="1000125" y="776884"/>
                    </a:lnTo>
                    <a:lnTo>
                      <a:pt x="1000125" y="779513"/>
                    </a:lnTo>
                    <a:lnTo>
                      <a:pt x="1000594" y="780630"/>
                    </a:lnTo>
                    <a:lnTo>
                      <a:pt x="1002461" y="782497"/>
                    </a:lnTo>
                    <a:lnTo>
                      <a:pt x="1003579" y="782955"/>
                    </a:lnTo>
                    <a:lnTo>
                      <a:pt x="1006208" y="782955"/>
                    </a:lnTo>
                    <a:lnTo>
                      <a:pt x="1007325" y="782497"/>
                    </a:lnTo>
                    <a:lnTo>
                      <a:pt x="1009192" y="780630"/>
                    </a:lnTo>
                    <a:lnTo>
                      <a:pt x="1009650" y="779513"/>
                    </a:lnTo>
                    <a:lnTo>
                      <a:pt x="1009650" y="776884"/>
                    </a:lnTo>
                    <a:close/>
                  </a:path>
                  <a:path w="5153025" h="3103245">
                    <a:moveTo>
                      <a:pt x="1009650" y="3454"/>
                    </a:moveTo>
                    <a:lnTo>
                      <a:pt x="1009192" y="2336"/>
                    </a:lnTo>
                    <a:lnTo>
                      <a:pt x="1007325" y="469"/>
                    </a:lnTo>
                    <a:lnTo>
                      <a:pt x="1006208" y="0"/>
                    </a:lnTo>
                    <a:lnTo>
                      <a:pt x="1003579" y="0"/>
                    </a:lnTo>
                    <a:lnTo>
                      <a:pt x="1002461" y="469"/>
                    </a:lnTo>
                    <a:lnTo>
                      <a:pt x="1000594" y="2336"/>
                    </a:lnTo>
                    <a:lnTo>
                      <a:pt x="1000125" y="3454"/>
                    </a:lnTo>
                    <a:lnTo>
                      <a:pt x="1000125" y="6083"/>
                    </a:lnTo>
                    <a:lnTo>
                      <a:pt x="1000594" y="7200"/>
                    </a:lnTo>
                    <a:lnTo>
                      <a:pt x="1002461" y="9067"/>
                    </a:lnTo>
                    <a:lnTo>
                      <a:pt x="1003579" y="9525"/>
                    </a:lnTo>
                    <a:lnTo>
                      <a:pt x="1006208" y="9525"/>
                    </a:lnTo>
                    <a:lnTo>
                      <a:pt x="1007325" y="9067"/>
                    </a:lnTo>
                    <a:lnTo>
                      <a:pt x="1009192" y="7200"/>
                    </a:lnTo>
                    <a:lnTo>
                      <a:pt x="1009650" y="6083"/>
                    </a:lnTo>
                    <a:lnTo>
                      <a:pt x="1009650" y="3454"/>
                    </a:lnTo>
                    <a:close/>
                  </a:path>
                  <a:path w="5153025" h="3103245">
                    <a:moveTo>
                      <a:pt x="1057275" y="3097174"/>
                    </a:moveTo>
                    <a:lnTo>
                      <a:pt x="1056817" y="3096056"/>
                    </a:lnTo>
                    <a:lnTo>
                      <a:pt x="1054950" y="3094190"/>
                    </a:lnTo>
                    <a:lnTo>
                      <a:pt x="1053833" y="3093720"/>
                    </a:lnTo>
                    <a:lnTo>
                      <a:pt x="1051204" y="3093720"/>
                    </a:lnTo>
                    <a:lnTo>
                      <a:pt x="1050086" y="3094190"/>
                    </a:lnTo>
                    <a:lnTo>
                      <a:pt x="1048219" y="3096056"/>
                    </a:lnTo>
                    <a:lnTo>
                      <a:pt x="1047750" y="3097174"/>
                    </a:lnTo>
                    <a:lnTo>
                      <a:pt x="1047750" y="3099803"/>
                    </a:lnTo>
                    <a:lnTo>
                      <a:pt x="1048219" y="3100921"/>
                    </a:lnTo>
                    <a:lnTo>
                      <a:pt x="1050086" y="3102787"/>
                    </a:lnTo>
                    <a:lnTo>
                      <a:pt x="1051204" y="3103245"/>
                    </a:lnTo>
                    <a:lnTo>
                      <a:pt x="1053833" y="3103245"/>
                    </a:lnTo>
                    <a:lnTo>
                      <a:pt x="1054950" y="3102787"/>
                    </a:lnTo>
                    <a:lnTo>
                      <a:pt x="1056817" y="3100921"/>
                    </a:lnTo>
                    <a:lnTo>
                      <a:pt x="1057275" y="3099803"/>
                    </a:lnTo>
                    <a:lnTo>
                      <a:pt x="1057275" y="3097174"/>
                    </a:lnTo>
                    <a:close/>
                  </a:path>
                  <a:path w="5153025" h="3103245">
                    <a:moveTo>
                      <a:pt x="1057275" y="2323744"/>
                    </a:moveTo>
                    <a:lnTo>
                      <a:pt x="1056817" y="2322626"/>
                    </a:lnTo>
                    <a:lnTo>
                      <a:pt x="1054950" y="2320760"/>
                    </a:lnTo>
                    <a:lnTo>
                      <a:pt x="1053833" y="2320290"/>
                    </a:lnTo>
                    <a:lnTo>
                      <a:pt x="1051204" y="2320290"/>
                    </a:lnTo>
                    <a:lnTo>
                      <a:pt x="1050086" y="2320760"/>
                    </a:lnTo>
                    <a:lnTo>
                      <a:pt x="1048219" y="2322626"/>
                    </a:lnTo>
                    <a:lnTo>
                      <a:pt x="1047750" y="2323744"/>
                    </a:lnTo>
                    <a:lnTo>
                      <a:pt x="1047750" y="2326373"/>
                    </a:lnTo>
                    <a:lnTo>
                      <a:pt x="1048219" y="2327491"/>
                    </a:lnTo>
                    <a:lnTo>
                      <a:pt x="1050086" y="2329357"/>
                    </a:lnTo>
                    <a:lnTo>
                      <a:pt x="1051204" y="2329815"/>
                    </a:lnTo>
                    <a:lnTo>
                      <a:pt x="1053833" y="2329815"/>
                    </a:lnTo>
                    <a:lnTo>
                      <a:pt x="1054950" y="2329357"/>
                    </a:lnTo>
                    <a:lnTo>
                      <a:pt x="1056817" y="2327491"/>
                    </a:lnTo>
                    <a:lnTo>
                      <a:pt x="1057275" y="2326373"/>
                    </a:lnTo>
                    <a:lnTo>
                      <a:pt x="1057275" y="2323744"/>
                    </a:lnTo>
                    <a:close/>
                  </a:path>
                  <a:path w="5153025" h="3103245">
                    <a:moveTo>
                      <a:pt x="1057275" y="1550314"/>
                    </a:moveTo>
                    <a:lnTo>
                      <a:pt x="1056817" y="1549196"/>
                    </a:lnTo>
                    <a:lnTo>
                      <a:pt x="1054950" y="1547329"/>
                    </a:lnTo>
                    <a:lnTo>
                      <a:pt x="1053833" y="1546860"/>
                    </a:lnTo>
                    <a:lnTo>
                      <a:pt x="1051204" y="1546860"/>
                    </a:lnTo>
                    <a:lnTo>
                      <a:pt x="1050086" y="1547329"/>
                    </a:lnTo>
                    <a:lnTo>
                      <a:pt x="1048219" y="1549196"/>
                    </a:lnTo>
                    <a:lnTo>
                      <a:pt x="1047750" y="1550314"/>
                    </a:lnTo>
                    <a:lnTo>
                      <a:pt x="1047750" y="1552943"/>
                    </a:lnTo>
                    <a:lnTo>
                      <a:pt x="1048219" y="1554060"/>
                    </a:lnTo>
                    <a:lnTo>
                      <a:pt x="1050086" y="1555927"/>
                    </a:lnTo>
                    <a:lnTo>
                      <a:pt x="1051204" y="1556385"/>
                    </a:lnTo>
                    <a:lnTo>
                      <a:pt x="1053833" y="1556385"/>
                    </a:lnTo>
                    <a:lnTo>
                      <a:pt x="1054950" y="1555927"/>
                    </a:lnTo>
                    <a:lnTo>
                      <a:pt x="1056817" y="1554060"/>
                    </a:lnTo>
                    <a:lnTo>
                      <a:pt x="1057275" y="1552943"/>
                    </a:lnTo>
                    <a:lnTo>
                      <a:pt x="1057275" y="1550314"/>
                    </a:lnTo>
                    <a:close/>
                  </a:path>
                  <a:path w="5153025" h="3103245">
                    <a:moveTo>
                      <a:pt x="1057275" y="776884"/>
                    </a:moveTo>
                    <a:lnTo>
                      <a:pt x="1056817" y="775766"/>
                    </a:lnTo>
                    <a:lnTo>
                      <a:pt x="1054950" y="773899"/>
                    </a:lnTo>
                    <a:lnTo>
                      <a:pt x="1053833" y="773430"/>
                    </a:lnTo>
                    <a:lnTo>
                      <a:pt x="1051204" y="773430"/>
                    </a:lnTo>
                    <a:lnTo>
                      <a:pt x="1050086" y="773899"/>
                    </a:lnTo>
                    <a:lnTo>
                      <a:pt x="1048219" y="775766"/>
                    </a:lnTo>
                    <a:lnTo>
                      <a:pt x="1047750" y="776884"/>
                    </a:lnTo>
                    <a:lnTo>
                      <a:pt x="1047750" y="779513"/>
                    </a:lnTo>
                    <a:lnTo>
                      <a:pt x="1048219" y="780630"/>
                    </a:lnTo>
                    <a:lnTo>
                      <a:pt x="1050086" y="782497"/>
                    </a:lnTo>
                    <a:lnTo>
                      <a:pt x="1051204" y="782955"/>
                    </a:lnTo>
                    <a:lnTo>
                      <a:pt x="1053833" y="782955"/>
                    </a:lnTo>
                    <a:lnTo>
                      <a:pt x="1054950" y="782497"/>
                    </a:lnTo>
                    <a:lnTo>
                      <a:pt x="1056817" y="780630"/>
                    </a:lnTo>
                    <a:lnTo>
                      <a:pt x="1057275" y="779513"/>
                    </a:lnTo>
                    <a:lnTo>
                      <a:pt x="1057275" y="776884"/>
                    </a:lnTo>
                    <a:close/>
                  </a:path>
                  <a:path w="5153025" h="3103245">
                    <a:moveTo>
                      <a:pt x="1057275" y="3454"/>
                    </a:moveTo>
                    <a:lnTo>
                      <a:pt x="1056817" y="2336"/>
                    </a:lnTo>
                    <a:lnTo>
                      <a:pt x="1054950" y="469"/>
                    </a:lnTo>
                    <a:lnTo>
                      <a:pt x="1053833" y="0"/>
                    </a:lnTo>
                    <a:lnTo>
                      <a:pt x="1051204" y="0"/>
                    </a:lnTo>
                    <a:lnTo>
                      <a:pt x="1050086" y="469"/>
                    </a:lnTo>
                    <a:lnTo>
                      <a:pt x="1048219" y="2336"/>
                    </a:lnTo>
                    <a:lnTo>
                      <a:pt x="1047750" y="3454"/>
                    </a:lnTo>
                    <a:lnTo>
                      <a:pt x="1047750" y="6083"/>
                    </a:lnTo>
                    <a:lnTo>
                      <a:pt x="1048219" y="7200"/>
                    </a:lnTo>
                    <a:lnTo>
                      <a:pt x="1050086" y="9067"/>
                    </a:lnTo>
                    <a:lnTo>
                      <a:pt x="1051204" y="9525"/>
                    </a:lnTo>
                    <a:lnTo>
                      <a:pt x="1053833" y="9525"/>
                    </a:lnTo>
                    <a:lnTo>
                      <a:pt x="1054950" y="9067"/>
                    </a:lnTo>
                    <a:lnTo>
                      <a:pt x="1056817" y="7200"/>
                    </a:lnTo>
                    <a:lnTo>
                      <a:pt x="1057275" y="6083"/>
                    </a:lnTo>
                    <a:lnTo>
                      <a:pt x="1057275" y="3454"/>
                    </a:lnTo>
                    <a:close/>
                  </a:path>
                  <a:path w="5153025" h="3103245">
                    <a:moveTo>
                      <a:pt x="1104900" y="3097174"/>
                    </a:moveTo>
                    <a:lnTo>
                      <a:pt x="1104442" y="3096056"/>
                    </a:lnTo>
                    <a:lnTo>
                      <a:pt x="1102575" y="3094190"/>
                    </a:lnTo>
                    <a:lnTo>
                      <a:pt x="1101458" y="3093720"/>
                    </a:lnTo>
                    <a:lnTo>
                      <a:pt x="1098829" y="3093720"/>
                    </a:lnTo>
                    <a:lnTo>
                      <a:pt x="1097711" y="3094190"/>
                    </a:lnTo>
                    <a:lnTo>
                      <a:pt x="1095844" y="3096056"/>
                    </a:lnTo>
                    <a:lnTo>
                      <a:pt x="1095375" y="3097174"/>
                    </a:lnTo>
                    <a:lnTo>
                      <a:pt x="1095375" y="3099803"/>
                    </a:lnTo>
                    <a:lnTo>
                      <a:pt x="1095844" y="3100921"/>
                    </a:lnTo>
                    <a:lnTo>
                      <a:pt x="1097711" y="3102787"/>
                    </a:lnTo>
                    <a:lnTo>
                      <a:pt x="1098829" y="3103245"/>
                    </a:lnTo>
                    <a:lnTo>
                      <a:pt x="1101458" y="3103245"/>
                    </a:lnTo>
                    <a:lnTo>
                      <a:pt x="1102575" y="3102787"/>
                    </a:lnTo>
                    <a:lnTo>
                      <a:pt x="1104442" y="3100921"/>
                    </a:lnTo>
                    <a:lnTo>
                      <a:pt x="1104900" y="3099803"/>
                    </a:lnTo>
                    <a:lnTo>
                      <a:pt x="1104900" y="3097174"/>
                    </a:lnTo>
                    <a:close/>
                  </a:path>
                  <a:path w="5153025" h="3103245">
                    <a:moveTo>
                      <a:pt x="1104900" y="2323744"/>
                    </a:moveTo>
                    <a:lnTo>
                      <a:pt x="1104442" y="2322626"/>
                    </a:lnTo>
                    <a:lnTo>
                      <a:pt x="1102575" y="2320760"/>
                    </a:lnTo>
                    <a:lnTo>
                      <a:pt x="1101458" y="2320290"/>
                    </a:lnTo>
                    <a:lnTo>
                      <a:pt x="1098829" y="2320290"/>
                    </a:lnTo>
                    <a:lnTo>
                      <a:pt x="1097711" y="2320760"/>
                    </a:lnTo>
                    <a:lnTo>
                      <a:pt x="1095844" y="2322626"/>
                    </a:lnTo>
                    <a:lnTo>
                      <a:pt x="1095375" y="2323744"/>
                    </a:lnTo>
                    <a:lnTo>
                      <a:pt x="1095375" y="2326373"/>
                    </a:lnTo>
                    <a:lnTo>
                      <a:pt x="1095844" y="2327491"/>
                    </a:lnTo>
                    <a:lnTo>
                      <a:pt x="1097711" y="2329357"/>
                    </a:lnTo>
                    <a:lnTo>
                      <a:pt x="1098829" y="2329815"/>
                    </a:lnTo>
                    <a:lnTo>
                      <a:pt x="1101458" y="2329815"/>
                    </a:lnTo>
                    <a:lnTo>
                      <a:pt x="1102575" y="2329357"/>
                    </a:lnTo>
                    <a:lnTo>
                      <a:pt x="1104442" y="2327491"/>
                    </a:lnTo>
                    <a:lnTo>
                      <a:pt x="1104900" y="2326373"/>
                    </a:lnTo>
                    <a:lnTo>
                      <a:pt x="1104900" y="2323744"/>
                    </a:lnTo>
                    <a:close/>
                  </a:path>
                  <a:path w="5153025" h="3103245">
                    <a:moveTo>
                      <a:pt x="1104900" y="1550314"/>
                    </a:moveTo>
                    <a:lnTo>
                      <a:pt x="1104442" y="1549196"/>
                    </a:lnTo>
                    <a:lnTo>
                      <a:pt x="1102575" y="1547329"/>
                    </a:lnTo>
                    <a:lnTo>
                      <a:pt x="1101458" y="1546860"/>
                    </a:lnTo>
                    <a:lnTo>
                      <a:pt x="1098829" y="1546860"/>
                    </a:lnTo>
                    <a:lnTo>
                      <a:pt x="1097711" y="1547329"/>
                    </a:lnTo>
                    <a:lnTo>
                      <a:pt x="1095844" y="1549196"/>
                    </a:lnTo>
                    <a:lnTo>
                      <a:pt x="1095375" y="1550314"/>
                    </a:lnTo>
                    <a:lnTo>
                      <a:pt x="1095375" y="1552943"/>
                    </a:lnTo>
                    <a:lnTo>
                      <a:pt x="1095844" y="1554060"/>
                    </a:lnTo>
                    <a:lnTo>
                      <a:pt x="1097711" y="1555927"/>
                    </a:lnTo>
                    <a:lnTo>
                      <a:pt x="1098829" y="1556385"/>
                    </a:lnTo>
                    <a:lnTo>
                      <a:pt x="1101458" y="1556385"/>
                    </a:lnTo>
                    <a:lnTo>
                      <a:pt x="1102575" y="1555927"/>
                    </a:lnTo>
                    <a:lnTo>
                      <a:pt x="1104442" y="1554060"/>
                    </a:lnTo>
                    <a:lnTo>
                      <a:pt x="1104900" y="1552943"/>
                    </a:lnTo>
                    <a:lnTo>
                      <a:pt x="1104900" y="1550314"/>
                    </a:lnTo>
                    <a:close/>
                  </a:path>
                  <a:path w="5153025" h="3103245">
                    <a:moveTo>
                      <a:pt x="1104900" y="776884"/>
                    </a:moveTo>
                    <a:lnTo>
                      <a:pt x="1104442" y="775766"/>
                    </a:lnTo>
                    <a:lnTo>
                      <a:pt x="1102575" y="773899"/>
                    </a:lnTo>
                    <a:lnTo>
                      <a:pt x="1101458" y="773430"/>
                    </a:lnTo>
                    <a:lnTo>
                      <a:pt x="1098829" y="773430"/>
                    </a:lnTo>
                    <a:lnTo>
                      <a:pt x="1097711" y="773899"/>
                    </a:lnTo>
                    <a:lnTo>
                      <a:pt x="1095844" y="775766"/>
                    </a:lnTo>
                    <a:lnTo>
                      <a:pt x="1095375" y="776884"/>
                    </a:lnTo>
                    <a:lnTo>
                      <a:pt x="1095375" y="779513"/>
                    </a:lnTo>
                    <a:lnTo>
                      <a:pt x="1095844" y="780630"/>
                    </a:lnTo>
                    <a:lnTo>
                      <a:pt x="1097711" y="782497"/>
                    </a:lnTo>
                    <a:lnTo>
                      <a:pt x="1098829" y="782955"/>
                    </a:lnTo>
                    <a:lnTo>
                      <a:pt x="1101458" y="782955"/>
                    </a:lnTo>
                    <a:lnTo>
                      <a:pt x="1102575" y="782497"/>
                    </a:lnTo>
                    <a:lnTo>
                      <a:pt x="1104442" y="780630"/>
                    </a:lnTo>
                    <a:lnTo>
                      <a:pt x="1104900" y="779513"/>
                    </a:lnTo>
                    <a:lnTo>
                      <a:pt x="1104900" y="776884"/>
                    </a:lnTo>
                    <a:close/>
                  </a:path>
                  <a:path w="5153025" h="3103245">
                    <a:moveTo>
                      <a:pt x="1104900" y="3454"/>
                    </a:moveTo>
                    <a:lnTo>
                      <a:pt x="1104442" y="2336"/>
                    </a:lnTo>
                    <a:lnTo>
                      <a:pt x="1102575" y="469"/>
                    </a:lnTo>
                    <a:lnTo>
                      <a:pt x="1101458" y="0"/>
                    </a:lnTo>
                    <a:lnTo>
                      <a:pt x="1098829" y="0"/>
                    </a:lnTo>
                    <a:lnTo>
                      <a:pt x="1097711" y="469"/>
                    </a:lnTo>
                    <a:lnTo>
                      <a:pt x="1095844" y="2336"/>
                    </a:lnTo>
                    <a:lnTo>
                      <a:pt x="1095375" y="3454"/>
                    </a:lnTo>
                    <a:lnTo>
                      <a:pt x="1095375" y="6083"/>
                    </a:lnTo>
                    <a:lnTo>
                      <a:pt x="1095844" y="7200"/>
                    </a:lnTo>
                    <a:lnTo>
                      <a:pt x="1097711" y="9067"/>
                    </a:lnTo>
                    <a:lnTo>
                      <a:pt x="1098829" y="9525"/>
                    </a:lnTo>
                    <a:lnTo>
                      <a:pt x="1101458" y="9525"/>
                    </a:lnTo>
                    <a:lnTo>
                      <a:pt x="1102575" y="9067"/>
                    </a:lnTo>
                    <a:lnTo>
                      <a:pt x="1104442" y="7200"/>
                    </a:lnTo>
                    <a:lnTo>
                      <a:pt x="1104900" y="6083"/>
                    </a:lnTo>
                    <a:lnTo>
                      <a:pt x="1104900" y="3454"/>
                    </a:lnTo>
                    <a:close/>
                  </a:path>
                  <a:path w="5153025" h="3103245">
                    <a:moveTo>
                      <a:pt x="1152525" y="3097174"/>
                    </a:moveTo>
                    <a:lnTo>
                      <a:pt x="1152067" y="3096056"/>
                    </a:lnTo>
                    <a:lnTo>
                      <a:pt x="1150200" y="3094190"/>
                    </a:lnTo>
                    <a:lnTo>
                      <a:pt x="1149083" y="3093720"/>
                    </a:lnTo>
                    <a:lnTo>
                      <a:pt x="1146454" y="3093720"/>
                    </a:lnTo>
                    <a:lnTo>
                      <a:pt x="1145336" y="3094190"/>
                    </a:lnTo>
                    <a:lnTo>
                      <a:pt x="1143469" y="3096056"/>
                    </a:lnTo>
                    <a:lnTo>
                      <a:pt x="1143000" y="3097174"/>
                    </a:lnTo>
                    <a:lnTo>
                      <a:pt x="1143000" y="3099803"/>
                    </a:lnTo>
                    <a:lnTo>
                      <a:pt x="1143469" y="3100921"/>
                    </a:lnTo>
                    <a:lnTo>
                      <a:pt x="1145336" y="3102787"/>
                    </a:lnTo>
                    <a:lnTo>
                      <a:pt x="1146454" y="3103245"/>
                    </a:lnTo>
                    <a:lnTo>
                      <a:pt x="1149083" y="3103245"/>
                    </a:lnTo>
                    <a:lnTo>
                      <a:pt x="1150200" y="3102787"/>
                    </a:lnTo>
                    <a:lnTo>
                      <a:pt x="1152067" y="3100921"/>
                    </a:lnTo>
                    <a:lnTo>
                      <a:pt x="1152525" y="3099803"/>
                    </a:lnTo>
                    <a:lnTo>
                      <a:pt x="1152525" y="3097174"/>
                    </a:lnTo>
                    <a:close/>
                  </a:path>
                  <a:path w="5153025" h="3103245">
                    <a:moveTo>
                      <a:pt x="1152525" y="2323744"/>
                    </a:moveTo>
                    <a:lnTo>
                      <a:pt x="1152067" y="2322626"/>
                    </a:lnTo>
                    <a:lnTo>
                      <a:pt x="1150200" y="2320760"/>
                    </a:lnTo>
                    <a:lnTo>
                      <a:pt x="1149083" y="2320290"/>
                    </a:lnTo>
                    <a:lnTo>
                      <a:pt x="1146454" y="2320290"/>
                    </a:lnTo>
                    <a:lnTo>
                      <a:pt x="1145336" y="2320760"/>
                    </a:lnTo>
                    <a:lnTo>
                      <a:pt x="1143469" y="2322626"/>
                    </a:lnTo>
                    <a:lnTo>
                      <a:pt x="1143000" y="2323744"/>
                    </a:lnTo>
                    <a:lnTo>
                      <a:pt x="1143000" y="2326373"/>
                    </a:lnTo>
                    <a:lnTo>
                      <a:pt x="1143469" y="2327491"/>
                    </a:lnTo>
                    <a:lnTo>
                      <a:pt x="1145336" y="2329357"/>
                    </a:lnTo>
                    <a:lnTo>
                      <a:pt x="1146454" y="2329815"/>
                    </a:lnTo>
                    <a:lnTo>
                      <a:pt x="1149083" y="2329815"/>
                    </a:lnTo>
                    <a:lnTo>
                      <a:pt x="1150200" y="2329357"/>
                    </a:lnTo>
                    <a:lnTo>
                      <a:pt x="1152067" y="2327491"/>
                    </a:lnTo>
                    <a:lnTo>
                      <a:pt x="1152525" y="2326373"/>
                    </a:lnTo>
                    <a:lnTo>
                      <a:pt x="1152525" y="2323744"/>
                    </a:lnTo>
                    <a:close/>
                  </a:path>
                  <a:path w="5153025" h="3103245">
                    <a:moveTo>
                      <a:pt x="1152525" y="1550314"/>
                    </a:moveTo>
                    <a:lnTo>
                      <a:pt x="1152067" y="1549196"/>
                    </a:lnTo>
                    <a:lnTo>
                      <a:pt x="1150200" y="1547329"/>
                    </a:lnTo>
                    <a:lnTo>
                      <a:pt x="1149083" y="1546860"/>
                    </a:lnTo>
                    <a:lnTo>
                      <a:pt x="1146454" y="1546860"/>
                    </a:lnTo>
                    <a:lnTo>
                      <a:pt x="1145336" y="1547329"/>
                    </a:lnTo>
                    <a:lnTo>
                      <a:pt x="1143469" y="1549196"/>
                    </a:lnTo>
                    <a:lnTo>
                      <a:pt x="1143000" y="1550314"/>
                    </a:lnTo>
                    <a:lnTo>
                      <a:pt x="1143000" y="1552943"/>
                    </a:lnTo>
                    <a:lnTo>
                      <a:pt x="1143469" y="1554060"/>
                    </a:lnTo>
                    <a:lnTo>
                      <a:pt x="1145336" y="1555927"/>
                    </a:lnTo>
                    <a:lnTo>
                      <a:pt x="1146454" y="1556385"/>
                    </a:lnTo>
                    <a:lnTo>
                      <a:pt x="1149083" y="1556385"/>
                    </a:lnTo>
                    <a:lnTo>
                      <a:pt x="1150200" y="1555927"/>
                    </a:lnTo>
                    <a:lnTo>
                      <a:pt x="1152067" y="1554060"/>
                    </a:lnTo>
                    <a:lnTo>
                      <a:pt x="1152525" y="1552943"/>
                    </a:lnTo>
                    <a:lnTo>
                      <a:pt x="1152525" y="1550314"/>
                    </a:lnTo>
                    <a:close/>
                  </a:path>
                  <a:path w="5153025" h="3103245">
                    <a:moveTo>
                      <a:pt x="1152525" y="776884"/>
                    </a:moveTo>
                    <a:lnTo>
                      <a:pt x="1152067" y="775766"/>
                    </a:lnTo>
                    <a:lnTo>
                      <a:pt x="1150200" y="773899"/>
                    </a:lnTo>
                    <a:lnTo>
                      <a:pt x="1149083" y="773430"/>
                    </a:lnTo>
                    <a:lnTo>
                      <a:pt x="1146454" y="773430"/>
                    </a:lnTo>
                    <a:lnTo>
                      <a:pt x="1145336" y="773899"/>
                    </a:lnTo>
                    <a:lnTo>
                      <a:pt x="1143469" y="775766"/>
                    </a:lnTo>
                    <a:lnTo>
                      <a:pt x="1143000" y="776884"/>
                    </a:lnTo>
                    <a:lnTo>
                      <a:pt x="1143000" y="779513"/>
                    </a:lnTo>
                    <a:lnTo>
                      <a:pt x="1143469" y="780630"/>
                    </a:lnTo>
                    <a:lnTo>
                      <a:pt x="1145336" y="782497"/>
                    </a:lnTo>
                    <a:lnTo>
                      <a:pt x="1146454" y="782955"/>
                    </a:lnTo>
                    <a:lnTo>
                      <a:pt x="1149083" y="782955"/>
                    </a:lnTo>
                    <a:lnTo>
                      <a:pt x="1150200" y="782497"/>
                    </a:lnTo>
                    <a:lnTo>
                      <a:pt x="1152067" y="780630"/>
                    </a:lnTo>
                    <a:lnTo>
                      <a:pt x="1152525" y="779513"/>
                    </a:lnTo>
                    <a:lnTo>
                      <a:pt x="1152525" y="776884"/>
                    </a:lnTo>
                    <a:close/>
                  </a:path>
                  <a:path w="5153025" h="3103245">
                    <a:moveTo>
                      <a:pt x="1152525" y="3454"/>
                    </a:moveTo>
                    <a:lnTo>
                      <a:pt x="1152067" y="2336"/>
                    </a:lnTo>
                    <a:lnTo>
                      <a:pt x="1150200" y="469"/>
                    </a:lnTo>
                    <a:lnTo>
                      <a:pt x="1149083" y="0"/>
                    </a:lnTo>
                    <a:lnTo>
                      <a:pt x="1146454" y="0"/>
                    </a:lnTo>
                    <a:lnTo>
                      <a:pt x="1145336" y="469"/>
                    </a:lnTo>
                    <a:lnTo>
                      <a:pt x="1143469" y="2336"/>
                    </a:lnTo>
                    <a:lnTo>
                      <a:pt x="1143000" y="3454"/>
                    </a:lnTo>
                    <a:lnTo>
                      <a:pt x="1143000" y="6083"/>
                    </a:lnTo>
                    <a:lnTo>
                      <a:pt x="1143469" y="7200"/>
                    </a:lnTo>
                    <a:lnTo>
                      <a:pt x="1145336" y="9067"/>
                    </a:lnTo>
                    <a:lnTo>
                      <a:pt x="1146454" y="9525"/>
                    </a:lnTo>
                    <a:lnTo>
                      <a:pt x="1149083" y="9525"/>
                    </a:lnTo>
                    <a:lnTo>
                      <a:pt x="1150200" y="9067"/>
                    </a:lnTo>
                    <a:lnTo>
                      <a:pt x="1152067" y="7200"/>
                    </a:lnTo>
                    <a:lnTo>
                      <a:pt x="1152525" y="6083"/>
                    </a:lnTo>
                    <a:lnTo>
                      <a:pt x="1152525" y="3454"/>
                    </a:lnTo>
                    <a:close/>
                  </a:path>
                  <a:path w="5153025" h="3103245">
                    <a:moveTo>
                      <a:pt x="1200150" y="3097174"/>
                    </a:moveTo>
                    <a:lnTo>
                      <a:pt x="1199692" y="3096056"/>
                    </a:lnTo>
                    <a:lnTo>
                      <a:pt x="1197825" y="3094190"/>
                    </a:lnTo>
                    <a:lnTo>
                      <a:pt x="1196708" y="3093720"/>
                    </a:lnTo>
                    <a:lnTo>
                      <a:pt x="1194079" y="3093720"/>
                    </a:lnTo>
                    <a:lnTo>
                      <a:pt x="1192961" y="3094190"/>
                    </a:lnTo>
                    <a:lnTo>
                      <a:pt x="1191094" y="3096056"/>
                    </a:lnTo>
                    <a:lnTo>
                      <a:pt x="1190625" y="3097174"/>
                    </a:lnTo>
                    <a:lnTo>
                      <a:pt x="1190625" y="3099803"/>
                    </a:lnTo>
                    <a:lnTo>
                      <a:pt x="1191094" y="3100921"/>
                    </a:lnTo>
                    <a:lnTo>
                      <a:pt x="1192961" y="3102787"/>
                    </a:lnTo>
                    <a:lnTo>
                      <a:pt x="1194079" y="3103245"/>
                    </a:lnTo>
                    <a:lnTo>
                      <a:pt x="1196708" y="3103245"/>
                    </a:lnTo>
                    <a:lnTo>
                      <a:pt x="1197825" y="3102787"/>
                    </a:lnTo>
                    <a:lnTo>
                      <a:pt x="1199692" y="3100921"/>
                    </a:lnTo>
                    <a:lnTo>
                      <a:pt x="1200150" y="3099803"/>
                    </a:lnTo>
                    <a:lnTo>
                      <a:pt x="1200150" y="3097174"/>
                    </a:lnTo>
                    <a:close/>
                  </a:path>
                  <a:path w="5153025" h="3103245">
                    <a:moveTo>
                      <a:pt x="1200150" y="2323744"/>
                    </a:moveTo>
                    <a:lnTo>
                      <a:pt x="1199692" y="2322626"/>
                    </a:lnTo>
                    <a:lnTo>
                      <a:pt x="1197825" y="2320760"/>
                    </a:lnTo>
                    <a:lnTo>
                      <a:pt x="1196708" y="2320290"/>
                    </a:lnTo>
                    <a:lnTo>
                      <a:pt x="1194079" y="2320290"/>
                    </a:lnTo>
                    <a:lnTo>
                      <a:pt x="1192961" y="2320760"/>
                    </a:lnTo>
                    <a:lnTo>
                      <a:pt x="1191094" y="2322626"/>
                    </a:lnTo>
                    <a:lnTo>
                      <a:pt x="1190625" y="2323744"/>
                    </a:lnTo>
                    <a:lnTo>
                      <a:pt x="1190625" y="2326373"/>
                    </a:lnTo>
                    <a:lnTo>
                      <a:pt x="1191094" y="2327491"/>
                    </a:lnTo>
                    <a:lnTo>
                      <a:pt x="1192961" y="2329357"/>
                    </a:lnTo>
                    <a:lnTo>
                      <a:pt x="1194079" y="2329815"/>
                    </a:lnTo>
                    <a:lnTo>
                      <a:pt x="1196708" y="2329815"/>
                    </a:lnTo>
                    <a:lnTo>
                      <a:pt x="1197825" y="2329357"/>
                    </a:lnTo>
                    <a:lnTo>
                      <a:pt x="1199692" y="2327491"/>
                    </a:lnTo>
                    <a:lnTo>
                      <a:pt x="1200150" y="2326373"/>
                    </a:lnTo>
                    <a:lnTo>
                      <a:pt x="1200150" y="2323744"/>
                    </a:lnTo>
                    <a:close/>
                  </a:path>
                  <a:path w="5153025" h="3103245">
                    <a:moveTo>
                      <a:pt x="1200150" y="1550314"/>
                    </a:moveTo>
                    <a:lnTo>
                      <a:pt x="1199692" y="1549196"/>
                    </a:lnTo>
                    <a:lnTo>
                      <a:pt x="1197825" y="1547329"/>
                    </a:lnTo>
                    <a:lnTo>
                      <a:pt x="1196708" y="1546860"/>
                    </a:lnTo>
                    <a:lnTo>
                      <a:pt x="1194079" y="1546860"/>
                    </a:lnTo>
                    <a:lnTo>
                      <a:pt x="1192961" y="1547329"/>
                    </a:lnTo>
                    <a:lnTo>
                      <a:pt x="1191094" y="1549196"/>
                    </a:lnTo>
                    <a:lnTo>
                      <a:pt x="1190625" y="1550314"/>
                    </a:lnTo>
                    <a:lnTo>
                      <a:pt x="1190625" y="1552943"/>
                    </a:lnTo>
                    <a:lnTo>
                      <a:pt x="1191094" y="1554060"/>
                    </a:lnTo>
                    <a:lnTo>
                      <a:pt x="1192961" y="1555927"/>
                    </a:lnTo>
                    <a:lnTo>
                      <a:pt x="1194079" y="1556385"/>
                    </a:lnTo>
                    <a:lnTo>
                      <a:pt x="1196708" y="1556385"/>
                    </a:lnTo>
                    <a:lnTo>
                      <a:pt x="1197825" y="1555927"/>
                    </a:lnTo>
                    <a:lnTo>
                      <a:pt x="1199692" y="1554060"/>
                    </a:lnTo>
                    <a:lnTo>
                      <a:pt x="1200150" y="1552943"/>
                    </a:lnTo>
                    <a:lnTo>
                      <a:pt x="1200150" y="1550314"/>
                    </a:lnTo>
                    <a:close/>
                  </a:path>
                  <a:path w="5153025" h="3103245">
                    <a:moveTo>
                      <a:pt x="1200150" y="776884"/>
                    </a:moveTo>
                    <a:lnTo>
                      <a:pt x="1199692" y="775766"/>
                    </a:lnTo>
                    <a:lnTo>
                      <a:pt x="1197825" y="773899"/>
                    </a:lnTo>
                    <a:lnTo>
                      <a:pt x="1196708" y="773430"/>
                    </a:lnTo>
                    <a:lnTo>
                      <a:pt x="1194079" y="773430"/>
                    </a:lnTo>
                    <a:lnTo>
                      <a:pt x="1192961" y="773899"/>
                    </a:lnTo>
                    <a:lnTo>
                      <a:pt x="1191094" y="775766"/>
                    </a:lnTo>
                    <a:lnTo>
                      <a:pt x="1190625" y="776884"/>
                    </a:lnTo>
                    <a:lnTo>
                      <a:pt x="1190625" y="779513"/>
                    </a:lnTo>
                    <a:lnTo>
                      <a:pt x="1191094" y="780630"/>
                    </a:lnTo>
                    <a:lnTo>
                      <a:pt x="1192961" y="782497"/>
                    </a:lnTo>
                    <a:lnTo>
                      <a:pt x="1194079" y="782955"/>
                    </a:lnTo>
                    <a:lnTo>
                      <a:pt x="1196708" y="782955"/>
                    </a:lnTo>
                    <a:lnTo>
                      <a:pt x="1197825" y="782497"/>
                    </a:lnTo>
                    <a:lnTo>
                      <a:pt x="1199692" y="780630"/>
                    </a:lnTo>
                    <a:lnTo>
                      <a:pt x="1200150" y="779513"/>
                    </a:lnTo>
                    <a:lnTo>
                      <a:pt x="1200150" y="776884"/>
                    </a:lnTo>
                    <a:close/>
                  </a:path>
                  <a:path w="5153025" h="3103245">
                    <a:moveTo>
                      <a:pt x="1200150" y="3454"/>
                    </a:moveTo>
                    <a:lnTo>
                      <a:pt x="1199692" y="2336"/>
                    </a:lnTo>
                    <a:lnTo>
                      <a:pt x="1197825" y="469"/>
                    </a:lnTo>
                    <a:lnTo>
                      <a:pt x="1196708" y="0"/>
                    </a:lnTo>
                    <a:lnTo>
                      <a:pt x="1194079" y="0"/>
                    </a:lnTo>
                    <a:lnTo>
                      <a:pt x="1192961" y="469"/>
                    </a:lnTo>
                    <a:lnTo>
                      <a:pt x="1191094" y="2336"/>
                    </a:lnTo>
                    <a:lnTo>
                      <a:pt x="1190625" y="3454"/>
                    </a:lnTo>
                    <a:lnTo>
                      <a:pt x="1190625" y="6083"/>
                    </a:lnTo>
                    <a:lnTo>
                      <a:pt x="1191094" y="7200"/>
                    </a:lnTo>
                    <a:lnTo>
                      <a:pt x="1192961" y="9067"/>
                    </a:lnTo>
                    <a:lnTo>
                      <a:pt x="1194079" y="9525"/>
                    </a:lnTo>
                    <a:lnTo>
                      <a:pt x="1196708" y="9525"/>
                    </a:lnTo>
                    <a:lnTo>
                      <a:pt x="1197825" y="9067"/>
                    </a:lnTo>
                    <a:lnTo>
                      <a:pt x="1199692" y="7200"/>
                    </a:lnTo>
                    <a:lnTo>
                      <a:pt x="1200150" y="6083"/>
                    </a:lnTo>
                    <a:lnTo>
                      <a:pt x="1200150" y="3454"/>
                    </a:lnTo>
                    <a:close/>
                  </a:path>
                  <a:path w="5153025" h="3103245">
                    <a:moveTo>
                      <a:pt x="1247775" y="3097174"/>
                    </a:moveTo>
                    <a:lnTo>
                      <a:pt x="1247317" y="3096056"/>
                    </a:lnTo>
                    <a:lnTo>
                      <a:pt x="1245450" y="3094190"/>
                    </a:lnTo>
                    <a:lnTo>
                      <a:pt x="1244333" y="3093720"/>
                    </a:lnTo>
                    <a:lnTo>
                      <a:pt x="1241704" y="3093720"/>
                    </a:lnTo>
                    <a:lnTo>
                      <a:pt x="1240586" y="3094190"/>
                    </a:lnTo>
                    <a:lnTo>
                      <a:pt x="1238719" y="3096056"/>
                    </a:lnTo>
                    <a:lnTo>
                      <a:pt x="1238250" y="3097174"/>
                    </a:lnTo>
                    <a:lnTo>
                      <a:pt x="1238250" y="3099803"/>
                    </a:lnTo>
                    <a:lnTo>
                      <a:pt x="1238719" y="3100921"/>
                    </a:lnTo>
                    <a:lnTo>
                      <a:pt x="1240586" y="3102787"/>
                    </a:lnTo>
                    <a:lnTo>
                      <a:pt x="1241704" y="3103245"/>
                    </a:lnTo>
                    <a:lnTo>
                      <a:pt x="1244333" y="3103245"/>
                    </a:lnTo>
                    <a:lnTo>
                      <a:pt x="1245450" y="3102787"/>
                    </a:lnTo>
                    <a:lnTo>
                      <a:pt x="1247317" y="3100921"/>
                    </a:lnTo>
                    <a:lnTo>
                      <a:pt x="1247775" y="3099803"/>
                    </a:lnTo>
                    <a:lnTo>
                      <a:pt x="1247775" y="3097174"/>
                    </a:lnTo>
                    <a:close/>
                  </a:path>
                  <a:path w="5153025" h="3103245">
                    <a:moveTo>
                      <a:pt x="1247775" y="2323744"/>
                    </a:moveTo>
                    <a:lnTo>
                      <a:pt x="1247317" y="2322626"/>
                    </a:lnTo>
                    <a:lnTo>
                      <a:pt x="1245450" y="2320760"/>
                    </a:lnTo>
                    <a:lnTo>
                      <a:pt x="1244333" y="2320290"/>
                    </a:lnTo>
                    <a:lnTo>
                      <a:pt x="1241704" y="2320290"/>
                    </a:lnTo>
                    <a:lnTo>
                      <a:pt x="1240586" y="2320760"/>
                    </a:lnTo>
                    <a:lnTo>
                      <a:pt x="1238719" y="2322626"/>
                    </a:lnTo>
                    <a:lnTo>
                      <a:pt x="1238250" y="2323744"/>
                    </a:lnTo>
                    <a:lnTo>
                      <a:pt x="1238250" y="2326373"/>
                    </a:lnTo>
                    <a:lnTo>
                      <a:pt x="1238719" y="2327491"/>
                    </a:lnTo>
                    <a:lnTo>
                      <a:pt x="1240586" y="2329357"/>
                    </a:lnTo>
                    <a:lnTo>
                      <a:pt x="1241704" y="2329815"/>
                    </a:lnTo>
                    <a:lnTo>
                      <a:pt x="1244333" y="2329815"/>
                    </a:lnTo>
                    <a:lnTo>
                      <a:pt x="1245450" y="2329357"/>
                    </a:lnTo>
                    <a:lnTo>
                      <a:pt x="1247317" y="2327491"/>
                    </a:lnTo>
                    <a:lnTo>
                      <a:pt x="1247775" y="2326373"/>
                    </a:lnTo>
                    <a:lnTo>
                      <a:pt x="1247775" y="2323744"/>
                    </a:lnTo>
                    <a:close/>
                  </a:path>
                  <a:path w="5153025" h="3103245">
                    <a:moveTo>
                      <a:pt x="1247775" y="1550314"/>
                    </a:moveTo>
                    <a:lnTo>
                      <a:pt x="1247317" y="1549196"/>
                    </a:lnTo>
                    <a:lnTo>
                      <a:pt x="1245450" y="1547329"/>
                    </a:lnTo>
                    <a:lnTo>
                      <a:pt x="1244333" y="1546860"/>
                    </a:lnTo>
                    <a:lnTo>
                      <a:pt x="1241704" y="1546860"/>
                    </a:lnTo>
                    <a:lnTo>
                      <a:pt x="1240586" y="1547329"/>
                    </a:lnTo>
                    <a:lnTo>
                      <a:pt x="1238719" y="1549196"/>
                    </a:lnTo>
                    <a:lnTo>
                      <a:pt x="1238250" y="1550314"/>
                    </a:lnTo>
                    <a:lnTo>
                      <a:pt x="1238250" y="1552943"/>
                    </a:lnTo>
                    <a:lnTo>
                      <a:pt x="1238719" y="1554060"/>
                    </a:lnTo>
                    <a:lnTo>
                      <a:pt x="1240586" y="1555927"/>
                    </a:lnTo>
                    <a:lnTo>
                      <a:pt x="1241704" y="1556385"/>
                    </a:lnTo>
                    <a:lnTo>
                      <a:pt x="1244333" y="1556385"/>
                    </a:lnTo>
                    <a:lnTo>
                      <a:pt x="1245450" y="1555927"/>
                    </a:lnTo>
                    <a:lnTo>
                      <a:pt x="1247317" y="1554060"/>
                    </a:lnTo>
                    <a:lnTo>
                      <a:pt x="1247775" y="1552943"/>
                    </a:lnTo>
                    <a:lnTo>
                      <a:pt x="1247775" y="1550314"/>
                    </a:lnTo>
                    <a:close/>
                  </a:path>
                  <a:path w="5153025" h="3103245">
                    <a:moveTo>
                      <a:pt x="1247775" y="776884"/>
                    </a:moveTo>
                    <a:lnTo>
                      <a:pt x="1247317" y="775766"/>
                    </a:lnTo>
                    <a:lnTo>
                      <a:pt x="1245450" y="773899"/>
                    </a:lnTo>
                    <a:lnTo>
                      <a:pt x="1244333" y="773430"/>
                    </a:lnTo>
                    <a:lnTo>
                      <a:pt x="1241704" y="773430"/>
                    </a:lnTo>
                    <a:lnTo>
                      <a:pt x="1240586" y="773899"/>
                    </a:lnTo>
                    <a:lnTo>
                      <a:pt x="1238719" y="775766"/>
                    </a:lnTo>
                    <a:lnTo>
                      <a:pt x="1238250" y="776884"/>
                    </a:lnTo>
                    <a:lnTo>
                      <a:pt x="1238250" y="779513"/>
                    </a:lnTo>
                    <a:lnTo>
                      <a:pt x="1238719" y="780630"/>
                    </a:lnTo>
                    <a:lnTo>
                      <a:pt x="1240586" y="782497"/>
                    </a:lnTo>
                    <a:lnTo>
                      <a:pt x="1241704" y="782955"/>
                    </a:lnTo>
                    <a:lnTo>
                      <a:pt x="1244333" y="782955"/>
                    </a:lnTo>
                    <a:lnTo>
                      <a:pt x="1245450" y="782497"/>
                    </a:lnTo>
                    <a:lnTo>
                      <a:pt x="1247317" y="780630"/>
                    </a:lnTo>
                    <a:lnTo>
                      <a:pt x="1247775" y="779513"/>
                    </a:lnTo>
                    <a:lnTo>
                      <a:pt x="1247775" y="776884"/>
                    </a:lnTo>
                    <a:close/>
                  </a:path>
                  <a:path w="5153025" h="3103245">
                    <a:moveTo>
                      <a:pt x="1247775" y="3454"/>
                    </a:moveTo>
                    <a:lnTo>
                      <a:pt x="1247317" y="2336"/>
                    </a:lnTo>
                    <a:lnTo>
                      <a:pt x="1245450" y="469"/>
                    </a:lnTo>
                    <a:lnTo>
                      <a:pt x="1244333" y="0"/>
                    </a:lnTo>
                    <a:lnTo>
                      <a:pt x="1241704" y="0"/>
                    </a:lnTo>
                    <a:lnTo>
                      <a:pt x="1240586" y="469"/>
                    </a:lnTo>
                    <a:lnTo>
                      <a:pt x="1238719" y="2336"/>
                    </a:lnTo>
                    <a:lnTo>
                      <a:pt x="1238250" y="3454"/>
                    </a:lnTo>
                    <a:lnTo>
                      <a:pt x="1238250" y="6083"/>
                    </a:lnTo>
                    <a:lnTo>
                      <a:pt x="1238719" y="7200"/>
                    </a:lnTo>
                    <a:lnTo>
                      <a:pt x="1240586" y="9067"/>
                    </a:lnTo>
                    <a:lnTo>
                      <a:pt x="1241704" y="9525"/>
                    </a:lnTo>
                    <a:lnTo>
                      <a:pt x="1244333" y="9525"/>
                    </a:lnTo>
                    <a:lnTo>
                      <a:pt x="1245450" y="9067"/>
                    </a:lnTo>
                    <a:lnTo>
                      <a:pt x="1247317" y="7200"/>
                    </a:lnTo>
                    <a:lnTo>
                      <a:pt x="1247775" y="6083"/>
                    </a:lnTo>
                    <a:lnTo>
                      <a:pt x="1247775" y="3454"/>
                    </a:lnTo>
                    <a:close/>
                  </a:path>
                  <a:path w="5153025" h="3103245">
                    <a:moveTo>
                      <a:pt x="1295400" y="3097174"/>
                    </a:moveTo>
                    <a:lnTo>
                      <a:pt x="1294942" y="3096056"/>
                    </a:lnTo>
                    <a:lnTo>
                      <a:pt x="1293075" y="3094190"/>
                    </a:lnTo>
                    <a:lnTo>
                      <a:pt x="1291958" y="3093720"/>
                    </a:lnTo>
                    <a:lnTo>
                      <a:pt x="1289329" y="3093720"/>
                    </a:lnTo>
                    <a:lnTo>
                      <a:pt x="1288211" y="3094190"/>
                    </a:lnTo>
                    <a:lnTo>
                      <a:pt x="1286344" y="3096056"/>
                    </a:lnTo>
                    <a:lnTo>
                      <a:pt x="1285875" y="3097174"/>
                    </a:lnTo>
                    <a:lnTo>
                      <a:pt x="1285875" y="3099803"/>
                    </a:lnTo>
                    <a:lnTo>
                      <a:pt x="1286344" y="3100921"/>
                    </a:lnTo>
                    <a:lnTo>
                      <a:pt x="1288211" y="3102787"/>
                    </a:lnTo>
                    <a:lnTo>
                      <a:pt x="1289329" y="3103245"/>
                    </a:lnTo>
                    <a:lnTo>
                      <a:pt x="1291958" y="3103245"/>
                    </a:lnTo>
                    <a:lnTo>
                      <a:pt x="1293075" y="3102787"/>
                    </a:lnTo>
                    <a:lnTo>
                      <a:pt x="1294942" y="3100921"/>
                    </a:lnTo>
                    <a:lnTo>
                      <a:pt x="1295400" y="3099803"/>
                    </a:lnTo>
                    <a:lnTo>
                      <a:pt x="1295400" y="3097174"/>
                    </a:lnTo>
                    <a:close/>
                  </a:path>
                  <a:path w="5153025" h="3103245">
                    <a:moveTo>
                      <a:pt x="1295400" y="2323744"/>
                    </a:moveTo>
                    <a:lnTo>
                      <a:pt x="1294942" y="2322626"/>
                    </a:lnTo>
                    <a:lnTo>
                      <a:pt x="1293075" y="2320760"/>
                    </a:lnTo>
                    <a:lnTo>
                      <a:pt x="1291958" y="2320290"/>
                    </a:lnTo>
                    <a:lnTo>
                      <a:pt x="1289329" y="2320290"/>
                    </a:lnTo>
                    <a:lnTo>
                      <a:pt x="1288211" y="2320760"/>
                    </a:lnTo>
                    <a:lnTo>
                      <a:pt x="1286344" y="2322626"/>
                    </a:lnTo>
                    <a:lnTo>
                      <a:pt x="1285875" y="2323744"/>
                    </a:lnTo>
                    <a:lnTo>
                      <a:pt x="1285875" y="2326373"/>
                    </a:lnTo>
                    <a:lnTo>
                      <a:pt x="1286344" y="2327491"/>
                    </a:lnTo>
                    <a:lnTo>
                      <a:pt x="1288211" y="2329357"/>
                    </a:lnTo>
                    <a:lnTo>
                      <a:pt x="1289329" y="2329815"/>
                    </a:lnTo>
                    <a:lnTo>
                      <a:pt x="1291958" y="2329815"/>
                    </a:lnTo>
                    <a:lnTo>
                      <a:pt x="1293075" y="2329357"/>
                    </a:lnTo>
                    <a:lnTo>
                      <a:pt x="1294942" y="2327491"/>
                    </a:lnTo>
                    <a:lnTo>
                      <a:pt x="1295400" y="2326373"/>
                    </a:lnTo>
                    <a:lnTo>
                      <a:pt x="1295400" y="2323744"/>
                    </a:lnTo>
                    <a:close/>
                  </a:path>
                  <a:path w="5153025" h="3103245">
                    <a:moveTo>
                      <a:pt x="1295400" y="1550314"/>
                    </a:moveTo>
                    <a:lnTo>
                      <a:pt x="1294942" y="1549196"/>
                    </a:lnTo>
                    <a:lnTo>
                      <a:pt x="1293075" y="1547329"/>
                    </a:lnTo>
                    <a:lnTo>
                      <a:pt x="1291958" y="1546860"/>
                    </a:lnTo>
                    <a:lnTo>
                      <a:pt x="1289329" y="1546860"/>
                    </a:lnTo>
                    <a:lnTo>
                      <a:pt x="1288211" y="1547329"/>
                    </a:lnTo>
                    <a:lnTo>
                      <a:pt x="1286344" y="1549196"/>
                    </a:lnTo>
                    <a:lnTo>
                      <a:pt x="1285875" y="1550314"/>
                    </a:lnTo>
                    <a:lnTo>
                      <a:pt x="1285875" y="1552943"/>
                    </a:lnTo>
                    <a:lnTo>
                      <a:pt x="1286344" y="1554060"/>
                    </a:lnTo>
                    <a:lnTo>
                      <a:pt x="1288211" y="1555927"/>
                    </a:lnTo>
                    <a:lnTo>
                      <a:pt x="1289329" y="1556385"/>
                    </a:lnTo>
                    <a:lnTo>
                      <a:pt x="1291958" y="1556385"/>
                    </a:lnTo>
                    <a:lnTo>
                      <a:pt x="1293075" y="1555927"/>
                    </a:lnTo>
                    <a:lnTo>
                      <a:pt x="1294942" y="1554060"/>
                    </a:lnTo>
                    <a:lnTo>
                      <a:pt x="1295400" y="1552943"/>
                    </a:lnTo>
                    <a:lnTo>
                      <a:pt x="1295400" y="1550314"/>
                    </a:lnTo>
                    <a:close/>
                  </a:path>
                  <a:path w="5153025" h="3103245">
                    <a:moveTo>
                      <a:pt x="1295400" y="776884"/>
                    </a:moveTo>
                    <a:lnTo>
                      <a:pt x="1294942" y="775766"/>
                    </a:lnTo>
                    <a:lnTo>
                      <a:pt x="1293075" y="773899"/>
                    </a:lnTo>
                    <a:lnTo>
                      <a:pt x="1291958" y="773430"/>
                    </a:lnTo>
                    <a:lnTo>
                      <a:pt x="1289329" y="773430"/>
                    </a:lnTo>
                    <a:lnTo>
                      <a:pt x="1288211" y="773899"/>
                    </a:lnTo>
                    <a:lnTo>
                      <a:pt x="1286344" y="775766"/>
                    </a:lnTo>
                    <a:lnTo>
                      <a:pt x="1285875" y="776884"/>
                    </a:lnTo>
                    <a:lnTo>
                      <a:pt x="1285875" y="779513"/>
                    </a:lnTo>
                    <a:lnTo>
                      <a:pt x="1286344" y="780630"/>
                    </a:lnTo>
                    <a:lnTo>
                      <a:pt x="1288211" y="782497"/>
                    </a:lnTo>
                    <a:lnTo>
                      <a:pt x="1289329" y="782955"/>
                    </a:lnTo>
                    <a:lnTo>
                      <a:pt x="1291958" y="782955"/>
                    </a:lnTo>
                    <a:lnTo>
                      <a:pt x="1293075" y="782497"/>
                    </a:lnTo>
                    <a:lnTo>
                      <a:pt x="1294942" y="780630"/>
                    </a:lnTo>
                    <a:lnTo>
                      <a:pt x="1295400" y="779513"/>
                    </a:lnTo>
                    <a:lnTo>
                      <a:pt x="1295400" y="776884"/>
                    </a:lnTo>
                    <a:close/>
                  </a:path>
                  <a:path w="5153025" h="3103245">
                    <a:moveTo>
                      <a:pt x="1295400" y="3454"/>
                    </a:moveTo>
                    <a:lnTo>
                      <a:pt x="1294942" y="2336"/>
                    </a:lnTo>
                    <a:lnTo>
                      <a:pt x="1293075" y="469"/>
                    </a:lnTo>
                    <a:lnTo>
                      <a:pt x="1291958" y="0"/>
                    </a:lnTo>
                    <a:lnTo>
                      <a:pt x="1289329" y="0"/>
                    </a:lnTo>
                    <a:lnTo>
                      <a:pt x="1288211" y="469"/>
                    </a:lnTo>
                    <a:lnTo>
                      <a:pt x="1286344" y="2336"/>
                    </a:lnTo>
                    <a:lnTo>
                      <a:pt x="1285875" y="3454"/>
                    </a:lnTo>
                    <a:lnTo>
                      <a:pt x="1285875" y="6083"/>
                    </a:lnTo>
                    <a:lnTo>
                      <a:pt x="1286344" y="7200"/>
                    </a:lnTo>
                    <a:lnTo>
                      <a:pt x="1288211" y="9067"/>
                    </a:lnTo>
                    <a:lnTo>
                      <a:pt x="1289329" y="9525"/>
                    </a:lnTo>
                    <a:lnTo>
                      <a:pt x="1291958" y="9525"/>
                    </a:lnTo>
                    <a:lnTo>
                      <a:pt x="1293075" y="9067"/>
                    </a:lnTo>
                    <a:lnTo>
                      <a:pt x="1294942" y="7200"/>
                    </a:lnTo>
                    <a:lnTo>
                      <a:pt x="1295400" y="6083"/>
                    </a:lnTo>
                    <a:lnTo>
                      <a:pt x="1295400" y="3454"/>
                    </a:lnTo>
                    <a:close/>
                  </a:path>
                  <a:path w="5153025" h="3103245">
                    <a:moveTo>
                      <a:pt x="1343025" y="3097174"/>
                    </a:moveTo>
                    <a:lnTo>
                      <a:pt x="1342567" y="3096056"/>
                    </a:lnTo>
                    <a:lnTo>
                      <a:pt x="1340700" y="3094190"/>
                    </a:lnTo>
                    <a:lnTo>
                      <a:pt x="1339583" y="3093720"/>
                    </a:lnTo>
                    <a:lnTo>
                      <a:pt x="1336954" y="3093720"/>
                    </a:lnTo>
                    <a:lnTo>
                      <a:pt x="1335836" y="3094190"/>
                    </a:lnTo>
                    <a:lnTo>
                      <a:pt x="1333969" y="3096056"/>
                    </a:lnTo>
                    <a:lnTo>
                      <a:pt x="1333500" y="3097174"/>
                    </a:lnTo>
                    <a:lnTo>
                      <a:pt x="1333500" y="3099803"/>
                    </a:lnTo>
                    <a:lnTo>
                      <a:pt x="1333969" y="3100921"/>
                    </a:lnTo>
                    <a:lnTo>
                      <a:pt x="1335836" y="3102787"/>
                    </a:lnTo>
                    <a:lnTo>
                      <a:pt x="1336954" y="3103245"/>
                    </a:lnTo>
                    <a:lnTo>
                      <a:pt x="1339583" y="3103245"/>
                    </a:lnTo>
                    <a:lnTo>
                      <a:pt x="1340700" y="3102787"/>
                    </a:lnTo>
                    <a:lnTo>
                      <a:pt x="1342567" y="3100921"/>
                    </a:lnTo>
                    <a:lnTo>
                      <a:pt x="1343025" y="3099803"/>
                    </a:lnTo>
                    <a:lnTo>
                      <a:pt x="1343025" y="3097174"/>
                    </a:lnTo>
                    <a:close/>
                  </a:path>
                  <a:path w="5153025" h="3103245">
                    <a:moveTo>
                      <a:pt x="1343025" y="2323744"/>
                    </a:moveTo>
                    <a:lnTo>
                      <a:pt x="1342567" y="2322626"/>
                    </a:lnTo>
                    <a:lnTo>
                      <a:pt x="1340700" y="2320760"/>
                    </a:lnTo>
                    <a:lnTo>
                      <a:pt x="1339583" y="2320290"/>
                    </a:lnTo>
                    <a:lnTo>
                      <a:pt x="1336954" y="2320290"/>
                    </a:lnTo>
                    <a:lnTo>
                      <a:pt x="1335836" y="2320760"/>
                    </a:lnTo>
                    <a:lnTo>
                      <a:pt x="1333969" y="2322626"/>
                    </a:lnTo>
                    <a:lnTo>
                      <a:pt x="1333500" y="2323744"/>
                    </a:lnTo>
                    <a:lnTo>
                      <a:pt x="1333500" y="2326373"/>
                    </a:lnTo>
                    <a:lnTo>
                      <a:pt x="1333969" y="2327491"/>
                    </a:lnTo>
                    <a:lnTo>
                      <a:pt x="1335836" y="2329357"/>
                    </a:lnTo>
                    <a:lnTo>
                      <a:pt x="1336954" y="2329815"/>
                    </a:lnTo>
                    <a:lnTo>
                      <a:pt x="1339583" y="2329815"/>
                    </a:lnTo>
                    <a:lnTo>
                      <a:pt x="1340700" y="2329357"/>
                    </a:lnTo>
                    <a:lnTo>
                      <a:pt x="1342567" y="2327491"/>
                    </a:lnTo>
                    <a:lnTo>
                      <a:pt x="1343025" y="2326373"/>
                    </a:lnTo>
                    <a:lnTo>
                      <a:pt x="1343025" y="2323744"/>
                    </a:lnTo>
                    <a:close/>
                  </a:path>
                  <a:path w="5153025" h="3103245">
                    <a:moveTo>
                      <a:pt x="1343025" y="1550314"/>
                    </a:moveTo>
                    <a:lnTo>
                      <a:pt x="1342567" y="1549196"/>
                    </a:lnTo>
                    <a:lnTo>
                      <a:pt x="1340700" y="1547329"/>
                    </a:lnTo>
                    <a:lnTo>
                      <a:pt x="1339583" y="1546860"/>
                    </a:lnTo>
                    <a:lnTo>
                      <a:pt x="1336954" y="1546860"/>
                    </a:lnTo>
                    <a:lnTo>
                      <a:pt x="1335836" y="1547329"/>
                    </a:lnTo>
                    <a:lnTo>
                      <a:pt x="1333969" y="1549196"/>
                    </a:lnTo>
                    <a:lnTo>
                      <a:pt x="1333500" y="1550314"/>
                    </a:lnTo>
                    <a:lnTo>
                      <a:pt x="1333500" y="1552943"/>
                    </a:lnTo>
                    <a:lnTo>
                      <a:pt x="1333969" y="1554060"/>
                    </a:lnTo>
                    <a:lnTo>
                      <a:pt x="1335836" y="1555927"/>
                    </a:lnTo>
                    <a:lnTo>
                      <a:pt x="1336954" y="1556385"/>
                    </a:lnTo>
                    <a:lnTo>
                      <a:pt x="1339583" y="1556385"/>
                    </a:lnTo>
                    <a:lnTo>
                      <a:pt x="1340700" y="1555927"/>
                    </a:lnTo>
                    <a:lnTo>
                      <a:pt x="1342567" y="1554060"/>
                    </a:lnTo>
                    <a:lnTo>
                      <a:pt x="1343025" y="1552943"/>
                    </a:lnTo>
                    <a:lnTo>
                      <a:pt x="1343025" y="1550314"/>
                    </a:lnTo>
                    <a:close/>
                  </a:path>
                  <a:path w="5153025" h="3103245">
                    <a:moveTo>
                      <a:pt x="1343025" y="776884"/>
                    </a:moveTo>
                    <a:lnTo>
                      <a:pt x="1342567" y="775766"/>
                    </a:lnTo>
                    <a:lnTo>
                      <a:pt x="1340700" y="773899"/>
                    </a:lnTo>
                    <a:lnTo>
                      <a:pt x="1339583" y="773430"/>
                    </a:lnTo>
                    <a:lnTo>
                      <a:pt x="1336954" y="773430"/>
                    </a:lnTo>
                    <a:lnTo>
                      <a:pt x="1335836" y="773899"/>
                    </a:lnTo>
                    <a:lnTo>
                      <a:pt x="1333969" y="775766"/>
                    </a:lnTo>
                    <a:lnTo>
                      <a:pt x="1333500" y="776884"/>
                    </a:lnTo>
                    <a:lnTo>
                      <a:pt x="1333500" y="779513"/>
                    </a:lnTo>
                    <a:lnTo>
                      <a:pt x="1333969" y="780630"/>
                    </a:lnTo>
                    <a:lnTo>
                      <a:pt x="1335836" y="782497"/>
                    </a:lnTo>
                    <a:lnTo>
                      <a:pt x="1336954" y="782955"/>
                    </a:lnTo>
                    <a:lnTo>
                      <a:pt x="1339583" y="782955"/>
                    </a:lnTo>
                    <a:lnTo>
                      <a:pt x="1340700" y="782497"/>
                    </a:lnTo>
                    <a:lnTo>
                      <a:pt x="1342567" y="780630"/>
                    </a:lnTo>
                    <a:lnTo>
                      <a:pt x="1343025" y="779513"/>
                    </a:lnTo>
                    <a:lnTo>
                      <a:pt x="1343025" y="776884"/>
                    </a:lnTo>
                    <a:close/>
                  </a:path>
                  <a:path w="5153025" h="3103245">
                    <a:moveTo>
                      <a:pt x="1343025" y="3454"/>
                    </a:moveTo>
                    <a:lnTo>
                      <a:pt x="1342567" y="2336"/>
                    </a:lnTo>
                    <a:lnTo>
                      <a:pt x="1340700" y="469"/>
                    </a:lnTo>
                    <a:lnTo>
                      <a:pt x="1339583" y="0"/>
                    </a:lnTo>
                    <a:lnTo>
                      <a:pt x="1336954" y="0"/>
                    </a:lnTo>
                    <a:lnTo>
                      <a:pt x="1335836" y="469"/>
                    </a:lnTo>
                    <a:lnTo>
                      <a:pt x="1333969" y="2336"/>
                    </a:lnTo>
                    <a:lnTo>
                      <a:pt x="1333500" y="3454"/>
                    </a:lnTo>
                    <a:lnTo>
                      <a:pt x="1333500" y="6083"/>
                    </a:lnTo>
                    <a:lnTo>
                      <a:pt x="1333969" y="7200"/>
                    </a:lnTo>
                    <a:lnTo>
                      <a:pt x="1335836" y="9067"/>
                    </a:lnTo>
                    <a:lnTo>
                      <a:pt x="1336954" y="9525"/>
                    </a:lnTo>
                    <a:lnTo>
                      <a:pt x="1339583" y="9525"/>
                    </a:lnTo>
                    <a:lnTo>
                      <a:pt x="1340700" y="9067"/>
                    </a:lnTo>
                    <a:lnTo>
                      <a:pt x="1342567" y="7200"/>
                    </a:lnTo>
                    <a:lnTo>
                      <a:pt x="1343025" y="6083"/>
                    </a:lnTo>
                    <a:lnTo>
                      <a:pt x="1343025" y="3454"/>
                    </a:lnTo>
                    <a:close/>
                  </a:path>
                  <a:path w="5153025" h="3103245">
                    <a:moveTo>
                      <a:pt x="1390650" y="3097174"/>
                    </a:moveTo>
                    <a:lnTo>
                      <a:pt x="1390192" y="3096056"/>
                    </a:lnTo>
                    <a:lnTo>
                      <a:pt x="1388325" y="3094190"/>
                    </a:lnTo>
                    <a:lnTo>
                      <a:pt x="1387208" y="3093720"/>
                    </a:lnTo>
                    <a:lnTo>
                      <a:pt x="1384579" y="3093720"/>
                    </a:lnTo>
                    <a:lnTo>
                      <a:pt x="1383461" y="3094190"/>
                    </a:lnTo>
                    <a:lnTo>
                      <a:pt x="1381594" y="3096056"/>
                    </a:lnTo>
                    <a:lnTo>
                      <a:pt x="1381125" y="3097174"/>
                    </a:lnTo>
                    <a:lnTo>
                      <a:pt x="1381125" y="3099803"/>
                    </a:lnTo>
                    <a:lnTo>
                      <a:pt x="1381594" y="3100921"/>
                    </a:lnTo>
                    <a:lnTo>
                      <a:pt x="1383461" y="3102787"/>
                    </a:lnTo>
                    <a:lnTo>
                      <a:pt x="1384579" y="3103245"/>
                    </a:lnTo>
                    <a:lnTo>
                      <a:pt x="1387208" y="3103245"/>
                    </a:lnTo>
                    <a:lnTo>
                      <a:pt x="1388325" y="3102787"/>
                    </a:lnTo>
                    <a:lnTo>
                      <a:pt x="1390192" y="3100921"/>
                    </a:lnTo>
                    <a:lnTo>
                      <a:pt x="1390650" y="3099803"/>
                    </a:lnTo>
                    <a:lnTo>
                      <a:pt x="1390650" y="3097174"/>
                    </a:lnTo>
                    <a:close/>
                  </a:path>
                  <a:path w="5153025" h="3103245">
                    <a:moveTo>
                      <a:pt x="1390650" y="2323744"/>
                    </a:moveTo>
                    <a:lnTo>
                      <a:pt x="1390192" y="2322626"/>
                    </a:lnTo>
                    <a:lnTo>
                      <a:pt x="1388325" y="2320760"/>
                    </a:lnTo>
                    <a:lnTo>
                      <a:pt x="1387208" y="2320290"/>
                    </a:lnTo>
                    <a:lnTo>
                      <a:pt x="1384579" y="2320290"/>
                    </a:lnTo>
                    <a:lnTo>
                      <a:pt x="1383461" y="2320760"/>
                    </a:lnTo>
                    <a:lnTo>
                      <a:pt x="1381594" y="2322626"/>
                    </a:lnTo>
                    <a:lnTo>
                      <a:pt x="1381125" y="2323744"/>
                    </a:lnTo>
                    <a:lnTo>
                      <a:pt x="1381125" y="2326373"/>
                    </a:lnTo>
                    <a:lnTo>
                      <a:pt x="1381594" y="2327491"/>
                    </a:lnTo>
                    <a:lnTo>
                      <a:pt x="1383461" y="2329357"/>
                    </a:lnTo>
                    <a:lnTo>
                      <a:pt x="1384579" y="2329815"/>
                    </a:lnTo>
                    <a:lnTo>
                      <a:pt x="1387208" y="2329815"/>
                    </a:lnTo>
                    <a:lnTo>
                      <a:pt x="1388325" y="2329357"/>
                    </a:lnTo>
                    <a:lnTo>
                      <a:pt x="1390192" y="2327491"/>
                    </a:lnTo>
                    <a:lnTo>
                      <a:pt x="1390650" y="2326373"/>
                    </a:lnTo>
                    <a:lnTo>
                      <a:pt x="1390650" y="2323744"/>
                    </a:lnTo>
                    <a:close/>
                  </a:path>
                  <a:path w="5153025" h="3103245">
                    <a:moveTo>
                      <a:pt x="1390650" y="1550314"/>
                    </a:moveTo>
                    <a:lnTo>
                      <a:pt x="1390192" y="1549196"/>
                    </a:lnTo>
                    <a:lnTo>
                      <a:pt x="1388325" y="1547329"/>
                    </a:lnTo>
                    <a:lnTo>
                      <a:pt x="1387208" y="1546860"/>
                    </a:lnTo>
                    <a:lnTo>
                      <a:pt x="1384579" y="1546860"/>
                    </a:lnTo>
                    <a:lnTo>
                      <a:pt x="1383461" y="1547329"/>
                    </a:lnTo>
                    <a:lnTo>
                      <a:pt x="1381594" y="1549196"/>
                    </a:lnTo>
                    <a:lnTo>
                      <a:pt x="1381125" y="1550314"/>
                    </a:lnTo>
                    <a:lnTo>
                      <a:pt x="1381125" y="1552943"/>
                    </a:lnTo>
                    <a:lnTo>
                      <a:pt x="1381594" y="1554060"/>
                    </a:lnTo>
                    <a:lnTo>
                      <a:pt x="1383461" y="1555927"/>
                    </a:lnTo>
                    <a:lnTo>
                      <a:pt x="1384579" y="1556385"/>
                    </a:lnTo>
                    <a:lnTo>
                      <a:pt x="1387208" y="1556385"/>
                    </a:lnTo>
                    <a:lnTo>
                      <a:pt x="1388325" y="1555927"/>
                    </a:lnTo>
                    <a:lnTo>
                      <a:pt x="1390192" y="1554060"/>
                    </a:lnTo>
                    <a:lnTo>
                      <a:pt x="1390650" y="1552943"/>
                    </a:lnTo>
                    <a:lnTo>
                      <a:pt x="1390650" y="1550314"/>
                    </a:lnTo>
                    <a:close/>
                  </a:path>
                  <a:path w="5153025" h="3103245">
                    <a:moveTo>
                      <a:pt x="1390650" y="776884"/>
                    </a:moveTo>
                    <a:lnTo>
                      <a:pt x="1390192" y="775766"/>
                    </a:lnTo>
                    <a:lnTo>
                      <a:pt x="1388325" y="773899"/>
                    </a:lnTo>
                    <a:lnTo>
                      <a:pt x="1387208" y="773430"/>
                    </a:lnTo>
                    <a:lnTo>
                      <a:pt x="1384579" y="773430"/>
                    </a:lnTo>
                    <a:lnTo>
                      <a:pt x="1383461" y="773899"/>
                    </a:lnTo>
                    <a:lnTo>
                      <a:pt x="1381594" y="775766"/>
                    </a:lnTo>
                    <a:lnTo>
                      <a:pt x="1381125" y="776884"/>
                    </a:lnTo>
                    <a:lnTo>
                      <a:pt x="1381125" y="779513"/>
                    </a:lnTo>
                    <a:lnTo>
                      <a:pt x="1381594" y="780630"/>
                    </a:lnTo>
                    <a:lnTo>
                      <a:pt x="1383461" y="782497"/>
                    </a:lnTo>
                    <a:lnTo>
                      <a:pt x="1384579" y="782955"/>
                    </a:lnTo>
                    <a:lnTo>
                      <a:pt x="1387208" y="782955"/>
                    </a:lnTo>
                    <a:lnTo>
                      <a:pt x="1388325" y="782497"/>
                    </a:lnTo>
                    <a:lnTo>
                      <a:pt x="1390192" y="780630"/>
                    </a:lnTo>
                    <a:lnTo>
                      <a:pt x="1390650" y="779513"/>
                    </a:lnTo>
                    <a:lnTo>
                      <a:pt x="1390650" y="776884"/>
                    </a:lnTo>
                    <a:close/>
                  </a:path>
                  <a:path w="5153025" h="3103245">
                    <a:moveTo>
                      <a:pt x="1390650" y="3454"/>
                    </a:moveTo>
                    <a:lnTo>
                      <a:pt x="1390192" y="2336"/>
                    </a:lnTo>
                    <a:lnTo>
                      <a:pt x="1388325" y="469"/>
                    </a:lnTo>
                    <a:lnTo>
                      <a:pt x="1387208" y="0"/>
                    </a:lnTo>
                    <a:lnTo>
                      <a:pt x="1384579" y="0"/>
                    </a:lnTo>
                    <a:lnTo>
                      <a:pt x="1383461" y="469"/>
                    </a:lnTo>
                    <a:lnTo>
                      <a:pt x="1381594" y="2336"/>
                    </a:lnTo>
                    <a:lnTo>
                      <a:pt x="1381125" y="3454"/>
                    </a:lnTo>
                    <a:lnTo>
                      <a:pt x="1381125" y="6083"/>
                    </a:lnTo>
                    <a:lnTo>
                      <a:pt x="1381594" y="7200"/>
                    </a:lnTo>
                    <a:lnTo>
                      <a:pt x="1383461" y="9067"/>
                    </a:lnTo>
                    <a:lnTo>
                      <a:pt x="1384579" y="9525"/>
                    </a:lnTo>
                    <a:lnTo>
                      <a:pt x="1387208" y="9525"/>
                    </a:lnTo>
                    <a:lnTo>
                      <a:pt x="1388325" y="9067"/>
                    </a:lnTo>
                    <a:lnTo>
                      <a:pt x="1390192" y="7200"/>
                    </a:lnTo>
                    <a:lnTo>
                      <a:pt x="1390650" y="6083"/>
                    </a:lnTo>
                    <a:lnTo>
                      <a:pt x="1390650" y="3454"/>
                    </a:lnTo>
                    <a:close/>
                  </a:path>
                  <a:path w="5153025" h="3103245">
                    <a:moveTo>
                      <a:pt x="1438275" y="3097174"/>
                    </a:moveTo>
                    <a:lnTo>
                      <a:pt x="1437817" y="3096056"/>
                    </a:lnTo>
                    <a:lnTo>
                      <a:pt x="1435950" y="3094190"/>
                    </a:lnTo>
                    <a:lnTo>
                      <a:pt x="1434833" y="3093720"/>
                    </a:lnTo>
                    <a:lnTo>
                      <a:pt x="1432204" y="3093720"/>
                    </a:lnTo>
                    <a:lnTo>
                      <a:pt x="1431086" y="3094190"/>
                    </a:lnTo>
                    <a:lnTo>
                      <a:pt x="1429219" y="3096056"/>
                    </a:lnTo>
                    <a:lnTo>
                      <a:pt x="1428750" y="3097174"/>
                    </a:lnTo>
                    <a:lnTo>
                      <a:pt x="1428750" y="3099803"/>
                    </a:lnTo>
                    <a:lnTo>
                      <a:pt x="1429219" y="3100921"/>
                    </a:lnTo>
                    <a:lnTo>
                      <a:pt x="1431086" y="3102787"/>
                    </a:lnTo>
                    <a:lnTo>
                      <a:pt x="1432204" y="3103245"/>
                    </a:lnTo>
                    <a:lnTo>
                      <a:pt x="1434833" y="3103245"/>
                    </a:lnTo>
                    <a:lnTo>
                      <a:pt x="1435950" y="3102787"/>
                    </a:lnTo>
                    <a:lnTo>
                      <a:pt x="1437817" y="3100921"/>
                    </a:lnTo>
                    <a:lnTo>
                      <a:pt x="1438275" y="3099803"/>
                    </a:lnTo>
                    <a:lnTo>
                      <a:pt x="1438275" y="3097174"/>
                    </a:lnTo>
                    <a:close/>
                  </a:path>
                  <a:path w="5153025" h="3103245">
                    <a:moveTo>
                      <a:pt x="1438275" y="2323744"/>
                    </a:moveTo>
                    <a:lnTo>
                      <a:pt x="1437817" y="2322626"/>
                    </a:lnTo>
                    <a:lnTo>
                      <a:pt x="1435950" y="2320760"/>
                    </a:lnTo>
                    <a:lnTo>
                      <a:pt x="1434833" y="2320290"/>
                    </a:lnTo>
                    <a:lnTo>
                      <a:pt x="1432204" y="2320290"/>
                    </a:lnTo>
                    <a:lnTo>
                      <a:pt x="1431086" y="2320760"/>
                    </a:lnTo>
                    <a:lnTo>
                      <a:pt x="1429219" y="2322626"/>
                    </a:lnTo>
                    <a:lnTo>
                      <a:pt x="1428750" y="2323744"/>
                    </a:lnTo>
                    <a:lnTo>
                      <a:pt x="1428750" y="2326373"/>
                    </a:lnTo>
                    <a:lnTo>
                      <a:pt x="1429219" y="2327491"/>
                    </a:lnTo>
                    <a:lnTo>
                      <a:pt x="1431086" y="2329357"/>
                    </a:lnTo>
                    <a:lnTo>
                      <a:pt x="1432204" y="2329815"/>
                    </a:lnTo>
                    <a:lnTo>
                      <a:pt x="1434833" y="2329815"/>
                    </a:lnTo>
                    <a:lnTo>
                      <a:pt x="1435950" y="2329357"/>
                    </a:lnTo>
                    <a:lnTo>
                      <a:pt x="1437817" y="2327491"/>
                    </a:lnTo>
                    <a:lnTo>
                      <a:pt x="1438275" y="2326373"/>
                    </a:lnTo>
                    <a:lnTo>
                      <a:pt x="1438275" y="2323744"/>
                    </a:lnTo>
                    <a:close/>
                  </a:path>
                  <a:path w="5153025" h="3103245">
                    <a:moveTo>
                      <a:pt x="1438275" y="1550314"/>
                    </a:moveTo>
                    <a:lnTo>
                      <a:pt x="1437817" y="1549196"/>
                    </a:lnTo>
                    <a:lnTo>
                      <a:pt x="1435950" y="1547329"/>
                    </a:lnTo>
                    <a:lnTo>
                      <a:pt x="1434833" y="1546860"/>
                    </a:lnTo>
                    <a:lnTo>
                      <a:pt x="1432204" y="1546860"/>
                    </a:lnTo>
                    <a:lnTo>
                      <a:pt x="1431086" y="1547329"/>
                    </a:lnTo>
                    <a:lnTo>
                      <a:pt x="1429219" y="1549196"/>
                    </a:lnTo>
                    <a:lnTo>
                      <a:pt x="1428750" y="1550314"/>
                    </a:lnTo>
                    <a:lnTo>
                      <a:pt x="1428750" y="1552943"/>
                    </a:lnTo>
                    <a:lnTo>
                      <a:pt x="1429219" y="1554060"/>
                    </a:lnTo>
                    <a:lnTo>
                      <a:pt x="1431086" y="1555927"/>
                    </a:lnTo>
                    <a:lnTo>
                      <a:pt x="1432204" y="1556385"/>
                    </a:lnTo>
                    <a:lnTo>
                      <a:pt x="1434833" y="1556385"/>
                    </a:lnTo>
                    <a:lnTo>
                      <a:pt x="1435950" y="1555927"/>
                    </a:lnTo>
                    <a:lnTo>
                      <a:pt x="1437817" y="1554060"/>
                    </a:lnTo>
                    <a:lnTo>
                      <a:pt x="1438275" y="1552943"/>
                    </a:lnTo>
                    <a:lnTo>
                      <a:pt x="1438275" y="1550314"/>
                    </a:lnTo>
                    <a:close/>
                  </a:path>
                  <a:path w="5153025" h="3103245">
                    <a:moveTo>
                      <a:pt x="1438275" y="776884"/>
                    </a:moveTo>
                    <a:lnTo>
                      <a:pt x="1437817" y="775766"/>
                    </a:lnTo>
                    <a:lnTo>
                      <a:pt x="1435950" y="773899"/>
                    </a:lnTo>
                    <a:lnTo>
                      <a:pt x="1434833" y="773430"/>
                    </a:lnTo>
                    <a:lnTo>
                      <a:pt x="1432204" y="773430"/>
                    </a:lnTo>
                    <a:lnTo>
                      <a:pt x="1431086" y="773899"/>
                    </a:lnTo>
                    <a:lnTo>
                      <a:pt x="1429219" y="775766"/>
                    </a:lnTo>
                    <a:lnTo>
                      <a:pt x="1428750" y="776884"/>
                    </a:lnTo>
                    <a:lnTo>
                      <a:pt x="1428750" y="779513"/>
                    </a:lnTo>
                    <a:lnTo>
                      <a:pt x="1429219" y="780630"/>
                    </a:lnTo>
                    <a:lnTo>
                      <a:pt x="1431086" y="782497"/>
                    </a:lnTo>
                    <a:lnTo>
                      <a:pt x="1432204" y="782955"/>
                    </a:lnTo>
                    <a:lnTo>
                      <a:pt x="1434833" y="782955"/>
                    </a:lnTo>
                    <a:lnTo>
                      <a:pt x="1435950" y="782497"/>
                    </a:lnTo>
                    <a:lnTo>
                      <a:pt x="1437817" y="780630"/>
                    </a:lnTo>
                    <a:lnTo>
                      <a:pt x="1438275" y="779513"/>
                    </a:lnTo>
                    <a:lnTo>
                      <a:pt x="1438275" y="776884"/>
                    </a:lnTo>
                    <a:close/>
                  </a:path>
                  <a:path w="5153025" h="3103245">
                    <a:moveTo>
                      <a:pt x="1438275" y="3454"/>
                    </a:moveTo>
                    <a:lnTo>
                      <a:pt x="1437817" y="2336"/>
                    </a:lnTo>
                    <a:lnTo>
                      <a:pt x="1435950" y="469"/>
                    </a:lnTo>
                    <a:lnTo>
                      <a:pt x="1434833" y="0"/>
                    </a:lnTo>
                    <a:lnTo>
                      <a:pt x="1432204" y="0"/>
                    </a:lnTo>
                    <a:lnTo>
                      <a:pt x="1431086" y="469"/>
                    </a:lnTo>
                    <a:lnTo>
                      <a:pt x="1429219" y="2336"/>
                    </a:lnTo>
                    <a:lnTo>
                      <a:pt x="1428750" y="3454"/>
                    </a:lnTo>
                    <a:lnTo>
                      <a:pt x="1428750" y="6083"/>
                    </a:lnTo>
                    <a:lnTo>
                      <a:pt x="1429219" y="7200"/>
                    </a:lnTo>
                    <a:lnTo>
                      <a:pt x="1431086" y="9067"/>
                    </a:lnTo>
                    <a:lnTo>
                      <a:pt x="1432204" y="9525"/>
                    </a:lnTo>
                    <a:lnTo>
                      <a:pt x="1434833" y="9525"/>
                    </a:lnTo>
                    <a:lnTo>
                      <a:pt x="1435950" y="9067"/>
                    </a:lnTo>
                    <a:lnTo>
                      <a:pt x="1437817" y="7200"/>
                    </a:lnTo>
                    <a:lnTo>
                      <a:pt x="1438275" y="6083"/>
                    </a:lnTo>
                    <a:lnTo>
                      <a:pt x="1438275" y="3454"/>
                    </a:lnTo>
                    <a:close/>
                  </a:path>
                  <a:path w="5153025" h="3103245">
                    <a:moveTo>
                      <a:pt x="1485900" y="3097174"/>
                    </a:moveTo>
                    <a:lnTo>
                      <a:pt x="1485442" y="3096056"/>
                    </a:lnTo>
                    <a:lnTo>
                      <a:pt x="1483575" y="3094190"/>
                    </a:lnTo>
                    <a:lnTo>
                      <a:pt x="1482458" y="3093720"/>
                    </a:lnTo>
                    <a:lnTo>
                      <a:pt x="1479829" y="3093720"/>
                    </a:lnTo>
                    <a:lnTo>
                      <a:pt x="1478711" y="3094190"/>
                    </a:lnTo>
                    <a:lnTo>
                      <a:pt x="1476844" y="3096056"/>
                    </a:lnTo>
                    <a:lnTo>
                      <a:pt x="1476375" y="3097174"/>
                    </a:lnTo>
                    <a:lnTo>
                      <a:pt x="1476375" y="3099803"/>
                    </a:lnTo>
                    <a:lnTo>
                      <a:pt x="1476844" y="3100921"/>
                    </a:lnTo>
                    <a:lnTo>
                      <a:pt x="1478711" y="3102787"/>
                    </a:lnTo>
                    <a:lnTo>
                      <a:pt x="1479829" y="3103245"/>
                    </a:lnTo>
                    <a:lnTo>
                      <a:pt x="1482458" y="3103245"/>
                    </a:lnTo>
                    <a:lnTo>
                      <a:pt x="1483575" y="3102787"/>
                    </a:lnTo>
                    <a:lnTo>
                      <a:pt x="1485442" y="3100921"/>
                    </a:lnTo>
                    <a:lnTo>
                      <a:pt x="1485900" y="3099803"/>
                    </a:lnTo>
                    <a:lnTo>
                      <a:pt x="1485900" y="3097174"/>
                    </a:lnTo>
                    <a:close/>
                  </a:path>
                  <a:path w="5153025" h="3103245">
                    <a:moveTo>
                      <a:pt x="1485900" y="2323744"/>
                    </a:moveTo>
                    <a:lnTo>
                      <a:pt x="1485442" y="2322626"/>
                    </a:lnTo>
                    <a:lnTo>
                      <a:pt x="1483575" y="2320760"/>
                    </a:lnTo>
                    <a:lnTo>
                      <a:pt x="1482458" y="2320290"/>
                    </a:lnTo>
                    <a:lnTo>
                      <a:pt x="1479829" y="2320290"/>
                    </a:lnTo>
                    <a:lnTo>
                      <a:pt x="1478711" y="2320760"/>
                    </a:lnTo>
                    <a:lnTo>
                      <a:pt x="1476844" y="2322626"/>
                    </a:lnTo>
                    <a:lnTo>
                      <a:pt x="1476375" y="2323744"/>
                    </a:lnTo>
                    <a:lnTo>
                      <a:pt x="1476375" y="2326373"/>
                    </a:lnTo>
                    <a:lnTo>
                      <a:pt x="1476844" y="2327491"/>
                    </a:lnTo>
                    <a:lnTo>
                      <a:pt x="1478711" y="2329357"/>
                    </a:lnTo>
                    <a:lnTo>
                      <a:pt x="1479829" y="2329815"/>
                    </a:lnTo>
                    <a:lnTo>
                      <a:pt x="1482458" y="2329815"/>
                    </a:lnTo>
                    <a:lnTo>
                      <a:pt x="1483575" y="2329357"/>
                    </a:lnTo>
                    <a:lnTo>
                      <a:pt x="1485442" y="2327491"/>
                    </a:lnTo>
                    <a:lnTo>
                      <a:pt x="1485900" y="2326373"/>
                    </a:lnTo>
                    <a:lnTo>
                      <a:pt x="1485900" y="2323744"/>
                    </a:lnTo>
                    <a:close/>
                  </a:path>
                  <a:path w="5153025" h="3103245">
                    <a:moveTo>
                      <a:pt x="1485900" y="1550314"/>
                    </a:moveTo>
                    <a:lnTo>
                      <a:pt x="1485442" y="1549196"/>
                    </a:lnTo>
                    <a:lnTo>
                      <a:pt x="1483575" y="1547329"/>
                    </a:lnTo>
                    <a:lnTo>
                      <a:pt x="1482458" y="1546860"/>
                    </a:lnTo>
                    <a:lnTo>
                      <a:pt x="1479829" y="1546860"/>
                    </a:lnTo>
                    <a:lnTo>
                      <a:pt x="1478711" y="1547329"/>
                    </a:lnTo>
                    <a:lnTo>
                      <a:pt x="1476844" y="1549196"/>
                    </a:lnTo>
                    <a:lnTo>
                      <a:pt x="1476375" y="1550314"/>
                    </a:lnTo>
                    <a:lnTo>
                      <a:pt x="1476375" y="1552943"/>
                    </a:lnTo>
                    <a:lnTo>
                      <a:pt x="1476844" y="1554060"/>
                    </a:lnTo>
                    <a:lnTo>
                      <a:pt x="1478711" y="1555927"/>
                    </a:lnTo>
                    <a:lnTo>
                      <a:pt x="1479829" y="1556385"/>
                    </a:lnTo>
                    <a:lnTo>
                      <a:pt x="1482458" y="1556385"/>
                    </a:lnTo>
                    <a:lnTo>
                      <a:pt x="1483575" y="1555927"/>
                    </a:lnTo>
                    <a:lnTo>
                      <a:pt x="1485442" y="1554060"/>
                    </a:lnTo>
                    <a:lnTo>
                      <a:pt x="1485900" y="1552943"/>
                    </a:lnTo>
                    <a:lnTo>
                      <a:pt x="1485900" y="1550314"/>
                    </a:lnTo>
                    <a:close/>
                  </a:path>
                  <a:path w="5153025" h="3103245">
                    <a:moveTo>
                      <a:pt x="1485900" y="776884"/>
                    </a:moveTo>
                    <a:lnTo>
                      <a:pt x="1485442" y="775766"/>
                    </a:lnTo>
                    <a:lnTo>
                      <a:pt x="1483575" y="773899"/>
                    </a:lnTo>
                    <a:lnTo>
                      <a:pt x="1482458" y="773430"/>
                    </a:lnTo>
                    <a:lnTo>
                      <a:pt x="1479829" y="773430"/>
                    </a:lnTo>
                    <a:lnTo>
                      <a:pt x="1478711" y="773899"/>
                    </a:lnTo>
                    <a:lnTo>
                      <a:pt x="1476844" y="775766"/>
                    </a:lnTo>
                    <a:lnTo>
                      <a:pt x="1476375" y="776884"/>
                    </a:lnTo>
                    <a:lnTo>
                      <a:pt x="1476375" y="779513"/>
                    </a:lnTo>
                    <a:lnTo>
                      <a:pt x="1476844" y="780630"/>
                    </a:lnTo>
                    <a:lnTo>
                      <a:pt x="1478711" y="782497"/>
                    </a:lnTo>
                    <a:lnTo>
                      <a:pt x="1479829" y="782955"/>
                    </a:lnTo>
                    <a:lnTo>
                      <a:pt x="1482458" y="782955"/>
                    </a:lnTo>
                    <a:lnTo>
                      <a:pt x="1483575" y="782497"/>
                    </a:lnTo>
                    <a:lnTo>
                      <a:pt x="1485442" y="780630"/>
                    </a:lnTo>
                    <a:lnTo>
                      <a:pt x="1485900" y="779513"/>
                    </a:lnTo>
                    <a:lnTo>
                      <a:pt x="1485900" y="776884"/>
                    </a:lnTo>
                    <a:close/>
                  </a:path>
                  <a:path w="5153025" h="3103245">
                    <a:moveTo>
                      <a:pt x="1485900" y="3454"/>
                    </a:moveTo>
                    <a:lnTo>
                      <a:pt x="1485442" y="2336"/>
                    </a:lnTo>
                    <a:lnTo>
                      <a:pt x="1483575" y="469"/>
                    </a:lnTo>
                    <a:lnTo>
                      <a:pt x="1482458" y="0"/>
                    </a:lnTo>
                    <a:lnTo>
                      <a:pt x="1479829" y="0"/>
                    </a:lnTo>
                    <a:lnTo>
                      <a:pt x="1478711" y="469"/>
                    </a:lnTo>
                    <a:lnTo>
                      <a:pt x="1476844" y="2336"/>
                    </a:lnTo>
                    <a:lnTo>
                      <a:pt x="1476375" y="3454"/>
                    </a:lnTo>
                    <a:lnTo>
                      <a:pt x="1476375" y="6083"/>
                    </a:lnTo>
                    <a:lnTo>
                      <a:pt x="1476844" y="7200"/>
                    </a:lnTo>
                    <a:lnTo>
                      <a:pt x="1478711" y="9067"/>
                    </a:lnTo>
                    <a:lnTo>
                      <a:pt x="1479829" y="9525"/>
                    </a:lnTo>
                    <a:lnTo>
                      <a:pt x="1482458" y="9525"/>
                    </a:lnTo>
                    <a:lnTo>
                      <a:pt x="1483575" y="9067"/>
                    </a:lnTo>
                    <a:lnTo>
                      <a:pt x="1485442" y="7200"/>
                    </a:lnTo>
                    <a:lnTo>
                      <a:pt x="1485900" y="6083"/>
                    </a:lnTo>
                    <a:lnTo>
                      <a:pt x="1485900" y="3454"/>
                    </a:lnTo>
                    <a:close/>
                  </a:path>
                  <a:path w="5153025" h="3103245">
                    <a:moveTo>
                      <a:pt x="1533525" y="3097174"/>
                    </a:moveTo>
                    <a:lnTo>
                      <a:pt x="1533067" y="3096056"/>
                    </a:lnTo>
                    <a:lnTo>
                      <a:pt x="1531200" y="3094190"/>
                    </a:lnTo>
                    <a:lnTo>
                      <a:pt x="1530083" y="3093720"/>
                    </a:lnTo>
                    <a:lnTo>
                      <a:pt x="1527454" y="3093720"/>
                    </a:lnTo>
                    <a:lnTo>
                      <a:pt x="1526336" y="3094190"/>
                    </a:lnTo>
                    <a:lnTo>
                      <a:pt x="1524469" y="3096056"/>
                    </a:lnTo>
                    <a:lnTo>
                      <a:pt x="1524000" y="3097174"/>
                    </a:lnTo>
                    <a:lnTo>
                      <a:pt x="1524000" y="3099803"/>
                    </a:lnTo>
                    <a:lnTo>
                      <a:pt x="1524469" y="3100921"/>
                    </a:lnTo>
                    <a:lnTo>
                      <a:pt x="1526336" y="3102787"/>
                    </a:lnTo>
                    <a:lnTo>
                      <a:pt x="1527454" y="3103245"/>
                    </a:lnTo>
                    <a:lnTo>
                      <a:pt x="1530083" y="3103245"/>
                    </a:lnTo>
                    <a:lnTo>
                      <a:pt x="1531200" y="3102787"/>
                    </a:lnTo>
                    <a:lnTo>
                      <a:pt x="1533067" y="3100921"/>
                    </a:lnTo>
                    <a:lnTo>
                      <a:pt x="1533525" y="3099803"/>
                    </a:lnTo>
                    <a:lnTo>
                      <a:pt x="1533525" y="3097174"/>
                    </a:lnTo>
                    <a:close/>
                  </a:path>
                  <a:path w="5153025" h="3103245">
                    <a:moveTo>
                      <a:pt x="1533525" y="2323744"/>
                    </a:moveTo>
                    <a:lnTo>
                      <a:pt x="1533067" y="2322626"/>
                    </a:lnTo>
                    <a:lnTo>
                      <a:pt x="1531200" y="2320760"/>
                    </a:lnTo>
                    <a:lnTo>
                      <a:pt x="1530083" y="2320290"/>
                    </a:lnTo>
                    <a:lnTo>
                      <a:pt x="1527454" y="2320290"/>
                    </a:lnTo>
                    <a:lnTo>
                      <a:pt x="1526336" y="2320760"/>
                    </a:lnTo>
                    <a:lnTo>
                      <a:pt x="1524469" y="2322626"/>
                    </a:lnTo>
                    <a:lnTo>
                      <a:pt x="1524000" y="2323744"/>
                    </a:lnTo>
                    <a:lnTo>
                      <a:pt x="1524000" y="2326373"/>
                    </a:lnTo>
                    <a:lnTo>
                      <a:pt x="1524469" y="2327491"/>
                    </a:lnTo>
                    <a:lnTo>
                      <a:pt x="1526336" y="2329357"/>
                    </a:lnTo>
                    <a:lnTo>
                      <a:pt x="1527454" y="2329815"/>
                    </a:lnTo>
                    <a:lnTo>
                      <a:pt x="1530083" y="2329815"/>
                    </a:lnTo>
                    <a:lnTo>
                      <a:pt x="1531200" y="2329357"/>
                    </a:lnTo>
                    <a:lnTo>
                      <a:pt x="1533067" y="2327491"/>
                    </a:lnTo>
                    <a:lnTo>
                      <a:pt x="1533525" y="2326373"/>
                    </a:lnTo>
                    <a:lnTo>
                      <a:pt x="1533525" y="2323744"/>
                    </a:lnTo>
                    <a:close/>
                  </a:path>
                  <a:path w="5153025" h="3103245">
                    <a:moveTo>
                      <a:pt x="1533525" y="1550314"/>
                    </a:moveTo>
                    <a:lnTo>
                      <a:pt x="1533067" y="1549196"/>
                    </a:lnTo>
                    <a:lnTo>
                      <a:pt x="1531200" y="1547329"/>
                    </a:lnTo>
                    <a:lnTo>
                      <a:pt x="1530083" y="1546860"/>
                    </a:lnTo>
                    <a:lnTo>
                      <a:pt x="1527454" y="1546860"/>
                    </a:lnTo>
                    <a:lnTo>
                      <a:pt x="1526336" y="1547329"/>
                    </a:lnTo>
                    <a:lnTo>
                      <a:pt x="1524469" y="1549196"/>
                    </a:lnTo>
                    <a:lnTo>
                      <a:pt x="1524000" y="1550314"/>
                    </a:lnTo>
                    <a:lnTo>
                      <a:pt x="1524000" y="1552943"/>
                    </a:lnTo>
                    <a:lnTo>
                      <a:pt x="1524469" y="1554060"/>
                    </a:lnTo>
                    <a:lnTo>
                      <a:pt x="1526336" y="1555927"/>
                    </a:lnTo>
                    <a:lnTo>
                      <a:pt x="1527454" y="1556385"/>
                    </a:lnTo>
                    <a:lnTo>
                      <a:pt x="1530083" y="1556385"/>
                    </a:lnTo>
                    <a:lnTo>
                      <a:pt x="1531200" y="1555927"/>
                    </a:lnTo>
                    <a:lnTo>
                      <a:pt x="1533067" y="1554060"/>
                    </a:lnTo>
                    <a:lnTo>
                      <a:pt x="1533525" y="1552943"/>
                    </a:lnTo>
                    <a:lnTo>
                      <a:pt x="1533525" y="1550314"/>
                    </a:lnTo>
                    <a:close/>
                  </a:path>
                  <a:path w="5153025" h="3103245">
                    <a:moveTo>
                      <a:pt x="1533525" y="776884"/>
                    </a:moveTo>
                    <a:lnTo>
                      <a:pt x="1533067" y="775766"/>
                    </a:lnTo>
                    <a:lnTo>
                      <a:pt x="1531200" y="773899"/>
                    </a:lnTo>
                    <a:lnTo>
                      <a:pt x="1530083" y="773430"/>
                    </a:lnTo>
                    <a:lnTo>
                      <a:pt x="1527454" y="773430"/>
                    </a:lnTo>
                    <a:lnTo>
                      <a:pt x="1526336" y="773899"/>
                    </a:lnTo>
                    <a:lnTo>
                      <a:pt x="1524469" y="775766"/>
                    </a:lnTo>
                    <a:lnTo>
                      <a:pt x="1524000" y="776884"/>
                    </a:lnTo>
                    <a:lnTo>
                      <a:pt x="1524000" y="779513"/>
                    </a:lnTo>
                    <a:lnTo>
                      <a:pt x="1524469" y="780630"/>
                    </a:lnTo>
                    <a:lnTo>
                      <a:pt x="1526336" y="782497"/>
                    </a:lnTo>
                    <a:lnTo>
                      <a:pt x="1527454" y="782955"/>
                    </a:lnTo>
                    <a:lnTo>
                      <a:pt x="1530083" y="782955"/>
                    </a:lnTo>
                    <a:lnTo>
                      <a:pt x="1531200" y="782497"/>
                    </a:lnTo>
                    <a:lnTo>
                      <a:pt x="1533067" y="780630"/>
                    </a:lnTo>
                    <a:lnTo>
                      <a:pt x="1533525" y="779513"/>
                    </a:lnTo>
                    <a:lnTo>
                      <a:pt x="1533525" y="776884"/>
                    </a:lnTo>
                    <a:close/>
                  </a:path>
                  <a:path w="5153025" h="3103245">
                    <a:moveTo>
                      <a:pt x="1533525" y="3454"/>
                    </a:moveTo>
                    <a:lnTo>
                      <a:pt x="1533067" y="2336"/>
                    </a:lnTo>
                    <a:lnTo>
                      <a:pt x="1531200" y="469"/>
                    </a:lnTo>
                    <a:lnTo>
                      <a:pt x="1530083" y="0"/>
                    </a:lnTo>
                    <a:lnTo>
                      <a:pt x="1527454" y="0"/>
                    </a:lnTo>
                    <a:lnTo>
                      <a:pt x="1526336" y="469"/>
                    </a:lnTo>
                    <a:lnTo>
                      <a:pt x="1524469" y="2336"/>
                    </a:lnTo>
                    <a:lnTo>
                      <a:pt x="1524000" y="3454"/>
                    </a:lnTo>
                    <a:lnTo>
                      <a:pt x="1524000" y="6083"/>
                    </a:lnTo>
                    <a:lnTo>
                      <a:pt x="1524469" y="7200"/>
                    </a:lnTo>
                    <a:lnTo>
                      <a:pt x="1526336" y="9067"/>
                    </a:lnTo>
                    <a:lnTo>
                      <a:pt x="1527454" y="9525"/>
                    </a:lnTo>
                    <a:lnTo>
                      <a:pt x="1530083" y="9525"/>
                    </a:lnTo>
                    <a:lnTo>
                      <a:pt x="1531200" y="9067"/>
                    </a:lnTo>
                    <a:lnTo>
                      <a:pt x="1533067" y="7200"/>
                    </a:lnTo>
                    <a:lnTo>
                      <a:pt x="1533525" y="6083"/>
                    </a:lnTo>
                    <a:lnTo>
                      <a:pt x="1533525" y="3454"/>
                    </a:lnTo>
                    <a:close/>
                  </a:path>
                  <a:path w="5153025" h="3103245">
                    <a:moveTo>
                      <a:pt x="1581150" y="3097174"/>
                    </a:moveTo>
                    <a:lnTo>
                      <a:pt x="1580692" y="3096056"/>
                    </a:lnTo>
                    <a:lnTo>
                      <a:pt x="1578825" y="3094190"/>
                    </a:lnTo>
                    <a:lnTo>
                      <a:pt x="1577708" y="3093720"/>
                    </a:lnTo>
                    <a:lnTo>
                      <a:pt x="1575079" y="3093720"/>
                    </a:lnTo>
                    <a:lnTo>
                      <a:pt x="1573961" y="3094190"/>
                    </a:lnTo>
                    <a:lnTo>
                      <a:pt x="1572094" y="3096056"/>
                    </a:lnTo>
                    <a:lnTo>
                      <a:pt x="1571625" y="3097174"/>
                    </a:lnTo>
                    <a:lnTo>
                      <a:pt x="1571625" y="3099803"/>
                    </a:lnTo>
                    <a:lnTo>
                      <a:pt x="1572094" y="3100921"/>
                    </a:lnTo>
                    <a:lnTo>
                      <a:pt x="1573961" y="3102787"/>
                    </a:lnTo>
                    <a:lnTo>
                      <a:pt x="1575079" y="3103245"/>
                    </a:lnTo>
                    <a:lnTo>
                      <a:pt x="1577708" y="3103245"/>
                    </a:lnTo>
                    <a:lnTo>
                      <a:pt x="1578825" y="3102787"/>
                    </a:lnTo>
                    <a:lnTo>
                      <a:pt x="1580692" y="3100921"/>
                    </a:lnTo>
                    <a:lnTo>
                      <a:pt x="1581150" y="3099803"/>
                    </a:lnTo>
                    <a:lnTo>
                      <a:pt x="1581150" y="3097174"/>
                    </a:lnTo>
                    <a:close/>
                  </a:path>
                  <a:path w="5153025" h="3103245">
                    <a:moveTo>
                      <a:pt x="1581150" y="2323744"/>
                    </a:moveTo>
                    <a:lnTo>
                      <a:pt x="1580692" y="2322626"/>
                    </a:lnTo>
                    <a:lnTo>
                      <a:pt x="1578825" y="2320760"/>
                    </a:lnTo>
                    <a:lnTo>
                      <a:pt x="1577708" y="2320290"/>
                    </a:lnTo>
                    <a:lnTo>
                      <a:pt x="1575079" y="2320290"/>
                    </a:lnTo>
                    <a:lnTo>
                      <a:pt x="1573961" y="2320760"/>
                    </a:lnTo>
                    <a:lnTo>
                      <a:pt x="1572094" y="2322626"/>
                    </a:lnTo>
                    <a:lnTo>
                      <a:pt x="1571625" y="2323744"/>
                    </a:lnTo>
                    <a:lnTo>
                      <a:pt x="1571625" y="2326373"/>
                    </a:lnTo>
                    <a:lnTo>
                      <a:pt x="1572094" y="2327491"/>
                    </a:lnTo>
                    <a:lnTo>
                      <a:pt x="1573961" y="2329357"/>
                    </a:lnTo>
                    <a:lnTo>
                      <a:pt x="1575079" y="2329815"/>
                    </a:lnTo>
                    <a:lnTo>
                      <a:pt x="1577708" y="2329815"/>
                    </a:lnTo>
                    <a:lnTo>
                      <a:pt x="1578825" y="2329357"/>
                    </a:lnTo>
                    <a:lnTo>
                      <a:pt x="1580692" y="2327491"/>
                    </a:lnTo>
                    <a:lnTo>
                      <a:pt x="1581150" y="2326373"/>
                    </a:lnTo>
                    <a:lnTo>
                      <a:pt x="1581150" y="2323744"/>
                    </a:lnTo>
                    <a:close/>
                  </a:path>
                  <a:path w="5153025" h="3103245">
                    <a:moveTo>
                      <a:pt x="1581150" y="1550314"/>
                    </a:moveTo>
                    <a:lnTo>
                      <a:pt x="1580692" y="1549196"/>
                    </a:lnTo>
                    <a:lnTo>
                      <a:pt x="1578825" y="1547329"/>
                    </a:lnTo>
                    <a:lnTo>
                      <a:pt x="1577708" y="1546860"/>
                    </a:lnTo>
                    <a:lnTo>
                      <a:pt x="1575079" y="1546860"/>
                    </a:lnTo>
                    <a:lnTo>
                      <a:pt x="1573961" y="1547329"/>
                    </a:lnTo>
                    <a:lnTo>
                      <a:pt x="1572094" y="1549196"/>
                    </a:lnTo>
                    <a:lnTo>
                      <a:pt x="1571625" y="1550314"/>
                    </a:lnTo>
                    <a:lnTo>
                      <a:pt x="1571625" y="1552943"/>
                    </a:lnTo>
                    <a:lnTo>
                      <a:pt x="1572094" y="1554060"/>
                    </a:lnTo>
                    <a:lnTo>
                      <a:pt x="1573961" y="1555927"/>
                    </a:lnTo>
                    <a:lnTo>
                      <a:pt x="1575079" y="1556385"/>
                    </a:lnTo>
                    <a:lnTo>
                      <a:pt x="1577708" y="1556385"/>
                    </a:lnTo>
                    <a:lnTo>
                      <a:pt x="1578825" y="1555927"/>
                    </a:lnTo>
                    <a:lnTo>
                      <a:pt x="1580692" y="1554060"/>
                    </a:lnTo>
                    <a:lnTo>
                      <a:pt x="1581150" y="1552943"/>
                    </a:lnTo>
                    <a:lnTo>
                      <a:pt x="1581150" y="1550314"/>
                    </a:lnTo>
                    <a:close/>
                  </a:path>
                  <a:path w="5153025" h="3103245">
                    <a:moveTo>
                      <a:pt x="1581150" y="776884"/>
                    </a:moveTo>
                    <a:lnTo>
                      <a:pt x="1580692" y="775766"/>
                    </a:lnTo>
                    <a:lnTo>
                      <a:pt x="1578825" y="773899"/>
                    </a:lnTo>
                    <a:lnTo>
                      <a:pt x="1577708" y="773430"/>
                    </a:lnTo>
                    <a:lnTo>
                      <a:pt x="1575079" y="773430"/>
                    </a:lnTo>
                    <a:lnTo>
                      <a:pt x="1573961" y="773899"/>
                    </a:lnTo>
                    <a:lnTo>
                      <a:pt x="1572094" y="775766"/>
                    </a:lnTo>
                    <a:lnTo>
                      <a:pt x="1571625" y="776884"/>
                    </a:lnTo>
                    <a:lnTo>
                      <a:pt x="1571625" y="779513"/>
                    </a:lnTo>
                    <a:lnTo>
                      <a:pt x="1572094" y="780630"/>
                    </a:lnTo>
                    <a:lnTo>
                      <a:pt x="1573961" y="782497"/>
                    </a:lnTo>
                    <a:lnTo>
                      <a:pt x="1575079" y="782955"/>
                    </a:lnTo>
                    <a:lnTo>
                      <a:pt x="1577708" y="782955"/>
                    </a:lnTo>
                    <a:lnTo>
                      <a:pt x="1578825" y="782497"/>
                    </a:lnTo>
                    <a:lnTo>
                      <a:pt x="1580692" y="780630"/>
                    </a:lnTo>
                    <a:lnTo>
                      <a:pt x="1581150" y="779513"/>
                    </a:lnTo>
                    <a:lnTo>
                      <a:pt x="1581150" y="776884"/>
                    </a:lnTo>
                    <a:close/>
                  </a:path>
                  <a:path w="5153025" h="3103245">
                    <a:moveTo>
                      <a:pt x="1581150" y="3454"/>
                    </a:moveTo>
                    <a:lnTo>
                      <a:pt x="1580692" y="2336"/>
                    </a:lnTo>
                    <a:lnTo>
                      <a:pt x="1578825" y="469"/>
                    </a:lnTo>
                    <a:lnTo>
                      <a:pt x="1577708" y="0"/>
                    </a:lnTo>
                    <a:lnTo>
                      <a:pt x="1575079" y="0"/>
                    </a:lnTo>
                    <a:lnTo>
                      <a:pt x="1573961" y="469"/>
                    </a:lnTo>
                    <a:lnTo>
                      <a:pt x="1572094" y="2336"/>
                    </a:lnTo>
                    <a:lnTo>
                      <a:pt x="1571625" y="3454"/>
                    </a:lnTo>
                    <a:lnTo>
                      <a:pt x="1571625" y="6083"/>
                    </a:lnTo>
                    <a:lnTo>
                      <a:pt x="1572094" y="7200"/>
                    </a:lnTo>
                    <a:lnTo>
                      <a:pt x="1573961" y="9067"/>
                    </a:lnTo>
                    <a:lnTo>
                      <a:pt x="1575079" y="9525"/>
                    </a:lnTo>
                    <a:lnTo>
                      <a:pt x="1577708" y="9525"/>
                    </a:lnTo>
                    <a:lnTo>
                      <a:pt x="1578825" y="9067"/>
                    </a:lnTo>
                    <a:lnTo>
                      <a:pt x="1580692" y="7200"/>
                    </a:lnTo>
                    <a:lnTo>
                      <a:pt x="1581150" y="6083"/>
                    </a:lnTo>
                    <a:lnTo>
                      <a:pt x="1581150" y="3454"/>
                    </a:lnTo>
                    <a:close/>
                  </a:path>
                  <a:path w="5153025" h="3103245">
                    <a:moveTo>
                      <a:pt x="1628775" y="3097174"/>
                    </a:moveTo>
                    <a:lnTo>
                      <a:pt x="1628317" y="3096056"/>
                    </a:lnTo>
                    <a:lnTo>
                      <a:pt x="1626450" y="3094190"/>
                    </a:lnTo>
                    <a:lnTo>
                      <a:pt x="1625333" y="3093720"/>
                    </a:lnTo>
                    <a:lnTo>
                      <a:pt x="1622704" y="3093720"/>
                    </a:lnTo>
                    <a:lnTo>
                      <a:pt x="1621586" y="3094190"/>
                    </a:lnTo>
                    <a:lnTo>
                      <a:pt x="1619719" y="3096056"/>
                    </a:lnTo>
                    <a:lnTo>
                      <a:pt x="1619250" y="3097174"/>
                    </a:lnTo>
                    <a:lnTo>
                      <a:pt x="1619250" y="3099803"/>
                    </a:lnTo>
                    <a:lnTo>
                      <a:pt x="1619719" y="3100921"/>
                    </a:lnTo>
                    <a:lnTo>
                      <a:pt x="1621586" y="3102787"/>
                    </a:lnTo>
                    <a:lnTo>
                      <a:pt x="1622704" y="3103245"/>
                    </a:lnTo>
                    <a:lnTo>
                      <a:pt x="1625333" y="3103245"/>
                    </a:lnTo>
                    <a:lnTo>
                      <a:pt x="1626450" y="3102787"/>
                    </a:lnTo>
                    <a:lnTo>
                      <a:pt x="1628317" y="3100921"/>
                    </a:lnTo>
                    <a:lnTo>
                      <a:pt x="1628775" y="3099803"/>
                    </a:lnTo>
                    <a:lnTo>
                      <a:pt x="1628775" y="3097174"/>
                    </a:lnTo>
                    <a:close/>
                  </a:path>
                  <a:path w="5153025" h="3103245">
                    <a:moveTo>
                      <a:pt x="1628775" y="2323744"/>
                    </a:moveTo>
                    <a:lnTo>
                      <a:pt x="1628317" y="2322626"/>
                    </a:lnTo>
                    <a:lnTo>
                      <a:pt x="1626450" y="2320760"/>
                    </a:lnTo>
                    <a:lnTo>
                      <a:pt x="1625333" y="2320290"/>
                    </a:lnTo>
                    <a:lnTo>
                      <a:pt x="1622704" y="2320290"/>
                    </a:lnTo>
                    <a:lnTo>
                      <a:pt x="1621586" y="2320760"/>
                    </a:lnTo>
                    <a:lnTo>
                      <a:pt x="1619719" y="2322626"/>
                    </a:lnTo>
                    <a:lnTo>
                      <a:pt x="1619250" y="2323744"/>
                    </a:lnTo>
                    <a:lnTo>
                      <a:pt x="1619250" y="2326373"/>
                    </a:lnTo>
                    <a:lnTo>
                      <a:pt x="1619719" y="2327491"/>
                    </a:lnTo>
                    <a:lnTo>
                      <a:pt x="1621586" y="2329357"/>
                    </a:lnTo>
                    <a:lnTo>
                      <a:pt x="1622704" y="2329815"/>
                    </a:lnTo>
                    <a:lnTo>
                      <a:pt x="1625333" y="2329815"/>
                    </a:lnTo>
                    <a:lnTo>
                      <a:pt x="1626450" y="2329357"/>
                    </a:lnTo>
                    <a:lnTo>
                      <a:pt x="1628317" y="2327491"/>
                    </a:lnTo>
                    <a:lnTo>
                      <a:pt x="1628775" y="2326373"/>
                    </a:lnTo>
                    <a:lnTo>
                      <a:pt x="1628775" y="2323744"/>
                    </a:lnTo>
                    <a:close/>
                  </a:path>
                  <a:path w="5153025" h="3103245">
                    <a:moveTo>
                      <a:pt x="1628775" y="1550314"/>
                    </a:moveTo>
                    <a:lnTo>
                      <a:pt x="1628317" y="1549196"/>
                    </a:lnTo>
                    <a:lnTo>
                      <a:pt x="1626450" y="1547329"/>
                    </a:lnTo>
                    <a:lnTo>
                      <a:pt x="1625333" y="1546860"/>
                    </a:lnTo>
                    <a:lnTo>
                      <a:pt x="1622704" y="1546860"/>
                    </a:lnTo>
                    <a:lnTo>
                      <a:pt x="1621586" y="1547329"/>
                    </a:lnTo>
                    <a:lnTo>
                      <a:pt x="1619719" y="1549196"/>
                    </a:lnTo>
                    <a:lnTo>
                      <a:pt x="1619250" y="1550314"/>
                    </a:lnTo>
                    <a:lnTo>
                      <a:pt x="1619250" y="1552943"/>
                    </a:lnTo>
                    <a:lnTo>
                      <a:pt x="1619719" y="1554060"/>
                    </a:lnTo>
                    <a:lnTo>
                      <a:pt x="1621586" y="1555927"/>
                    </a:lnTo>
                    <a:lnTo>
                      <a:pt x="1622704" y="1556385"/>
                    </a:lnTo>
                    <a:lnTo>
                      <a:pt x="1625333" y="1556385"/>
                    </a:lnTo>
                    <a:lnTo>
                      <a:pt x="1626450" y="1555927"/>
                    </a:lnTo>
                    <a:lnTo>
                      <a:pt x="1628317" y="1554060"/>
                    </a:lnTo>
                    <a:lnTo>
                      <a:pt x="1628775" y="1552943"/>
                    </a:lnTo>
                    <a:lnTo>
                      <a:pt x="1628775" y="1550314"/>
                    </a:lnTo>
                    <a:close/>
                  </a:path>
                  <a:path w="5153025" h="3103245">
                    <a:moveTo>
                      <a:pt x="1628775" y="776884"/>
                    </a:moveTo>
                    <a:lnTo>
                      <a:pt x="1628317" y="775766"/>
                    </a:lnTo>
                    <a:lnTo>
                      <a:pt x="1626450" y="773899"/>
                    </a:lnTo>
                    <a:lnTo>
                      <a:pt x="1625333" y="773430"/>
                    </a:lnTo>
                    <a:lnTo>
                      <a:pt x="1622704" y="773430"/>
                    </a:lnTo>
                    <a:lnTo>
                      <a:pt x="1621586" y="773899"/>
                    </a:lnTo>
                    <a:lnTo>
                      <a:pt x="1619719" y="775766"/>
                    </a:lnTo>
                    <a:lnTo>
                      <a:pt x="1619250" y="776884"/>
                    </a:lnTo>
                    <a:lnTo>
                      <a:pt x="1619250" y="779513"/>
                    </a:lnTo>
                    <a:lnTo>
                      <a:pt x="1619719" y="780630"/>
                    </a:lnTo>
                    <a:lnTo>
                      <a:pt x="1621586" y="782497"/>
                    </a:lnTo>
                    <a:lnTo>
                      <a:pt x="1622704" y="782955"/>
                    </a:lnTo>
                    <a:lnTo>
                      <a:pt x="1625333" y="782955"/>
                    </a:lnTo>
                    <a:lnTo>
                      <a:pt x="1626450" y="782497"/>
                    </a:lnTo>
                    <a:lnTo>
                      <a:pt x="1628317" y="780630"/>
                    </a:lnTo>
                    <a:lnTo>
                      <a:pt x="1628775" y="779513"/>
                    </a:lnTo>
                    <a:lnTo>
                      <a:pt x="1628775" y="776884"/>
                    </a:lnTo>
                    <a:close/>
                  </a:path>
                  <a:path w="5153025" h="3103245">
                    <a:moveTo>
                      <a:pt x="1628775" y="3454"/>
                    </a:moveTo>
                    <a:lnTo>
                      <a:pt x="1628317" y="2336"/>
                    </a:lnTo>
                    <a:lnTo>
                      <a:pt x="1626450" y="469"/>
                    </a:lnTo>
                    <a:lnTo>
                      <a:pt x="1625333" y="0"/>
                    </a:lnTo>
                    <a:lnTo>
                      <a:pt x="1622704" y="0"/>
                    </a:lnTo>
                    <a:lnTo>
                      <a:pt x="1621586" y="469"/>
                    </a:lnTo>
                    <a:lnTo>
                      <a:pt x="1619719" y="2336"/>
                    </a:lnTo>
                    <a:lnTo>
                      <a:pt x="1619250" y="3454"/>
                    </a:lnTo>
                    <a:lnTo>
                      <a:pt x="1619250" y="6083"/>
                    </a:lnTo>
                    <a:lnTo>
                      <a:pt x="1619719" y="7200"/>
                    </a:lnTo>
                    <a:lnTo>
                      <a:pt x="1621586" y="9067"/>
                    </a:lnTo>
                    <a:lnTo>
                      <a:pt x="1622704" y="9525"/>
                    </a:lnTo>
                    <a:lnTo>
                      <a:pt x="1625333" y="9525"/>
                    </a:lnTo>
                    <a:lnTo>
                      <a:pt x="1626450" y="9067"/>
                    </a:lnTo>
                    <a:lnTo>
                      <a:pt x="1628317" y="7200"/>
                    </a:lnTo>
                    <a:lnTo>
                      <a:pt x="1628775" y="6083"/>
                    </a:lnTo>
                    <a:lnTo>
                      <a:pt x="1628775" y="3454"/>
                    </a:lnTo>
                    <a:close/>
                  </a:path>
                  <a:path w="5153025" h="3103245">
                    <a:moveTo>
                      <a:pt x="1676400" y="3097174"/>
                    </a:moveTo>
                    <a:lnTo>
                      <a:pt x="1675942" y="3096056"/>
                    </a:lnTo>
                    <a:lnTo>
                      <a:pt x="1674075" y="3094190"/>
                    </a:lnTo>
                    <a:lnTo>
                      <a:pt x="1672958" y="3093720"/>
                    </a:lnTo>
                    <a:lnTo>
                      <a:pt x="1670329" y="3093720"/>
                    </a:lnTo>
                    <a:lnTo>
                      <a:pt x="1669211" y="3094190"/>
                    </a:lnTo>
                    <a:lnTo>
                      <a:pt x="1667344" y="3096056"/>
                    </a:lnTo>
                    <a:lnTo>
                      <a:pt x="1666875" y="3097174"/>
                    </a:lnTo>
                    <a:lnTo>
                      <a:pt x="1666875" y="3099803"/>
                    </a:lnTo>
                    <a:lnTo>
                      <a:pt x="1667344" y="3100921"/>
                    </a:lnTo>
                    <a:lnTo>
                      <a:pt x="1669211" y="3102787"/>
                    </a:lnTo>
                    <a:lnTo>
                      <a:pt x="1670329" y="3103245"/>
                    </a:lnTo>
                    <a:lnTo>
                      <a:pt x="1672958" y="3103245"/>
                    </a:lnTo>
                    <a:lnTo>
                      <a:pt x="1674075" y="3102787"/>
                    </a:lnTo>
                    <a:lnTo>
                      <a:pt x="1675942" y="3100921"/>
                    </a:lnTo>
                    <a:lnTo>
                      <a:pt x="1676400" y="3099803"/>
                    </a:lnTo>
                    <a:lnTo>
                      <a:pt x="1676400" y="3097174"/>
                    </a:lnTo>
                    <a:close/>
                  </a:path>
                  <a:path w="5153025" h="3103245">
                    <a:moveTo>
                      <a:pt x="1676400" y="2323744"/>
                    </a:moveTo>
                    <a:lnTo>
                      <a:pt x="1675942" y="2322626"/>
                    </a:lnTo>
                    <a:lnTo>
                      <a:pt x="1674075" y="2320760"/>
                    </a:lnTo>
                    <a:lnTo>
                      <a:pt x="1672958" y="2320290"/>
                    </a:lnTo>
                    <a:lnTo>
                      <a:pt x="1670329" y="2320290"/>
                    </a:lnTo>
                    <a:lnTo>
                      <a:pt x="1669211" y="2320760"/>
                    </a:lnTo>
                    <a:lnTo>
                      <a:pt x="1667344" y="2322626"/>
                    </a:lnTo>
                    <a:lnTo>
                      <a:pt x="1666875" y="2323744"/>
                    </a:lnTo>
                    <a:lnTo>
                      <a:pt x="1666875" y="2326373"/>
                    </a:lnTo>
                    <a:lnTo>
                      <a:pt x="1667344" y="2327491"/>
                    </a:lnTo>
                    <a:lnTo>
                      <a:pt x="1669211" y="2329357"/>
                    </a:lnTo>
                    <a:lnTo>
                      <a:pt x="1670329" y="2329815"/>
                    </a:lnTo>
                    <a:lnTo>
                      <a:pt x="1672958" y="2329815"/>
                    </a:lnTo>
                    <a:lnTo>
                      <a:pt x="1674075" y="2329357"/>
                    </a:lnTo>
                    <a:lnTo>
                      <a:pt x="1675942" y="2327491"/>
                    </a:lnTo>
                    <a:lnTo>
                      <a:pt x="1676400" y="2326373"/>
                    </a:lnTo>
                    <a:lnTo>
                      <a:pt x="1676400" y="2323744"/>
                    </a:lnTo>
                    <a:close/>
                  </a:path>
                  <a:path w="5153025" h="3103245">
                    <a:moveTo>
                      <a:pt x="1676400" y="1550314"/>
                    </a:moveTo>
                    <a:lnTo>
                      <a:pt x="1675942" y="1549196"/>
                    </a:lnTo>
                    <a:lnTo>
                      <a:pt x="1674075" y="1547329"/>
                    </a:lnTo>
                    <a:lnTo>
                      <a:pt x="1672958" y="1546860"/>
                    </a:lnTo>
                    <a:lnTo>
                      <a:pt x="1670329" y="1546860"/>
                    </a:lnTo>
                    <a:lnTo>
                      <a:pt x="1669211" y="1547329"/>
                    </a:lnTo>
                    <a:lnTo>
                      <a:pt x="1667344" y="1549196"/>
                    </a:lnTo>
                    <a:lnTo>
                      <a:pt x="1666875" y="1550314"/>
                    </a:lnTo>
                    <a:lnTo>
                      <a:pt x="1666875" y="1552943"/>
                    </a:lnTo>
                    <a:lnTo>
                      <a:pt x="1667344" y="1554060"/>
                    </a:lnTo>
                    <a:lnTo>
                      <a:pt x="1669211" y="1555927"/>
                    </a:lnTo>
                    <a:lnTo>
                      <a:pt x="1670329" y="1556385"/>
                    </a:lnTo>
                    <a:lnTo>
                      <a:pt x="1672958" y="1556385"/>
                    </a:lnTo>
                    <a:lnTo>
                      <a:pt x="1674075" y="1555927"/>
                    </a:lnTo>
                    <a:lnTo>
                      <a:pt x="1675942" y="1554060"/>
                    </a:lnTo>
                    <a:lnTo>
                      <a:pt x="1676400" y="1552943"/>
                    </a:lnTo>
                    <a:lnTo>
                      <a:pt x="1676400" y="1550314"/>
                    </a:lnTo>
                    <a:close/>
                  </a:path>
                  <a:path w="5153025" h="3103245">
                    <a:moveTo>
                      <a:pt x="1676400" y="776884"/>
                    </a:moveTo>
                    <a:lnTo>
                      <a:pt x="1675942" y="775766"/>
                    </a:lnTo>
                    <a:lnTo>
                      <a:pt x="1674075" y="773899"/>
                    </a:lnTo>
                    <a:lnTo>
                      <a:pt x="1672958" y="773430"/>
                    </a:lnTo>
                    <a:lnTo>
                      <a:pt x="1670329" y="773430"/>
                    </a:lnTo>
                    <a:lnTo>
                      <a:pt x="1669211" y="773899"/>
                    </a:lnTo>
                    <a:lnTo>
                      <a:pt x="1667344" y="775766"/>
                    </a:lnTo>
                    <a:lnTo>
                      <a:pt x="1666875" y="776884"/>
                    </a:lnTo>
                    <a:lnTo>
                      <a:pt x="1666875" y="779513"/>
                    </a:lnTo>
                    <a:lnTo>
                      <a:pt x="1667344" y="780630"/>
                    </a:lnTo>
                    <a:lnTo>
                      <a:pt x="1669211" y="782497"/>
                    </a:lnTo>
                    <a:lnTo>
                      <a:pt x="1670329" y="782955"/>
                    </a:lnTo>
                    <a:lnTo>
                      <a:pt x="1672958" y="782955"/>
                    </a:lnTo>
                    <a:lnTo>
                      <a:pt x="1674075" y="782497"/>
                    </a:lnTo>
                    <a:lnTo>
                      <a:pt x="1675942" y="780630"/>
                    </a:lnTo>
                    <a:lnTo>
                      <a:pt x="1676400" y="779513"/>
                    </a:lnTo>
                    <a:lnTo>
                      <a:pt x="1676400" y="776884"/>
                    </a:lnTo>
                    <a:close/>
                  </a:path>
                  <a:path w="5153025" h="3103245">
                    <a:moveTo>
                      <a:pt x="1676400" y="3454"/>
                    </a:moveTo>
                    <a:lnTo>
                      <a:pt x="1675942" y="2336"/>
                    </a:lnTo>
                    <a:lnTo>
                      <a:pt x="1674075" y="469"/>
                    </a:lnTo>
                    <a:lnTo>
                      <a:pt x="1672958" y="0"/>
                    </a:lnTo>
                    <a:lnTo>
                      <a:pt x="1670329" y="0"/>
                    </a:lnTo>
                    <a:lnTo>
                      <a:pt x="1669211" y="469"/>
                    </a:lnTo>
                    <a:lnTo>
                      <a:pt x="1667344" y="2336"/>
                    </a:lnTo>
                    <a:lnTo>
                      <a:pt x="1666875" y="3454"/>
                    </a:lnTo>
                    <a:lnTo>
                      <a:pt x="1666875" y="6083"/>
                    </a:lnTo>
                    <a:lnTo>
                      <a:pt x="1667344" y="7200"/>
                    </a:lnTo>
                    <a:lnTo>
                      <a:pt x="1669211" y="9067"/>
                    </a:lnTo>
                    <a:lnTo>
                      <a:pt x="1670329" y="9525"/>
                    </a:lnTo>
                    <a:lnTo>
                      <a:pt x="1672958" y="9525"/>
                    </a:lnTo>
                    <a:lnTo>
                      <a:pt x="1674075" y="9067"/>
                    </a:lnTo>
                    <a:lnTo>
                      <a:pt x="1675942" y="7200"/>
                    </a:lnTo>
                    <a:lnTo>
                      <a:pt x="1676400" y="6083"/>
                    </a:lnTo>
                    <a:lnTo>
                      <a:pt x="1676400" y="3454"/>
                    </a:lnTo>
                    <a:close/>
                  </a:path>
                  <a:path w="5153025" h="3103245">
                    <a:moveTo>
                      <a:pt x="1724025" y="3097174"/>
                    </a:moveTo>
                    <a:lnTo>
                      <a:pt x="1723567" y="3096056"/>
                    </a:lnTo>
                    <a:lnTo>
                      <a:pt x="1721700" y="3094190"/>
                    </a:lnTo>
                    <a:lnTo>
                      <a:pt x="1720583" y="3093720"/>
                    </a:lnTo>
                    <a:lnTo>
                      <a:pt x="1717954" y="3093720"/>
                    </a:lnTo>
                    <a:lnTo>
                      <a:pt x="1716836" y="3094190"/>
                    </a:lnTo>
                    <a:lnTo>
                      <a:pt x="1714969" y="3096056"/>
                    </a:lnTo>
                    <a:lnTo>
                      <a:pt x="1714500" y="3097174"/>
                    </a:lnTo>
                    <a:lnTo>
                      <a:pt x="1714500" y="3099803"/>
                    </a:lnTo>
                    <a:lnTo>
                      <a:pt x="1714969" y="3100921"/>
                    </a:lnTo>
                    <a:lnTo>
                      <a:pt x="1716836" y="3102787"/>
                    </a:lnTo>
                    <a:lnTo>
                      <a:pt x="1717954" y="3103245"/>
                    </a:lnTo>
                    <a:lnTo>
                      <a:pt x="1720583" y="3103245"/>
                    </a:lnTo>
                    <a:lnTo>
                      <a:pt x="1721700" y="3102787"/>
                    </a:lnTo>
                    <a:lnTo>
                      <a:pt x="1723567" y="3100921"/>
                    </a:lnTo>
                    <a:lnTo>
                      <a:pt x="1724025" y="3099803"/>
                    </a:lnTo>
                    <a:lnTo>
                      <a:pt x="1724025" y="3097174"/>
                    </a:lnTo>
                    <a:close/>
                  </a:path>
                  <a:path w="5153025" h="3103245">
                    <a:moveTo>
                      <a:pt x="1724025" y="2323744"/>
                    </a:moveTo>
                    <a:lnTo>
                      <a:pt x="1723567" y="2322626"/>
                    </a:lnTo>
                    <a:lnTo>
                      <a:pt x="1721700" y="2320760"/>
                    </a:lnTo>
                    <a:lnTo>
                      <a:pt x="1720583" y="2320290"/>
                    </a:lnTo>
                    <a:lnTo>
                      <a:pt x="1717954" y="2320290"/>
                    </a:lnTo>
                    <a:lnTo>
                      <a:pt x="1716836" y="2320760"/>
                    </a:lnTo>
                    <a:lnTo>
                      <a:pt x="1714969" y="2322626"/>
                    </a:lnTo>
                    <a:lnTo>
                      <a:pt x="1714500" y="2323744"/>
                    </a:lnTo>
                    <a:lnTo>
                      <a:pt x="1714500" y="2326373"/>
                    </a:lnTo>
                    <a:lnTo>
                      <a:pt x="1714969" y="2327491"/>
                    </a:lnTo>
                    <a:lnTo>
                      <a:pt x="1716836" y="2329357"/>
                    </a:lnTo>
                    <a:lnTo>
                      <a:pt x="1717954" y="2329815"/>
                    </a:lnTo>
                    <a:lnTo>
                      <a:pt x="1720583" y="2329815"/>
                    </a:lnTo>
                    <a:lnTo>
                      <a:pt x="1721700" y="2329357"/>
                    </a:lnTo>
                    <a:lnTo>
                      <a:pt x="1723567" y="2327491"/>
                    </a:lnTo>
                    <a:lnTo>
                      <a:pt x="1724025" y="2326373"/>
                    </a:lnTo>
                    <a:lnTo>
                      <a:pt x="1724025" y="2323744"/>
                    </a:lnTo>
                    <a:close/>
                  </a:path>
                  <a:path w="5153025" h="3103245">
                    <a:moveTo>
                      <a:pt x="1724025" y="1550314"/>
                    </a:moveTo>
                    <a:lnTo>
                      <a:pt x="1723567" y="1549196"/>
                    </a:lnTo>
                    <a:lnTo>
                      <a:pt x="1721700" y="1547329"/>
                    </a:lnTo>
                    <a:lnTo>
                      <a:pt x="1720583" y="1546860"/>
                    </a:lnTo>
                    <a:lnTo>
                      <a:pt x="1717954" y="1546860"/>
                    </a:lnTo>
                    <a:lnTo>
                      <a:pt x="1716836" y="1547329"/>
                    </a:lnTo>
                    <a:lnTo>
                      <a:pt x="1714969" y="1549196"/>
                    </a:lnTo>
                    <a:lnTo>
                      <a:pt x="1714500" y="1550314"/>
                    </a:lnTo>
                    <a:lnTo>
                      <a:pt x="1714500" y="1552943"/>
                    </a:lnTo>
                    <a:lnTo>
                      <a:pt x="1714969" y="1554060"/>
                    </a:lnTo>
                    <a:lnTo>
                      <a:pt x="1716836" y="1555927"/>
                    </a:lnTo>
                    <a:lnTo>
                      <a:pt x="1717954" y="1556385"/>
                    </a:lnTo>
                    <a:lnTo>
                      <a:pt x="1720583" y="1556385"/>
                    </a:lnTo>
                    <a:lnTo>
                      <a:pt x="1721700" y="1555927"/>
                    </a:lnTo>
                    <a:lnTo>
                      <a:pt x="1723567" y="1554060"/>
                    </a:lnTo>
                    <a:lnTo>
                      <a:pt x="1724025" y="1552943"/>
                    </a:lnTo>
                    <a:lnTo>
                      <a:pt x="1724025" y="1550314"/>
                    </a:lnTo>
                    <a:close/>
                  </a:path>
                  <a:path w="5153025" h="3103245">
                    <a:moveTo>
                      <a:pt x="1724025" y="776884"/>
                    </a:moveTo>
                    <a:lnTo>
                      <a:pt x="1723567" y="775766"/>
                    </a:lnTo>
                    <a:lnTo>
                      <a:pt x="1721700" y="773899"/>
                    </a:lnTo>
                    <a:lnTo>
                      <a:pt x="1720583" y="773430"/>
                    </a:lnTo>
                    <a:lnTo>
                      <a:pt x="1717954" y="773430"/>
                    </a:lnTo>
                    <a:lnTo>
                      <a:pt x="1716836" y="773899"/>
                    </a:lnTo>
                    <a:lnTo>
                      <a:pt x="1714969" y="775766"/>
                    </a:lnTo>
                    <a:lnTo>
                      <a:pt x="1714500" y="776884"/>
                    </a:lnTo>
                    <a:lnTo>
                      <a:pt x="1714500" y="779513"/>
                    </a:lnTo>
                    <a:lnTo>
                      <a:pt x="1714969" y="780630"/>
                    </a:lnTo>
                    <a:lnTo>
                      <a:pt x="1716836" y="782497"/>
                    </a:lnTo>
                    <a:lnTo>
                      <a:pt x="1717954" y="782955"/>
                    </a:lnTo>
                    <a:lnTo>
                      <a:pt x="1720583" y="782955"/>
                    </a:lnTo>
                    <a:lnTo>
                      <a:pt x="1721700" y="782497"/>
                    </a:lnTo>
                    <a:lnTo>
                      <a:pt x="1723567" y="780630"/>
                    </a:lnTo>
                    <a:lnTo>
                      <a:pt x="1724025" y="779513"/>
                    </a:lnTo>
                    <a:lnTo>
                      <a:pt x="1724025" y="776884"/>
                    </a:lnTo>
                    <a:close/>
                  </a:path>
                  <a:path w="5153025" h="3103245">
                    <a:moveTo>
                      <a:pt x="1724025" y="3454"/>
                    </a:moveTo>
                    <a:lnTo>
                      <a:pt x="1723567" y="2336"/>
                    </a:lnTo>
                    <a:lnTo>
                      <a:pt x="1721700" y="469"/>
                    </a:lnTo>
                    <a:lnTo>
                      <a:pt x="1720583" y="0"/>
                    </a:lnTo>
                    <a:lnTo>
                      <a:pt x="1717954" y="0"/>
                    </a:lnTo>
                    <a:lnTo>
                      <a:pt x="1716836" y="469"/>
                    </a:lnTo>
                    <a:lnTo>
                      <a:pt x="1714969" y="2336"/>
                    </a:lnTo>
                    <a:lnTo>
                      <a:pt x="1714500" y="3454"/>
                    </a:lnTo>
                    <a:lnTo>
                      <a:pt x="1714500" y="6083"/>
                    </a:lnTo>
                    <a:lnTo>
                      <a:pt x="1714969" y="7200"/>
                    </a:lnTo>
                    <a:lnTo>
                      <a:pt x="1716836" y="9067"/>
                    </a:lnTo>
                    <a:lnTo>
                      <a:pt x="1717954" y="9525"/>
                    </a:lnTo>
                    <a:lnTo>
                      <a:pt x="1720583" y="9525"/>
                    </a:lnTo>
                    <a:lnTo>
                      <a:pt x="1721700" y="9067"/>
                    </a:lnTo>
                    <a:lnTo>
                      <a:pt x="1723567" y="7200"/>
                    </a:lnTo>
                    <a:lnTo>
                      <a:pt x="1724025" y="6083"/>
                    </a:lnTo>
                    <a:lnTo>
                      <a:pt x="1724025" y="3454"/>
                    </a:lnTo>
                    <a:close/>
                  </a:path>
                  <a:path w="5153025" h="3103245">
                    <a:moveTo>
                      <a:pt x="1771650" y="3097174"/>
                    </a:moveTo>
                    <a:lnTo>
                      <a:pt x="1771192" y="3096056"/>
                    </a:lnTo>
                    <a:lnTo>
                      <a:pt x="1769325" y="3094190"/>
                    </a:lnTo>
                    <a:lnTo>
                      <a:pt x="1768208" y="3093720"/>
                    </a:lnTo>
                    <a:lnTo>
                      <a:pt x="1765579" y="3093720"/>
                    </a:lnTo>
                    <a:lnTo>
                      <a:pt x="1764461" y="3094190"/>
                    </a:lnTo>
                    <a:lnTo>
                      <a:pt x="1762594" y="3096056"/>
                    </a:lnTo>
                    <a:lnTo>
                      <a:pt x="1762125" y="3097174"/>
                    </a:lnTo>
                    <a:lnTo>
                      <a:pt x="1762125" y="3099803"/>
                    </a:lnTo>
                    <a:lnTo>
                      <a:pt x="1762594" y="3100921"/>
                    </a:lnTo>
                    <a:lnTo>
                      <a:pt x="1764461" y="3102787"/>
                    </a:lnTo>
                    <a:lnTo>
                      <a:pt x="1765579" y="3103245"/>
                    </a:lnTo>
                    <a:lnTo>
                      <a:pt x="1768208" y="3103245"/>
                    </a:lnTo>
                    <a:lnTo>
                      <a:pt x="1769325" y="3102787"/>
                    </a:lnTo>
                    <a:lnTo>
                      <a:pt x="1771192" y="3100921"/>
                    </a:lnTo>
                    <a:lnTo>
                      <a:pt x="1771650" y="3099803"/>
                    </a:lnTo>
                    <a:lnTo>
                      <a:pt x="1771650" y="3097174"/>
                    </a:lnTo>
                    <a:close/>
                  </a:path>
                  <a:path w="5153025" h="3103245">
                    <a:moveTo>
                      <a:pt x="1771650" y="2323744"/>
                    </a:moveTo>
                    <a:lnTo>
                      <a:pt x="1771192" y="2322626"/>
                    </a:lnTo>
                    <a:lnTo>
                      <a:pt x="1769325" y="2320760"/>
                    </a:lnTo>
                    <a:lnTo>
                      <a:pt x="1768208" y="2320290"/>
                    </a:lnTo>
                    <a:lnTo>
                      <a:pt x="1765579" y="2320290"/>
                    </a:lnTo>
                    <a:lnTo>
                      <a:pt x="1764461" y="2320760"/>
                    </a:lnTo>
                    <a:lnTo>
                      <a:pt x="1762594" y="2322626"/>
                    </a:lnTo>
                    <a:lnTo>
                      <a:pt x="1762125" y="2323744"/>
                    </a:lnTo>
                    <a:lnTo>
                      <a:pt x="1762125" y="2326373"/>
                    </a:lnTo>
                    <a:lnTo>
                      <a:pt x="1762594" y="2327491"/>
                    </a:lnTo>
                    <a:lnTo>
                      <a:pt x="1764461" y="2329357"/>
                    </a:lnTo>
                    <a:lnTo>
                      <a:pt x="1765579" y="2329815"/>
                    </a:lnTo>
                    <a:lnTo>
                      <a:pt x="1768208" y="2329815"/>
                    </a:lnTo>
                    <a:lnTo>
                      <a:pt x="1769325" y="2329357"/>
                    </a:lnTo>
                    <a:lnTo>
                      <a:pt x="1771192" y="2327491"/>
                    </a:lnTo>
                    <a:lnTo>
                      <a:pt x="1771650" y="2326373"/>
                    </a:lnTo>
                    <a:lnTo>
                      <a:pt x="1771650" y="2323744"/>
                    </a:lnTo>
                    <a:close/>
                  </a:path>
                  <a:path w="5153025" h="3103245">
                    <a:moveTo>
                      <a:pt x="1771650" y="1550314"/>
                    </a:moveTo>
                    <a:lnTo>
                      <a:pt x="1771192" y="1549196"/>
                    </a:lnTo>
                    <a:lnTo>
                      <a:pt x="1769325" y="1547329"/>
                    </a:lnTo>
                    <a:lnTo>
                      <a:pt x="1768208" y="1546860"/>
                    </a:lnTo>
                    <a:lnTo>
                      <a:pt x="1765579" y="1546860"/>
                    </a:lnTo>
                    <a:lnTo>
                      <a:pt x="1764461" y="1547329"/>
                    </a:lnTo>
                    <a:lnTo>
                      <a:pt x="1762594" y="1549196"/>
                    </a:lnTo>
                    <a:lnTo>
                      <a:pt x="1762125" y="1550314"/>
                    </a:lnTo>
                    <a:lnTo>
                      <a:pt x="1762125" y="1552943"/>
                    </a:lnTo>
                    <a:lnTo>
                      <a:pt x="1762594" y="1554060"/>
                    </a:lnTo>
                    <a:lnTo>
                      <a:pt x="1764461" y="1555927"/>
                    </a:lnTo>
                    <a:lnTo>
                      <a:pt x="1765579" y="1556385"/>
                    </a:lnTo>
                    <a:lnTo>
                      <a:pt x="1768208" y="1556385"/>
                    </a:lnTo>
                    <a:lnTo>
                      <a:pt x="1769325" y="1555927"/>
                    </a:lnTo>
                    <a:lnTo>
                      <a:pt x="1771192" y="1554060"/>
                    </a:lnTo>
                    <a:lnTo>
                      <a:pt x="1771650" y="1552943"/>
                    </a:lnTo>
                    <a:lnTo>
                      <a:pt x="1771650" y="1550314"/>
                    </a:lnTo>
                    <a:close/>
                  </a:path>
                  <a:path w="5153025" h="3103245">
                    <a:moveTo>
                      <a:pt x="1771650" y="776884"/>
                    </a:moveTo>
                    <a:lnTo>
                      <a:pt x="1771192" y="775766"/>
                    </a:lnTo>
                    <a:lnTo>
                      <a:pt x="1769325" y="773899"/>
                    </a:lnTo>
                    <a:lnTo>
                      <a:pt x="1768208" y="773430"/>
                    </a:lnTo>
                    <a:lnTo>
                      <a:pt x="1765579" y="773430"/>
                    </a:lnTo>
                    <a:lnTo>
                      <a:pt x="1764461" y="773899"/>
                    </a:lnTo>
                    <a:lnTo>
                      <a:pt x="1762594" y="775766"/>
                    </a:lnTo>
                    <a:lnTo>
                      <a:pt x="1762125" y="776884"/>
                    </a:lnTo>
                    <a:lnTo>
                      <a:pt x="1762125" y="779513"/>
                    </a:lnTo>
                    <a:lnTo>
                      <a:pt x="1762594" y="780630"/>
                    </a:lnTo>
                    <a:lnTo>
                      <a:pt x="1764461" y="782497"/>
                    </a:lnTo>
                    <a:lnTo>
                      <a:pt x="1765579" y="782955"/>
                    </a:lnTo>
                    <a:lnTo>
                      <a:pt x="1768208" y="782955"/>
                    </a:lnTo>
                    <a:lnTo>
                      <a:pt x="1769325" y="782497"/>
                    </a:lnTo>
                    <a:lnTo>
                      <a:pt x="1771192" y="780630"/>
                    </a:lnTo>
                    <a:lnTo>
                      <a:pt x="1771650" y="779513"/>
                    </a:lnTo>
                    <a:lnTo>
                      <a:pt x="1771650" y="776884"/>
                    </a:lnTo>
                    <a:close/>
                  </a:path>
                  <a:path w="5153025" h="3103245">
                    <a:moveTo>
                      <a:pt x="1771650" y="3454"/>
                    </a:moveTo>
                    <a:lnTo>
                      <a:pt x="1771192" y="2336"/>
                    </a:lnTo>
                    <a:lnTo>
                      <a:pt x="1769325" y="469"/>
                    </a:lnTo>
                    <a:lnTo>
                      <a:pt x="1768208" y="0"/>
                    </a:lnTo>
                    <a:lnTo>
                      <a:pt x="1765579" y="0"/>
                    </a:lnTo>
                    <a:lnTo>
                      <a:pt x="1764461" y="469"/>
                    </a:lnTo>
                    <a:lnTo>
                      <a:pt x="1762594" y="2336"/>
                    </a:lnTo>
                    <a:lnTo>
                      <a:pt x="1762125" y="3454"/>
                    </a:lnTo>
                    <a:lnTo>
                      <a:pt x="1762125" y="6083"/>
                    </a:lnTo>
                    <a:lnTo>
                      <a:pt x="1762594" y="7200"/>
                    </a:lnTo>
                    <a:lnTo>
                      <a:pt x="1764461" y="9067"/>
                    </a:lnTo>
                    <a:lnTo>
                      <a:pt x="1765579" y="9525"/>
                    </a:lnTo>
                    <a:lnTo>
                      <a:pt x="1768208" y="9525"/>
                    </a:lnTo>
                    <a:lnTo>
                      <a:pt x="1769325" y="9067"/>
                    </a:lnTo>
                    <a:lnTo>
                      <a:pt x="1771192" y="7200"/>
                    </a:lnTo>
                    <a:lnTo>
                      <a:pt x="1771650" y="6083"/>
                    </a:lnTo>
                    <a:lnTo>
                      <a:pt x="1771650" y="3454"/>
                    </a:lnTo>
                    <a:close/>
                  </a:path>
                  <a:path w="5153025" h="3103245">
                    <a:moveTo>
                      <a:pt x="1819275" y="3097174"/>
                    </a:moveTo>
                    <a:lnTo>
                      <a:pt x="1818817" y="3096056"/>
                    </a:lnTo>
                    <a:lnTo>
                      <a:pt x="1816950" y="3094190"/>
                    </a:lnTo>
                    <a:lnTo>
                      <a:pt x="1815833" y="3093720"/>
                    </a:lnTo>
                    <a:lnTo>
                      <a:pt x="1813204" y="3093720"/>
                    </a:lnTo>
                    <a:lnTo>
                      <a:pt x="1812086" y="3094190"/>
                    </a:lnTo>
                    <a:lnTo>
                      <a:pt x="1810219" y="3096056"/>
                    </a:lnTo>
                    <a:lnTo>
                      <a:pt x="1809750" y="3097174"/>
                    </a:lnTo>
                    <a:lnTo>
                      <a:pt x="1809750" y="3099803"/>
                    </a:lnTo>
                    <a:lnTo>
                      <a:pt x="1810219" y="3100921"/>
                    </a:lnTo>
                    <a:lnTo>
                      <a:pt x="1812086" y="3102787"/>
                    </a:lnTo>
                    <a:lnTo>
                      <a:pt x="1813204" y="3103245"/>
                    </a:lnTo>
                    <a:lnTo>
                      <a:pt x="1815833" y="3103245"/>
                    </a:lnTo>
                    <a:lnTo>
                      <a:pt x="1816950" y="3102787"/>
                    </a:lnTo>
                    <a:lnTo>
                      <a:pt x="1818817" y="3100921"/>
                    </a:lnTo>
                    <a:lnTo>
                      <a:pt x="1819275" y="3099803"/>
                    </a:lnTo>
                    <a:lnTo>
                      <a:pt x="1819275" y="3097174"/>
                    </a:lnTo>
                    <a:close/>
                  </a:path>
                  <a:path w="5153025" h="3103245">
                    <a:moveTo>
                      <a:pt x="1819275" y="2323744"/>
                    </a:moveTo>
                    <a:lnTo>
                      <a:pt x="1818817" y="2322626"/>
                    </a:lnTo>
                    <a:lnTo>
                      <a:pt x="1816950" y="2320760"/>
                    </a:lnTo>
                    <a:lnTo>
                      <a:pt x="1815833" y="2320290"/>
                    </a:lnTo>
                    <a:lnTo>
                      <a:pt x="1813204" y="2320290"/>
                    </a:lnTo>
                    <a:lnTo>
                      <a:pt x="1812086" y="2320760"/>
                    </a:lnTo>
                    <a:lnTo>
                      <a:pt x="1810219" y="2322626"/>
                    </a:lnTo>
                    <a:lnTo>
                      <a:pt x="1809750" y="2323744"/>
                    </a:lnTo>
                    <a:lnTo>
                      <a:pt x="1809750" y="2326373"/>
                    </a:lnTo>
                    <a:lnTo>
                      <a:pt x="1810219" y="2327491"/>
                    </a:lnTo>
                    <a:lnTo>
                      <a:pt x="1812086" y="2329357"/>
                    </a:lnTo>
                    <a:lnTo>
                      <a:pt x="1813204" y="2329815"/>
                    </a:lnTo>
                    <a:lnTo>
                      <a:pt x="1815833" y="2329815"/>
                    </a:lnTo>
                    <a:lnTo>
                      <a:pt x="1816950" y="2329357"/>
                    </a:lnTo>
                    <a:lnTo>
                      <a:pt x="1818817" y="2327491"/>
                    </a:lnTo>
                    <a:lnTo>
                      <a:pt x="1819275" y="2326373"/>
                    </a:lnTo>
                    <a:lnTo>
                      <a:pt x="1819275" y="2323744"/>
                    </a:lnTo>
                    <a:close/>
                  </a:path>
                  <a:path w="5153025" h="3103245">
                    <a:moveTo>
                      <a:pt x="1819275" y="1550314"/>
                    </a:moveTo>
                    <a:lnTo>
                      <a:pt x="1818817" y="1549196"/>
                    </a:lnTo>
                    <a:lnTo>
                      <a:pt x="1816950" y="1547329"/>
                    </a:lnTo>
                    <a:lnTo>
                      <a:pt x="1815833" y="1546860"/>
                    </a:lnTo>
                    <a:lnTo>
                      <a:pt x="1813204" y="1546860"/>
                    </a:lnTo>
                    <a:lnTo>
                      <a:pt x="1812086" y="1547329"/>
                    </a:lnTo>
                    <a:lnTo>
                      <a:pt x="1810219" y="1549196"/>
                    </a:lnTo>
                    <a:lnTo>
                      <a:pt x="1809750" y="1550314"/>
                    </a:lnTo>
                    <a:lnTo>
                      <a:pt x="1809750" y="1552943"/>
                    </a:lnTo>
                    <a:lnTo>
                      <a:pt x="1810219" y="1554060"/>
                    </a:lnTo>
                    <a:lnTo>
                      <a:pt x="1812086" y="1555927"/>
                    </a:lnTo>
                    <a:lnTo>
                      <a:pt x="1813204" y="1556385"/>
                    </a:lnTo>
                    <a:lnTo>
                      <a:pt x="1815833" y="1556385"/>
                    </a:lnTo>
                    <a:lnTo>
                      <a:pt x="1816950" y="1555927"/>
                    </a:lnTo>
                    <a:lnTo>
                      <a:pt x="1818817" y="1554060"/>
                    </a:lnTo>
                    <a:lnTo>
                      <a:pt x="1819275" y="1552943"/>
                    </a:lnTo>
                    <a:lnTo>
                      <a:pt x="1819275" y="1550314"/>
                    </a:lnTo>
                    <a:close/>
                  </a:path>
                  <a:path w="5153025" h="3103245">
                    <a:moveTo>
                      <a:pt x="1819275" y="776884"/>
                    </a:moveTo>
                    <a:lnTo>
                      <a:pt x="1818817" y="775766"/>
                    </a:lnTo>
                    <a:lnTo>
                      <a:pt x="1816950" y="773899"/>
                    </a:lnTo>
                    <a:lnTo>
                      <a:pt x="1815833" y="773430"/>
                    </a:lnTo>
                    <a:lnTo>
                      <a:pt x="1813204" y="773430"/>
                    </a:lnTo>
                    <a:lnTo>
                      <a:pt x="1812086" y="773899"/>
                    </a:lnTo>
                    <a:lnTo>
                      <a:pt x="1810219" y="775766"/>
                    </a:lnTo>
                    <a:lnTo>
                      <a:pt x="1809750" y="776884"/>
                    </a:lnTo>
                    <a:lnTo>
                      <a:pt x="1809750" y="779513"/>
                    </a:lnTo>
                    <a:lnTo>
                      <a:pt x="1810219" y="780630"/>
                    </a:lnTo>
                    <a:lnTo>
                      <a:pt x="1812086" y="782497"/>
                    </a:lnTo>
                    <a:lnTo>
                      <a:pt x="1813204" y="782955"/>
                    </a:lnTo>
                    <a:lnTo>
                      <a:pt x="1815833" y="782955"/>
                    </a:lnTo>
                    <a:lnTo>
                      <a:pt x="1816950" y="782497"/>
                    </a:lnTo>
                    <a:lnTo>
                      <a:pt x="1818817" y="780630"/>
                    </a:lnTo>
                    <a:lnTo>
                      <a:pt x="1819275" y="779513"/>
                    </a:lnTo>
                    <a:lnTo>
                      <a:pt x="1819275" y="776884"/>
                    </a:lnTo>
                    <a:close/>
                  </a:path>
                  <a:path w="5153025" h="3103245">
                    <a:moveTo>
                      <a:pt x="1819275" y="3454"/>
                    </a:moveTo>
                    <a:lnTo>
                      <a:pt x="1818817" y="2336"/>
                    </a:lnTo>
                    <a:lnTo>
                      <a:pt x="1816950" y="469"/>
                    </a:lnTo>
                    <a:lnTo>
                      <a:pt x="1815833" y="0"/>
                    </a:lnTo>
                    <a:lnTo>
                      <a:pt x="1813204" y="0"/>
                    </a:lnTo>
                    <a:lnTo>
                      <a:pt x="1812086" y="469"/>
                    </a:lnTo>
                    <a:lnTo>
                      <a:pt x="1810219" y="2336"/>
                    </a:lnTo>
                    <a:lnTo>
                      <a:pt x="1809750" y="3454"/>
                    </a:lnTo>
                    <a:lnTo>
                      <a:pt x="1809750" y="6083"/>
                    </a:lnTo>
                    <a:lnTo>
                      <a:pt x="1810219" y="7200"/>
                    </a:lnTo>
                    <a:lnTo>
                      <a:pt x="1812086" y="9067"/>
                    </a:lnTo>
                    <a:lnTo>
                      <a:pt x="1813204" y="9525"/>
                    </a:lnTo>
                    <a:lnTo>
                      <a:pt x="1815833" y="9525"/>
                    </a:lnTo>
                    <a:lnTo>
                      <a:pt x="1816950" y="9067"/>
                    </a:lnTo>
                    <a:lnTo>
                      <a:pt x="1818817" y="7200"/>
                    </a:lnTo>
                    <a:lnTo>
                      <a:pt x="1819275" y="6083"/>
                    </a:lnTo>
                    <a:lnTo>
                      <a:pt x="1819275" y="3454"/>
                    </a:lnTo>
                    <a:close/>
                  </a:path>
                  <a:path w="5153025" h="3103245">
                    <a:moveTo>
                      <a:pt x="1866900" y="3097174"/>
                    </a:moveTo>
                    <a:lnTo>
                      <a:pt x="1866442" y="3096056"/>
                    </a:lnTo>
                    <a:lnTo>
                      <a:pt x="1864575" y="3094190"/>
                    </a:lnTo>
                    <a:lnTo>
                      <a:pt x="1863458" y="3093720"/>
                    </a:lnTo>
                    <a:lnTo>
                      <a:pt x="1860829" y="3093720"/>
                    </a:lnTo>
                    <a:lnTo>
                      <a:pt x="1859711" y="3094190"/>
                    </a:lnTo>
                    <a:lnTo>
                      <a:pt x="1857844" y="3096056"/>
                    </a:lnTo>
                    <a:lnTo>
                      <a:pt x="1857375" y="3097174"/>
                    </a:lnTo>
                    <a:lnTo>
                      <a:pt x="1857375" y="3099803"/>
                    </a:lnTo>
                    <a:lnTo>
                      <a:pt x="1857844" y="3100921"/>
                    </a:lnTo>
                    <a:lnTo>
                      <a:pt x="1859711" y="3102787"/>
                    </a:lnTo>
                    <a:lnTo>
                      <a:pt x="1860829" y="3103245"/>
                    </a:lnTo>
                    <a:lnTo>
                      <a:pt x="1863458" y="3103245"/>
                    </a:lnTo>
                    <a:lnTo>
                      <a:pt x="1864575" y="3102787"/>
                    </a:lnTo>
                    <a:lnTo>
                      <a:pt x="1866442" y="3100921"/>
                    </a:lnTo>
                    <a:lnTo>
                      <a:pt x="1866900" y="3099803"/>
                    </a:lnTo>
                    <a:lnTo>
                      <a:pt x="1866900" y="3097174"/>
                    </a:lnTo>
                    <a:close/>
                  </a:path>
                  <a:path w="5153025" h="3103245">
                    <a:moveTo>
                      <a:pt x="1866900" y="2323744"/>
                    </a:moveTo>
                    <a:lnTo>
                      <a:pt x="1866442" y="2322626"/>
                    </a:lnTo>
                    <a:lnTo>
                      <a:pt x="1864575" y="2320760"/>
                    </a:lnTo>
                    <a:lnTo>
                      <a:pt x="1863458" y="2320290"/>
                    </a:lnTo>
                    <a:lnTo>
                      <a:pt x="1860829" y="2320290"/>
                    </a:lnTo>
                    <a:lnTo>
                      <a:pt x="1859711" y="2320760"/>
                    </a:lnTo>
                    <a:lnTo>
                      <a:pt x="1857844" y="2322626"/>
                    </a:lnTo>
                    <a:lnTo>
                      <a:pt x="1857375" y="2323744"/>
                    </a:lnTo>
                    <a:lnTo>
                      <a:pt x="1857375" y="2326373"/>
                    </a:lnTo>
                    <a:lnTo>
                      <a:pt x="1857844" y="2327491"/>
                    </a:lnTo>
                    <a:lnTo>
                      <a:pt x="1859711" y="2329357"/>
                    </a:lnTo>
                    <a:lnTo>
                      <a:pt x="1860829" y="2329815"/>
                    </a:lnTo>
                    <a:lnTo>
                      <a:pt x="1863458" y="2329815"/>
                    </a:lnTo>
                    <a:lnTo>
                      <a:pt x="1864575" y="2329357"/>
                    </a:lnTo>
                    <a:lnTo>
                      <a:pt x="1866442" y="2327491"/>
                    </a:lnTo>
                    <a:lnTo>
                      <a:pt x="1866900" y="2326373"/>
                    </a:lnTo>
                    <a:lnTo>
                      <a:pt x="1866900" y="2323744"/>
                    </a:lnTo>
                    <a:close/>
                  </a:path>
                  <a:path w="5153025" h="3103245">
                    <a:moveTo>
                      <a:pt x="1866900" y="1550314"/>
                    </a:moveTo>
                    <a:lnTo>
                      <a:pt x="1866442" y="1549196"/>
                    </a:lnTo>
                    <a:lnTo>
                      <a:pt x="1864575" y="1547329"/>
                    </a:lnTo>
                    <a:lnTo>
                      <a:pt x="1863458" y="1546860"/>
                    </a:lnTo>
                    <a:lnTo>
                      <a:pt x="1860829" y="1546860"/>
                    </a:lnTo>
                    <a:lnTo>
                      <a:pt x="1859711" y="1547329"/>
                    </a:lnTo>
                    <a:lnTo>
                      <a:pt x="1857844" y="1549196"/>
                    </a:lnTo>
                    <a:lnTo>
                      <a:pt x="1857375" y="1550314"/>
                    </a:lnTo>
                    <a:lnTo>
                      <a:pt x="1857375" y="1552943"/>
                    </a:lnTo>
                    <a:lnTo>
                      <a:pt x="1857844" y="1554060"/>
                    </a:lnTo>
                    <a:lnTo>
                      <a:pt x="1859711" y="1555927"/>
                    </a:lnTo>
                    <a:lnTo>
                      <a:pt x="1860829" y="1556385"/>
                    </a:lnTo>
                    <a:lnTo>
                      <a:pt x="1863458" y="1556385"/>
                    </a:lnTo>
                    <a:lnTo>
                      <a:pt x="1864575" y="1555927"/>
                    </a:lnTo>
                    <a:lnTo>
                      <a:pt x="1866442" y="1554060"/>
                    </a:lnTo>
                    <a:lnTo>
                      <a:pt x="1866900" y="1552943"/>
                    </a:lnTo>
                    <a:lnTo>
                      <a:pt x="1866900" y="1550314"/>
                    </a:lnTo>
                    <a:close/>
                  </a:path>
                  <a:path w="5153025" h="3103245">
                    <a:moveTo>
                      <a:pt x="1866900" y="776884"/>
                    </a:moveTo>
                    <a:lnTo>
                      <a:pt x="1866442" y="775766"/>
                    </a:lnTo>
                    <a:lnTo>
                      <a:pt x="1864575" y="773899"/>
                    </a:lnTo>
                    <a:lnTo>
                      <a:pt x="1863458" y="773430"/>
                    </a:lnTo>
                    <a:lnTo>
                      <a:pt x="1860829" y="773430"/>
                    </a:lnTo>
                    <a:lnTo>
                      <a:pt x="1859711" y="773899"/>
                    </a:lnTo>
                    <a:lnTo>
                      <a:pt x="1857844" y="775766"/>
                    </a:lnTo>
                    <a:lnTo>
                      <a:pt x="1857375" y="776884"/>
                    </a:lnTo>
                    <a:lnTo>
                      <a:pt x="1857375" y="779513"/>
                    </a:lnTo>
                    <a:lnTo>
                      <a:pt x="1857844" y="780630"/>
                    </a:lnTo>
                    <a:lnTo>
                      <a:pt x="1859711" y="782497"/>
                    </a:lnTo>
                    <a:lnTo>
                      <a:pt x="1860829" y="782955"/>
                    </a:lnTo>
                    <a:lnTo>
                      <a:pt x="1863458" y="782955"/>
                    </a:lnTo>
                    <a:lnTo>
                      <a:pt x="1864575" y="782497"/>
                    </a:lnTo>
                    <a:lnTo>
                      <a:pt x="1866442" y="780630"/>
                    </a:lnTo>
                    <a:lnTo>
                      <a:pt x="1866900" y="779513"/>
                    </a:lnTo>
                    <a:lnTo>
                      <a:pt x="1866900" y="776884"/>
                    </a:lnTo>
                    <a:close/>
                  </a:path>
                  <a:path w="5153025" h="3103245">
                    <a:moveTo>
                      <a:pt x="1866900" y="3454"/>
                    </a:moveTo>
                    <a:lnTo>
                      <a:pt x="1866442" y="2336"/>
                    </a:lnTo>
                    <a:lnTo>
                      <a:pt x="1864575" y="469"/>
                    </a:lnTo>
                    <a:lnTo>
                      <a:pt x="1863458" y="0"/>
                    </a:lnTo>
                    <a:lnTo>
                      <a:pt x="1860829" y="0"/>
                    </a:lnTo>
                    <a:lnTo>
                      <a:pt x="1859711" y="469"/>
                    </a:lnTo>
                    <a:lnTo>
                      <a:pt x="1857844" y="2336"/>
                    </a:lnTo>
                    <a:lnTo>
                      <a:pt x="1857375" y="3454"/>
                    </a:lnTo>
                    <a:lnTo>
                      <a:pt x="1857375" y="6083"/>
                    </a:lnTo>
                    <a:lnTo>
                      <a:pt x="1857844" y="7200"/>
                    </a:lnTo>
                    <a:lnTo>
                      <a:pt x="1859711" y="9067"/>
                    </a:lnTo>
                    <a:lnTo>
                      <a:pt x="1860829" y="9525"/>
                    </a:lnTo>
                    <a:lnTo>
                      <a:pt x="1863458" y="9525"/>
                    </a:lnTo>
                    <a:lnTo>
                      <a:pt x="1864575" y="9067"/>
                    </a:lnTo>
                    <a:lnTo>
                      <a:pt x="1866442" y="7200"/>
                    </a:lnTo>
                    <a:lnTo>
                      <a:pt x="1866900" y="6083"/>
                    </a:lnTo>
                    <a:lnTo>
                      <a:pt x="1866900" y="3454"/>
                    </a:lnTo>
                    <a:close/>
                  </a:path>
                  <a:path w="5153025" h="3103245">
                    <a:moveTo>
                      <a:pt x="1914525" y="3097174"/>
                    </a:moveTo>
                    <a:lnTo>
                      <a:pt x="1914067" y="3096056"/>
                    </a:lnTo>
                    <a:lnTo>
                      <a:pt x="1912200" y="3094190"/>
                    </a:lnTo>
                    <a:lnTo>
                      <a:pt x="1911083" y="3093720"/>
                    </a:lnTo>
                    <a:lnTo>
                      <a:pt x="1908454" y="3093720"/>
                    </a:lnTo>
                    <a:lnTo>
                      <a:pt x="1907336" y="3094190"/>
                    </a:lnTo>
                    <a:lnTo>
                      <a:pt x="1905469" y="3096056"/>
                    </a:lnTo>
                    <a:lnTo>
                      <a:pt x="1905000" y="3097174"/>
                    </a:lnTo>
                    <a:lnTo>
                      <a:pt x="1905000" y="3099803"/>
                    </a:lnTo>
                    <a:lnTo>
                      <a:pt x="1905469" y="3100921"/>
                    </a:lnTo>
                    <a:lnTo>
                      <a:pt x="1907336" y="3102787"/>
                    </a:lnTo>
                    <a:lnTo>
                      <a:pt x="1908454" y="3103245"/>
                    </a:lnTo>
                    <a:lnTo>
                      <a:pt x="1911083" y="3103245"/>
                    </a:lnTo>
                    <a:lnTo>
                      <a:pt x="1912200" y="3102787"/>
                    </a:lnTo>
                    <a:lnTo>
                      <a:pt x="1914067" y="3100921"/>
                    </a:lnTo>
                    <a:lnTo>
                      <a:pt x="1914525" y="3099803"/>
                    </a:lnTo>
                    <a:lnTo>
                      <a:pt x="1914525" y="3097174"/>
                    </a:lnTo>
                    <a:close/>
                  </a:path>
                  <a:path w="5153025" h="3103245">
                    <a:moveTo>
                      <a:pt x="1914525" y="2323744"/>
                    </a:moveTo>
                    <a:lnTo>
                      <a:pt x="1914067" y="2322626"/>
                    </a:lnTo>
                    <a:lnTo>
                      <a:pt x="1912200" y="2320760"/>
                    </a:lnTo>
                    <a:lnTo>
                      <a:pt x="1911083" y="2320290"/>
                    </a:lnTo>
                    <a:lnTo>
                      <a:pt x="1908454" y="2320290"/>
                    </a:lnTo>
                    <a:lnTo>
                      <a:pt x="1907336" y="2320760"/>
                    </a:lnTo>
                    <a:lnTo>
                      <a:pt x="1905469" y="2322626"/>
                    </a:lnTo>
                    <a:lnTo>
                      <a:pt x="1905000" y="2323744"/>
                    </a:lnTo>
                    <a:lnTo>
                      <a:pt x="1905000" y="2326373"/>
                    </a:lnTo>
                    <a:lnTo>
                      <a:pt x="1905469" y="2327491"/>
                    </a:lnTo>
                    <a:lnTo>
                      <a:pt x="1907336" y="2329357"/>
                    </a:lnTo>
                    <a:lnTo>
                      <a:pt x="1908454" y="2329815"/>
                    </a:lnTo>
                    <a:lnTo>
                      <a:pt x="1911083" y="2329815"/>
                    </a:lnTo>
                    <a:lnTo>
                      <a:pt x="1912200" y="2329357"/>
                    </a:lnTo>
                    <a:lnTo>
                      <a:pt x="1914067" y="2327491"/>
                    </a:lnTo>
                    <a:lnTo>
                      <a:pt x="1914525" y="2326373"/>
                    </a:lnTo>
                    <a:lnTo>
                      <a:pt x="1914525" y="2323744"/>
                    </a:lnTo>
                    <a:close/>
                  </a:path>
                  <a:path w="5153025" h="3103245">
                    <a:moveTo>
                      <a:pt x="1914525" y="1550314"/>
                    </a:moveTo>
                    <a:lnTo>
                      <a:pt x="1914067" y="1549196"/>
                    </a:lnTo>
                    <a:lnTo>
                      <a:pt x="1912200" y="1547329"/>
                    </a:lnTo>
                    <a:lnTo>
                      <a:pt x="1911083" y="1546860"/>
                    </a:lnTo>
                    <a:lnTo>
                      <a:pt x="1908454" y="1546860"/>
                    </a:lnTo>
                    <a:lnTo>
                      <a:pt x="1907336" y="1547329"/>
                    </a:lnTo>
                    <a:lnTo>
                      <a:pt x="1905469" y="1549196"/>
                    </a:lnTo>
                    <a:lnTo>
                      <a:pt x="1905000" y="1550314"/>
                    </a:lnTo>
                    <a:lnTo>
                      <a:pt x="1905000" y="1552943"/>
                    </a:lnTo>
                    <a:lnTo>
                      <a:pt x="1905469" y="1554060"/>
                    </a:lnTo>
                    <a:lnTo>
                      <a:pt x="1907336" y="1555927"/>
                    </a:lnTo>
                    <a:lnTo>
                      <a:pt x="1908454" y="1556385"/>
                    </a:lnTo>
                    <a:lnTo>
                      <a:pt x="1911083" y="1556385"/>
                    </a:lnTo>
                    <a:lnTo>
                      <a:pt x="1912200" y="1555927"/>
                    </a:lnTo>
                    <a:lnTo>
                      <a:pt x="1914067" y="1554060"/>
                    </a:lnTo>
                    <a:lnTo>
                      <a:pt x="1914525" y="1552943"/>
                    </a:lnTo>
                    <a:lnTo>
                      <a:pt x="1914525" y="1550314"/>
                    </a:lnTo>
                    <a:close/>
                  </a:path>
                  <a:path w="5153025" h="3103245">
                    <a:moveTo>
                      <a:pt x="1914525" y="776884"/>
                    </a:moveTo>
                    <a:lnTo>
                      <a:pt x="1914067" y="775766"/>
                    </a:lnTo>
                    <a:lnTo>
                      <a:pt x="1912200" y="773899"/>
                    </a:lnTo>
                    <a:lnTo>
                      <a:pt x="1911083" y="773430"/>
                    </a:lnTo>
                    <a:lnTo>
                      <a:pt x="1908454" y="773430"/>
                    </a:lnTo>
                    <a:lnTo>
                      <a:pt x="1907336" y="773899"/>
                    </a:lnTo>
                    <a:lnTo>
                      <a:pt x="1905469" y="775766"/>
                    </a:lnTo>
                    <a:lnTo>
                      <a:pt x="1905000" y="776884"/>
                    </a:lnTo>
                    <a:lnTo>
                      <a:pt x="1905000" y="779513"/>
                    </a:lnTo>
                    <a:lnTo>
                      <a:pt x="1905469" y="780630"/>
                    </a:lnTo>
                    <a:lnTo>
                      <a:pt x="1907336" y="782497"/>
                    </a:lnTo>
                    <a:lnTo>
                      <a:pt x="1908454" y="782955"/>
                    </a:lnTo>
                    <a:lnTo>
                      <a:pt x="1911083" y="782955"/>
                    </a:lnTo>
                    <a:lnTo>
                      <a:pt x="1912200" y="782497"/>
                    </a:lnTo>
                    <a:lnTo>
                      <a:pt x="1914067" y="780630"/>
                    </a:lnTo>
                    <a:lnTo>
                      <a:pt x="1914525" y="779513"/>
                    </a:lnTo>
                    <a:lnTo>
                      <a:pt x="1914525" y="776884"/>
                    </a:lnTo>
                    <a:close/>
                  </a:path>
                  <a:path w="5153025" h="3103245">
                    <a:moveTo>
                      <a:pt x="1914525" y="3454"/>
                    </a:moveTo>
                    <a:lnTo>
                      <a:pt x="1914067" y="2336"/>
                    </a:lnTo>
                    <a:lnTo>
                      <a:pt x="1912200" y="469"/>
                    </a:lnTo>
                    <a:lnTo>
                      <a:pt x="1911083" y="0"/>
                    </a:lnTo>
                    <a:lnTo>
                      <a:pt x="1908454" y="0"/>
                    </a:lnTo>
                    <a:lnTo>
                      <a:pt x="1907336" y="469"/>
                    </a:lnTo>
                    <a:lnTo>
                      <a:pt x="1905469" y="2336"/>
                    </a:lnTo>
                    <a:lnTo>
                      <a:pt x="1905000" y="3454"/>
                    </a:lnTo>
                    <a:lnTo>
                      <a:pt x="1905000" y="6083"/>
                    </a:lnTo>
                    <a:lnTo>
                      <a:pt x="1905469" y="7200"/>
                    </a:lnTo>
                    <a:lnTo>
                      <a:pt x="1907336" y="9067"/>
                    </a:lnTo>
                    <a:lnTo>
                      <a:pt x="1908454" y="9525"/>
                    </a:lnTo>
                    <a:lnTo>
                      <a:pt x="1911083" y="9525"/>
                    </a:lnTo>
                    <a:lnTo>
                      <a:pt x="1912200" y="9067"/>
                    </a:lnTo>
                    <a:lnTo>
                      <a:pt x="1914067" y="7200"/>
                    </a:lnTo>
                    <a:lnTo>
                      <a:pt x="1914525" y="6083"/>
                    </a:lnTo>
                    <a:lnTo>
                      <a:pt x="1914525" y="3454"/>
                    </a:lnTo>
                    <a:close/>
                  </a:path>
                  <a:path w="5153025" h="3103245">
                    <a:moveTo>
                      <a:pt x="1962150" y="3097174"/>
                    </a:moveTo>
                    <a:lnTo>
                      <a:pt x="1961692" y="3096056"/>
                    </a:lnTo>
                    <a:lnTo>
                      <a:pt x="1959825" y="3094190"/>
                    </a:lnTo>
                    <a:lnTo>
                      <a:pt x="1958708" y="3093720"/>
                    </a:lnTo>
                    <a:lnTo>
                      <a:pt x="1956079" y="3093720"/>
                    </a:lnTo>
                    <a:lnTo>
                      <a:pt x="1954961" y="3094190"/>
                    </a:lnTo>
                    <a:lnTo>
                      <a:pt x="1953094" y="3096056"/>
                    </a:lnTo>
                    <a:lnTo>
                      <a:pt x="1952625" y="3097174"/>
                    </a:lnTo>
                    <a:lnTo>
                      <a:pt x="1952625" y="3099803"/>
                    </a:lnTo>
                    <a:lnTo>
                      <a:pt x="1953094" y="3100921"/>
                    </a:lnTo>
                    <a:lnTo>
                      <a:pt x="1954961" y="3102787"/>
                    </a:lnTo>
                    <a:lnTo>
                      <a:pt x="1956079" y="3103245"/>
                    </a:lnTo>
                    <a:lnTo>
                      <a:pt x="1958708" y="3103245"/>
                    </a:lnTo>
                    <a:lnTo>
                      <a:pt x="1959825" y="3102787"/>
                    </a:lnTo>
                    <a:lnTo>
                      <a:pt x="1961692" y="3100921"/>
                    </a:lnTo>
                    <a:lnTo>
                      <a:pt x="1962150" y="3099803"/>
                    </a:lnTo>
                    <a:lnTo>
                      <a:pt x="1962150" y="3097174"/>
                    </a:lnTo>
                    <a:close/>
                  </a:path>
                  <a:path w="5153025" h="3103245">
                    <a:moveTo>
                      <a:pt x="1962150" y="2323744"/>
                    </a:moveTo>
                    <a:lnTo>
                      <a:pt x="1961692" y="2322626"/>
                    </a:lnTo>
                    <a:lnTo>
                      <a:pt x="1959825" y="2320760"/>
                    </a:lnTo>
                    <a:lnTo>
                      <a:pt x="1958708" y="2320290"/>
                    </a:lnTo>
                    <a:lnTo>
                      <a:pt x="1956079" y="2320290"/>
                    </a:lnTo>
                    <a:lnTo>
                      <a:pt x="1954961" y="2320760"/>
                    </a:lnTo>
                    <a:lnTo>
                      <a:pt x="1953094" y="2322626"/>
                    </a:lnTo>
                    <a:lnTo>
                      <a:pt x="1952625" y="2323744"/>
                    </a:lnTo>
                    <a:lnTo>
                      <a:pt x="1952625" y="2326373"/>
                    </a:lnTo>
                    <a:lnTo>
                      <a:pt x="1953094" y="2327491"/>
                    </a:lnTo>
                    <a:lnTo>
                      <a:pt x="1954961" y="2329357"/>
                    </a:lnTo>
                    <a:lnTo>
                      <a:pt x="1956079" y="2329815"/>
                    </a:lnTo>
                    <a:lnTo>
                      <a:pt x="1958708" y="2329815"/>
                    </a:lnTo>
                    <a:lnTo>
                      <a:pt x="1959825" y="2329357"/>
                    </a:lnTo>
                    <a:lnTo>
                      <a:pt x="1961692" y="2327491"/>
                    </a:lnTo>
                    <a:lnTo>
                      <a:pt x="1962150" y="2326373"/>
                    </a:lnTo>
                    <a:lnTo>
                      <a:pt x="1962150" y="2323744"/>
                    </a:lnTo>
                    <a:close/>
                  </a:path>
                  <a:path w="5153025" h="3103245">
                    <a:moveTo>
                      <a:pt x="1962150" y="1550314"/>
                    </a:moveTo>
                    <a:lnTo>
                      <a:pt x="1961692" y="1549196"/>
                    </a:lnTo>
                    <a:lnTo>
                      <a:pt x="1959825" y="1547329"/>
                    </a:lnTo>
                    <a:lnTo>
                      <a:pt x="1958708" y="1546860"/>
                    </a:lnTo>
                    <a:lnTo>
                      <a:pt x="1956079" y="1546860"/>
                    </a:lnTo>
                    <a:lnTo>
                      <a:pt x="1954961" y="1547329"/>
                    </a:lnTo>
                    <a:lnTo>
                      <a:pt x="1953094" y="1549196"/>
                    </a:lnTo>
                    <a:lnTo>
                      <a:pt x="1952625" y="1550314"/>
                    </a:lnTo>
                    <a:lnTo>
                      <a:pt x="1952625" y="1552943"/>
                    </a:lnTo>
                    <a:lnTo>
                      <a:pt x="1953094" y="1554060"/>
                    </a:lnTo>
                    <a:lnTo>
                      <a:pt x="1954961" y="1555927"/>
                    </a:lnTo>
                    <a:lnTo>
                      <a:pt x="1956079" y="1556385"/>
                    </a:lnTo>
                    <a:lnTo>
                      <a:pt x="1958708" y="1556385"/>
                    </a:lnTo>
                    <a:lnTo>
                      <a:pt x="1959825" y="1555927"/>
                    </a:lnTo>
                    <a:lnTo>
                      <a:pt x="1961692" y="1554060"/>
                    </a:lnTo>
                    <a:lnTo>
                      <a:pt x="1962150" y="1552943"/>
                    </a:lnTo>
                    <a:lnTo>
                      <a:pt x="1962150" y="1550314"/>
                    </a:lnTo>
                    <a:close/>
                  </a:path>
                  <a:path w="5153025" h="3103245">
                    <a:moveTo>
                      <a:pt x="1962150" y="776884"/>
                    </a:moveTo>
                    <a:lnTo>
                      <a:pt x="1961692" y="775766"/>
                    </a:lnTo>
                    <a:lnTo>
                      <a:pt x="1959825" y="773899"/>
                    </a:lnTo>
                    <a:lnTo>
                      <a:pt x="1958708" y="773430"/>
                    </a:lnTo>
                    <a:lnTo>
                      <a:pt x="1956079" y="773430"/>
                    </a:lnTo>
                    <a:lnTo>
                      <a:pt x="1954961" y="773899"/>
                    </a:lnTo>
                    <a:lnTo>
                      <a:pt x="1953094" y="775766"/>
                    </a:lnTo>
                    <a:lnTo>
                      <a:pt x="1952625" y="776884"/>
                    </a:lnTo>
                    <a:lnTo>
                      <a:pt x="1952625" y="779513"/>
                    </a:lnTo>
                    <a:lnTo>
                      <a:pt x="1953094" y="780630"/>
                    </a:lnTo>
                    <a:lnTo>
                      <a:pt x="1954961" y="782497"/>
                    </a:lnTo>
                    <a:lnTo>
                      <a:pt x="1956079" y="782955"/>
                    </a:lnTo>
                    <a:lnTo>
                      <a:pt x="1958708" y="782955"/>
                    </a:lnTo>
                    <a:lnTo>
                      <a:pt x="1959825" y="782497"/>
                    </a:lnTo>
                    <a:lnTo>
                      <a:pt x="1961692" y="780630"/>
                    </a:lnTo>
                    <a:lnTo>
                      <a:pt x="1962150" y="779513"/>
                    </a:lnTo>
                    <a:lnTo>
                      <a:pt x="1962150" y="776884"/>
                    </a:lnTo>
                    <a:close/>
                  </a:path>
                  <a:path w="5153025" h="3103245">
                    <a:moveTo>
                      <a:pt x="1962150" y="3454"/>
                    </a:moveTo>
                    <a:lnTo>
                      <a:pt x="1961692" y="2336"/>
                    </a:lnTo>
                    <a:lnTo>
                      <a:pt x="1959825" y="469"/>
                    </a:lnTo>
                    <a:lnTo>
                      <a:pt x="1958708" y="0"/>
                    </a:lnTo>
                    <a:lnTo>
                      <a:pt x="1956079" y="0"/>
                    </a:lnTo>
                    <a:lnTo>
                      <a:pt x="1954961" y="469"/>
                    </a:lnTo>
                    <a:lnTo>
                      <a:pt x="1953094" y="2336"/>
                    </a:lnTo>
                    <a:lnTo>
                      <a:pt x="1952625" y="3454"/>
                    </a:lnTo>
                    <a:lnTo>
                      <a:pt x="1952625" y="6083"/>
                    </a:lnTo>
                    <a:lnTo>
                      <a:pt x="1953094" y="7200"/>
                    </a:lnTo>
                    <a:lnTo>
                      <a:pt x="1954961" y="9067"/>
                    </a:lnTo>
                    <a:lnTo>
                      <a:pt x="1956079" y="9525"/>
                    </a:lnTo>
                    <a:lnTo>
                      <a:pt x="1958708" y="9525"/>
                    </a:lnTo>
                    <a:lnTo>
                      <a:pt x="1959825" y="9067"/>
                    </a:lnTo>
                    <a:lnTo>
                      <a:pt x="1961692" y="7200"/>
                    </a:lnTo>
                    <a:lnTo>
                      <a:pt x="1962150" y="6083"/>
                    </a:lnTo>
                    <a:lnTo>
                      <a:pt x="1962150" y="3454"/>
                    </a:lnTo>
                    <a:close/>
                  </a:path>
                  <a:path w="5153025" h="3103245">
                    <a:moveTo>
                      <a:pt x="2009775" y="3097174"/>
                    </a:moveTo>
                    <a:lnTo>
                      <a:pt x="2009317" y="3096056"/>
                    </a:lnTo>
                    <a:lnTo>
                      <a:pt x="2007450" y="3094190"/>
                    </a:lnTo>
                    <a:lnTo>
                      <a:pt x="2006333" y="3093720"/>
                    </a:lnTo>
                    <a:lnTo>
                      <a:pt x="2003704" y="3093720"/>
                    </a:lnTo>
                    <a:lnTo>
                      <a:pt x="2002586" y="3094190"/>
                    </a:lnTo>
                    <a:lnTo>
                      <a:pt x="2000719" y="3096056"/>
                    </a:lnTo>
                    <a:lnTo>
                      <a:pt x="2000250" y="3097174"/>
                    </a:lnTo>
                    <a:lnTo>
                      <a:pt x="2000250" y="3099803"/>
                    </a:lnTo>
                    <a:lnTo>
                      <a:pt x="2000719" y="3100921"/>
                    </a:lnTo>
                    <a:lnTo>
                      <a:pt x="2002586" y="3102787"/>
                    </a:lnTo>
                    <a:lnTo>
                      <a:pt x="2003704" y="3103245"/>
                    </a:lnTo>
                    <a:lnTo>
                      <a:pt x="2006333" y="3103245"/>
                    </a:lnTo>
                    <a:lnTo>
                      <a:pt x="2007450" y="3102787"/>
                    </a:lnTo>
                    <a:lnTo>
                      <a:pt x="2009317" y="3100921"/>
                    </a:lnTo>
                    <a:lnTo>
                      <a:pt x="2009775" y="3099803"/>
                    </a:lnTo>
                    <a:lnTo>
                      <a:pt x="2009775" y="3097174"/>
                    </a:lnTo>
                    <a:close/>
                  </a:path>
                  <a:path w="5153025" h="3103245">
                    <a:moveTo>
                      <a:pt x="2009775" y="2323744"/>
                    </a:moveTo>
                    <a:lnTo>
                      <a:pt x="2009317" y="2322626"/>
                    </a:lnTo>
                    <a:lnTo>
                      <a:pt x="2007450" y="2320760"/>
                    </a:lnTo>
                    <a:lnTo>
                      <a:pt x="2006333" y="2320290"/>
                    </a:lnTo>
                    <a:lnTo>
                      <a:pt x="2003704" y="2320290"/>
                    </a:lnTo>
                    <a:lnTo>
                      <a:pt x="2002586" y="2320760"/>
                    </a:lnTo>
                    <a:lnTo>
                      <a:pt x="2000719" y="2322626"/>
                    </a:lnTo>
                    <a:lnTo>
                      <a:pt x="2000250" y="2323744"/>
                    </a:lnTo>
                    <a:lnTo>
                      <a:pt x="2000250" y="2326373"/>
                    </a:lnTo>
                    <a:lnTo>
                      <a:pt x="2000719" y="2327491"/>
                    </a:lnTo>
                    <a:lnTo>
                      <a:pt x="2002586" y="2329357"/>
                    </a:lnTo>
                    <a:lnTo>
                      <a:pt x="2003704" y="2329815"/>
                    </a:lnTo>
                    <a:lnTo>
                      <a:pt x="2006333" y="2329815"/>
                    </a:lnTo>
                    <a:lnTo>
                      <a:pt x="2007450" y="2329357"/>
                    </a:lnTo>
                    <a:lnTo>
                      <a:pt x="2009317" y="2327491"/>
                    </a:lnTo>
                    <a:lnTo>
                      <a:pt x="2009775" y="2326373"/>
                    </a:lnTo>
                    <a:lnTo>
                      <a:pt x="2009775" y="2323744"/>
                    </a:lnTo>
                    <a:close/>
                  </a:path>
                  <a:path w="5153025" h="3103245">
                    <a:moveTo>
                      <a:pt x="2009775" y="1550314"/>
                    </a:moveTo>
                    <a:lnTo>
                      <a:pt x="2009317" y="1549196"/>
                    </a:lnTo>
                    <a:lnTo>
                      <a:pt x="2007450" y="1547329"/>
                    </a:lnTo>
                    <a:lnTo>
                      <a:pt x="2006333" y="1546860"/>
                    </a:lnTo>
                    <a:lnTo>
                      <a:pt x="2003704" y="1546860"/>
                    </a:lnTo>
                    <a:lnTo>
                      <a:pt x="2002586" y="1547329"/>
                    </a:lnTo>
                    <a:lnTo>
                      <a:pt x="2000719" y="1549196"/>
                    </a:lnTo>
                    <a:lnTo>
                      <a:pt x="2000250" y="1550314"/>
                    </a:lnTo>
                    <a:lnTo>
                      <a:pt x="2000250" y="1552943"/>
                    </a:lnTo>
                    <a:lnTo>
                      <a:pt x="2000719" y="1554060"/>
                    </a:lnTo>
                    <a:lnTo>
                      <a:pt x="2002586" y="1555927"/>
                    </a:lnTo>
                    <a:lnTo>
                      <a:pt x="2003704" y="1556385"/>
                    </a:lnTo>
                    <a:lnTo>
                      <a:pt x="2006333" y="1556385"/>
                    </a:lnTo>
                    <a:lnTo>
                      <a:pt x="2007450" y="1555927"/>
                    </a:lnTo>
                    <a:lnTo>
                      <a:pt x="2009317" y="1554060"/>
                    </a:lnTo>
                    <a:lnTo>
                      <a:pt x="2009775" y="1552943"/>
                    </a:lnTo>
                    <a:lnTo>
                      <a:pt x="2009775" y="1550314"/>
                    </a:lnTo>
                    <a:close/>
                  </a:path>
                  <a:path w="5153025" h="3103245">
                    <a:moveTo>
                      <a:pt x="2009775" y="776884"/>
                    </a:moveTo>
                    <a:lnTo>
                      <a:pt x="2009317" y="775766"/>
                    </a:lnTo>
                    <a:lnTo>
                      <a:pt x="2007450" y="773899"/>
                    </a:lnTo>
                    <a:lnTo>
                      <a:pt x="2006333" y="773430"/>
                    </a:lnTo>
                    <a:lnTo>
                      <a:pt x="2003704" y="773430"/>
                    </a:lnTo>
                    <a:lnTo>
                      <a:pt x="2002586" y="773899"/>
                    </a:lnTo>
                    <a:lnTo>
                      <a:pt x="2000719" y="775766"/>
                    </a:lnTo>
                    <a:lnTo>
                      <a:pt x="2000250" y="776884"/>
                    </a:lnTo>
                    <a:lnTo>
                      <a:pt x="2000250" y="779513"/>
                    </a:lnTo>
                    <a:lnTo>
                      <a:pt x="2000719" y="780630"/>
                    </a:lnTo>
                    <a:lnTo>
                      <a:pt x="2002586" y="782497"/>
                    </a:lnTo>
                    <a:lnTo>
                      <a:pt x="2003704" y="782955"/>
                    </a:lnTo>
                    <a:lnTo>
                      <a:pt x="2006333" y="782955"/>
                    </a:lnTo>
                    <a:lnTo>
                      <a:pt x="2007450" y="782497"/>
                    </a:lnTo>
                    <a:lnTo>
                      <a:pt x="2009317" y="780630"/>
                    </a:lnTo>
                    <a:lnTo>
                      <a:pt x="2009775" y="779513"/>
                    </a:lnTo>
                    <a:lnTo>
                      <a:pt x="2009775" y="776884"/>
                    </a:lnTo>
                    <a:close/>
                  </a:path>
                  <a:path w="5153025" h="3103245">
                    <a:moveTo>
                      <a:pt x="2009775" y="3454"/>
                    </a:moveTo>
                    <a:lnTo>
                      <a:pt x="2009317" y="2336"/>
                    </a:lnTo>
                    <a:lnTo>
                      <a:pt x="2007450" y="469"/>
                    </a:lnTo>
                    <a:lnTo>
                      <a:pt x="2006333" y="0"/>
                    </a:lnTo>
                    <a:lnTo>
                      <a:pt x="2003704" y="0"/>
                    </a:lnTo>
                    <a:lnTo>
                      <a:pt x="2002586" y="469"/>
                    </a:lnTo>
                    <a:lnTo>
                      <a:pt x="2000719" y="2336"/>
                    </a:lnTo>
                    <a:lnTo>
                      <a:pt x="2000250" y="3454"/>
                    </a:lnTo>
                    <a:lnTo>
                      <a:pt x="2000250" y="6083"/>
                    </a:lnTo>
                    <a:lnTo>
                      <a:pt x="2000719" y="7200"/>
                    </a:lnTo>
                    <a:lnTo>
                      <a:pt x="2002586" y="9067"/>
                    </a:lnTo>
                    <a:lnTo>
                      <a:pt x="2003704" y="9525"/>
                    </a:lnTo>
                    <a:lnTo>
                      <a:pt x="2006333" y="9525"/>
                    </a:lnTo>
                    <a:lnTo>
                      <a:pt x="2007450" y="9067"/>
                    </a:lnTo>
                    <a:lnTo>
                      <a:pt x="2009317" y="7200"/>
                    </a:lnTo>
                    <a:lnTo>
                      <a:pt x="2009775" y="6083"/>
                    </a:lnTo>
                    <a:lnTo>
                      <a:pt x="2009775" y="3454"/>
                    </a:lnTo>
                    <a:close/>
                  </a:path>
                  <a:path w="5153025" h="3103245">
                    <a:moveTo>
                      <a:pt x="2057400" y="3097174"/>
                    </a:moveTo>
                    <a:lnTo>
                      <a:pt x="2056942" y="3096056"/>
                    </a:lnTo>
                    <a:lnTo>
                      <a:pt x="2055075" y="3094190"/>
                    </a:lnTo>
                    <a:lnTo>
                      <a:pt x="2053958" y="3093720"/>
                    </a:lnTo>
                    <a:lnTo>
                      <a:pt x="2051329" y="3093720"/>
                    </a:lnTo>
                    <a:lnTo>
                      <a:pt x="2050211" y="3094190"/>
                    </a:lnTo>
                    <a:lnTo>
                      <a:pt x="2048344" y="3096056"/>
                    </a:lnTo>
                    <a:lnTo>
                      <a:pt x="2047875" y="3097174"/>
                    </a:lnTo>
                    <a:lnTo>
                      <a:pt x="2047875" y="3099803"/>
                    </a:lnTo>
                    <a:lnTo>
                      <a:pt x="2048344" y="3100921"/>
                    </a:lnTo>
                    <a:lnTo>
                      <a:pt x="2050211" y="3102787"/>
                    </a:lnTo>
                    <a:lnTo>
                      <a:pt x="2051329" y="3103245"/>
                    </a:lnTo>
                    <a:lnTo>
                      <a:pt x="2053958" y="3103245"/>
                    </a:lnTo>
                    <a:lnTo>
                      <a:pt x="2055075" y="3102787"/>
                    </a:lnTo>
                    <a:lnTo>
                      <a:pt x="2056942" y="3100921"/>
                    </a:lnTo>
                    <a:lnTo>
                      <a:pt x="2057400" y="3099803"/>
                    </a:lnTo>
                    <a:lnTo>
                      <a:pt x="2057400" y="3097174"/>
                    </a:lnTo>
                    <a:close/>
                  </a:path>
                  <a:path w="5153025" h="3103245">
                    <a:moveTo>
                      <a:pt x="2057400" y="2323744"/>
                    </a:moveTo>
                    <a:lnTo>
                      <a:pt x="2056942" y="2322626"/>
                    </a:lnTo>
                    <a:lnTo>
                      <a:pt x="2055075" y="2320760"/>
                    </a:lnTo>
                    <a:lnTo>
                      <a:pt x="2053958" y="2320290"/>
                    </a:lnTo>
                    <a:lnTo>
                      <a:pt x="2051329" y="2320290"/>
                    </a:lnTo>
                    <a:lnTo>
                      <a:pt x="2050211" y="2320760"/>
                    </a:lnTo>
                    <a:lnTo>
                      <a:pt x="2048344" y="2322626"/>
                    </a:lnTo>
                    <a:lnTo>
                      <a:pt x="2047875" y="2323744"/>
                    </a:lnTo>
                    <a:lnTo>
                      <a:pt x="2047875" y="2326373"/>
                    </a:lnTo>
                    <a:lnTo>
                      <a:pt x="2048344" y="2327491"/>
                    </a:lnTo>
                    <a:lnTo>
                      <a:pt x="2050211" y="2329357"/>
                    </a:lnTo>
                    <a:lnTo>
                      <a:pt x="2051329" y="2329815"/>
                    </a:lnTo>
                    <a:lnTo>
                      <a:pt x="2053958" y="2329815"/>
                    </a:lnTo>
                    <a:lnTo>
                      <a:pt x="2055075" y="2329357"/>
                    </a:lnTo>
                    <a:lnTo>
                      <a:pt x="2056942" y="2327491"/>
                    </a:lnTo>
                    <a:lnTo>
                      <a:pt x="2057400" y="2326373"/>
                    </a:lnTo>
                    <a:lnTo>
                      <a:pt x="2057400" y="2323744"/>
                    </a:lnTo>
                    <a:close/>
                  </a:path>
                  <a:path w="5153025" h="3103245">
                    <a:moveTo>
                      <a:pt x="2057400" y="1550314"/>
                    </a:moveTo>
                    <a:lnTo>
                      <a:pt x="2056942" y="1549196"/>
                    </a:lnTo>
                    <a:lnTo>
                      <a:pt x="2055075" y="1547329"/>
                    </a:lnTo>
                    <a:lnTo>
                      <a:pt x="2053958" y="1546860"/>
                    </a:lnTo>
                    <a:lnTo>
                      <a:pt x="2051329" y="1546860"/>
                    </a:lnTo>
                    <a:lnTo>
                      <a:pt x="2050211" y="1547329"/>
                    </a:lnTo>
                    <a:lnTo>
                      <a:pt x="2048344" y="1549196"/>
                    </a:lnTo>
                    <a:lnTo>
                      <a:pt x="2047875" y="1550314"/>
                    </a:lnTo>
                    <a:lnTo>
                      <a:pt x="2047875" y="1552943"/>
                    </a:lnTo>
                    <a:lnTo>
                      <a:pt x="2048344" y="1554060"/>
                    </a:lnTo>
                    <a:lnTo>
                      <a:pt x="2050211" y="1555927"/>
                    </a:lnTo>
                    <a:lnTo>
                      <a:pt x="2051329" y="1556385"/>
                    </a:lnTo>
                    <a:lnTo>
                      <a:pt x="2053958" y="1556385"/>
                    </a:lnTo>
                    <a:lnTo>
                      <a:pt x="2055075" y="1555927"/>
                    </a:lnTo>
                    <a:lnTo>
                      <a:pt x="2056942" y="1554060"/>
                    </a:lnTo>
                    <a:lnTo>
                      <a:pt x="2057400" y="1552943"/>
                    </a:lnTo>
                    <a:lnTo>
                      <a:pt x="2057400" y="1550314"/>
                    </a:lnTo>
                    <a:close/>
                  </a:path>
                  <a:path w="5153025" h="3103245">
                    <a:moveTo>
                      <a:pt x="2057400" y="776884"/>
                    </a:moveTo>
                    <a:lnTo>
                      <a:pt x="2056942" y="775766"/>
                    </a:lnTo>
                    <a:lnTo>
                      <a:pt x="2055075" y="773899"/>
                    </a:lnTo>
                    <a:lnTo>
                      <a:pt x="2053958" y="773430"/>
                    </a:lnTo>
                    <a:lnTo>
                      <a:pt x="2051329" y="773430"/>
                    </a:lnTo>
                    <a:lnTo>
                      <a:pt x="2050211" y="773899"/>
                    </a:lnTo>
                    <a:lnTo>
                      <a:pt x="2048344" y="775766"/>
                    </a:lnTo>
                    <a:lnTo>
                      <a:pt x="2047875" y="776884"/>
                    </a:lnTo>
                    <a:lnTo>
                      <a:pt x="2047875" y="779513"/>
                    </a:lnTo>
                    <a:lnTo>
                      <a:pt x="2048344" y="780630"/>
                    </a:lnTo>
                    <a:lnTo>
                      <a:pt x="2050211" y="782497"/>
                    </a:lnTo>
                    <a:lnTo>
                      <a:pt x="2051329" y="782955"/>
                    </a:lnTo>
                    <a:lnTo>
                      <a:pt x="2053958" y="782955"/>
                    </a:lnTo>
                    <a:lnTo>
                      <a:pt x="2055075" y="782497"/>
                    </a:lnTo>
                    <a:lnTo>
                      <a:pt x="2056942" y="780630"/>
                    </a:lnTo>
                    <a:lnTo>
                      <a:pt x="2057400" y="779513"/>
                    </a:lnTo>
                    <a:lnTo>
                      <a:pt x="2057400" y="776884"/>
                    </a:lnTo>
                    <a:close/>
                  </a:path>
                  <a:path w="5153025" h="3103245">
                    <a:moveTo>
                      <a:pt x="2057400" y="3454"/>
                    </a:moveTo>
                    <a:lnTo>
                      <a:pt x="2056942" y="2336"/>
                    </a:lnTo>
                    <a:lnTo>
                      <a:pt x="2055075" y="469"/>
                    </a:lnTo>
                    <a:lnTo>
                      <a:pt x="2053958" y="0"/>
                    </a:lnTo>
                    <a:lnTo>
                      <a:pt x="2051329" y="0"/>
                    </a:lnTo>
                    <a:lnTo>
                      <a:pt x="2050211" y="469"/>
                    </a:lnTo>
                    <a:lnTo>
                      <a:pt x="2048344" y="2336"/>
                    </a:lnTo>
                    <a:lnTo>
                      <a:pt x="2047875" y="3454"/>
                    </a:lnTo>
                    <a:lnTo>
                      <a:pt x="2047875" y="6083"/>
                    </a:lnTo>
                    <a:lnTo>
                      <a:pt x="2048344" y="7200"/>
                    </a:lnTo>
                    <a:lnTo>
                      <a:pt x="2050211" y="9067"/>
                    </a:lnTo>
                    <a:lnTo>
                      <a:pt x="2051329" y="9525"/>
                    </a:lnTo>
                    <a:lnTo>
                      <a:pt x="2053958" y="9525"/>
                    </a:lnTo>
                    <a:lnTo>
                      <a:pt x="2055075" y="9067"/>
                    </a:lnTo>
                    <a:lnTo>
                      <a:pt x="2056942" y="7200"/>
                    </a:lnTo>
                    <a:lnTo>
                      <a:pt x="2057400" y="6083"/>
                    </a:lnTo>
                    <a:lnTo>
                      <a:pt x="2057400" y="3454"/>
                    </a:lnTo>
                    <a:close/>
                  </a:path>
                  <a:path w="5153025" h="3103245">
                    <a:moveTo>
                      <a:pt x="2105025" y="3097174"/>
                    </a:moveTo>
                    <a:lnTo>
                      <a:pt x="2104567" y="3096056"/>
                    </a:lnTo>
                    <a:lnTo>
                      <a:pt x="2102700" y="3094190"/>
                    </a:lnTo>
                    <a:lnTo>
                      <a:pt x="2101583" y="3093720"/>
                    </a:lnTo>
                    <a:lnTo>
                      <a:pt x="2098954" y="3093720"/>
                    </a:lnTo>
                    <a:lnTo>
                      <a:pt x="2097836" y="3094190"/>
                    </a:lnTo>
                    <a:lnTo>
                      <a:pt x="2095969" y="3096056"/>
                    </a:lnTo>
                    <a:lnTo>
                      <a:pt x="2095500" y="3097174"/>
                    </a:lnTo>
                    <a:lnTo>
                      <a:pt x="2095500" y="3099803"/>
                    </a:lnTo>
                    <a:lnTo>
                      <a:pt x="2095969" y="3100921"/>
                    </a:lnTo>
                    <a:lnTo>
                      <a:pt x="2097836" y="3102787"/>
                    </a:lnTo>
                    <a:lnTo>
                      <a:pt x="2098954" y="3103245"/>
                    </a:lnTo>
                    <a:lnTo>
                      <a:pt x="2101583" y="3103245"/>
                    </a:lnTo>
                    <a:lnTo>
                      <a:pt x="2102700" y="3102787"/>
                    </a:lnTo>
                    <a:lnTo>
                      <a:pt x="2104567" y="3100921"/>
                    </a:lnTo>
                    <a:lnTo>
                      <a:pt x="2105025" y="3099803"/>
                    </a:lnTo>
                    <a:lnTo>
                      <a:pt x="2105025" y="3097174"/>
                    </a:lnTo>
                    <a:close/>
                  </a:path>
                  <a:path w="5153025" h="3103245">
                    <a:moveTo>
                      <a:pt x="2105025" y="2323744"/>
                    </a:moveTo>
                    <a:lnTo>
                      <a:pt x="2104567" y="2322626"/>
                    </a:lnTo>
                    <a:lnTo>
                      <a:pt x="2102700" y="2320760"/>
                    </a:lnTo>
                    <a:lnTo>
                      <a:pt x="2101583" y="2320290"/>
                    </a:lnTo>
                    <a:lnTo>
                      <a:pt x="2098954" y="2320290"/>
                    </a:lnTo>
                    <a:lnTo>
                      <a:pt x="2097836" y="2320760"/>
                    </a:lnTo>
                    <a:lnTo>
                      <a:pt x="2095969" y="2322626"/>
                    </a:lnTo>
                    <a:lnTo>
                      <a:pt x="2095500" y="2323744"/>
                    </a:lnTo>
                    <a:lnTo>
                      <a:pt x="2095500" y="2326373"/>
                    </a:lnTo>
                    <a:lnTo>
                      <a:pt x="2095969" y="2327491"/>
                    </a:lnTo>
                    <a:lnTo>
                      <a:pt x="2097836" y="2329357"/>
                    </a:lnTo>
                    <a:lnTo>
                      <a:pt x="2098954" y="2329815"/>
                    </a:lnTo>
                    <a:lnTo>
                      <a:pt x="2101583" y="2329815"/>
                    </a:lnTo>
                    <a:lnTo>
                      <a:pt x="2102700" y="2329357"/>
                    </a:lnTo>
                    <a:lnTo>
                      <a:pt x="2104567" y="2327491"/>
                    </a:lnTo>
                    <a:lnTo>
                      <a:pt x="2105025" y="2326373"/>
                    </a:lnTo>
                    <a:lnTo>
                      <a:pt x="2105025" y="2323744"/>
                    </a:lnTo>
                    <a:close/>
                  </a:path>
                  <a:path w="5153025" h="3103245">
                    <a:moveTo>
                      <a:pt x="2105025" y="1550314"/>
                    </a:moveTo>
                    <a:lnTo>
                      <a:pt x="2104567" y="1549196"/>
                    </a:lnTo>
                    <a:lnTo>
                      <a:pt x="2102700" y="1547329"/>
                    </a:lnTo>
                    <a:lnTo>
                      <a:pt x="2101583" y="1546860"/>
                    </a:lnTo>
                    <a:lnTo>
                      <a:pt x="2098954" y="1546860"/>
                    </a:lnTo>
                    <a:lnTo>
                      <a:pt x="2097836" y="1547329"/>
                    </a:lnTo>
                    <a:lnTo>
                      <a:pt x="2095969" y="1549196"/>
                    </a:lnTo>
                    <a:lnTo>
                      <a:pt x="2095500" y="1550314"/>
                    </a:lnTo>
                    <a:lnTo>
                      <a:pt x="2095500" y="1552943"/>
                    </a:lnTo>
                    <a:lnTo>
                      <a:pt x="2095969" y="1554060"/>
                    </a:lnTo>
                    <a:lnTo>
                      <a:pt x="2097836" y="1555927"/>
                    </a:lnTo>
                    <a:lnTo>
                      <a:pt x="2098954" y="1556385"/>
                    </a:lnTo>
                    <a:lnTo>
                      <a:pt x="2101583" y="1556385"/>
                    </a:lnTo>
                    <a:lnTo>
                      <a:pt x="2102700" y="1555927"/>
                    </a:lnTo>
                    <a:lnTo>
                      <a:pt x="2104567" y="1554060"/>
                    </a:lnTo>
                    <a:lnTo>
                      <a:pt x="2105025" y="1552943"/>
                    </a:lnTo>
                    <a:lnTo>
                      <a:pt x="2105025" y="1550314"/>
                    </a:lnTo>
                    <a:close/>
                  </a:path>
                  <a:path w="5153025" h="3103245">
                    <a:moveTo>
                      <a:pt x="2105025" y="776884"/>
                    </a:moveTo>
                    <a:lnTo>
                      <a:pt x="2104567" y="775766"/>
                    </a:lnTo>
                    <a:lnTo>
                      <a:pt x="2102700" y="773899"/>
                    </a:lnTo>
                    <a:lnTo>
                      <a:pt x="2101583" y="773430"/>
                    </a:lnTo>
                    <a:lnTo>
                      <a:pt x="2098954" y="773430"/>
                    </a:lnTo>
                    <a:lnTo>
                      <a:pt x="2097836" y="773899"/>
                    </a:lnTo>
                    <a:lnTo>
                      <a:pt x="2095969" y="775766"/>
                    </a:lnTo>
                    <a:lnTo>
                      <a:pt x="2095500" y="776884"/>
                    </a:lnTo>
                    <a:lnTo>
                      <a:pt x="2095500" y="779513"/>
                    </a:lnTo>
                    <a:lnTo>
                      <a:pt x="2095969" y="780630"/>
                    </a:lnTo>
                    <a:lnTo>
                      <a:pt x="2097836" y="782497"/>
                    </a:lnTo>
                    <a:lnTo>
                      <a:pt x="2098954" y="782955"/>
                    </a:lnTo>
                    <a:lnTo>
                      <a:pt x="2101583" y="782955"/>
                    </a:lnTo>
                    <a:lnTo>
                      <a:pt x="2102700" y="782497"/>
                    </a:lnTo>
                    <a:lnTo>
                      <a:pt x="2104567" y="780630"/>
                    </a:lnTo>
                    <a:lnTo>
                      <a:pt x="2105025" y="779513"/>
                    </a:lnTo>
                    <a:lnTo>
                      <a:pt x="2105025" y="776884"/>
                    </a:lnTo>
                    <a:close/>
                  </a:path>
                  <a:path w="5153025" h="3103245">
                    <a:moveTo>
                      <a:pt x="2105025" y="3454"/>
                    </a:moveTo>
                    <a:lnTo>
                      <a:pt x="2104567" y="2336"/>
                    </a:lnTo>
                    <a:lnTo>
                      <a:pt x="2102700" y="469"/>
                    </a:lnTo>
                    <a:lnTo>
                      <a:pt x="2101583" y="0"/>
                    </a:lnTo>
                    <a:lnTo>
                      <a:pt x="2098954" y="0"/>
                    </a:lnTo>
                    <a:lnTo>
                      <a:pt x="2097836" y="469"/>
                    </a:lnTo>
                    <a:lnTo>
                      <a:pt x="2095969" y="2336"/>
                    </a:lnTo>
                    <a:lnTo>
                      <a:pt x="2095500" y="3454"/>
                    </a:lnTo>
                    <a:lnTo>
                      <a:pt x="2095500" y="6083"/>
                    </a:lnTo>
                    <a:lnTo>
                      <a:pt x="2095969" y="7200"/>
                    </a:lnTo>
                    <a:lnTo>
                      <a:pt x="2097836" y="9067"/>
                    </a:lnTo>
                    <a:lnTo>
                      <a:pt x="2098954" y="9525"/>
                    </a:lnTo>
                    <a:lnTo>
                      <a:pt x="2101583" y="9525"/>
                    </a:lnTo>
                    <a:lnTo>
                      <a:pt x="2102700" y="9067"/>
                    </a:lnTo>
                    <a:lnTo>
                      <a:pt x="2104567" y="7200"/>
                    </a:lnTo>
                    <a:lnTo>
                      <a:pt x="2105025" y="6083"/>
                    </a:lnTo>
                    <a:lnTo>
                      <a:pt x="2105025" y="3454"/>
                    </a:lnTo>
                    <a:close/>
                  </a:path>
                  <a:path w="5153025" h="3103245">
                    <a:moveTo>
                      <a:pt x="2152650" y="3097174"/>
                    </a:moveTo>
                    <a:lnTo>
                      <a:pt x="2152192" y="3096056"/>
                    </a:lnTo>
                    <a:lnTo>
                      <a:pt x="2150326" y="3094190"/>
                    </a:lnTo>
                    <a:lnTo>
                      <a:pt x="2149208" y="3093720"/>
                    </a:lnTo>
                    <a:lnTo>
                      <a:pt x="2146579" y="3093720"/>
                    </a:lnTo>
                    <a:lnTo>
                      <a:pt x="2145461" y="3094190"/>
                    </a:lnTo>
                    <a:lnTo>
                      <a:pt x="2143595" y="3096056"/>
                    </a:lnTo>
                    <a:lnTo>
                      <a:pt x="2143125" y="3097174"/>
                    </a:lnTo>
                    <a:lnTo>
                      <a:pt x="2143125" y="3099803"/>
                    </a:lnTo>
                    <a:lnTo>
                      <a:pt x="2143595" y="3100921"/>
                    </a:lnTo>
                    <a:lnTo>
                      <a:pt x="2145461" y="3102787"/>
                    </a:lnTo>
                    <a:lnTo>
                      <a:pt x="2146579" y="3103245"/>
                    </a:lnTo>
                    <a:lnTo>
                      <a:pt x="2149208" y="3103245"/>
                    </a:lnTo>
                    <a:lnTo>
                      <a:pt x="2150326" y="3102787"/>
                    </a:lnTo>
                    <a:lnTo>
                      <a:pt x="2152192" y="3100921"/>
                    </a:lnTo>
                    <a:lnTo>
                      <a:pt x="2152650" y="3099803"/>
                    </a:lnTo>
                    <a:lnTo>
                      <a:pt x="2152650" y="3097174"/>
                    </a:lnTo>
                    <a:close/>
                  </a:path>
                  <a:path w="5153025" h="3103245">
                    <a:moveTo>
                      <a:pt x="2152650" y="2323744"/>
                    </a:moveTo>
                    <a:lnTo>
                      <a:pt x="2152192" y="2322626"/>
                    </a:lnTo>
                    <a:lnTo>
                      <a:pt x="2150326" y="2320760"/>
                    </a:lnTo>
                    <a:lnTo>
                      <a:pt x="2149208" y="2320290"/>
                    </a:lnTo>
                    <a:lnTo>
                      <a:pt x="2146579" y="2320290"/>
                    </a:lnTo>
                    <a:lnTo>
                      <a:pt x="2145461" y="2320760"/>
                    </a:lnTo>
                    <a:lnTo>
                      <a:pt x="2143595" y="2322626"/>
                    </a:lnTo>
                    <a:lnTo>
                      <a:pt x="2143125" y="2323744"/>
                    </a:lnTo>
                    <a:lnTo>
                      <a:pt x="2143125" y="2326373"/>
                    </a:lnTo>
                    <a:lnTo>
                      <a:pt x="2143595" y="2327491"/>
                    </a:lnTo>
                    <a:lnTo>
                      <a:pt x="2145461" y="2329357"/>
                    </a:lnTo>
                    <a:lnTo>
                      <a:pt x="2146579" y="2329815"/>
                    </a:lnTo>
                    <a:lnTo>
                      <a:pt x="2149208" y="2329815"/>
                    </a:lnTo>
                    <a:lnTo>
                      <a:pt x="2150326" y="2329357"/>
                    </a:lnTo>
                    <a:lnTo>
                      <a:pt x="2152192" y="2327491"/>
                    </a:lnTo>
                    <a:lnTo>
                      <a:pt x="2152650" y="2326373"/>
                    </a:lnTo>
                    <a:lnTo>
                      <a:pt x="2152650" y="2323744"/>
                    </a:lnTo>
                    <a:close/>
                  </a:path>
                  <a:path w="5153025" h="3103245">
                    <a:moveTo>
                      <a:pt x="2152650" y="1550314"/>
                    </a:moveTo>
                    <a:lnTo>
                      <a:pt x="2152192" y="1549196"/>
                    </a:lnTo>
                    <a:lnTo>
                      <a:pt x="2150326" y="1547329"/>
                    </a:lnTo>
                    <a:lnTo>
                      <a:pt x="2149208" y="1546860"/>
                    </a:lnTo>
                    <a:lnTo>
                      <a:pt x="2146579" y="1546860"/>
                    </a:lnTo>
                    <a:lnTo>
                      <a:pt x="2145461" y="1547329"/>
                    </a:lnTo>
                    <a:lnTo>
                      <a:pt x="2143595" y="1549196"/>
                    </a:lnTo>
                    <a:lnTo>
                      <a:pt x="2143125" y="1550314"/>
                    </a:lnTo>
                    <a:lnTo>
                      <a:pt x="2143125" y="1552943"/>
                    </a:lnTo>
                    <a:lnTo>
                      <a:pt x="2143595" y="1554060"/>
                    </a:lnTo>
                    <a:lnTo>
                      <a:pt x="2145461" y="1555927"/>
                    </a:lnTo>
                    <a:lnTo>
                      <a:pt x="2146579" y="1556385"/>
                    </a:lnTo>
                    <a:lnTo>
                      <a:pt x="2149208" y="1556385"/>
                    </a:lnTo>
                    <a:lnTo>
                      <a:pt x="2150326" y="1555927"/>
                    </a:lnTo>
                    <a:lnTo>
                      <a:pt x="2152192" y="1554060"/>
                    </a:lnTo>
                    <a:lnTo>
                      <a:pt x="2152650" y="1552943"/>
                    </a:lnTo>
                    <a:lnTo>
                      <a:pt x="2152650" y="1550314"/>
                    </a:lnTo>
                    <a:close/>
                  </a:path>
                  <a:path w="5153025" h="3103245">
                    <a:moveTo>
                      <a:pt x="2152650" y="776884"/>
                    </a:moveTo>
                    <a:lnTo>
                      <a:pt x="2152192" y="775766"/>
                    </a:lnTo>
                    <a:lnTo>
                      <a:pt x="2150326" y="773899"/>
                    </a:lnTo>
                    <a:lnTo>
                      <a:pt x="2149208" y="773430"/>
                    </a:lnTo>
                    <a:lnTo>
                      <a:pt x="2146579" y="773430"/>
                    </a:lnTo>
                    <a:lnTo>
                      <a:pt x="2145461" y="773899"/>
                    </a:lnTo>
                    <a:lnTo>
                      <a:pt x="2143595" y="775766"/>
                    </a:lnTo>
                    <a:lnTo>
                      <a:pt x="2143125" y="776884"/>
                    </a:lnTo>
                    <a:lnTo>
                      <a:pt x="2143125" y="779513"/>
                    </a:lnTo>
                    <a:lnTo>
                      <a:pt x="2143595" y="780630"/>
                    </a:lnTo>
                    <a:lnTo>
                      <a:pt x="2145461" y="782497"/>
                    </a:lnTo>
                    <a:lnTo>
                      <a:pt x="2146579" y="782955"/>
                    </a:lnTo>
                    <a:lnTo>
                      <a:pt x="2149208" y="782955"/>
                    </a:lnTo>
                    <a:lnTo>
                      <a:pt x="2150326" y="782497"/>
                    </a:lnTo>
                    <a:lnTo>
                      <a:pt x="2152192" y="780630"/>
                    </a:lnTo>
                    <a:lnTo>
                      <a:pt x="2152650" y="779513"/>
                    </a:lnTo>
                    <a:lnTo>
                      <a:pt x="2152650" y="776884"/>
                    </a:lnTo>
                    <a:close/>
                  </a:path>
                  <a:path w="5153025" h="3103245">
                    <a:moveTo>
                      <a:pt x="2152650" y="3454"/>
                    </a:moveTo>
                    <a:lnTo>
                      <a:pt x="2152192" y="2336"/>
                    </a:lnTo>
                    <a:lnTo>
                      <a:pt x="2150326" y="469"/>
                    </a:lnTo>
                    <a:lnTo>
                      <a:pt x="2149208" y="0"/>
                    </a:lnTo>
                    <a:lnTo>
                      <a:pt x="2146579" y="0"/>
                    </a:lnTo>
                    <a:lnTo>
                      <a:pt x="2145461" y="469"/>
                    </a:lnTo>
                    <a:lnTo>
                      <a:pt x="2143595" y="2336"/>
                    </a:lnTo>
                    <a:lnTo>
                      <a:pt x="2143125" y="3454"/>
                    </a:lnTo>
                    <a:lnTo>
                      <a:pt x="2143125" y="6083"/>
                    </a:lnTo>
                    <a:lnTo>
                      <a:pt x="2143595" y="7200"/>
                    </a:lnTo>
                    <a:lnTo>
                      <a:pt x="2145461" y="9067"/>
                    </a:lnTo>
                    <a:lnTo>
                      <a:pt x="2146579" y="9525"/>
                    </a:lnTo>
                    <a:lnTo>
                      <a:pt x="2149208" y="9525"/>
                    </a:lnTo>
                    <a:lnTo>
                      <a:pt x="2150326" y="9067"/>
                    </a:lnTo>
                    <a:lnTo>
                      <a:pt x="2152192" y="7200"/>
                    </a:lnTo>
                    <a:lnTo>
                      <a:pt x="2152650" y="6083"/>
                    </a:lnTo>
                    <a:lnTo>
                      <a:pt x="2152650" y="3454"/>
                    </a:lnTo>
                    <a:close/>
                  </a:path>
                  <a:path w="5153025" h="3103245">
                    <a:moveTo>
                      <a:pt x="2200275" y="3097174"/>
                    </a:moveTo>
                    <a:lnTo>
                      <a:pt x="2199817" y="3096056"/>
                    </a:lnTo>
                    <a:lnTo>
                      <a:pt x="2197951" y="3094190"/>
                    </a:lnTo>
                    <a:lnTo>
                      <a:pt x="2196833" y="3093720"/>
                    </a:lnTo>
                    <a:lnTo>
                      <a:pt x="2194204" y="3093720"/>
                    </a:lnTo>
                    <a:lnTo>
                      <a:pt x="2193086" y="3094190"/>
                    </a:lnTo>
                    <a:lnTo>
                      <a:pt x="2191220" y="3096056"/>
                    </a:lnTo>
                    <a:lnTo>
                      <a:pt x="2190750" y="3097174"/>
                    </a:lnTo>
                    <a:lnTo>
                      <a:pt x="2190750" y="3099803"/>
                    </a:lnTo>
                    <a:lnTo>
                      <a:pt x="2191220" y="3100921"/>
                    </a:lnTo>
                    <a:lnTo>
                      <a:pt x="2193086" y="3102787"/>
                    </a:lnTo>
                    <a:lnTo>
                      <a:pt x="2194204" y="3103245"/>
                    </a:lnTo>
                    <a:lnTo>
                      <a:pt x="2196833" y="3103245"/>
                    </a:lnTo>
                    <a:lnTo>
                      <a:pt x="2197951" y="3102787"/>
                    </a:lnTo>
                    <a:lnTo>
                      <a:pt x="2199817" y="3100921"/>
                    </a:lnTo>
                    <a:lnTo>
                      <a:pt x="2200275" y="3099803"/>
                    </a:lnTo>
                    <a:lnTo>
                      <a:pt x="2200275" y="3097174"/>
                    </a:lnTo>
                    <a:close/>
                  </a:path>
                  <a:path w="5153025" h="3103245">
                    <a:moveTo>
                      <a:pt x="2200275" y="2323744"/>
                    </a:moveTo>
                    <a:lnTo>
                      <a:pt x="2199817" y="2322626"/>
                    </a:lnTo>
                    <a:lnTo>
                      <a:pt x="2197951" y="2320760"/>
                    </a:lnTo>
                    <a:lnTo>
                      <a:pt x="2196833" y="2320290"/>
                    </a:lnTo>
                    <a:lnTo>
                      <a:pt x="2194204" y="2320290"/>
                    </a:lnTo>
                    <a:lnTo>
                      <a:pt x="2193086" y="2320760"/>
                    </a:lnTo>
                    <a:lnTo>
                      <a:pt x="2191220" y="2322626"/>
                    </a:lnTo>
                    <a:lnTo>
                      <a:pt x="2190750" y="2323744"/>
                    </a:lnTo>
                    <a:lnTo>
                      <a:pt x="2190750" y="2326373"/>
                    </a:lnTo>
                    <a:lnTo>
                      <a:pt x="2191220" y="2327491"/>
                    </a:lnTo>
                    <a:lnTo>
                      <a:pt x="2193086" y="2329357"/>
                    </a:lnTo>
                    <a:lnTo>
                      <a:pt x="2194204" y="2329815"/>
                    </a:lnTo>
                    <a:lnTo>
                      <a:pt x="2196833" y="2329815"/>
                    </a:lnTo>
                    <a:lnTo>
                      <a:pt x="2197951" y="2329357"/>
                    </a:lnTo>
                    <a:lnTo>
                      <a:pt x="2199817" y="2327491"/>
                    </a:lnTo>
                    <a:lnTo>
                      <a:pt x="2200275" y="2326373"/>
                    </a:lnTo>
                    <a:lnTo>
                      <a:pt x="2200275" y="2323744"/>
                    </a:lnTo>
                    <a:close/>
                  </a:path>
                  <a:path w="5153025" h="3103245">
                    <a:moveTo>
                      <a:pt x="2200275" y="1550314"/>
                    </a:moveTo>
                    <a:lnTo>
                      <a:pt x="2199817" y="1549196"/>
                    </a:lnTo>
                    <a:lnTo>
                      <a:pt x="2197951" y="1547329"/>
                    </a:lnTo>
                    <a:lnTo>
                      <a:pt x="2196833" y="1546860"/>
                    </a:lnTo>
                    <a:lnTo>
                      <a:pt x="2194204" y="1546860"/>
                    </a:lnTo>
                    <a:lnTo>
                      <a:pt x="2193086" y="1547329"/>
                    </a:lnTo>
                    <a:lnTo>
                      <a:pt x="2191220" y="1549196"/>
                    </a:lnTo>
                    <a:lnTo>
                      <a:pt x="2190750" y="1550314"/>
                    </a:lnTo>
                    <a:lnTo>
                      <a:pt x="2190750" y="1552943"/>
                    </a:lnTo>
                    <a:lnTo>
                      <a:pt x="2191220" y="1554060"/>
                    </a:lnTo>
                    <a:lnTo>
                      <a:pt x="2193086" y="1555927"/>
                    </a:lnTo>
                    <a:lnTo>
                      <a:pt x="2194204" y="1556385"/>
                    </a:lnTo>
                    <a:lnTo>
                      <a:pt x="2196833" y="1556385"/>
                    </a:lnTo>
                    <a:lnTo>
                      <a:pt x="2197951" y="1555927"/>
                    </a:lnTo>
                    <a:lnTo>
                      <a:pt x="2199817" y="1554060"/>
                    </a:lnTo>
                    <a:lnTo>
                      <a:pt x="2200275" y="1552943"/>
                    </a:lnTo>
                    <a:lnTo>
                      <a:pt x="2200275" y="1550314"/>
                    </a:lnTo>
                    <a:close/>
                  </a:path>
                  <a:path w="5153025" h="3103245">
                    <a:moveTo>
                      <a:pt x="2200275" y="776884"/>
                    </a:moveTo>
                    <a:lnTo>
                      <a:pt x="2199817" y="775766"/>
                    </a:lnTo>
                    <a:lnTo>
                      <a:pt x="2197951" y="773899"/>
                    </a:lnTo>
                    <a:lnTo>
                      <a:pt x="2196833" y="773430"/>
                    </a:lnTo>
                    <a:lnTo>
                      <a:pt x="2194204" y="773430"/>
                    </a:lnTo>
                    <a:lnTo>
                      <a:pt x="2193086" y="773899"/>
                    </a:lnTo>
                    <a:lnTo>
                      <a:pt x="2191220" y="775766"/>
                    </a:lnTo>
                    <a:lnTo>
                      <a:pt x="2190750" y="776884"/>
                    </a:lnTo>
                    <a:lnTo>
                      <a:pt x="2190750" y="779513"/>
                    </a:lnTo>
                    <a:lnTo>
                      <a:pt x="2191220" y="780630"/>
                    </a:lnTo>
                    <a:lnTo>
                      <a:pt x="2193086" y="782497"/>
                    </a:lnTo>
                    <a:lnTo>
                      <a:pt x="2194204" y="782955"/>
                    </a:lnTo>
                    <a:lnTo>
                      <a:pt x="2196833" y="782955"/>
                    </a:lnTo>
                    <a:lnTo>
                      <a:pt x="2197951" y="782497"/>
                    </a:lnTo>
                    <a:lnTo>
                      <a:pt x="2199817" y="780630"/>
                    </a:lnTo>
                    <a:lnTo>
                      <a:pt x="2200275" y="779513"/>
                    </a:lnTo>
                    <a:lnTo>
                      <a:pt x="2200275" y="776884"/>
                    </a:lnTo>
                    <a:close/>
                  </a:path>
                  <a:path w="5153025" h="3103245">
                    <a:moveTo>
                      <a:pt x="2200275" y="3454"/>
                    </a:moveTo>
                    <a:lnTo>
                      <a:pt x="2199817" y="2336"/>
                    </a:lnTo>
                    <a:lnTo>
                      <a:pt x="2197951" y="469"/>
                    </a:lnTo>
                    <a:lnTo>
                      <a:pt x="2196833" y="0"/>
                    </a:lnTo>
                    <a:lnTo>
                      <a:pt x="2194204" y="0"/>
                    </a:lnTo>
                    <a:lnTo>
                      <a:pt x="2193086" y="469"/>
                    </a:lnTo>
                    <a:lnTo>
                      <a:pt x="2191220" y="2336"/>
                    </a:lnTo>
                    <a:lnTo>
                      <a:pt x="2190750" y="3454"/>
                    </a:lnTo>
                    <a:lnTo>
                      <a:pt x="2190750" y="6083"/>
                    </a:lnTo>
                    <a:lnTo>
                      <a:pt x="2191220" y="7200"/>
                    </a:lnTo>
                    <a:lnTo>
                      <a:pt x="2193086" y="9067"/>
                    </a:lnTo>
                    <a:lnTo>
                      <a:pt x="2194204" y="9525"/>
                    </a:lnTo>
                    <a:lnTo>
                      <a:pt x="2196833" y="9525"/>
                    </a:lnTo>
                    <a:lnTo>
                      <a:pt x="2197951" y="9067"/>
                    </a:lnTo>
                    <a:lnTo>
                      <a:pt x="2199817" y="7200"/>
                    </a:lnTo>
                    <a:lnTo>
                      <a:pt x="2200275" y="6083"/>
                    </a:lnTo>
                    <a:lnTo>
                      <a:pt x="2200275" y="3454"/>
                    </a:lnTo>
                    <a:close/>
                  </a:path>
                  <a:path w="5153025" h="3103245">
                    <a:moveTo>
                      <a:pt x="2247900" y="3097174"/>
                    </a:moveTo>
                    <a:lnTo>
                      <a:pt x="2247442" y="3096056"/>
                    </a:lnTo>
                    <a:lnTo>
                      <a:pt x="2245576" y="3094190"/>
                    </a:lnTo>
                    <a:lnTo>
                      <a:pt x="2244458" y="3093720"/>
                    </a:lnTo>
                    <a:lnTo>
                      <a:pt x="2241829" y="3093720"/>
                    </a:lnTo>
                    <a:lnTo>
                      <a:pt x="2240711" y="3094190"/>
                    </a:lnTo>
                    <a:lnTo>
                      <a:pt x="2238845" y="3096056"/>
                    </a:lnTo>
                    <a:lnTo>
                      <a:pt x="2238375" y="3097174"/>
                    </a:lnTo>
                    <a:lnTo>
                      <a:pt x="2238375" y="3099803"/>
                    </a:lnTo>
                    <a:lnTo>
                      <a:pt x="2238845" y="3100921"/>
                    </a:lnTo>
                    <a:lnTo>
                      <a:pt x="2240711" y="3102787"/>
                    </a:lnTo>
                    <a:lnTo>
                      <a:pt x="2241829" y="3103245"/>
                    </a:lnTo>
                    <a:lnTo>
                      <a:pt x="2244458" y="3103245"/>
                    </a:lnTo>
                    <a:lnTo>
                      <a:pt x="2245576" y="3102787"/>
                    </a:lnTo>
                    <a:lnTo>
                      <a:pt x="2247442" y="3100921"/>
                    </a:lnTo>
                    <a:lnTo>
                      <a:pt x="2247900" y="3099803"/>
                    </a:lnTo>
                    <a:lnTo>
                      <a:pt x="2247900" y="3097174"/>
                    </a:lnTo>
                    <a:close/>
                  </a:path>
                  <a:path w="5153025" h="3103245">
                    <a:moveTo>
                      <a:pt x="2247900" y="2323744"/>
                    </a:moveTo>
                    <a:lnTo>
                      <a:pt x="2247442" y="2322626"/>
                    </a:lnTo>
                    <a:lnTo>
                      <a:pt x="2245576" y="2320760"/>
                    </a:lnTo>
                    <a:lnTo>
                      <a:pt x="2244458" y="2320290"/>
                    </a:lnTo>
                    <a:lnTo>
                      <a:pt x="2241829" y="2320290"/>
                    </a:lnTo>
                    <a:lnTo>
                      <a:pt x="2240711" y="2320760"/>
                    </a:lnTo>
                    <a:lnTo>
                      <a:pt x="2238845" y="2322626"/>
                    </a:lnTo>
                    <a:lnTo>
                      <a:pt x="2238375" y="2323744"/>
                    </a:lnTo>
                    <a:lnTo>
                      <a:pt x="2238375" y="2326373"/>
                    </a:lnTo>
                    <a:lnTo>
                      <a:pt x="2238845" y="2327491"/>
                    </a:lnTo>
                    <a:lnTo>
                      <a:pt x="2240711" y="2329357"/>
                    </a:lnTo>
                    <a:lnTo>
                      <a:pt x="2241829" y="2329815"/>
                    </a:lnTo>
                    <a:lnTo>
                      <a:pt x="2244458" y="2329815"/>
                    </a:lnTo>
                    <a:lnTo>
                      <a:pt x="2245576" y="2329357"/>
                    </a:lnTo>
                    <a:lnTo>
                      <a:pt x="2247442" y="2327491"/>
                    </a:lnTo>
                    <a:lnTo>
                      <a:pt x="2247900" y="2326373"/>
                    </a:lnTo>
                    <a:lnTo>
                      <a:pt x="2247900" y="2323744"/>
                    </a:lnTo>
                    <a:close/>
                  </a:path>
                  <a:path w="5153025" h="3103245">
                    <a:moveTo>
                      <a:pt x="2247900" y="1550314"/>
                    </a:moveTo>
                    <a:lnTo>
                      <a:pt x="2247442" y="1549196"/>
                    </a:lnTo>
                    <a:lnTo>
                      <a:pt x="2245576" y="1547329"/>
                    </a:lnTo>
                    <a:lnTo>
                      <a:pt x="2244458" y="1546860"/>
                    </a:lnTo>
                    <a:lnTo>
                      <a:pt x="2241829" y="1546860"/>
                    </a:lnTo>
                    <a:lnTo>
                      <a:pt x="2240711" y="1547329"/>
                    </a:lnTo>
                    <a:lnTo>
                      <a:pt x="2238845" y="1549196"/>
                    </a:lnTo>
                    <a:lnTo>
                      <a:pt x="2238375" y="1550314"/>
                    </a:lnTo>
                    <a:lnTo>
                      <a:pt x="2238375" y="1552943"/>
                    </a:lnTo>
                    <a:lnTo>
                      <a:pt x="2238845" y="1554060"/>
                    </a:lnTo>
                    <a:lnTo>
                      <a:pt x="2240711" y="1555927"/>
                    </a:lnTo>
                    <a:lnTo>
                      <a:pt x="2241829" y="1556385"/>
                    </a:lnTo>
                    <a:lnTo>
                      <a:pt x="2244458" y="1556385"/>
                    </a:lnTo>
                    <a:lnTo>
                      <a:pt x="2245576" y="1555927"/>
                    </a:lnTo>
                    <a:lnTo>
                      <a:pt x="2247442" y="1554060"/>
                    </a:lnTo>
                    <a:lnTo>
                      <a:pt x="2247900" y="1552943"/>
                    </a:lnTo>
                    <a:lnTo>
                      <a:pt x="2247900" y="1550314"/>
                    </a:lnTo>
                    <a:close/>
                  </a:path>
                  <a:path w="5153025" h="3103245">
                    <a:moveTo>
                      <a:pt x="2247900" y="776884"/>
                    </a:moveTo>
                    <a:lnTo>
                      <a:pt x="2247442" y="775766"/>
                    </a:lnTo>
                    <a:lnTo>
                      <a:pt x="2245576" y="773899"/>
                    </a:lnTo>
                    <a:lnTo>
                      <a:pt x="2244458" y="773430"/>
                    </a:lnTo>
                    <a:lnTo>
                      <a:pt x="2241829" y="773430"/>
                    </a:lnTo>
                    <a:lnTo>
                      <a:pt x="2240711" y="773899"/>
                    </a:lnTo>
                    <a:lnTo>
                      <a:pt x="2238845" y="775766"/>
                    </a:lnTo>
                    <a:lnTo>
                      <a:pt x="2238375" y="776884"/>
                    </a:lnTo>
                    <a:lnTo>
                      <a:pt x="2238375" y="779513"/>
                    </a:lnTo>
                    <a:lnTo>
                      <a:pt x="2238845" y="780630"/>
                    </a:lnTo>
                    <a:lnTo>
                      <a:pt x="2240711" y="782497"/>
                    </a:lnTo>
                    <a:lnTo>
                      <a:pt x="2241829" y="782955"/>
                    </a:lnTo>
                    <a:lnTo>
                      <a:pt x="2244458" y="782955"/>
                    </a:lnTo>
                    <a:lnTo>
                      <a:pt x="2245576" y="782497"/>
                    </a:lnTo>
                    <a:lnTo>
                      <a:pt x="2247442" y="780630"/>
                    </a:lnTo>
                    <a:lnTo>
                      <a:pt x="2247900" y="779513"/>
                    </a:lnTo>
                    <a:lnTo>
                      <a:pt x="2247900" y="776884"/>
                    </a:lnTo>
                    <a:close/>
                  </a:path>
                  <a:path w="5153025" h="3103245">
                    <a:moveTo>
                      <a:pt x="2247900" y="3454"/>
                    </a:moveTo>
                    <a:lnTo>
                      <a:pt x="2247442" y="2336"/>
                    </a:lnTo>
                    <a:lnTo>
                      <a:pt x="2245576" y="469"/>
                    </a:lnTo>
                    <a:lnTo>
                      <a:pt x="2244458" y="0"/>
                    </a:lnTo>
                    <a:lnTo>
                      <a:pt x="2241829" y="0"/>
                    </a:lnTo>
                    <a:lnTo>
                      <a:pt x="2240711" y="469"/>
                    </a:lnTo>
                    <a:lnTo>
                      <a:pt x="2238845" y="2336"/>
                    </a:lnTo>
                    <a:lnTo>
                      <a:pt x="2238375" y="3454"/>
                    </a:lnTo>
                    <a:lnTo>
                      <a:pt x="2238375" y="6083"/>
                    </a:lnTo>
                    <a:lnTo>
                      <a:pt x="2238845" y="7200"/>
                    </a:lnTo>
                    <a:lnTo>
                      <a:pt x="2240711" y="9067"/>
                    </a:lnTo>
                    <a:lnTo>
                      <a:pt x="2241829" y="9525"/>
                    </a:lnTo>
                    <a:lnTo>
                      <a:pt x="2244458" y="9525"/>
                    </a:lnTo>
                    <a:lnTo>
                      <a:pt x="2245576" y="9067"/>
                    </a:lnTo>
                    <a:lnTo>
                      <a:pt x="2247442" y="7200"/>
                    </a:lnTo>
                    <a:lnTo>
                      <a:pt x="2247900" y="6083"/>
                    </a:lnTo>
                    <a:lnTo>
                      <a:pt x="2247900" y="3454"/>
                    </a:lnTo>
                    <a:close/>
                  </a:path>
                  <a:path w="5153025" h="3103245">
                    <a:moveTo>
                      <a:pt x="2295525" y="3097174"/>
                    </a:moveTo>
                    <a:lnTo>
                      <a:pt x="2295067" y="3096056"/>
                    </a:lnTo>
                    <a:lnTo>
                      <a:pt x="2293201" y="3094190"/>
                    </a:lnTo>
                    <a:lnTo>
                      <a:pt x="2292083" y="3093720"/>
                    </a:lnTo>
                    <a:lnTo>
                      <a:pt x="2289454" y="3093720"/>
                    </a:lnTo>
                    <a:lnTo>
                      <a:pt x="2288336" y="3094190"/>
                    </a:lnTo>
                    <a:lnTo>
                      <a:pt x="2286470" y="3096056"/>
                    </a:lnTo>
                    <a:lnTo>
                      <a:pt x="2286000" y="3097174"/>
                    </a:lnTo>
                    <a:lnTo>
                      <a:pt x="2286000" y="3099803"/>
                    </a:lnTo>
                    <a:lnTo>
                      <a:pt x="2286470" y="3100921"/>
                    </a:lnTo>
                    <a:lnTo>
                      <a:pt x="2288336" y="3102787"/>
                    </a:lnTo>
                    <a:lnTo>
                      <a:pt x="2289454" y="3103245"/>
                    </a:lnTo>
                    <a:lnTo>
                      <a:pt x="2292083" y="3103245"/>
                    </a:lnTo>
                    <a:lnTo>
                      <a:pt x="2293201" y="3102787"/>
                    </a:lnTo>
                    <a:lnTo>
                      <a:pt x="2295067" y="3100921"/>
                    </a:lnTo>
                    <a:lnTo>
                      <a:pt x="2295525" y="3099803"/>
                    </a:lnTo>
                    <a:lnTo>
                      <a:pt x="2295525" y="3097174"/>
                    </a:lnTo>
                    <a:close/>
                  </a:path>
                  <a:path w="5153025" h="3103245">
                    <a:moveTo>
                      <a:pt x="2295525" y="2323744"/>
                    </a:moveTo>
                    <a:lnTo>
                      <a:pt x="2295067" y="2322626"/>
                    </a:lnTo>
                    <a:lnTo>
                      <a:pt x="2293201" y="2320760"/>
                    </a:lnTo>
                    <a:lnTo>
                      <a:pt x="2292083" y="2320290"/>
                    </a:lnTo>
                    <a:lnTo>
                      <a:pt x="2289454" y="2320290"/>
                    </a:lnTo>
                    <a:lnTo>
                      <a:pt x="2288336" y="2320760"/>
                    </a:lnTo>
                    <a:lnTo>
                      <a:pt x="2286470" y="2322626"/>
                    </a:lnTo>
                    <a:lnTo>
                      <a:pt x="2286000" y="2323744"/>
                    </a:lnTo>
                    <a:lnTo>
                      <a:pt x="2286000" y="2326373"/>
                    </a:lnTo>
                    <a:lnTo>
                      <a:pt x="2286470" y="2327491"/>
                    </a:lnTo>
                    <a:lnTo>
                      <a:pt x="2288336" y="2329357"/>
                    </a:lnTo>
                    <a:lnTo>
                      <a:pt x="2289454" y="2329815"/>
                    </a:lnTo>
                    <a:lnTo>
                      <a:pt x="2292083" y="2329815"/>
                    </a:lnTo>
                    <a:lnTo>
                      <a:pt x="2293201" y="2329357"/>
                    </a:lnTo>
                    <a:lnTo>
                      <a:pt x="2295067" y="2327491"/>
                    </a:lnTo>
                    <a:lnTo>
                      <a:pt x="2295525" y="2326373"/>
                    </a:lnTo>
                    <a:lnTo>
                      <a:pt x="2295525" y="2323744"/>
                    </a:lnTo>
                    <a:close/>
                  </a:path>
                  <a:path w="5153025" h="3103245">
                    <a:moveTo>
                      <a:pt x="2295525" y="1550314"/>
                    </a:moveTo>
                    <a:lnTo>
                      <a:pt x="2295067" y="1549196"/>
                    </a:lnTo>
                    <a:lnTo>
                      <a:pt x="2293201" y="1547329"/>
                    </a:lnTo>
                    <a:lnTo>
                      <a:pt x="2292083" y="1546860"/>
                    </a:lnTo>
                    <a:lnTo>
                      <a:pt x="2289454" y="1546860"/>
                    </a:lnTo>
                    <a:lnTo>
                      <a:pt x="2288336" y="1547329"/>
                    </a:lnTo>
                    <a:lnTo>
                      <a:pt x="2286470" y="1549196"/>
                    </a:lnTo>
                    <a:lnTo>
                      <a:pt x="2286000" y="1550314"/>
                    </a:lnTo>
                    <a:lnTo>
                      <a:pt x="2286000" y="1552943"/>
                    </a:lnTo>
                    <a:lnTo>
                      <a:pt x="2286470" y="1554060"/>
                    </a:lnTo>
                    <a:lnTo>
                      <a:pt x="2288336" y="1555927"/>
                    </a:lnTo>
                    <a:lnTo>
                      <a:pt x="2289454" y="1556385"/>
                    </a:lnTo>
                    <a:lnTo>
                      <a:pt x="2292083" y="1556385"/>
                    </a:lnTo>
                    <a:lnTo>
                      <a:pt x="2293201" y="1555927"/>
                    </a:lnTo>
                    <a:lnTo>
                      <a:pt x="2295067" y="1554060"/>
                    </a:lnTo>
                    <a:lnTo>
                      <a:pt x="2295525" y="1552943"/>
                    </a:lnTo>
                    <a:lnTo>
                      <a:pt x="2295525" y="1550314"/>
                    </a:lnTo>
                    <a:close/>
                  </a:path>
                  <a:path w="5153025" h="3103245">
                    <a:moveTo>
                      <a:pt x="2295525" y="776884"/>
                    </a:moveTo>
                    <a:lnTo>
                      <a:pt x="2295067" y="775766"/>
                    </a:lnTo>
                    <a:lnTo>
                      <a:pt x="2293201" y="773899"/>
                    </a:lnTo>
                    <a:lnTo>
                      <a:pt x="2292083" y="773430"/>
                    </a:lnTo>
                    <a:lnTo>
                      <a:pt x="2289454" y="773430"/>
                    </a:lnTo>
                    <a:lnTo>
                      <a:pt x="2288336" y="773899"/>
                    </a:lnTo>
                    <a:lnTo>
                      <a:pt x="2286470" y="775766"/>
                    </a:lnTo>
                    <a:lnTo>
                      <a:pt x="2286000" y="776884"/>
                    </a:lnTo>
                    <a:lnTo>
                      <a:pt x="2286000" y="779513"/>
                    </a:lnTo>
                    <a:lnTo>
                      <a:pt x="2286470" y="780630"/>
                    </a:lnTo>
                    <a:lnTo>
                      <a:pt x="2288336" y="782497"/>
                    </a:lnTo>
                    <a:lnTo>
                      <a:pt x="2289454" y="782955"/>
                    </a:lnTo>
                    <a:lnTo>
                      <a:pt x="2292083" y="782955"/>
                    </a:lnTo>
                    <a:lnTo>
                      <a:pt x="2293201" y="782497"/>
                    </a:lnTo>
                    <a:lnTo>
                      <a:pt x="2295067" y="780630"/>
                    </a:lnTo>
                    <a:lnTo>
                      <a:pt x="2295525" y="779513"/>
                    </a:lnTo>
                    <a:lnTo>
                      <a:pt x="2295525" y="776884"/>
                    </a:lnTo>
                    <a:close/>
                  </a:path>
                  <a:path w="5153025" h="3103245">
                    <a:moveTo>
                      <a:pt x="2295525" y="3454"/>
                    </a:moveTo>
                    <a:lnTo>
                      <a:pt x="2295067" y="2336"/>
                    </a:lnTo>
                    <a:lnTo>
                      <a:pt x="2293201" y="469"/>
                    </a:lnTo>
                    <a:lnTo>
                      <a:pt x="2292083" y="0"/>
                    </a:lnTo>
                    <a:lnTo>
                      <a:pt x="2289454" y="0"/>
                    </a:lnTo>
                    <a:lnTo>
                      <a:pt x="2288336" y="469"/>
                    </a:lnTo>
                    <a:lnTo>
                      <a:pt x="2286470" y="2336"/>
                    </a:lnTo>
                    <a:lnTo>
                      <a:pt x="2286000" y="3454"/>
                    </a:lnTo>
                    <a:lnTo>
                      <a:pt x="2286000" y="6083"/>
                    </a:lnTo>
                    <a:lnTo>
                      <a:pt x="2286470" y="7200"/>
                    </a:lnTo>
                    <a:lnTo>
                      <a:pt x="2288336" y="9067"/>
                    </a:lnTo>
                    <a:lnTo>
                      <a:pt x="2289454" y="9525"/>
                    </a:lnTo>
                    <a:lnTo>
                      <a:pt x="2292083" y="9525"/>
                    </a:lnTo>
                    <a:lnTo>
                      <a:pt x="2293201" y="9067"/>
                    </a:lnTo>
                    <a:lnTo>
                      <a:pt x="2295067" y="7200"/>
                    </a:lnTo>
                    <a:lnTo>
                      <a:pt x="2295525" y="6083"/>
                    </a:lnTo>
                    <a:lnTo>
                      <a:pt x="2295525" y="3454"/>
                    </a:lnTo>
                    <a:close/>
                  </a:path>
                  <a:path w="5153025" h="3103245">
                    <a:moveTo>
                      <a:pt x="2343150" y="3097174"/>
                    </a:moveTo>
                    <a:lnTo>
                      <a:pt x="2342692" y="3096056"/>
                    </a:lnTo>
                    <a:lnTo>
                      <a:pt x="2340826" y="3094190"/>
                    </a:lnTo>
                    <a:lnTo>
                      <a:pt x="2339708" y="3093720"/>
                    </a:lnTo>
                    <a:lnTo>
                      <a:pt x="2337079" y="3093720"/>
                    </a:lnTo>
                    <a:lnTo>
                      <a:pt x="2335961" y="3094190"/>
                    </a:lnTo>
                    <a:lnTo>
                      <a:pt x="2334095" y="3096056"/>
                    </a:lnTo>
                    <a:lnTo>
                      <a:pt x="2333625" y="3097174"/>
                    </a:lnTo>
                    <a:lnTo>
                      <a:pt x="2333625" y="3099803"/>
                    </a:lnTo>
                    <a:lnTo>
                      <a:pt x="2334095" y="3100921"/>
                    </a:lnTo>
                    <a:lnTo>
                      <a:pt x="2335961" y="3102787"/>
                    </a:lnTo>
                    <a:lnTo>
                      <a:pt x="2337079" y="3103245"/>
                    </a:lnTo>
                    <a:lnTo>
                      <a:pt x="2339708" y="3103245"/>
                    </a:lnTo>
                    <a:lnTo>
                      <a:pt x="2340826" y="3102787"/>
                    </a:lnTo>
                    <a:lnTo>
                      <a:pt x="2342692" y="3100921"/>
                    </a:lnTo>
                    <a:lnTo>
                      <a:pt x="2343150" y="3099803"/>
                    </a:lnTo>
                    <a:lnTo>
                      <a:pt x="2343150" y="3097174"/>
                    </a:lnTo>
                    <a:close/>
                  </a:path>
                  <a:path w="5153025" h="3103245">
                    <a:moveTo>
                      <a:pt x="2343150" y="2323744"/>
                    </a:moveTo>
                    <a:lnTo>
                      <a:pt x="2342692" y="2322626"/>
                    </a:lnTo>
                    <a:lnTo>
                      <a:pt x="2340826" y="2320760"/>
                    </a:lnTo>
                    <a:lnTo>
                      <a:pt x="2339708" y="2320290"/>
                    </a:lnTo>
                    <a:lnTo>
                      <a:pt x="2337079" y="2320290"/>
                    </a:lnTo>
                    <a:lnTo>
                      <a:pt x="2335961" y="2320760"/>
                    </a:lnTo>
                    <a:lnTo>
                      <a:pt x="2334095" y="2322626"/>
                    </a:lnTo>
                    <a:lnTo>
                      <a:pt x="2333625" y="2323744"/>
                    </a:lnTo>
                    <a:lnTo>
                      <a:pt x="2333625" y="2326373"/>
                    </a:lnTo>
                    <a:lnTo>
                      <a:pt x="2334095" y="2327491"/>
                    </a:lnTo>
                    <a:lnTo>
                      <a:pt x="2335961" y="2329357"/>
                    </a:lnTo>
                    <a:lnTo>
                      <a:pt x="2337079" y="2329815"/>
                    </a:lnTo>
                    <a:lnTo>
                      <a:pt x="2339708" y="2329815"/>
                    </a:lnTo>
                    <a:lnTo>
                      <a:pt x="2340826" y="2329357"/>
                    </a:lnTo>
                    <a:lnTo>
                      <a:pt x="2342692" y="2327491"/>
                    </a:lnTo>
                    <a:lnTo>
                      <a:pt x="2343150" y="2326373"/>
                    </a:lnTo>
                    <a:lnTo>
                      <a:pt x="2343150" y="2323744"/>
                    </a:lnTo>
                    <a:close/>
                  </a:path>
                  <a:path w="5153025" h="3103245">
                    <a:moveTo>
                      <a:pt x="2343150" y="1550314"/>
                    </a:moveTo>
                    <a:lnTo>
                      <a:pt x="2342692" y="1549196"/>
                    </a:lnTo>
                    <a:lnTo>
                      <a:pt x="2340826" y="1547329"/>
                    </a:lnTo>
                    <a:lnTo>
                      <a:pt x="2339708" y="1546860"/>
                    </a:lnTo>
                    <a:lnTo>
                      <a:pt x="2337079" y="1546860"/>
                    </a:lnTo>
                    <a:lnTo>
                      <a:pt x="2335961" y="1547329"/>
                    </a:lnTo>
                    <a:lnTo>
                      <a:pt x="2334095" y="1549196"/>
                    </a:lnTo>
                    <a:lnTo>
                      <a:pt x="2333625" y="1550314"/>
                    </a:lnTo>
                    <a:lnTo>
                      <a:pt x="2333625" y="1552943"/>
                    </a:lnTo>
                    <a:lnTo>
                      <a:pt x="2334095" y="1554060"/>
                    </a:lnTo>
                    <a:lnTo>
                      <a:pt x="2335961" y="1555927"/>
                    </a:lnTo>
                    <a:lnTo>
                      <a:pt x="2337079" y="1556385"/>
                    </a:lnTo>
                    <a:lnTo>
                      <a:pt x="2339708" y="1556385"/>
                    </a:lnTo>
                    <a:lnTo>
                      <a:pt x="2340826" y="1555927"/>
                    </a:lnTo>
                    <a:lnTo>
                      <a:pt x="2342692" y="1554060"/>
                    </a:lnTo>
                    <a:lnTo>
                      <a:pt x="2343150" y="1552943"/>
                    </a:lnTo>
                    <a:lnTo>
                      <a:pt x="2343150" y="1550314"/>
                    </a:lnTo>
                    <a:close/>
                  </a:path>
                  <a:path w="5153025" h="3103245">
                    <a:moveTo>
                      <a:pt x="2343150" y="776884"/>
                    </a:moveTo>
                    <a:lnTo>
                      <a:pt x="2342692" y="775766"/>
                    </a:lnTo>
                    <a:lnTo>
                      <a:pt x="2340826" y="773899"/>
                    </a:lnTo>
                    <a:lnTo>
                      <a:pt x="2339708" y="773430"/>
                    </a:lnTo>
                    <a:lnTo>
                      <a:pt x="2337079" y="773430"/>
                    </a:lnTo>
                    <a:lnTo>
                      <a:pt x="2335961" y="773899"/>
                    </a:lnTo>
                    <a:lnTo>
                      <a:pt x="2334095" y="775766"/>
                    </a:lnTo>
                    <a:lnTo>
                      <a:pt x="2333625" y="776884"/>
                    </a:lnTo>
                    <a:lnTo>
                      <a:pt x="2333625" y="779513"/>
                    </a:lnTo>
                    <a:lnTo>
                      <a:pt x="2334095" y="780630"/>
                    </a:lnTo>
                    <a:lnTo>
                      <a:pt x="2335961" y="782497"/>
                    </a:lnTo>
                    <a:lnTo>
                      <a:pt x="2337079" y="782955"/>
                    </a:lnTo>
                    <a:lnTo>
                      <a:pt x="2339708" y="782955"/>
                    </a:lnTo>
                    <a:lnTo>
                      <a:pt x="2340826" y="782497"/>
                    </a:lnTo>
                    <a:lnTo>
                      <a:pt x="2342692" y="780630"/>
                    </a:lnTo>
                    <a:lnTo>
                      <a:pt x="2343150" y="779513"/>
                    </a:lnTo>
                    <a:lnTo>
                      <a:pt x="2343150" y="776884"/>
                    </a:lnTo>
                    <a:close/>
                  </a:path>
                  <a:path w="5153025" h="3103245">
                    <a:moveTo>
                      <a:pt x="2343150" y="3454"/>
                    </a:moveTo>
                    <a:lnTo>
                      <a:pt x="2342692" y="2336"/>
                    </a:lnTo>
                    <a:lnTo>
                      <a:pt x="2340826" y="469"/>
                    </a:lnTo>
                    <a:lnTo>
                      <a:pt x="2339708" y="0"/>
                    </a:lnTo>
                    <a:lnTo>
                      <a:pt x="2337079" y="0"/>
                    </a:lnTo>
                    <a:lnTo>
                      <a:pt x="2335961" y="469"/>
                    </a:lnTo>
                    <a:lnTo>
                      <a:pt x="2334095" y="2336"/>
                    </a:lnTo>
                    <a:lnTo>
                      <a:pt x="2333625" y="3454"/>
                    </a:lnTo>
                    <a:lnTo>
                      <a:pt x="2333625" y="6083"/>
                    </a:lnTo>
                    <a:lnTo>
                      <a:pt x="2334095" y="7200"/>
                    </a:lnTo>
                    <a:lnTo>
                      <a:pt x="2335961" y="9067"/>
                    </a:lnTo>
                    <a:lnTo>
                      <a:pt x="2337079" y="9525"/>
                    </a:lnTo>
                    <a:lnTo>
                      <a:pt x="2339708" y="9525"/>
                    </a:lnTo>
                    <a:lnTo>
                      <a:pt x="2340826" y="9067"/>
                    </a:lnTo>
                    <a:lnTo>
                      <a:pt x="2342692" y="7200"/>
                    </a:lnTo>
                    <a:lnTo>
                      <a:pt x="2343150" y="6083"/>
                    </a:lnTo>
                    <a:lnTo>
                      <a:pt x="2343150" y="3454"/>
                    </a:lnTo>
                    <a:close/>
                  </a:path>
                  <a:path w="5153025" h="3103245">
                    <a:moveTo>
                      <a:pt x="2390775" y="3097174"/>
                    </a:moveTo>
                    <a:lnTo>
                      <a:pt x="2390317" y="3096056"/>
                    </a:lnTo>
                    <a:lnTo>
                      <a:pt x="2388451" y="3094190"/>
                    </a:lnTo>
                    <a:lnTo>
                      <a:pt x="2387333" y="3093720"/>
                    </a:lnTo>
                    <a:lnTo>
                      <a:pt x="2384704" y="3093720"/>
                    </a:lnTo>
                    <a:lnTo>
                      <a:pt x="2383586" y="3094190"/>
                    </a:lnTo>
                    <a:lnTo>
                      <a:pt x="2381720" y="3096056"/>
                    </a:lnTo>
                    <a:lnTo>
                      <a:pt x="2381250" y="3097174"/>
                    </a:lnTo>
                    <a:lnTo>
                      <a:pt x="2381250" y="3099803"/>
                    </a:lnTo>
                    <a:lnTo>
                      <a:pt x="2381720" y="3100921"/>
                    </a:lnTo>
                    <a:lnTo>
                      <a:pt x="2383586" y="3102787"/>
                    </a:lnTo>
                    <a:lnTo>
                      <a:pt x="2384704" y="3103245"/>
                    </a:lnTo>
                    <a:lnTo>
                      <a:pt x="2387333" y="3103245"/>
                    </a:lnTo>
                    <a:lnTo>
                      <a:pt x="2388451" y="3102787"/>
                    </a:lnTo>
                    <a:lnTo>
                      <a:pt x="2390317" y="3100921"/>
                    </a:lnTo>
                    <a:lnTo>
                      <a:pt x="2390775" y="3099803"/>
                    </a:lnTo>
                    <a:lnTo>
                      <a:pt x="2390775" y="3097174"/>
                    </a:lnTo>
                    <a:close/>
                  </a:path>
                  <a:path w="5153025" h="3103245">
                    <a:moveTo>
                      <a:pt x="2390775" y="2323744"/>
                    </a:moveTo>
                    <a:lnTo>
                      <a:pt x="2390317" y="2322626"/>
                    </a:lnTo>
                    <a:lnTo>
                      <a:pt x="2388451" y="2320760"/>
                    </a:lnTo>
                    <a:lnTo>
                      <a:pt x="2387333" y="2320290"/>
                    </a:lnTo>
                    <a:lnTo>
                      <a:pt x="2384704" y="2320290"/>
                    </a:lnTo>
                    <a:lnTo>
                      <a:pt x="2383586" y="2320760"/>
                    </a:lnTo>
                    <a:lnTo>
                      <a:pt x="2381720" y="2322626"/>
                    </a:lnTo>
                    <a:lnTo>
                      <a:pt x="2381250" y="2323744"/>
                    </a:lnTo>
                    <a:lnTo>
                      <a:pt x="2381250" y="2326373"/>
                    </a:lnTo>
                    <a:lnTo>
                      <a:pt x="2381720" y="2327491"/>
                    </a:lnTo>
                    <a:lnTo>
                      <a:pt x="2383586" y="2329357"/>
                    </a:lnTo>
                    <a:lnTo>
                      <a:pt x="2384704" y="2329815"/>
                    </a:lnTo>
                    <a:lnTo>
                      <a:pt x="2387333" y="2329815"/>
                    </a:lnTo>
                    <a:lnTo>
                      <a:pt x="2388451" y="2329357"/>
                    </a:lnTo>
                    <a:lnTo>
                      <a:pt x="2390317" y="2327491"/>
                    </a:lnTo>
                    <a:lnTo>
                      <a:pt x="2390775" y="2326373"/>
                    </a:lnTo>
                    <a:lnTo>
                      <a:pt x="2390775" y="2323744"/>
                    </a:lnTo>
                    <a:close/>
                  </a:path>
                  <a:path w="5153025" h="3103245">
                    <a:moveTo>
                      <a:pt x="2390775" y="1550314"/>
                    </a:moveTo>
                    <a:lnTo>
                      <a:pt x="2390317" y="1549196"/>
                    </a:lnTo>
                    <a:lnTo>
                      <a:pt x="2388451" y="1547329"/>
                    </a:lnTo>
                    <a:lnTo>
                      <a:pt x="2387333" y="1546860"/>
                    </a:lnTo>
                    <a:lnTo>
                      <a:pt x="2384704" y="1546860"/>
                    </a:lnTo>
                    <a:lnTo>
                      <a:pt x="2383586" y="1547329"/>
                    </a:lnTo>
                    <a:lnTo>
                      <a:pt x="2381720" y="1549196"/>
                    </a:lnTo>
                    <a:lnTo>
                      <a:pt x="2381250" y="1550314"/>
                    </a:lnTo>
                    <a:lnTo>
                      <a:pt x="2381250" y="1552943"/>
                    </a:lnTo>
                    <a:lnTo>
                      <a:pt x="2381720" y="1554060"/>
                    </a:lnTo>
                    <a:lnTo>
                      <a:pt x="2383586" y="1555927"/>
                    </a:lnTo>
                    <a:lnTo>
                      <a:pt x="2384704" y="1556385"/>
                    </a:lnTo>
                    <a:lnTo>
                      <a:pt x="2387333" y="1556385"/>
                    </a:lnTo>
                    <a:lnTo>
                      <a:pt x="2388451" y="1555927"/>
                    </a:lnTo>
                    <a:lnTo>
                      <a:pt x="2390317" y="1554060"/>
                    </a:lnTo>
                    <a:lnTo>
                      <a:pt x="2390775" y="1552943"/>
                    </a:lnTo>
                    <a:lnTo>
                      <a:pt x="2390775" y="1550314"/>
                    </a:lnTo>
                    <a:close/>
                  </a:path>
                  <a:path w="5153025" h="3103245">
                    <a:moveTo>
                      <a:pt x="2390775" y="776884"/>
                    </a:moveTo>
                    <a:lnTo>
                      <a:pt x="2390317" y="775766"/>
                    </a:lnTo>
                    <a:lnTo>
                      <a:pt x="2388451" y="773899"/>
                    </a:lnTo>
                    <a:lnTo>
                      <a:pt x="2387333" y="773430"/>
                    </a:lnTo>
                    <a:lnTo>
                      <a:pt x="2384704" y="773430"/>
                    </a:lnTo>
                    <a:lnTo>
                      <a:pt x="2383586" y="773899"/>
                    </a:lnTo>
                    <a:lnTo>
                      <a:pt x="2381720" y="775766"/>
                    </a:lnTo>
                    <a:lnTo>
                      <a:pt x="2381250" y="776884"/>
                    </a:lnTo>
                    <a:lnTo>
                      <a:pt x="2381250" y="779513"/>
                    </a:lnTo>
                    <a:lnTo>
                      <a:pt x="2381720" y="780630"/>
                    </a:lnTo>
                    <a:lnTo>
                      <a:pt x="2383586" y="782497"/>
                    </a:lnTo>
                    <a:lnTo>
                      <a:pt x="2384704" y="782955"/>
                    </a:lnTo>
                    <a:lnTo>
                      <a:pt x="2387333" y="782955"/>
                    </a:lnTo>
                    <a:lnTo>
                      <a:pt x="2388451" y="782497"/>
                    </a:lnTo>
                    <a:lnTo>
                      <a:pt x="2390317" y="780630"/>
                    </a:lnTo>
                    <a:lnTo>
                      <a:pt x="2390775" y="779513"/>
                    </a:lnTo>
                    <a:lnTo>
                      <a:pt x="2390775" y="776884"/>
                    </a:lnTo>
                    <a:close/>
                  </a:path>
                  <a:path w="5153025" h="3103245">
                    <a:moveTo>
                      <a:pt x="2390775" y="3454"/>
                    </a:moveTo>
                    <a:lnTo>
                      <a:pt x="2390317" y="2336"/>
                    </a:lnTo>
                    <a:lnTo>
                      <a:pt x="2388451" y="469"/>
                    </a:lnTo>
                    <a:lnTo>
                      <a:pt x="2387333" y="0"/>
                    </a:lnTo>
                    <a:lnTo>
                      <a:pt x="2384704" y="0"/>
                    </a:lnTo>
                    <a:lnTo>
                      <a:pt x="2383586" y="469"/>
                    </a:lnTo>
                    <a:lnTo>
                      <a:pt x="2381720" y="2336"/>
                    </a:lnTo>
                    <a:lnTo>
                      <a:pt x="2381250" y="3454"/>
                    </a:lnTo>
                    <a:lnTo>
                      <a:pt x="2381250" y="6083"/>
                    </a:lnTo>
                    <a:lnTo>
                      <a:pt x="2381720" y="7200"/>
                    </a:lnTo>
                    <a:lnTo>
                      <a:pt x="2383586" y="9067"/>
                    </a:lnTo>
                    <a:lnTo>
                      <a:pt x="2384704" y="9525"/>
                    </a:lnTo>
                    <a:lnTo>
                      <a:pt x="2387333" y="9525"/>
                    </a:lnTo>
                    <a:lnTo>
                      <a:pt x="2388451" y="9067"/>
                    </a:lnTo>
                    <a:lnTo>
                      <a:pt x="2390317" y="7200"/>
                    </a:lnTo>
                    <a:lnTo>
                      <a:pt x="2390775" y="6083"/>
                    </a:lnTo>
                    <a:lnTo>
                      <a:pt x="2390775" y="3454"/>
                    </a:lnTo>
                    <a:close/>
                  </a:path>
                  <a:path w="5153025" h="3103245">
                    <a:moveTo>
                      <a:pt x="2438400" y="3097174"/>
                    </a:moveTo>
                    <a:lnTo>
                      <a:pt x="2437942" y="3096056"/>
                    </a:lnTo>
                    <a:lnTo>
                      <a:pt x="2436076" y="3094190"/>
                    </a:lnTo>
                    <a:lnTo>
                      <a:pt x="2434958" y="3093720"/>
                    </a:lnTo>
                    <a:lnTo>
                      <a:pt x="2432329" y="3093720"/>
                    </a:lnTo>
                    <a:lnTo>
                      <a:pt x="2431211" y="3094190"/>
                    </a:lnTo>
                    <a:lnTo>
                      <a:pt x="2429345" y="3096056"/>
                    </a:lnTo>
                    <a:lnTo>
                      <a:pt x="2428875" y="3097174"/>
                    </a:lnTo>
                    <a:lnTo>
                      <a:pt x="2428875" y="3099803"/>
                    </a:lnTo>
                    <a:lnTo>
                      <a:pt x="2429345" y="3100921"/>
                    </a:lnTo>
                    <a:lnTo>
                      <a:pt x="2431211" y="3102787"/>
                    </a:lnTo>
                    <a:lnTo>
                      <a:pt x="2432329" y="3103245"/>
                    </a:lnTo>
                    <a:lnTo>
                      <a:pt x="2434958" y="3103245"/>
                    </a:lnTo>
                    <a:lnTo>
                      <a:pt x="2436076" y="3102787"/>
                    </a:lnTo>
                    <a:lnTo>
                      <a:pt x="2437942" y="3100921"/>
                    </a:lnTo>
                    <a:lnTo>
                      <a:pt x="2438400" y="3099803"/>
                    </a:lnTo>
                    <a:lnTo>
                      <a:pt x="2438400" y="3097174"/>
                    </a:lnTo>
                    <a:close/>
                  </a:path>
                  <a:path w="5153025" h="3103245">
                    <a:moveTo>
                      <a:pt x="2438400" y="2323744"/>
                    </a:moveTo>
                    <a:lnTo>
                      <a:pt x="2437942" y="2322626"/>
                    </a:lnTo>
                    <a:lnTo>
                      <a:pt x="2436076" y="2320760"/>
                    </a:lnTo>
                    <a:lnTo>
                      <a:pt x="2434958" y="2320290"/>
                    </a:lnTo>
                    <a:lnTo>
                      <a:pt x="2432329" y="2320290"/>
                    </a:lnTo>
                    <a:lnTo>
                      <a:pt x="2431211" y="2320760"/>
                    </a:lnTo>
                    <a:lnTo>
                      <a:pt x="2429345" y="2322626"/>
                    </a:lnTo>
                    <a:lnTo>
                      <a:pt x="2428875" y="2323744"/>
                    </a:lnTo>
                    <a:lnTo>
                      <a:pt x="2428875" y="2326373"/>
                    </a:lnTo>
                    <a:lnTo>
                      <a:pt x="2429345" y="2327491"/>
                    </a:lnTo>
                    <a:lnTo>
                      <a:pt x="2431211" y="2329357"/>
                    </a:lnTo>
                    <a:lnTo>
                      <a:pt x="2432329" y="2329815"/>
                    </a:lnTo>
                    <a:lnTo>
                      <a:pt x="2434958" y="2329815"/>
                    </a:lnTo>
                    <a:lnTo>
                      <a:pt x="2436076" y="2329357"/>
                    </a:lnTo>
                    <a:lnTo>
                      <a:pt x="2437942" y="2327491"/>
                    </a:lnTo>
                    <a:lnTo>
                      <a:pt x="2438400" y="2326373"/>
                    </a:lnTo>
                    <a:lnTo>
                      <a:pt x="2438400" y="2323744"/>
                    </a:lnTo>
                    <a:close/>
                  </a:path>
                  <a:path w="5153025" h="3103245">
                    <a:moveTo>
                      <a:pt x="2438400" y="1550314"/>
                    </a:moveTo>
                    <a:lnTo>
                      <a:pt x="2437942" y="1549196"/>
                    </a:lnTo>
                    <a:lnTo>
                      <a:pt x="2436076" y="1547329"/>
                    </a:lnTo>
                    <a:lnTo>
                      <a:pt x="2434958" y="1546860"/>
                    </a:lnTo>
                    <a:lnTo>
                      <a:pt x="2432329" y="1546860"/>
                    </a:lnTo>
                    <a:lnTo>
                      <a:pt x="2431211" y="1547329"/>
                    </a:lnTo>
                    <a:lnTo>
                      <a:pt x="2429345" y="1549196"/>
                    </a:lnTo>
                    <a:lnTo>
                      <a:pt x="2428875" y="1550314"/>
                    </a:lnTo>
                    <a:lnTo>
                      <a:pt x="2428875" y="1552943"/>
                    </a:lnTo>
                    <a:lnTo>
                      <a:pt x="2429345" y="1554060"/>
                    </a:lnTo>
                    <a:lnTo>
                      <a:pt x="2431211" y="1555927"/>
                    </a:lnTo>
                    <a:lnTo>
                      <a:pt x="2432329" y="1556385"/>
                    </a:lnTo>
                    <a:lnTo>
                      <a:pt x="2434958" y="1556385"/>
                    </a:lnTo>
                    <a:lnTo>
                      <a:pt x="2436076" y="1555927"/>
                    </a:lnTo>
                    <a:lnTo>
                      <a:pt x="2437942" y="1554060"/>
                    </a:lnTo>
                    <a:lnTo>
                      <a:pt x="2438400" y="1552943"/>
                    </a:lnTo>
                    <a:lnTo>
                      <a:pt x="2438400" y="1550314"/>
                    </a:lnTo>
                    <a:close/>
                  </a:path>
                  <a:path w="5153025" h="3103245">
                    <a:moveTo>
                      <a:pt x="2438400" y="776884"/>
                    </a:moveTo>
                    <a:lnTo>
                      <a:pt x="2437942" y="775766"/>
                    </a:lnTo>
                    <a:lnTo>
                      <a:pt x="2436076" y="773899"/>
                    </a:lnTo>
                    <a:lnTo>
                      <a:pt x="2434958" y="773430"/>
                    </a:lnTo>
                    <a:lnTo>
                      <a:pt x="2432329" y="773430"/>
                    </a:lnTo>
                    <a:lnTo>
                      <a:pt x="2431211" y="773899"/>
                    </a:lnTo>
                    <a:lnTo>
                      <a:pt x="2429345" y="775766"/>
                    </a:lnTo>
                    <a:lnTo>
                      <a:pt x="2428875" y="776884"/>
                    </a:lnTo>
                    <a:lnTo>
                      <a:pt x="2428875" y="779513"/>
                    </a:lnTo>
                    <a:lnTo>
                      <a:pt x="2429345" y="780630"/>
                    </a:lnTo>
                    <a:lnTo>
                      <a:pt x="2431211" y="782497"/>
                    </a:lnTo>
                    <a:lnTo>
                      <a:pt x="2432329" y="782955"/>
                    </a:lnTo>
                    <a:lnTo>
                      <a:pt x="2434958" y="782955"/>
                    </a:lnTo>
                    <a:lnTo>
                      <a:pt x="2436076" y="782497"/>
                    </a:lnTo>
                    <a:lnTo>
                      <a:pt x="2437942" y="780630"/>
                    </a:lnTo>
                    <a:lnTo>
                      <a:pt x="2438400" y="779513"/>
                    </a:lnTo>
                    <a:lnTo>
                      <a:pt x="2438400" y="776884"/>
                    </a:lnTo>
                    <a:close/>
                  </a:path>
                  <a:path w="5153025" h="3103245">
                    <a:moveTo>
                      <a:pt x="2438400" y="3454"/>
                    </a:moveTo>
                    <a:lnTo>
                      <a:pt x="2437942" y="2336"/>
                    </a:lnTo>
                    <a:lnTo>
                      <a:pt x="2436076" y="469"/>
                    </a:lnTo>
                    <a:lnTo>
                      <a:pt x="2434958" y="0"/>
                    </a:lnTo>
                    <a:lnTo>
                      <a:pt x="2432329" y="0"/>
                    </a:lnTo>
                    <a:lnTo>
                      <a:pt x="2431211" y="469"/>
                    </a:lnTo>
                    <a:lnTo>
                      <a:pt x="2429345" y="2336"/>
                    </a:lnTo>
                    <a:lnTo>
                      <a:pt x="2428875" y="3454"/>
                    </a:lnTo>
                    <a:lnTo>
                      <a:pt x="2428875" y="6083"/>
                    </a:lnTo>
                    <a:lnTo>
                      <a:pt x="2429345" y="7200"/>
                    </a:lnTo>
                    <a:lnTo>
                      <a:pt x="2431211" y="9067"/>
                    </a:lnTo>
                    <a:lnTo>
                      <a:pt x="2432329" y="9525"/>
                    </a:lnTo>
                    <a:lnTo>
                      <a:pt x="2434958" y="9525"/>
                    </a:lnTo>
                    <a:lnTo>
                      <a:pt x="2436076" y="9067"/>
                    </a:lnTo>
                    <a:lnTo>
                      <a:pt x="2437942" y="7200"/>
                    </a:lnTo>
                    <a:lnTo>
                      <a:pt x="2438400" y="6083"/>
                    </a:lnTo>
                    <a:lnTo>
                      <a:pt x="2438400" y="3454"/>
                    </a:lnTo>
                    <a:close/>
                  </a:path>
                  <a:path w="5153025" h="3103245">
                    <a:moveTo>
                      <a:pt x="2486025" y="3097174"/>
                    </a:moveTo>
                    <a:lnTo>
                      <a:pt x="2485567" y="3096056"/>
                    </a:lnTo>
                    <a:lnTo>
                      <a:pt x="2483701" y="3094190"/>
                    </a:lnTo>
                    <a:lnTo>
                      <a:pt x="2482583" y="3093720"/>
                    </a:lnTo>
                    <a:lnTo>
                      <a:pt x="2479954" y="3093720"/>
                    </a:lnTo>
                    <a:lnTo>
                      <a:pt x="2478836" y="3094190"/>
                    </a:lnTo>
                    <a:lnTo>
                      <a:pt x="2476970" y="3096056"/>
                    </a:lnTo>
                    <a:lnTo>
                      <a:pt x="2476500" y="3097174"/>
                    </a:lnTo>
                    <a:lnTo>
                      <a:pt x="2476500" y="3099803"/>
                    </a:lnTo>
                    <a:lnTo>
                      <a:pt x="2476970" y="3100921"/>
                    </a:lnTo>
                    <a:lnTo>
                      <a:pt x="2478836" y="3102787"/>
                    </a:lnTo>
                    <a:lnTo>
                      <a:pt x="2479954" y="3103245"/>
                    </a:lnTo>
                    <a:lnTo>
                      <a:pt x="2482583" y="3103245"/>
                    </a:lnTo>
                    <a:lnTo>
                      <a:pt x="2483701" y="3102787"/>
                    </a:lnTo>
                    <a:lnTo>
                      <a:pt x="2485567" y="3100921"/>
                    </a:lnTo>
                    <a:lnTo>
                      <a:pt x="2486025" y="3099803"/>
                    </a:lnTo>
                    <a:lnTo>
                      <a:pt x="2486025" y="3097174"/>
                    </a:lnTo>
                    <a:close/>
                  </a:path>
                  <a:path w="5153025" h="3103245">
                    <a:moveTo>
                      <a:pt x="2486025" y="2323744"/>
                    </a:moveTo>
                    <a:lnTo>
                      <a:pt x="2485567" y="2322626"/>
                    </a:lnTo>
                    <a:lnTo>
                      <a:pt x="2483701" y="2320760"/>
                    </a:lnTo>
                    <a:lnTo>
                      <a:pt x="2482583" y="2320290"/>
                    </a:lnTo>
                    <a:lnTo>
                      <a:pt x="2479954" y="2320290"/>
                    </a:lnTo>
                    <a:lnTo>
                      <a:pt x="2478836" y="2320760"/>
                    </a:lnTo>
                    <a:lnTo>
                      <a:pt x="2476970" y="2322626"/>
                    </a:lnTo>
                    <a:lnTo>
                      <a:pt x="2476500" y="2323744"/>
                    </a:lnTo>
                    <a:lnTo>
                      <a:pt x="2476500" y="2326373"/>
                    </a:lnTo>
                    <a:lnTo>
                      <a:pt x="2476970" y="2327491"/>
                    </a:lnTo>
                    <a:lnTo>
                      <a:pt x="2478836" y="2329357"/>
                    </a:lnTo>
                    <a:lnTo>
                      <a:pt x="2479954" y="2329815"/>
                    </a:lnTo>
                    <a:lnTo>
                      <a:pt x="2482583" y="2329815"/>
                    </a:lnTo>
                    <a:lnTo>
                      <a:pt x="2483701" y="2329357"/>
                    </a:lnTo>
                    <a:lnTo>
                      <a:pt x="2485567" y="2327491"/>
                    </a:lnTo>
                    <a:lnTo>
                      <a:pt x="2486025" y="2326373"/>
                    </a:lnTo>
                    <a:lnTo>
                      <a:pt x="2486025" y="2323744"/>
                    </a:lnTo>
                    <a:close/>
                  </a:path>
                  <a:path w="5153025" h="3103245">
                    <a:moveTo>
                      <a:pt x="2486025" y="1550314"/>
                    </a:moveTo>
                    <a:lnTo>
                      <a:pt x="2485567" y="1549196"/>
                    </a:lnTo>
                    <a:lnTo>
                      <a:pt x="2483701" y="1547329"/>
                    </a:lnTo>
                    <a:lnTo>
                      <a:pt x="2482583" y="1546860"/>
                    </a:lnTo>
                    <a:lnTo>
                      <a:pt x="2479954" y="1546860"/>
                    </a:lnTo>
                    <a:lnTo>
                      <a:pt x="2478836" y="1547329"/>
                    </a:lnTo>
                    <a:lnTo>
                      <a:pt x="2476970" y="1549196"/>
                    </a:lnTo>
                    <a:lnTo>
                      <a:pt x="2476500" y="1550314"/>
                    </a:lnTo>
                    <a:lnTo>
                      <a:pt x="2476500" y="1552943"/>
                    </a:lnTo>
                    <a:lnTo>
                      <a:pt x="2476970" y="1554060"/>
                    </a:lnTo>
                    <a:lnTo>
                      <a:pt x="2478836" y="1555927"/>
                    </a:lnTo>
                    <a:lnTo>
                      <a:pt x="2479954" y="1556385"/>
                    </a:lnTo>
                    <a:lnTo>
                      <a:pt x="2482583" y="1556385"/>
                    </a:lnTo>
                    <a:lnTo>
                      <a:pt x="2483701" y="1555927"/>
                    </a:lnTo>
                    <a:lnTo>
                      <a:pt x="2485567" y="1554060"/>
                    </a:lnTo>
                    <a:lnTo>
                      <a:pt x="2486025" y="1552943"/>
                    </a:lnTo>
                    <a:lnTo>
                      <a:pt x="2486025" y="1550314"/>
                    </a:lnTo>
                    <a:close/>
                  </a:path>
                  <a:path w="5153025" h="3103245">
                    <a:moveTo>
                      <a:pt x="2486025" y="776884"/>
                    </a:moveTo>
                    <a:lnTo>
                      <a:pt x="2485567" y="775766"/>
                    </a:lnTo>
                    <a:lnTo>
                      <a:pt x="2483701" y="773899"/>
                    </a:lnTo>
                    <a:lnTo>
                      <a:pt x="2482583" y="773430"/>
                    </a:lnTo>
                    <a:lnTo>
                      <a:pt x="2479954" y="773430"/>
                    </a:lnTo>
                    <a:lnTo>
                      <a:pt x="2478836" y="773899"/>
                    </a:lnTo>
                    <a:lnTo>
                      <a:pt x="2476970" y="775766"/>
                    </a:lnTo>
                    <a:lnTo>
                      <a:pt x="2476500" y="776884"/>
                    </a:lnTo>
                    <a:lnTo>
                      <a:pt x="2476500" y="779513"/>
                    </a:lnTo>
                    <a:lnTo>
                      <a:pt x="2476970" y="780630"/>
                    </a:lnTo>
                    <a:lnTo>
                      <a:pt x="2478836" y="782497"/>
                    </a:lnTo>
                    <a:lnTo>
                      <a:pt x="2479954" y="782955"/>
                    </a:lnTo>
                    <a:lnTo>
                      <a:pt x="2482583" y="782955"/>
                    </a:lnTo>
                    <a:lnTo>
                      <a:pt x="2483701" y="782497"/>
                    </a:lnTo>
                    <a:lnTo>
                      <a:pt x="2485567" y="780630"/>
                    </a:lnTo>
                    <a:lnTo>
                      <a:pt x="2486025" y="779513"/>
                    </a:lnTo>
                    <a:lnTo>
                      <a:pt x="2486025" y="776884"/>
                    </a:lnTo>
                    <a:close/>
                  </a:path>
                  <a:path w="5153025" h="3103245">
                    <a:moveTo>
                      <a:pt x="2486025" y="3454"/>
                    </a:moveTo>
                    <a:lnTo>
                      <a:pt x="2485567" y="2336"/>
                    </a:lnTo>
                    <a:lnTo>
                      <a:pt x="2483701" y="469"/>
                    </a:lnTo>
                    <a:lnTo>
                      <a:pt x="2482583" y="0"/>
                    </a:lnTo>
                    <a:lnTo>
                      <a:pt x="2479954" y="0"/>
                    </a:lnTo>
                    <a:lnTo>
                      <a:pt x="2478836" y="469"/>
                    </a:lnTo>
                    <a:lnTo>
                      <a:pt x="2476970" y="2336"/>
                    </a:lnTo>
                    <a:lnTo>
                      <a:pt x="2476500" y="3454"/>
                    </a:lnTo>
                    <a:lnTo>
                      <a:pt x="2476500" y="6083"/>
                    </a:lnTo>
                    <a:lnTo>
                      <a:pt x="2476970" y="7200"/>
                    </a:lnTo>
                    <a:lnTo>
                      <a:pt x="2478836" y="9067"/>
                    </a:lnTo>
                    <a:lnTo>
                      <a:pt x="2479954" y="9525"/>
                    </a:lnTo>
                    <a:lnTo>
                      <a:pt x="2482583" y="9525"/>
                    </a:lnTo>
                    <a:lnTo>
                      <a:pt x="2483701" y="9067"/>
                    </a:lnTo>
                    <a:lnTo>
                      <a:pt x="2485567" y="7200"/>
                    </a:lnTo>
                    <a:lnTo>
                      <a:pt x="2486025" y="6083"/>
                    </a:lnTo>
                    <a:lnTo>
                      <a:pt x="2486025" y="3454"/>
                    </a:lnTo>
                    <a:close/>
                  </a:path>
                  <a:path w="5153025" h="3103245">
                    <a:moveTo>
                      <a:pt x="2533650" y="3097174"/>
                    </a:moveTo>
                    <a:lnTo>
                      <a:pt x="2533192" y="3096056"/>
                    </a:lnTo>
                    <a:lnTo>
                      <a:pt x="2531326" y="3094190"/>
                    </a:lnTo>
                    <a:lnTo>
                      <a:pt x="2530208" y="3093720"/>
                    </a:lnTo>
                    <a:lnTo>
                      <a:pt x="2527579" y="3093720"/>
                    </a:lnTo>
                    <a:lnTo>
                      <a:pt x="2526461" y="3094190"/>
                    </a:lnTo>
                    <a:lnTo>
                      <a:pt x="2524595" y="3096056"/>
                    </a:lnTo>
                    <a:lnTo>
                      <a:pt x="2524125" y="3097174"/>
                    </a:lnTo>
                    <a:lnTo>
                      <a:pt x="2524125" y="3099803"/>
                    </a:lnTo>
                    <a:lnTo>
                      <a:pt x="2524595" y="3100921"/>
                    </a:lnTo>
                    <a:lnTo>
                      <a:pt x="2526461" y="3102787"/>
                    </a:lnTo>
                    <a:lnTo>
                      <a:pt x="2527579" y="3103245"/>
                    </a:lnTo>
                    <a:lnTo>
                      <a:pt x="2530208" y="3103245"/>
                    </a:lnTo>
                    <a:lnTo>
                      <a:pt x="2531326" y="3102787"/>
                    </a:lnTo>
                    <a:lnTo>
                      <a:pt x="2533192" y="3100921"/>
                    </a:lnTo>
                    <a:lnTo>
                      <a:pt x="2533650" y="3099803"/>
                    </a:lnTo>
                    <a:lnTo>
                      <a:pt x="2533650" y="3097174"/>
                    </a:lnTo>
                    <a:close/>
                  </a:path>
                  <a:path w="5153025" h="3103245">
                    <a:moveTo>
                      <a:pt x="2533650" y="2323744"/>
                    </a:moveTo>
                    <a:lnTo>
                      <a:pt x="2533192" y="2322626"/>
                    </a:lnTo>
                    <a:lnTo>
                      <a:pt x="2531326" y="2320760"/>
                    </a:lnTo>
                    <a:lnTo>
                      <a:pt x="2530208" y="2320290"/>
                    </a:lnTo>
                    <a:lnTo>
                      <a:pt x="2527579" y="2320290"/>
                    </a:lnTo>
                    <a:lnTo>
                      <a:pt x="2526461" y="2320760"/>
                    </a:lnTo>
                    <a:lnTo>
                      <a:pt x="2524595" y="2322626"/>
                    </a:lnTo>
                    <a:lnTo>
                      <a:pt x="2524125" y="2323744"/>
                    </a:lnTo>
                    <a:lnTo>
                      <a:pt x="2524125" y="2326373"/>
                    </a:lnTo>
                    <a:lnTo>
                      <a:pt x="2524595" y="2327491"/>
                    </a:lnTo>
                    <a:lnTo>
                      <a:pt x="2526461" y="2329357"/>
                    </a:lnTo>
                    <a:lnTo>
                      <a:pt x="2527579" y="2329815"/>
                    </a:lnTo>
                    <a:lnTo>
                      <a:pt x="2530208" y="2329815"/>
                    </a:lnTo>
                    <a:lnTo>
                      <a:pt x="2531326" y="2329357"/>
                    </a:lnTo>
                    <a:lnTo>
                      <a:pt x="2533192" y="2327491"/>
                    </a:lnTo>
                    <a:lnTo>
                      <a:pt x="2533650" y="2326373"/>
                    </a:lnTo>
                    <a:lnTo>
                      <a:pt x="2533650" y="2323744"/>
                    </a:lnTo>
                    <a:close/>
                  </a:path>
                  <a:path w="5153025" h="3103245">
                    <a:moveTo>
                      <a:pt x="2533650" y="1550314"/>
                    </a:moveTo>
                    <a:lnTo>
                      <a:pt x="2533192" y="1549196"/>
                    </a:lnTo>
                    <a:lnTo>
                      <a:pt x="2531326" y="1547329"/>
                    </a:lnTo>
                    <a:lnTo>
                      <a:pt x="2530208" y="1546860"/>
                    </a:lnTo>
                    <a:lnTo>
                      <a:pt x="2527579" y="1546860"/>
                    </a:lnTo>
                    <a:lnTo>
                      <a:pt x="2526461" y="1547329"/>
                    </a:lnTo>
                    <a:lnTo>
                      <a:pt x="2524595" y="1549196"/>
                    </a:lnTo>
                    <a:lnTo>
                      <a:pt x="2524125" y="1550314"/>
                    </a:lnTo>
                    <a:lnTo>
                      <a:pt x="2524125" y="1552943"/>
                    </a:lnTo>
                    <a:lnTo>
                      <a:pt x="2524595" y="1554060"/>
                    </a:lnTo>
                    <a:lnTo>
                      <a:pt x="2526461" y="1555927"/>
                    </a:lnTo>
                    <a:lnTo>
                      <a:pt x="2527579" y="1556385"/>
                    </a:lnTo>
                    <a:lnTo>
                      <a:pt x="2530208" y="1556385"/>
                    </a:lnTo>
                    <a:lnTo>
                      <a:pt x="2531326" y="1555927"/>
                    </a:lnTo>
                    <a:lnTo>
                      <a:pt x="2533192" y="1554060"/>
                    </a:lnTo>
                    <a:lnTo>
                      <a:pt x="2533650" y="1552943"/>
                    </a:lnTo>
                    <a:lnTo>
                      <a:pt x="2533650" y="1550314"/>
                    </a:lnTo>
                    <a:close/>
                  </a:path>
                  <a:path w="5153025" h="3103245">
                    <a:moveTo>
                      <a:pt x="2533650" y="776884"/>
                    </a:moveTo>
                    <a:lnTo>
                      <a:pt x="2533192" y="775766"/>
                    </a:lnTo>
                    <a:lnTo>
                      <a:pt x="2531326" y="773899"/>
                    </a:lnTo>
                    <a:lnTo>
                      <a:pt x="2530208" y="773430"/>
                    </a:lnTo>
                    <a:lnTo>
                      <a:pt x="2527579" y="773430"/>
                    </a:lnTo>
                    <a:lnTo>
                      <a:pt x="2526461" y="773899"/>
                    </a:lnTo>
                    <a:lnTo>
                      <a:pt x="2524595" y="775766"/>
                    </a:lnTo>
                    <a:lnTo>
                      <a:pt x="2524125" y="776884"/>
                    </a:lnTo>
                    <a:lnTo>
                      <a:pt x="2524125" y="779513"/>
                    </a:lnTo>
                    <a:lnTo>
                      <a:pt x="2524595" y="780630"/>
                    </a:lnTo>
                    <a:lnTo>
                      <a:pt x="2526461" y="782497"/>
                    </a:lnTo>
                    <a:lnTo>
                      <a:pt x="2527579" y="782955"/>
                    </a:lnTo>
                    <a:lnTo>
                      <a:pt x="2530208" y="782955"/>
                    </a:lnTo>
                    <a:lnTo>
                      <a:pt x="2531326" y="782497"/>
                    </a:lnTo>
                    <a:lnTo>
                      <a:pt x="2533192" y="780630"/>
                    </a:lnTo>
                    <a:lnTo>
                      <a:pt x="2533650" y="779513"/>
                    </a:lnTo>
                    <a:lnTo>
                      <a:pt x="2533650" y="776884"/>
                    </a:lnTo>
                    <a:close/>
                  </a:path>
                  <a:path w="5153025" h="3103245">
                    <a:moveTo>
                      <a:pt x="2533650" y="3454"/>
                    </a:moveTo>
                    <a:lnTo>
                      <a:pt x="2533192" y="2336"/>
                    </a:lnTo>
                    <a:lnTo>
                      <a:pt x="2531326" y="469"/>
                    </a:lnTo>
                    <a:lnTo>
                      <a:pt x="2530208" y="0"/>
                    </a:lnTo>
                    <a:lnTo>
                      <a:pt x="2527579" y="0"/>
                    </a:lnTo>
                    <a:lnTo>
                      <a:pt x="2526461" y="469"/>
                    </a:lnTo>
                    <a:lnTo>
                      <a:pt x="2524595" y="2336"/>
                    </a:lnTo>
                    <a:lnTo>
                      <a:pt x="2524125" y="3454"/>
                    </a:lnTo>
                    <a:lnTo>
                      <a:pt x="2524125" y="6083"/>
                    </a:lnTo>
                    <a:lnTo>
                      <a:pt x="2524595" y="7200"/>
                    </a:lnTo>
                    <a:lnTo>
                      <a:pt x="2526461" y="9067"/>
                    </a:lnTo>
                    <a:lnTo>
                      <a:pt x="2527579" y="9525"/>
                    </a:lnTo>
                    <a:lnTo>
                      <a:pt x="2530208" y="9525"/>
                    </a:lnTo>
                    <a:lnTo>
                      <a:pt x="2531326" y="9067"/>
                    </a:lnTo>
                    <a:lnTo>
                      <a:pt x="2533192" y="7200"/>
                    </a:lnTo>
                    <a:lnTo>
                      <a:pt x="2533650" y="6083"/>
                    </a:lnTo>
                    <a:lnTo>
                      <a:pt x="2533650" y="3454"/>
                    </a:lnTo>
                    <a:close/>
                  </a:path>
                  <a:path w="5153025" h="3103245">
                    <a:moveTo>
                      <a:pt x="2581275" y="3097174"/>
                    </a:moveTo>
                    <a:lnTo>
                      <a:pt x="2580817" y="3096056"/>
                    </a:lnTo>
                    <a:lnTo>
                      <a:pt x="2578951" y="3094190"/>
                    </a:lnTo>
                    <a:lnTo>
                      <a:pt x="2577833" y="3093720"/>
                    </a:lnTo>
                    <a:lnTo>
                      <a:pt x="2575204" y="3093720"/>
                    </a:lnTo>
                    <a:lnTo>
                      <a:pt x="2574086" y="3094190"/>
                    </a:lnTo>
                    <a:lnTo>
                      <a:pt x="2572220" y="3096056"/>
                    </a:lnTo>
                    <a:lnTo>
                      <a:pt x="2571750" y="3097174"/>
                    </a:lnTo>
                    <a:lnTo>
                      <a:pt x="2571750" y="3099803"/>
                    </a:lnTo>
                    <a:lnTo>
                      <a:pt x="2572220" y="3100921"/>
                    </a:lnTo>
                    <a:lnTo>
                      <a:pt x="2574086" y="3102787"/>
                    </a:lnTo>
                    <a:lnTo>
                      <a:pt x="2575204" y="3103245"/>
                    </a:lnTo>
                    <a:lnTo>
                      <a:pt x="2577833" y="3103245"/>
                    </a:lnTo>
                    <a:lnTo>
                      <a:pt x="2578951" y="3102787"/>
                    </a:lnTo>
                    <a:lnTo>
                      <a:pt x="2580817" y="3100921"/>
                    </a:lnTo>
                    <a:lnTo>
                      <a:pt x="2581275" y="3099803"/>
                    </a:lnTo>
                    <a:lnTo>
                      <a:pt x="2581275" y="3097174"/>
                    </a:lnTo>
                    <a:close/>
                  </a:path>
                  <a:path w="5153025" h="3103245">
                    <a:moveTo>
                      <a:pt x="2581275" y="2323744"/>
                    </a:moveTo>
                    <a:lnTo>
                      <a:pt x="2580817" y="2322626"/>
                    </a:lnTo>
                    <a:lnTo>
                      <a:pt x="2578951" y="2320760"/>
                    </a:lnTo>
                    <a:lnTo>
                      <a:pt x="2577833" y="2320290"/>
                    </a:lnTo>
                    <a:lnTo>
                      <a:pt x="2575204" y="2320290"/>
                    </a:lnTo>
                    <a:lnTo>
                      <a:pt x="2574086" y="2320760"/>
                    </a:lnTo>
                    <a:lnTo>
                      <a:pt x="2572220" y="2322626"/>
                    </a:lnTo>
                    <a:lnTo>
                      <a:pt x="2571750" y="2323744"/>
                    </a:lnTo>
                    <a:lnTo>
                      <a:pt x="2571750" y="2326373"/>
                    </a:lnTo>
                    <a:lnTo>
                      <a:pt x="2572220" y="2327491"/>
                    </a:lnTo>
                    <a:lnTo>
                      <a:pt x="2574086" y="2329357"/>
                    </a:lnTo>
                    <a:lnTo>
                      <a:pt x="2575204" y="2329815"/>
                    </a:lnTo>
                    <a:lnTo>
                      <a:pt x="2577833" y="2329815"/>
                    </a:lnTo>
                    <a:lnTo>
                      <a:pt x="2578951" y="2329357"/>
                    </a:lnTo>
                    <a:lnTo>
                      <a:pt x="2580817" y="2327491"/>
                    </a:lnTo>
                    <a:lnTo>
                      <a:pt x="2581275" y="2326373"/>
                    </a:lnTo>
                    <a:lnTo>
                      <a:pt x="2581275" y="2323744"/>
                    </a:lnTo>
                    <a:close/>
                  </a:path>
                  <a:path w="5153025" h="3103245">
                    <a:moveTo>
                      <a:pt x="2581275" y="1550314"/>
                    </a:moveTo>
                    <a:lnTo>
                      <a:pt x="2580817" y="1549196"/>
                    </a:lnTo>
                    <a:lnTo>
                      <a:pt x="2578951" y="1547329"/>
                    </a:lnTo>
                    <a:lnTo>
                      <a:pt x="2577833" y="1546860"/>
                    </a:lnTo>
                    <a:lnTo>
                      <a:pt x="2575204" y="1546860"/>
                    </a:lnTo>
                    <a:lnTo>
                      <a:pt x="2574086" y="1547329"/>
                    </a:lnTo>
                    <a:lnTo>
                      <a:pt x="2572220" y="1549196"/>
                    </a:lnTo>
                    <a:lnTo>
                      <a:pt x="2571750" y="1550314"/>
                    </a:lnTo>
                    <a:lnTo>
                      <a:pt x="2571750" y="1552943"/>
                    </a:lnTo>
                    <a:lnTo>
                      <a:pt x="2572220" y="1554060"/>
                    </a:lnTo>
                    <a:lnTo>
                      <a:pt x="2574086" y="1555927"/>
                    </a:lnTo>
                    <a:lnTo>
                      <a:pt x="2575204" y="1556385"/>
                    </a:lnTo>
                    <a:lnTo>
                      <a:pt x="2577833" y="1556385"/>
                    </a:lnTo>
                    <a:lnTo>
                      <a:pt x="2578951" y="1555927"/>
                    </a:lnTo>
                    <a:lnTo>
                      <a:pt x="2580817" y="1554060"/>
                    </a:lnTo>
                    <a:lnTo>
                      <a:pt x="2581275" y="1552943"/>
                    </a:lnTo>
                    <a:lnTo>
                      <a:pt x="2581275" y="1550314"/>
                    </a:lnTo>
                    <a:close/>
                  </a:path>
                  <a:path w="5153025" h="3103245">
                    <a:moveTo>
                      <a:pt x="2581275" y="776884"/>
                    </a:moveTo>
                    <a:lnTo>
                      <a:pt x="2580817" y="775766"/>
                    </a:lnTo>
                    <a:lnTo>
                      <a:pt x="2578951" y="773899"/>
                    </a:lnTo>
                    <a:lnTo>
                      <a:pt x="2577833" y="773430"/>
                    </a:lnTo>
                    <a:lnTo>
                      <a:pt x="2575204" y="773430"/>
                    </a:lnTo>
                    <a:lnTo>
                      <a:pt x="2574086" y="773899"/>
                    </a:lnTo>
                    <a:lnTo>
                      <a:pt x="2572220" y="775766"/>
                    </a:lnTo>
                    <a:lnTo>
                      <a:pt x="2571750" y="776884"/>
                    </a:lnTo>
                    <a:lnTo>
                      <a:pt x="2571750" y="779513"/>
                    </a:lnTo>
                    <a:lnTo>
                      <a:pt x="2572220" y="780630"/>
                    </a:lnTo>
                    <a:lnTo>
                      <a:pt x="2574086" y="782497"/>
                    </a:lnTo>
                    <a:lnTo>
                      <a:pt x="2575204" y="782955"/>
                    </a:lnTo>
                    <a:lnTo>
                      <a:pt x="2577833" y="782955"/>
                    </a:lnTo>
                    <a:lnTo>
                      <a:pt x="2578951" y="782497"/>
                    </a:lnTo>
                    <a:lnTo>
                      <a:pt x="2580817" y="780630"/>
                    </a:lnTo>
                    <a:lnTo>
                      <a:pt x="2581275" y="779513"/>
                    </a:lnTo>
                    <a:lnTo>
                      <a:pt x="2581275" y="776884"/>
                    </a:lnTo>
                    <a:close/>
                  </a:path>
                  <a:path w="5153025" h="3103245">
                    <a:moveTo>
                      <a:pt x="2581275" y="3454"/>
                    </a:moveTo>
                    <a:lnTo>
                      <a:pt x="2580817" y="2336"/>
                    </a:lnTo>
                    <a:lnTo>
                      <a:pt x="2578951" y="469"/>
                    </a:lnTo>
                    <a:lnTo>
                      <a:pt x="2577833" y="0"/>
                    </a:lnTo>
                    <a:lnTo>
                      <a:pt x="2575204" y="0"/>
                    </a:lnTo>
                    <a:lnTo>
                      <a:pt x="2574086" y="469"/>
                    </a:lnTo>
                    <a:lnTo>
                      <a:pt x="2572220" y="2336"/>
                    </a:lnTo>
                    <a:lnTo>
                      <a:pt x="2571750" y="3454"/>
                    </a:lnTo>
                    <a:lnTo>
                      <a:pt x="2571750" y="6083"/>
                    </a:lnTo>
                    <a:lnTo>
                      <a:pt x="2572220" y="7200"/>
                    </a:lnTo>
                    <a:lnTo>
                      <a:pt x="2574086" y="9067"/>
                    </a:lnTo>
                    <a:lnTo>
                      <a:pt x="2575204" y="9525"/>
                    </a:lnTo>
                    <a:lnTo>
                      <a:pt x="2577833" y="9525"/>
                    </a:lnTo>
                    <a:lnTo>
                      <a:pt x="2578951" y="9067"/>
                    </a:lnTo>
                    <a:lnTo>
                      <a:pt x="2580817" y="7200"/>
                    </a:lnTo>
                    <a:lnTo>
                      <a:pt x="2581275" y="6083"/>
                    </a:lnTo>
                    <a:lnTo>
                      <a:pt x="2581275" y="3454"/>
                    </a:lnTo>
                    <a:close/>
                  </a:path>
                  <a:path w="5153025" h="3103245">
                    <a:moveTo>
                      <a:pt x="2628900" y="3097174"/>
                    </a:moveTo>
                    <a:lnTo>
                      <a:pt x="2628442" y="3096056"/>
                    </a:lnTo>
                    <a:lnTo>
                      <a:pt x="2626576" y="3094190"/>
                    </a:lnTo>
                    <a:lnTo>
                      <a:pt x="2625458" y="3093720"/>
                    </a:lnTo>
                    <a:lnTo>
                      <a:pt x="2622829" y="3093720"/>
                    </a:lnTo>
                    <a:lnTo>
                      <a:pt x="2621711" y="3094190"/>
                    </a:lnTo>
                    <a:lnTo>
                      <a:pt x="2619845" y="3096056"/>
                    </a:lnTo>
                    <a:lnTo>
                      <a:pt x="2619375" y="3097174"/>
                    </a:lnTo>
                    <a:lnTo>
                      <a:pt x="2619375" y="3099803"/>
                    </a:lnTo>
                    <a:lnTo>
                      <a:pt x="2619845" y="3100921"/>
                    </a:lnTo>
                    <a:lnTo>
                      <a:pt x="2621711" y="3102787"/>
                    </a:lnTo>
                    <a:lnTo>
                      <a:pt x="2622829" y="3103245"/>
                    </a:lnTo>
                    <a:lnTo>
                      <a:pt x="2625458" y="3103245"/>
                    </a:lnTo>
                    <a:lnTo>
                      <a:pt x="2626576" y="3102787"/>
                    </a:lnTo>
                    <a:lnTo>
                      <a:pt x="2628442" y="3100921"/>
                    </a:lnTo>
                    <a:lnTo>
                      <a:pt x="2628900" y="3099803"/>
                    </a:lnTo>
                    <a:lnTo>
                      <a:pt x="2628900" y="3097174"/>
                    </a:lnTo>
                    <a:close/>
                  </a:path>
                  <a:path w="5153025" h="3103245">
                    <a:moveTo>
                      <a:pt x="2628900" y="2323744"/>
                    </a:moveTo>
                    <a:lnTo>
                      <a:pt x="2628442" y="2322626"/>
                    </a:lnTo>
                    <a:lnTo>
                      <a:pt x="2626576" y="2320760"/>
                    </a:lnTo>
                    <a:lnTo>
                      <a:pt x="2625458" y="2320290"/>
                    </a:lnTo>
                    <a:lnTo>
                      <a:pt x="2622829" y="2320290"/>
                    </a:lnTo>
                    <a:lnTo>
                      <a:pt x="2621711" y="2320760"/>
                    </a:lnTo>
                    <a:lnTo>
                      <a:pt x="2619845" y="2322626"/>
                    </a:lnTo>
                    <a:lnTo>
                      <a:pt x="2619375" y="2323744"/>
                    </a:lnTo>
                    <a:lnTo>
                      <a:pt x="2619375" y="2326373"/>
                    </a:lnTo>
                    <a:lnTo>
                      <a:pt x="2619845" y="2327491"/>
                    </a:lnTo>
                    <a:lnTo>
                      <a:pt x="2621711" y="2329357"/>
                    </a:lnTo>
                    <a:lnTo>
                      <a:pt x="2622829" y="2329815"/>
                    </a:lnTo>
                    <a:lnTo>
                      <a:pt x="2625458" y="2329815"/>
                    </a:lnTo>
                    <a:lnTo>
                      <a:pt x="2626576" y="2329357"/>
                    </a:lnTo>
                    <a:lnTo>
                      <a:pt x="2628442" y="2327491"/>
                    </a:lnTo>
                    <a:lnTo>
                      <a:pt x="2628900" y="2326373"/>
                    </a:lnTo>
                    <a:lnTo>
                      <a:pt x="2628900" y="2323744"/>
                    </a:lnTo>
                    <a:close/>
                  </a:path>
                  <a:path w="5153025" h="3103245">
                    <a:moveTo>
                      <a:pt x="2628900" y="1550314"/>
                    </a:moveTo>
                    <a:lnTo>
                      <a:pt x="2628442" y="1549196"/>
                    </a:lnTo>
                    <a:lnTo>
                      <a:pt x="2626576" y="1547329"/>
                    </a:lnTo>
                    <a:lnTo>
                      <a:pt x="2625458" y="1546860"/>
                    </a:lnTo>
                    <a:lnTo>
                      <a:pt x="2622829" y="1546860"/>
                    </a:lnTo>
                    <a:lnTo>
                      <a:pt x="2621711" y="1547329"/>
                    </a:lnTo>
                    <a:lnTo>
                      <a:pt x="2619845" y="1549196"/>
                    </a:lnTo>
                    <a:lnTo>
                      <a:pt x="2619375" y="1550314"/>
                    </a:lnTo>
                    <a:lnTo>
                      <a:pt x="2619375" y="1552943"/>
                    </a:lnTo>
                    <a:lnTo>
                      <a:pt x="2619845" y="1554060"/>
                    </a:lnTo>
                    <a:lnTo>
                      <a:pt x="2621711" y="1555927"/>
                    </a:lnTo>
                    <a:lnTo>
                      <a:pt x="2622829" y="1556385"/>
                    </a:lnTo>
                    <a:lnTo>
                      <a:pt x="2625458" y="1556385"/>
                    </a:lnTo>
                    <a:lnTo>
                      <a:pt x="2626576" y="1555927"/>
                    </a:lnTo>
                    <a:lnTo>
                      <a:pt x="2628442" y="1554060"/>
                    </a:lnTo>
                    <a:lnTo>
                      <a:pt x="2628900" y="1552943"/>
                    </a:lnTo>
                    <a:lnTo>
                      <a:pt x="2628900" y="1550314"/>
                    </a:lnTo>
                    <a:close/>
                  </a:path>
                  <a:path w="5153025" h="3103245">
                    <a:moveTo>
                      <a:pt x="2628900" y="776884"/>
                    </a:moveTo>
                    <a:lnTo>
                      <a:pt x="2628442" y="775766"/>
                    </a:lnTo>
                    <a:lnTo>
                      <a:pt x="2626576" y="773899"/>
                    </a:lnTo>
                    <a:lnTo>
                      <a:pt x="2625458" y="773430"/>
                    </a:lnTo>
                    <a:lnTo>
                      <a:pt x="2622829" y="773430"/>
                    </a:lnTo>
                    <a:lnTo>
                      <a:pt x="2621711" y="773899"/>
                    </a:lnTo>
                    <a:lnTo>
                      <a:pt x="2619845" y="775766"/>
                    </a:lnTo>
                    <a:lnTo>
                      <a:pt x="2619375" y="776884"/>
                    </a:lnTo>
                    <a:lnTo>
                      <a:pt x="2619375" y="779513"/>
                    </a:lnTo>
                    <a:lnTo>
                      <a:pt x="2619845" y="780630"/>
                    </a:lnTo>
                    <a:lnTo>
                      <a:pt x="2621711" y="782497"/>
                    </a:lnTo>
                    <a:lnTo>
                      <a:pt x="2622829" y="782955"/>
                    </a:lnTo>
                    <a:lnTo>
                      <a:pt x="2625458" y="782955"/>
                    </a:lnTo>
                    <a:lnTo>
                      <a:pt x="2626576" y="782497"/>
                    </a:lnTo>
                    <a:lnTo>
                      <a:pt x="2628442" y="780630"/>
                    </a:lnTo>
                    <a:lnTo>
                      <a:pt x="2628900" y="779513"/>
                    </a:lnTo>
                    <a:lnTo>
                      <a:pt x="2628900" y="776884"/>
                    </a:lnTo>
                    <a:close/>
                  </a:path>
                  <a:path w="5153025" h="3103245">
                    <a:moveTo>
                      <a:pt x="2628900" y="3454"/>
                    </a:moveTo>
                    <a:lnTo>
                      <a:pt x="2628442" y="2336"/>
                    </a:lnTo>
                    <a:lnTo>
                      <a:pt x="2626576" y="469"/>
                    </a:lnTo>
                    <a:lnTo>
                      <a:pt x="2625458" y="0"/>
                    </a:lnTo>
                    <a:lnTo>
                      <a:pt x="2622829" y="0"/>
                    </a:lnTo>
                    <a:lnTo>
                      <a:pt x="2621711" y="469"/>
                    </a:lnTo>
                    <a:lnTo>
                      <a:pt x="2619845" y="2336"/>
                    </a:lnTo>
                    <a:lnTo>
                      <a:pt x="2619375" y="3454"/>
                    </a:lnTo>
                    <a:lnTo>
                      <a:pt x="2619375" y="6083"/>
                    </a:lnTo>
                    <a:lnTo>
                      <a:pt x="2619845" y="7200"/>
                    </a:lnTo>
                    <a:lnTo>
                      <a:pt x="2621711" y="9067"/>
                    </a:lnTo>
                    <a:lnTo>
                      <a:pt x="2622829" y="9525"/>
                    </a:lnTo>
                    <a:lnTo>
                      <a:pt x="2625458" y="9525"/>
                    </a:lnTo>
                    <a:lnTo>
                      <a:pt x="2626576" y="9067"/>
                    </a:lnTo>
                    <a:lnTo>
                      <a:pt x="2628442" y="7200"/>
                    </a:lnTo>
                    <a:lnTo>
                      <a:pt x="2628900" y="6083"/>
                    </a:lnTo>
                    <a:lnTo>
                      <a:pt x="2628900" y="3454"/>
                    </a:lnTo>
                    <a:close/>
                  </a:path>
                  <a:path w="5153025" h="3103245">
                    <a:moveTo>
                      <a:pt x="2676525" y="3097174"/>
                    </a:moveTo>
                    <a:lnTo>
                      <a:pt x="2676067" y="3096056"/>
                    </a:lnTo>
                    <a:lnTo>
                      <a:pt x="2674201" y="3094190"/>
                    </a:lnTo>
                    <a:lnTo>
                      <a:pt x="2673083" y="3093720"/>
                    </a:lnTo>
                    <a:lnTo>
                      <a:pt x="2670454" y="3093720"/>
                    </a:lnTo>
                    <a:lnTo>
                      <a:pt x="2669336" y="3094190"/>
                    </a:lnTo>
                    <a:lnTo>
                      <a:pt x="2667470" y="3096056"/>
                    </a:lnTo>
                    <a:lnTo>
                      <a:pt x="2667000" y="3097174"/>
                    </a:lnTo>
                    <a:lnTo>
                      <a:pt x="2667000" y="3099803"/>
                    </a:lnTo>
                    <a:lnTo>
                      <a:pt x="2667470" y="3100921"/>
                    </a:lnTo>
                    <a:lnTo>
                      <a:pt x="2669336" y="3102787"/>
                    </a:lnTo>
                    <a:lnTo>
                      <a:pt x="2670454" y="3103245"/>
                    </a:lnTo>
                    <a:lnTo>
                      <a:pt x="2673083" y="3103245"/>
                    </a:lnTo>
                    <a:lnTo>
                      <a:pt x="2674201" y="3102787"/>
                    </a:lnTo>
                    <a:lnTo>
                      <a:pt x="2676067" y="3100921"/>
                    </a:lnTo>
                    <a:lnTo>
                      <a:pt x="2676525" y="3099803"/>
                    </a:lnTo>
                    <a:lnTo>
                      <a:pt x="2676525" y="3097174"/>
                    </a:lnTo>
                    <a:close/>
                  </a:path>
                  <a:path w="5153025" h="3103245">
                    <a:moveTo>
                      <a:pt x="2676525" y="2323744"/>
                    </a:moveTo>
                    <a:lnTo>
                      <a:pt x="2676067" y="2322626"/>
                    </a:lnTo>
                    <a:lnTo>
                      <a:pt x="2674201" y="2320760"/>
                    </a:lnTo>
                    <a:lnTo>
                      <a:pt x="2673083" y="2320290"/>
                    </a:lnTo>
                    <a:lnTo>
                      <a:pt x="2670454" y="2320290"/>
                    </a:lnTo>
                    <a:lnTo>
                      <a:pt x="2669336" y="2320760"/>
                    </a:lnTo>
                    <a:lnTo>
                      <a:pt x="2667470" y="2322626"/>
                    </a:lnTo>
                    <a:lnTo>
                      <a:pt x="2667000" y="2323744"/>
                    </a:lnTo>
                    <a:lnTo>
                      <a:pt x="2667000" y="2326373"/>
                    </a:lnTo>
                    <a:lnTo>
                      <a:pt x="2667470" y="2327491"/>
                    </a:lnTo>
                    <a:lnTo>
                      <a:pt x="2669336" y="2329357"/>
                    </a:lnTo>
                    <a:lnTo>
                      <a:pt x="2670454" y="2329815"/>
                    </a:lnTo>
                    <a:lnTo>
                      <a:pt x="2673083" y="2329815"/>
                    </a:lnTo>
                    <a:lnTo>
                      <a:pt x="2674201" y="2329357"/>
                    </a:lnTo>
                    <a:lnTo>
                      <a:pt x="2676067" y="2327491"/>
                    </a:lnTo>
                    <a:lnTo>
                      <a:pt x="2676525" y="2326373"/>
                    </a:lnTo>
                    <a:lnTo>
                      <a:pt x="2676525" y="2323744"/>
                    </a:lnTo>
                    <a:close/>
                  </a:path>
                  <a:path w="5153025" h="3103245">
                    <a:moveTo>
                      <a:pt x="2676525" y="1550314"/>
                    </a:moveTo>
                    <a:lnTo>
                      <a:pt x="2676067" y="1549196"/>
                    </a:lnTo>
                    <a:lnTo>
                      <a:pt x="2674201" y="1547329"/>
                    </a:lnTo>
                    <a:lnTo>
                      <a:pt x="2673083" y="1546860"/>
                    </a:lnTo>
                    <a:lnTo>
                      <a:pt x="2670454" y="1546860"/>
                    </a:lnTo>
                    <a:lnTo>
                      <a:pt x="2669336" y="1547329"/>
                    </a:lnTo>
                    <a:lnTo>
                      <a:pt x="2667470" y="1549196"/>
                    </a:lnTo>
                    <a:lnTo>
                      <a:pt x="2667000" y="1550314"/>
                    </a:lnTo>
                    <a:lnTo>
                      <a:pt x="2667000" y="1552943"/>
                    </a:lnTo>
                    <a:lnTo>
                      <a:pt x="2667470" y="1554060"/>
                    </a:lnTo>
                    <a:lnTo>
                      <a:pt x="2669336" y="1555927"/>
                    </a:lnTo>
                    <a:lnTo>
                      <a:pt x="2670454" y="1556385"/>
                    </a:lnTo>
                    <a:lnTo>
                      <a:pt x="2673083" y="1556385"/>
                    </a:lnTo>
                    <a:lnTo>
                      <a:pt x="2674201" y="1555927"/>
                    </a:lnTo>
                    <a:lnTo>
                      <a:pt x="2676067" y="1554060"/>
                    </a:lnTo>
                    <a:lnTo>
                      <a:pt x="2676525" y="1552943"/>
                    </a:lnTo>
                    <a:lnTo>
                      <a:pt x="2676525" y="1550314"/>
                    </a:lnTo>
                    <a:close/>
                  </a:path>
                  <a:path w="5153025" h="3103245">
                    <a:moveTo>
                      <a:pt x="2676525" y="776884"/>
                    </a:moveTo>
                    <a:lnTo>
                      <a:pt x="2676067" y="775766"/>
                    </a:lnTo>
                    <a:lnTo>
                      <a:pt x="2674201" y="773899"/>
                    </a:lnTo>
                    <a:lnTo>
                      <a:pt x="2673083" y="773430"/>
                    </a:lnTo>
                    <a:lnTo>
                      <a:pt x="2670454" y="773430"/>
                    </a:lnTo>
                    <a:lnTo>
                      <a:pt x="2669336" y="773899"/>
                    </a:lnTo>
                    <a:lnTo>
                      <a:pt x="2667470" y="775766"/>
                    </a:lnTo>
                    <a:lnTo>
                      <a:pt x="2667000" y="776884"/>
                    </a:lnTo>
                    <a:lnTo>
                      <a:pt x="2667000" y="779513"/>
                    </a:lnTo>
                    <a:lnTo>
                      <a:pt x="2667470" y="780630"/>
                    </a:lnTo>
                    <a:lnTo>
                      <a:pt x="2669336" y="782497"/>
                    </a:lnTo>
                    <a:lnTo>
                      <a:pt x="2670454" y="782955"/>
                    </a:lnTo>
                    <a:lnTo>
                      <a:pt x="2673083" y="782955"/>
                    </a:lnTo>
                    <a:lnTo>
                      <a:pt x="2674201" y="782497"/>
                    </a:lnTo>
                    <a:lnTo>
                      <a:pt x="2676067" y="780630"/>
                    </a:lnTo>
                    <a:lnTo>
                      <a:pt x="2676525" y="779513"/>
                    </a:lnTo>
                    <a:lnTo>
                      <a:pt x="2676525" y="776884"/>
                    </a:lnTo>
                    <a:close/>
                  </a:path>
                  <a:path w="5153025" h="3103245">
                    <a:moveTo>
                      <a:pt x="2676525" y="3454"/>
                    </a:moveTo>
                    <a:lnTo>
                      <a:pt x="2676067" y="2336"/>
                    </a:lnTo>
                    <a:lnTo>
                      <a:pt x="2674201" y="469"/>
                    </a:lnTo>
                    <a:lnTo>
                      <a:pt x="2673083" y="0"/>
                    </a:lnTo>
                    <a:lnTo>
                      <a:pt x="2670454" y="0"/>
                    </a:lnTo>
                    <a:lnTo>
                      <a:pt x="2669336" y="469"/>
                    </a:lnTo>
                    <a:lnTo>
                      <a:pt x="2667470" y="2336"/>
                    </a:lnTo>
                    <a:lnTo>
                      <a:pt x="2667000" y="3454"/>
                    </a:lnTo>
                    <a:lnTo>
                      <a:pt x="2667000" y="6083"/>
                    </a:lnTo>
                    <a:lnTo>
                      <a:pt x="2667470" y="7200"/>
                    </a:lnTo>
                    <a:lnTo>
                      <a:pt x="2669336" y="9067"/>
                    </a:lnTo>
                    <a:lnTo>
                      <a:pt x="2670454" y="9525"/>
                    </a:lnTo>
                    <a:lnTo>
                      <a:pt x="2673083" y="9525"/>
                    </a:lnTo>
                    <a:lnTo>
                      <a:pt x="2674201" y="9067"/>
                    </a:lnTo>
                    <a:lnTo>
                      <a:pt x="2676067" y="7200"/>
                    </a:lnTo>
                    <a:lnTo>
                      <a:pt x="2676525" y="6083"/>
                    </a:lnTo>
                    <a:lnTo>
                      <a:pt x="2676525" y="3454"/>
                    </a:lnTo>
                    <a:close/>
                  </a:path>
                  <a:path w="5153025" h="3103245">
                    <a:moveTo>
                      <a:pt x="2724150" y="3097174"/>
                    </a:moveTo>
                    <a:lnTo>
                      <a:pt x="2723692" y="3096056"/>
                    </a:lnTo>
                    <a:lnTo>
                      <a:pt x="2721826" y="3094190"/>
                    </a:lnTo>
                    <a:lnTo>
                      <a:pt x="2720708" y="3093720"/>
                    </a:lnTo>
                    <a:lnTo>
                      <a:pt x="2718079" y="3093720"/>
                    </a:lnTo>
                    <a:lnTo>
                      <a:pt x="2716961" y="3094190"/>
                    </a:lnTo>
                    <a:lnTo>
                      <a:pt x="2715095" y="3096056"/>
                    </a:lnTo>
                    <a:lnTo>
                      <a:pt x="2714625" y="3097174"/>
                    </a:lnTo>
                    <a:lnTo>
                      <a:pt x="2714625" y="3099803"/>
                    </a:lnTo>
                    <a:lnTo>
                      <a:pt x="2715095" y="3100921"/>
                    </a:lnTo>
                    <a:lnTo>
                      <a:pt x="2716961" y="3102787"/>
                    </a:lnTo>
                    <a:lnTo>
                      <a:pt x="2718079" y="3103245"/>
                    </a:lnTo>
                    <a:lnTo>
                      <a:pt x="2720708" y="3103245"/>
                    </a:lnTo>
                    <a:lnTo>
                      <a:pt x="2721826" y="3102787"/>
                    </a:lnTo>
                    <a:lnTo>
                      <a:pt x="2723692" y="3100921"/>
                    </a:lnTo>
                    <a:lnTo>
                      <a:pt x="2724150" y="3099803"/>
                    </a:lnTo>
                    <a:lnTo>
                      <a:pt x="2724150" y="3097174"/>
                    </a:lnTo>
                    <a:close/>
                  </a:path>
                  <a:path w="5153025" h="3103245">
                    <a:moveTo>
                      <a:pt x="2724150" y="2323744"/>
                    </a:moveTo>
                    <a:lnTo>
                      <a:pt x="2723692" y="2322626"/>
                    </a:lnTo>
                    <a:lnTo>
                      <a:pt x="2721826" y="2320760"/>
                    </a:lnTo>
                    <a:lnTo>
                      <a:pt x="2720708" y="2320290"/>
                    </a:lnTo>
                    <a:lnTo>
                      <a:pt x="2718079" y="2320290"/>
                    </a:lnTo>
                    <a:lnTo>
                      <a:pt x="2716961" y="2320760"/>
                    </a:lnTo>
                    <a:lnTo>
                      <a:pt x="2715095" y="2322626"/>
                    </a:lnTo>
                    <a:lnTo>
                      <a:pt x="2714625" y="2323744"/>
                    </a:lnTo>
                    <a:lnTo>
                      <a:pt x="2714625" y="2326373"/>
                    </a:lnTo>
                    <a:lnTo>
                      <a:pt x="2715095" y="2327491"/>
                    </a:lnTo>
                    <a:lnTo>
                      <a:pt x="2716961" y="2329357"/>
                    </a:lnTo>
                    <a:lnTo>
                      <a:pt x="2718079" y="2329815"/>
                    </a:lnTo>
                    <a:lnTo>
                      <a:pt x="2720708" y="2329815"/>
                    </a:lnTo>
                    <a:lnTo>
                      <a:pt x="2721826" y="2329357"/>
                    </a:lnTo>
                    <a:lnTo>
                      <a:pt x="2723692" y="2327491"/>
                    </a:lnTo>
                    <a:lnTo>
                      <a:pt x="2724150" y="2326373"/>
                    </a:lnTo>
                    <a:lnTo>
                      <a:pt x="2724150" y="2323744"/>
                    </a:lnTo>
                    <a:close/>
                  </a:path>
                  <a:path w="5153025" h="3103245">
                    <a:moveTo>
                      <a:pt x="2724150" y="1550314"/>
                    </a:moveTo>
                    <a:lnTo>
                      <a:pt x="2723692" y="1549196"/>
                    </a:lnTo>
                    <a:lnTo>
                      <a:pt x="2721826" y="1547329"/>
                    </a:lnTo>
                    <a:lnTo>
                      <a:pt x="2720708" y="1546860"/>
                    </a:lnTo>
                    <a:lnTo>
                      <a:pt x="2718079" y="1546860"/>
                    </a:lnTo>
                    <a:lnTo>
                      <a:pt x="2716961" y="1547329"/>
                    </a:lnTo>
                    <a:lnTo>
                      <a:pt x="2715095" y="1549196"/>
                    </a:lnTo>
                    <a:lnTo>
                      <a:pt x="2714625" y="1550314"/>
                    </a:lnTo>
                    <a:lnTo>
                      <a:pt x="2714625" y="1552943"/>
                    </a:lnTo>
                    <a:lnTo>
                      <a:pt x="2715095" y="1554060"/>
                    </a:lnTo>
                    <a:lnTo>
                      <a:pt x="2716961" y="1555927"/>
                    </a:lnTo>
                    <a:lnTo>
                      <a:pt x="2718079" y="1556385"/>
                    </a:lnTo>
                    <a:lnTo>
                      <a:pt x="2720708" y="1556385"/>
                    </a:lnTo>
                    <a:lnTo>
                      <a:pt x="2721826" y="1555927"/>
                    </a:lnTo>
                    <a:lnTo>
                      <a:pt x="2723692" y="1554060"/>
                    </a:lnTo>
                    <a:lnTo>
                      <a:pt x="2724150" y="1552943"/>
                    </a:lnTo>
                    <a:lnTo>
                      <a:pt x="2724150" y="1550314"/>
                    </a:lnTo>
                    <a:close/>
                  </a:path>
                  <a:path w="5153025" h="3103245">
                    <a:moveTo>
                      <a:pt x="2724150" y="776884"/>
                    </a:moveTo>
                    <a:lnTo>
                      <a:pt x="2723692" y="775766"/>
                    </a:lnTo>
                    <a:lnTo>
                      <a:pt x="2721826" y="773899"/>
                    </a:lnTo>
                    <a:lnTo>
                      <a:pt x="2720708" y="773430"/>
                    </a:lnTo>
                    <a:lnTo>
                      <a:pt x="2718079" y="773430"/>
                    </a:lnTo>
                    <a:lnTo>
                      <a:pt x="2716961" y="773899"/>
                    </a:lnTo>
                    <a:lnTo>
                      <a:pt x="2715095" y="775766"/>
                    </a:lnTo>
                    <a:lnTo>
                      <a:pt x="2714625" y="776884"/>
                    </a:lnTo>
                    <a:lnTo>
                      <a:pt x="2714625" y="779513"/>
                    </a:lnTo>
                    <a:lnTo>
                      <a:pt x="2715095" y="780630"/>
                    </a:lnTo>
                    <a:lnTo>
                      <a:pt x="2716961" y="782497"/>
                    </a:lnTo>
                    <a:lnTo>
                      <a:pt x="2718079" y="782955"/>
                    </a:lnTo>
                    <a:lnTo>
                      <a:pt x="2720708" y="782955"/>
                    </a:lnTo>
                    <a:lnTo>
                      <a:pt x="2721826" y="782497"/>
                    </a:lnTo>
                    <a:lnTo>
                      <a:pt x="2723692" y="780630"/>
                    </a:lnTo>
                    <a:lnTo>
                      <a:pt x="2724150" y="779513"/>
                    </a:lnTo>
                    <a:lnTo>
                      <a:pt x="2724150" y="776884"/>
                    </a:lnTo>
                    <a:close/>
                  </a:path>
                  <a:path w="5153025" h="3103245">
                    <a:moveTo>
                      <a:pt x="2724150" y="3454"/>
                    </a:moveTo>
                    <a:lnTo>
                      <a:pt x="2723692" y="2336"/>
                    </a:lnTo>
                    <a:lnTo>
                      <a:pt x="2721826" y="469"/>
                    </a:lnTo>
                    <a:lnTo>
                      <a:pt x="2720708" y="0"/>
                    </a:lnTo>
                    <a:lnTo>
                      <a:pt x="2718079" y="0"/>
                    </a:lnTo>
                    <a:lnTo>
                      <a:pt x="2716961" y="469"/>
                    </a:lnTo>
                    <a:lnTo>
                      <a:pt x="2715095" y="2336"/>
                    </a:lnTo>
                    <a:lnTo>
                      <a:pt x="2714625" y="3454"/>
                    </a:lnTo>
                    <a:lnTo>
                      <a:pt x="2714625" y="6083"/>
                    </a:lnTo>
                    <a:lnTo>
                      <a:pt x="2715095" y="7200"/>
                    </a:lnTo>
                    <a:lnTo>
                      <a:pt x="2716961" y="9067"/>
                    </a:lnTo>
                    <a:lnTo>
                      <a:pt x="2718079" y="9525"/>
                    </a:lnTo>
                    <a:lnTo>
                      <a:pt x="2720708" y="9525"/>
                    </a:lnTo>
                    <a:lnTo>
                      <a:pt x="2721826" y="9067"/>
                    </a:lnTo>
                    <a:lnTo>
                      <a:pt x="2723692" y="7200"/>
                    </a:lnTo>
                    <a:lnTo>
                      <a:pt x="2724150" y="6083"/>
                    </a:lnTo>
                    <a:lnTo>
                      <a:pt x="2724150" y="3454"/>
                    </a:lnTo>
                    <a:close/>
                  </a:path>
                  <a:path w="5153025" h="3103245">
                    <a:moveTo>
                      <a:pt x="2771775" y="3097174"/>
                    </a:moveTo>
                    <a:lnTo>
                      <a:pt x="2771317" y="3096056"/>
                    </a:lnTo>
                    <a:lnTo>
                      <a:pt x="2769451" y="3094190"/>
                    </a:lnTo>
                    <a:lnTo>
                      <a:pt x="2768333" y="3093720"/>
                    </a:lnTo>
                    <a:lnTo>
                      <a:pt x="2765704" y="3093720"/>
                    </a:lnTo>
                    <a:lnTo>
                      <a:pt x="2764586" y="3094190"/>
                    </a:lnTo>
                    <a:lnTo>
                      <a:pt x="2762720" y="3096056"/>
                    </a:lnTo>
                    <a:lnTo>
                      <a:pt x="2762250" y="3097174"/>
                    </a:lnTo>
                    <a:lnTo>
                      <a:pt x="2762250" y="3099803"/>
                    </a:lnTo>
                    <a:lnTo>
                      <a:pt x="2762720" y="3100921"/>
                    </a:lnTo>
                    <a:lnTo>
                      <a:pt x="2764586" y="3102787"/>
                    </a:lnTo>
                    <a:lnTo>
                      <a:pt x="2765704" y="3103245"/>
                    </a:lnTo>
                    <a:lnTo>
                      <a:pt x="2768333" y="3103245"/>
                    </a:lnTo>
                    <a:lnTo>
                      <a:pt x="2769451" y="3102787"/>
                    </a:lnTo>
                    <a:lnTo>
                      <a:pt x="2771317" y="3100921"/>
                    </a:lnTo>
                    <a:lnTo>
                      <a:pt x="2771775" y="3099803"/>
                    </a:lnTo>
                    <a:lnTo>
                      <a:pt x="2771775" y="3097174"/>
                    </a:lnTo>
                    <a:close/>
                  </a:path>
                  <a:path w="5153025" h="3103245">
                    <a:moveTo>
                      <a:pt x="2771775" y="2323744"/>
                    </a:moveTo>
                    <a:lnTo>
                      <a:pt x="2771317" y="2322626"/>
                    </a:lnTo>
                    <a:lnTo>
                      <a:pt x="2769451" y="2320760"/>
                    </a:lnTo>
                    <a:lnTo>
                      <a:pt x="2768333" y="2320290"/>
                    </a:lnTo>
                    <a:lnTo>
                      <a:pt x="2765704" y="2320290"/>
                    </a:lnTo>
                    <a:lnTo>
                      <a:pt x="2764586" y="2320760"/>
                    </a:lnTo>
                    <a:lnTo>
                      <a:pt x="2762720" y="2322626"/>
                    </a:lnTo>
                    <a:lnTo>
                      <a:pt x="2762250" y="2323744"/>
                    </a:lnTo>
                    <a:lnTo>
                      <a:pt x="2762250" y="2326373"/>
                    </a:lnTo>
                    <a:lnTo>
                      <a:pt x="2762720" y="2327491"/>
                    </a:lnTo>
                    <a:lnTo>
                      <a:pt x="2764586" y="2329357"/>
                    </a:lnTo>
                    <a:lnTo>
                      <a:pt x="2765704" y="2329815"/>
                    </a:lnTo>
                    <a:lnTo>
                      <a:pt x="2768333" y="2329815"/>
                    </a:lnTo>
                    <a:lnTo>
                      <a:pt x="2769451" y="2329357"/>
                    </a:lnTo>
                    <a:lnTo>
                      <a:pt x="2771317" y="2327491"/>
                    </a:lnTo>
                    <a:lnTo>
                      <a:pt x="2771775" y="2326373"/>
                    </a:lnTo>
                    <a:lnTo>
                      <a:pt x="2771775" y="2323744"/>
                    </a:lnTo>
                    <a:close/>
                  </a:path>
                  <a:path w="5153025" h="3103245">
                    <a:moveTo>
                      <a:pt x="2771775" y="1550314"/>
                    </a:moveTo>
                    <a:lnTo>
                      <a:pt x="2771317" y="1549196"/>
                    </a:lnTo>
                    <a:lnTo>
                      <a:pt x="2769451" y="1547329"/>
                    </a:lnTo>
                    <a:lnTo>
                      <a:pt x="2768333" y="1546860"/>
                    </a:lnTo>
                    <a:lnTo>
                      <a:pt x="2765704" y="1546860"/>
                    </a:lnTo>
                    <a:lnTo>
                      <a:pt x="2764586" y="1547329"/>
                    </a:lnTo>
                    <a:lnTo>
                      <a:pt x="2762720" y="1549196"/>
                    </a:lnTo>
                    <a:lnTo>
                      <a:pt x="2762250" y="1550314"/>
                    </a:lnTo>
                    <a:lnTo>
                      <a:pt x="2762250" y="1552943"/>
                    </a:lnTo>
                    <a:lnTo>
                      <a:pt x="2762720" y="1554060"/>
                    </a:lnTo>
                    <a:lnTo>
                      <a:pt x="2764586" y="1555927"/>
                    </a:lnTo>
                    <a:lnTo>
                      <a:pt x="2765704" y="1556385"/>
                    </a:lnTo>
                    <a:lnTo>
                      <a:pt x="2768333" y="1556385"/>
                    </a:lnTo>
                    <a:lnTo>
                      <a:pt x="2769451" y="1555927"/>
                    </a:lnTo>
                    <a:lnTo>
                      <a:pt x="2771317" y="1554060"/>
                    </a:lnTo>
                    <a:lnTo>
                      <a:pt x="2771775" y="1552943"/>
                    </a:lnTo>
                    <a:lnTo>
                      <a:pt x="2771775" y="1550314"/>
                    </a:lnTo>
                    <a:close/>
                  </a:path>
                  <a:path w="5153025" h="3103245">
                    <a:moveTo>
                      <a:pt x="2771775" y="776884"/>
                    </a:moveTo>
                    <a:lnTo>
                      <a:pt x="2771317" y="775766"/>
                    </a:lnTo>
                    <a:lnTo>
                      <a:pt x="2769451" y="773899"/>
                    </a:lnTo>
                    <a:lnTo>
                      <a:pt x="2768333" y="773430"/>
                    </a:lnTo>
                    <a:lnTo>
                      <a:pt x="2765704" y="773430"/>
                    </a:lnTo>
                    <a:lnTo>
                      <a:pt x="2764586" y="773899"/>
                    </a:lnTo>
                    <a:lnTo>
                      <a:pt x="2762720" y="775766"/>
                    </a:lnTo>
                    <a:lnTo>
                      <a:pt x="2762250" y="776884"/>
                    </a:lnTo>
                    <a:lnTo>
                      <a:pt x="2762250" y="779513"/>
                    </a:lnTo>
                    <a:lnTo>
                      <a:pt x="2762720" y="780630"/>
                    </a:lnTo>
                    <a:lnTo>
                      <a:pt x="2764586" y="782497"/>
                    </a:lnTo>
                    <a:lnTo>
                      <a:pt x="2765704" y="782955"/>
                    </a:lnTo>
                    <a:lnTo>
                      <a:pt x="2768333" y="782955"/>
                    </a:lnTo>
                    <a:lnTo>
                      <a:pt x="2769451" y="782497"/>
                    </a:lnTo>
                    <a:lnTo>
                      <a:pt x="2771317" y="780630"/>
                    </a:lnTo>
                    <a:lnTo>
                      <a:pt x="2771775" y="779513"/>
                    </a:lnTo>
                    <a:lnTo>
                      <a:pt x="2771775" y="776884"/>
                    </a:lnTo>
                    <a:close/>
                  </a:path>
                  <a:path w="5153025" h="3103245">
                    <a:moveTo>
                      <a:pt x="2771775" y="3454"/>
                    </a:moveTo>
                    <a:lnTo>
                      <a:pt x="2771317" y="2336"/>
                    </a:lnTo>
                    <a:lnTo>
                      <a:pt x="2769451" y="469"/>
                    </a:lnTo>
                    <a:lnTo>
                      <a:pt x="2768333" y="0"/>
                    </a:lnTo>
                    <a:lnTo>
                      <a:pt x="2765704" y="0"/>
                    </a:lnTo>
                    <a:lnTo>
                      <a:pt x="2764586" y="469"/>
                    </a:lnTo>
                    <a:lnTo>
                      <a:pt x="2762720" y="2336"/>
                    </a:lnTo>
                    <a:lnTo>
                      <a:pt x="2762250" y="3454"/>
                    </a:lnTo>
                    <a:lnTo>
                      <a:pt x="2762250" y="6083"/>
                    </a:lnTo>
                    <a:lnTo>
                      <a:pt x="2762720" y="7200"/>
                    </a:lnTo>
                    <a:lnTo>
                      <a:pt x="2764586" y="9067"/>
                    </a:lnTo>
                    <a:lnTo>
                      <a:pt x="2765704" y="9525"/>
                    </a:lnTo>
                    <a:lnTo>
                      <a:pt x="2768333" y="9525"/>
                    </a:lnTo>
                    <a:lnTo>
                      <a:pt x="2769451" y="9067"/>
                    </a:lnTo>
                    <a:lnTo>
                      <a:pt x="2771317" y="7200"/>
                    </a:lnTo>
                    <a:lnTo>
                      <a:pt x="2771775" y="6083"/>
                    </a:lnTo>
                    <a:lnTo>
                      <a:pt x="2771775" y="3454"/>
                    </a:lnTo>
                    <a:close/>
                  </a:path>
                  <a:path w="5153025" h="3103245">
                    <a:moveTo>
                      <a:pt x="2819400" y="3097174"/>
                    </a:moveTo>
                    <a:lnTo>
                      <a:pt x="2818942" y="3096056"/>
                    </a:lnTo>
                    <a:lnTo>
                      <a:pt x="2817076" y="3094190"/>
                    </a:lnTo>
                    <a:lnTo>
                      <a:pt x="2815958" y="3093720"/>
                    </a:lnTo>
                    <a:lnTo>
                      <a:pt x="2813329" y="3093720"/>
                    </a:lnTo>
                    <a:lnTo>
                      <a:pt x="2812211" y="3094190"/>
                    </a:lnTo>
                    <a:lnTo>
                      <a:pt x="2810345" y="3096056"/>
                    </a:lnTo>
                    <a:lnTo>
                      <a:pt x="2809875" y="3097174"/>
                    </a:lnTo>
                    <a:lnTo>
                      <a:pt x="2809875" y="3099803"/>
                    </a:lnTo>
                    <a:lnTo>
                      <a:pt x="2810345" y="3100921"/>
                    </a:lnTo>
                    <a:lnTo>
                      <a:pt x="2812211" y="3102787"/>
                    </a:lnTo>
                    <a:lnTo>
                      <a:pt x="2813329" y="3103245"/>
                    </a:lnTo>
                    <a:lnTo>
                      <a:pt x="2815958" y="3103245"/>
                    </a:lnTo>
                    <a:lnTo>
                      <a:pt x="2817076" y="3102787"/>
                    </a:lnTo>
                    <a:lnTo>
                      <a:pt x="2818942" y="3100921"/>
                    </a:lnTo>
                    <a:lnTo>
                      <a:pt x="2819400" y="3099803"/>
                    </a:lnTo>
                    <a:lnTo>
                      <a:pt x="2819400" y="3097174"/>
                    </a:lnTo>
                    <a:close/>
                  </a:path>
                  <a:path w="5153025" h="3103245">
                    <a:moveTo>
                      <a:pt x="2819400" y="2323744"/>
                    </a:moveTo>
                    <a:lnTo>
                      <a:pt x="2818942" y="2322626"/>
                    </a:lnTo>
                    <a:lnTo>
                      <a:pt x="2817076" y="2320760"/>
                    </a:lnTo>
                    <a:lnTo>
                      <a:pt x="2815958" y="2320290"/>
                    </a:lnTo>
                    <a:lnTo>
                      <a:pt x="2813329" y="2320290"/>
                    </a:lnTo>
                    <a:lnTo>
                      <a:pt x="2812211" y="2320760"/>
                    </a:lnTo>
                    <a:lnTo>
                      <a:pt x="2810345" y="2322626"/>
                    </a:lnTo>
                    <a:lnTo>
                      <a:pt x="2809875" y="2323744"/>
                    </a:lnTo>
                    <a:lnTo>
                      <a:pt x="2809875" y="2326373"/>
                    </a:lnTo>
                    <a:lnTo>
                      <a:pt x="2810345" y="2327491"/>
                    </a:lnTo>
                    <a:lnTo>
                      <a:pt x="2812211" y="2329357"/>
                    </a:lnTo>
                    <a:lnTo>
                      <a:pt x="2813329" y="2329815"/>
                    </a:lnTo>
                    <a:lnTo>
                      <a:pt x="2815958" y="2329815"/>
                    </a:lnTo>
                    <a:lnTo>
                      <a:pt x="2817076" y="2329357"/>
                    </a:lnTo>
                    <a:lnTo>
                      <a:pt x="2818942" y="2327491"/>
                    </a:lnTo>
                    <a:lnTo>
                      <a:pt x="2819400" y="2326373"/>
                    </a:lnTo>
                    <a:lnTo>
                      <a:pt x="2819400" y="2323744"/>
                    </a:lnTo>
                    <a:close/>
                  </a:path>
                  <a:path w="5153025" h="3103245">
                    <a:moveTo>
                      <a:pt x="2819400" y="1550314"/>
                    </a:moveTo>
                    <a:lnTo>
                      <a:pt x="2818942" y="1549196"/>
                    </a:lnTo>
                    <a:lnTo>
                      <a:pt x="2817076" y="1547329"/>
                    </a:lnTo>
                    <a:lnTo>
                      <a:pt x="2815958" y="1546860"/>
                    </a:lnTo>
                    <a:lnTo>
                      <a:pt x="2813329" y="1546860"/>
                    </a:lnTo>
                    <a:lnTo>
                      <a:pt x="2812211" y="1547329"/>
                    </a:lnTo>
                    <a:lnTo>
                      <a:pt x="2810345" y="1549196"/>
                    </a:lnTo>
                    <a:lnTo>
                      <a:pt x="2809875" y="1550314"/>
                    </a:lnTo>
                    <a:lnTo>
                      <a:pt x="2809875" y="1552943"/>
                    </a:lnTo>
                    <a:lnTo>
                      <a:pt x="2810345" y="1554060"/>
                    </a:lnTo>
                    <a:lnTo>
                      <a:pt x="2812211" y="1555927"/>
                    </a:lnTo>
                    <a:lnTo>
                      <a:pt x="2813329" y="1556385"/>
                    </a:lnTo>
                    <a:lnTo>
                      <a:pt x="2815958" y="1556385"/>
                    </a:lnTo>
                    <a:lnTo>
                      <a:pt x="2817076" y="1555927"/>
                    </a:lnTo>
                    <a:lnTo>
                      <a:pt x="2818942" y="1554060"/>
                    </a:lnTo>
                    <a:lnTo>
                      <a:pt x="2819400" y="1552943"/>
                    </a:lnTo>
                    <a:lnTo>
                      <a:pt x="2819400" y="1550314"/>
                    </a:lnTo>
                    <a:close/>
                  </a:path>
                  <a:path w="5153025" h="3103245">
                    <a:moveTo>
                      <a:pt x="2819400" y="776884"/>
                    </a:moveTo>
                    <a:lnTo>
                      <a:pt x="2818942" y="775766"/>
                    </a:lnTo>
                    <a:lnTo>
                      <a:pt x="2817076" y="773899"/>
                    </a:lnTo>
                    <a:lnTo>
                      <a:pt x="2815958" y="773430"/>
                    </a:lnTo>
                    <a:lnTo>
                      <a:pt x="2813329" y="773430"/>
                    </a:lnTo>
                    <a:lnTo>
                      <a:pt x="2812211" y="773899"/>
                    </a:lnTo>
                    <a:lnTo>
                      <a:pt x="2810345" y="775766"/>
                    </a:lnTo>
                    <a:lnTo>
                      <a:pt x="2809875" y="776884"/>
                    </a:lnTo>
                    <a:lnTo>
                      <a:pt x="2809875" y="779513"/>
                    </a:lnTo>
                    <a:lnTo>
                      <a:pt x="2810345" y="780630"/>
                    </a:lnTo>
                    <a:lnTo>
                      <a:pt x="2812211" y="782497"/>
                    </a:lnTo>
                    <a:lnTo>
                      <a:pt x="2813329" y="782955"/>
                    </a:lnTo>
                    <a:lnTo>
                      <a:pt x="2815958" y="782955"/>
                    </a:lnTo>
                    <a:lnTo>
                      <a:pt x="2817076" y="782497"/>
                    </a:lnTo>
                    <a:lnTo>
                      <a:pt x="2818942" y="780630"/>
                    </a:lnTo>
                    <a:lnTo>
                      <a:pt x="2819400" y="779513"/>
                    </a:lnTo>
                    <a:lnTo>
                      <a:pt x="2819400" y="776884"/>
                    </a:lnTo>
                    <a:close/>
                  </a:path>
                  <a:path w="5153025" h="3103245">
                    <a:moveTo>
                      <a:pt x="2819400" y="3454"/>
                    </a:moveTo>
                    <a:lnTo>
                      <a:pt x="2818942" y="2336"/>
                    </a:lnTo>
                    <a:lnTo>
                      <a:pt x="2817076" y="469"/>
                    </a:lnTo>
                    <a:lnTo>
                      <a:pt x="2815958" y="0"/>
                    </a:lnTo>
                    <a:lnTo>
                      <a:pt x="2813329" y="0"/>
                    </a:lnTo>
                    <a:lnTo>
                      <a:pt x="2812211" y="469"/>
                    </a:lnTo>
                    <a:lnTo>
                      <a:pt x="2810345" y="2336"/>
                    </a:lnTo>
                    <a:lnTo>
                      <a:pt x="2809875" y="3454"/>
                    </a:lnTo>
                    <a:lnTo>
                      <a:pt x="2809875" y="6083"/>
                    </a:lnTo>
                    <a:lnTo>
                      <a:pt x="2810345" y="7200"/>
                    </a:lnTo>
                    <a:lnTo>
                      <a:pt x="2812211" y="9067"/>
                    </a:lnTo>
                    <a:lnTo>
                      <a:pt x="2813329" y="9525"/>
                    </a:lnTo>
                    <a:lnTo>
                      <a:pt x="2815958" y="9525"/>
                    </a:lnTo>
                    <a:lnTo>
                      <a:pt x="2817076" y="9067"/>
                    </a:lnTo>
                    <a:lnTo>
                      <a:pt x="2818942" y="7200"/>
                    </a:lnTo>
                    <a:lnTo>
                      <a:pt x="2819400" y="6083"/>
                    </a:lnTo>
                    <a:lnTo>
                      <a:pt x="2819400" y="3454"/>
                    </a:lnTo>
                    <a:close/>
                  </a:path>
                  <a:path w="5153025" h="3103245">
                    <a:moveTo>
                      <a:pt x="2867025" y="3097174"/>
                    </a:moveTo>
                    <a:lnTo>
                      <a:pt x="2866567" y="3096056"/>
                    </a:lnTo>
                    <a:lnTo>
                      <a:pt x="2864701" y="3094190"/>
                    </a:lnTo>
                    <a:lnTo>
                      <a:pt x="2863583" y="3093720"/>
                    </a:lnTo>
                    <a:lnTo>
                      <a:pt x="2860954" y="3093720"/>
                    </a:lnTo>
                    <a:lnTo>
                      <a:pt x="2859836" y="3094190"/>
                    </a:lnTo>
                    <a:lnTo>
                      <a:pt x="2857970" y="3096056"/>
                    </a:lnTo>
                    <a:lnTo>
                      <a:pt x="2857500" y="3097174"/>
                    </a:lnTo>
                    <a:lnTo>
                      <a:pt x="2857500" y="3099803"/>
                    </a:lnTo>
                    <a:lnTo>
                      <a:pt x="2857970" y="3100921"/>
                    </a:lnTo>
                    <a:lnTo>
                      <a:pt x="2859836" y="3102787"/>
                    </a:lnTo>
                    <a:lnTo>
                      <a:pt x="2860954" y="3103245"/>
                    </a:lnTo>
                    <a:lnTo>
                      <a:pt x="2863583" y="3103245"/>
                    </a:lnTo>
                    <a:lnTo>
                      <a:pt x="2864701" y="3102787"/>
                    </a:lnTo>
                    <a:lnTo>
                      <a:pt x="2866567" y="3100921"/>
                    </a:lnTo>
                    <a:lnTo>
                      <a:pt x="2867025" y="3099803"/>
                    </a:lnTo>
                    <a:lnTo>
                      <a:pt x="2867025" y="3097174"/>
                    </a:lnTo>
                    <a:close/>
                  </a:path>
                  <a:path w="5153025" h="3103245">
                    <a:moveTo>
                      <a:pt x="2867025" y="2323744"/>
                    </a:moveTo>
                    <a:lnTo>
                      <a:pt x="2866567" y="2322626"/>
                    </a:lnTo>
                    <a:lnTo>
                      <a:pt x="2864701" y="2320760"/>
                    </a:lnTo>
                    <a:lnTo>
                      <a:pt x="2863583" y="2320290"/>
                    </a:lnTo>
                    <a:lnTo>
                      <a:pt x="2860954" y="2320290"/>
                    </a:lnTo>
                    <a:lnTo>
                      <a:pt x="2859836" y="2320760"/>
                    </a:lnTo>
                    <a:lnTo>
                      <a:pt x="2857970" y="2322626"/>
                    </a:lnTo>
                    <a:lnTo>
                      <a:pt x="2857500" y="2323744"/>
                    </a:lnTo>
                    <a:lnTo>
                      <a:pt x="2857500" y="2326373"/>
                    </a:lnTo>
                    <a:lnTo>
                      <a:pt x="2857970" y="2327491"/>
                    </a:lnTo>
                    <a:lnTo>
                      <a:pt x="2859836" y="2329357"/>
                    </a:lnTo>
                    <a:lnTo>
                      <a:pt x="2860954" y="2329815"/>
                    </a:lnTo>
                    <a:lnTo>
                      <a:pt x="2863583" y="2329815"/>
                    </a:lnTo>
                    <a:lnTo>
                      <a:pt x="2864701" y="2329357"/>
                    </a:lnTo>
                    <a:lnTo>
                      <a:pt x="2866567" y="2327491"/>
                    </a:lnTo>
                    <a:lnTo>
                      <a:pt x="2867025" y="2326373"/>
                    </a:lnTo>
                    <a:lnTo>
                      <a:pt x="2867025" y="2323744"/>
                    </a:lnTo>
                    <a:close/>
                  </a:path>
                  <a:path w="5153025" h="3103245">
                    <a:moveTo>
                      <a:pt x="2867025" y="1550314"/>
                    </a:moveTo>
                    <a:lnTo>
                      <a:pt x="2866567" y="1549196"/>
                    </a:lnTo>
                    <a:lnTo>
                      <a:pt x="2864701" y="1547329"/>
                    </a:lnTo>
                    <a:lnTo>
                      <a:pt x="2863583" y="1546860"/>
                    </a:lnTo>
                    <a:lnTo>
                      <a:pt x="2860954" y="1546860"/>
                    </a:lnTo>
                    <a:lnTo>
                      <a:pt x="2859836" y="1547329"/>
                    </a:lnTo>
                    <a:lnTo>
                      <a:pt x="2857970" y="1549196"/>
                    </a:lnTo>
                    <a:lnTo>
                      <a:pt x="2857500" y="1550314"/>
                    </a:lnTo>
                    <a:lnTo>
                      <a:pt x="2857500" y="1552943"/>
                    </a:lnTo>
                    <a:lnTo>
                      <a:pt x="2857970" y="1554060"/>
                    </a:lnTo>
                    <a:lnTo>
                      <a:pt x="2859836" y="1555927"/>
                    </a:lnTo>
                    <a:lnTo>
                      <a:pt x="2860954" y="1556385"/>
                    </a:lnTo>
                    <a:lnTo>
                      <a:pt x="2863583" y="1556385"/>
                    </a:lnTo>
                    <a:lnTo>
                      <a:pt x="2864701" y="1555927"/>
                    </a:lnTo>
                    <a:lnTo>
                      <a:pt x="2866567" y="1554060"/>
                    </a:lnTo>
                    <a:lnTo>
                      <a:pt x="2867025" y="1552943"/>
                    </a:lnTo>
                    <a:lnTo>
                      <a:pt x="2867025" y="1550314"/>
                    </a:lnTo>
                    <a:close/>
                  </a:path>
                  <a:path w="5153025" h="3103245">
                    <a:moveTo>
                      <a:pt x="2867025" y="776884"/>
                    </a:moveTo>
                    <a:lnTo>
                      <a:pt x="2866567" y="775766"/>
                    </a:lnTo>
                    <a:lnTo>
                      <a:pt x="2864701" y="773899"/>
                    </a:lnTo>
                    <a:lnTo>
                      <a:pt x="2863583" y="773430"/>
                    </a:lnTo>
                    <a:lnTo>
                      <a:pt x="2860954" y="773430"/>
                    </a:lnTo>
                    <a:lnTo>
                      <a:pt x="2859836" y="773899"/>
                    </a:lnTo>
                    <a:lnTo>
                      <a:pt x="2857970" y="775766"/>
                    </a:lnTo>
                    <a:lnTo>
                      <a:pt x="2857500" y="776884"/>
                    </a:lnTo>
                    <a:lnTo>
                      <a:pt x="2857500" y="779513"/>
                    </a:lnTo>
                    <a:lnTo>
                      <a:pt x="2857970" y="780630"/>
                    </a:lnTo>
                    <a:lnTo>
                      <a:pt x="2859836" y="782497"/>
                    </a:lnTo>
                    <a:lnTo>
                      <a:pt x="2860954" y="782955"/>
                    </a:lnTo>
                    <a:lnTo>
                      <a:pt x="2863583" y="782955"/>
                    </a:lnTo>
                    <a:lnTo>
                      <a:pt x="2864701" y="782497"/>
                    </a:lnTo>
                    <a:lnTo>
                      <a:pt x="2866567" y="780630"/>
                    </a:lnTo>
                    <a:lnTo>
                      <a:pt x="2867025" y="779513"/>
                    </a:lnTo>
                    <a:lnTo>
                      <a:pt x="2867025" y="776884"/>
                    </a:lnTo>
                    <a:close/>
                  </a:path>
                  <a:path w="5153025" h="3103245">
                    <a:moveTo>
                      <a:pt x="2867025" y="3454"/>
                    </a:moveTo>
                    <a:lnTo>
                      <a:pt x="2866567" y="2336"/>
                    </a:lnTo>
                    <a:lnTo>
                      <a:pt x="2864701" y="469"/>
                    </a:lnTo>
                    <a:lnTo>
                      <a:pt x="2863583" y="0"/>
                    </a:lnTo>
                    <a:lnTo>
                      <a:pt x="2860954" y="0"/>
                    </a:lnTo>
                    <a:lnTo>
                      <a:pt x="2859836" y="469"/>
                    </a:lnTo>
                    <a:lnTo>
                      <a:pt x="2857970" y="2336"/>
                    </a:lnTo>
                    <a:lnTo>
                      <a:pt x="2857500" y="3454"/>
                    </a:lnTo>
                    <a:lnTo>
                      <a:pt x="2857500" y="6083"/>
                    </a:lnTo>
                    <a:lnTo>
                      <a:pt x="2857970" y="7200"/>
                    </a:lnTo>
                    <a:lnTo>
                      <a:pt x="2859836" y="9067"/>
                    </a:lnTo>
                    <a:lnTo>
                      <a:pt x="2860954" y="9525"/>
                    </a:lnTo>
                    <a:lnTo>
                      <a:pt x="2863583" y="9525"/>
                    </a:lnTo>
                    <a:lnTo>
                      <a:pt x="2864701" y="9067"/>
                    </a:lnTo>
                    <a:lnTo>
                      <a:pt x="2866567" y="7200"/>
                    </a:lnTo>
                    <a:lnTo>
                      <a:pt x="2867025" y="6083"/>
                    </a:lnTo>
                    <a:lnTo>
                      <a:pt x="2867025" y="3454"/>
                    </a:lnTo>
                    <a:close/>
                  </a:path>
                  <a:path w="5153025" h="3103245">
                    <a:moveTo>
                      <a:pt x="2914650" y="3097174"/>
                    </a:moveTo>
                    <a:lnTo>
                      <a:pt x="2914192" y="3096056"/>
                    </a:lnTo>
                    <a:lnTo>
                      <a:pt x="2912326" y="3094190"/>
                    </a:lnTo>
                    <a:lnTo>
                      <a:pt x="2911208" y="3093720"/>
                    </a:lnTo>
                    <a:lnTo>
                      <a:pt x="2908579" y="3093720"/>
                    </a:lnTo>
                    <a:lnTo>
                      <a:pt x="2907461" y="3094190"/>
                    </a:lnTo>
                    <a:lnTo>
                      <a:pt x="2905595" y="3096056"/>
                    </a:lnTo>
                    <a:lnTo>
                      <a:pt x="2905125" y="3097174"/>
                    </a:lnTo>
                    <a:lnTo>
                      <a:pt x="2905125" y="3099803"/>
                    </a:lnTo>
                    <a:lnTo>
                      <a:pt x="2905595" y="3100921"/>
                    </a:lnTo>
                    <a:lnTo>
                      <a:pt x="2907461" y="3102787"/>
                    </a:lnTo>
                    <a:lnTo>
                      <a:pt x="2908579" y="3103245"/>
                    </a:lnTo>
                    <a:lnTo>
                      <a:pt x="2911208" y="3103245"/>
                    </a:lnTo>
                    <a:lnTo>
                      <a:pt x="2912326" y="3102787"/>
                    </a:lnTo>
                    <a:lnTo>
                      <a:pt x="2914192" y="3100921"/>
                    </a:lnTo>
                    <a:lnTo>
                      <a:pt x="2914650" y="3099803"/>
                    </a:lnTo>
                    <a:lnTo>
                      <a:pt x="2914650" y="3097174"/>
                    </a:lnTo>
                    <a:close/>
                  </a:path>
                  <a:path w="5153025" h="3103245">
                    <a:moveTo>
                      <a:pt x="2914650" y="2323744"/>
                    </a:moveTo>
                    <a:lnTo>
                      <a:pt x="2914192" y="2322626"/>
                    </a:lnTo>
                    <a:lnTo>
                      <a:pt x="2912326" y="2320760"/>
                    </a:lnTo>
                    <a:lnTo>
                      <a:pt x="2911208" y="2320290"/>
                    </a:lnTo>
                    <a:lnTo>
                      <a:pt x="2908579" y="2320290"/>
                    </a:lnTo>
                    <a:lnTo>
                      <a:pt x="2907461" y="2320760"/>
                    </a:lnTo>
                    <a:lnTo>
                      <a:pt x="2905595" y="2322626"/>
                    </a:lnTo>
                    <a:lnTo>
                      <a:pt x="2905125" y="2323744"/>
                    </a:lnTo>
                    <a:lnTo>
                      <a:pt x="2905125" y="2326373"/>
                    </a:lnTo>
                    <a:lnTo>
                      <a:pt x="2905595" y="2327491"/>
                    </a:lnTo>
                    <a:lnTo>
                      <a:pt x="2907461" y="2329357"/>
                    </a:lnTo>
                    <a:lnTo>
                      <a:pt x="2908579" y="2329815"/>
                    </a:lnTo>
                    <a:lnTo>
                      <a:pt x="2911208" y="2329815"/>
                    </a:lnTo>
                    <a:lnTo>
                      <a:pt x="2912326" y="2329357"/>
                    </a:lnTo>
                    <a:lnTo>
                      <a:pt x="2914192" y="2327491"/>
                    </a:lnTo>
                    <a:lnTo>
                      <a:pt x="2914650" y="2326373"/>
                    </a:lnTo>
                    <a:lnTo>
                      <a:pt x="2914650" y="2323744"/>
                    </a:lnTo>
                    <a:close/>
                  </a:path>
                  <a:path w="5153025" h="3103245">
                    <a:moveTo>
                      <a:pt x="2914650" y="1550314"/>
                    </a:moveTo>
                    <a:lnTo>
                      <a:pt x="2914192" y="1549196"/>
                    </a:lnTo>
                    <a:lnTo>
                      <a:pt x="2912326" y="1547329"/>
                    </a:lnTo>
                    <a:lnTo>
                      <a:pt x="2911208" y="1546860"/>
                    </a:lnTo>
                    <a:lnTo>
                      <a:pt x="2908579" y="1546860"/>
                    </a:lnTo>
                    <a:lnTo>
                      <a:pt x="2907461" y="1547329"/>
                    </a:lnTo>
                    <a:lnTo>
                      <a:pt x="2905595" y="1549196"/>
                    </a:lnTo>
                    <a:lnTo>
                      <a:pt x="2905125" y="1550314"/>
                    </a:lnTo>
                    <a:lnTo>
                      <a:pt x="2905125" y="1552943"/>
                    </a:lnTo>
                    <a:lnTo>
                      <a:pt x="2905595" y="1554060"/>
                    </a:lnTo>
                    <a:lnTo>
                      <a:pt x="2907461" y="1555927"/>
                    </a:lnTo>
                    <a:lnTo>
                      <a:pt x="2908579" y="1556385"/>
                    </a:lnTo>
                    <a:lnTo>
                      <a:pt x="2911208" y="1556385"/>
                    </a:lnTo>
                    <a:lnTo>
                      <a:pt x="2912326" y="1555927"/>
                    </a:lnTo>
                    <a:lnTo>
                      <a:pt x="2914192" y="1554060"/>
                    </a:lnTo>
                    <a:lnTo>
                      <a:pt x="2914650" y="1552943"/>
                    </a:lnTo>
                    <a:lnTo>
                      <a:pt x="2914650" y="1550314"/>
                    </a:lnTo>
                    <a:close/>
                  </a:path>
                  <a:path w="5153025" h="3103245">
                    <a:moveTo>
                      <a:pt x="2914650" y="776884"/>
                    </a:moveTo>
                    <a:lnTo>
                      <a:pt x="2914192" y="775766"/>
                    </a:lnTo>
                    <a:lnTo>
                      <a:pt x="2912326" y="773899"/>
                    </a:lnTo>
                    <a:lnTo>
                      <a:pt x="2911208" y="773430"/>
                    </a:lnTo>
                    <a:lnTo>
                      <a:pt x="2908579" y="773430"/>
                    </a:lnTo>
                    <a:lnTo>
                      <a:pt x="2907461" y="773899"/>
                    </a:lnTo>
                    <a:lnTo>
                      <a:pt x="2905595" y="775766"/>
                    </a:lnTo>
                    <a:lnTo>
                      <a:pt x="2905125" y="776884"/>
                    </a:lnTo>
                    <a:lnTo>
                      <a:pt x="2905125" y="779513"/>
                    </a:lnTo>
                    <a:lnTo>
                      <a:pt x="2905595" y="780630"/>
                    </a:lnTo>
                    <a:lnTo>
                      <a:pt x="2907461" y="782497"/>
                    </a:lnTo>
                    <a:lnTo>
                      <a:pt x="2908579" y="782955"/>
                    </a:lnTo>
                    <a:lnTo>
                      <a:pt x="2911208" y="782955"/>
                    </a:lnTo>
                    <a:lnTo>
                      <a:pt x="2912326" y="782497"/>
                    </a:lnTo>
                    <a:lnTo>
                      <a:pt x="2914192" y="780630"/>
                    </a:lnTo>
                    <a:lnTo>
                      <a:pt x="2914650" y="779513"/>
                    </a:lnTo>
                    <a:lnTo>
                      <a:pt x="2914650" y="776884"/>
                    </a:lnTo>
                    <a:close/>
                  </a:path>
                  <a:path w="5153025" h="3103245">
                    <a:moveTo>
                      <a:pt x="2914650" y="3454"/>
                    </a:moveTo>
                    <a:lnTo>
                      <a:pt x="2914192" y="2336"/>
                    </a:lnTo>
                    <a:lnTo>
                      <a:pt x="2912326" y="469"/>
                    </a:lnTo>
                    <a:lnTo>
                      <a:pt x="2911208" y="0"/>
                    </a:lnTo>
                    <a:lnTo>
                      <a:pt x="2908579" y="0"/>
                    </a:lnTo>
                    <a:lnTo>
                      <a:pt x="2907461" y="469"/>
                    </a:lnTo>
                    <a:lnTo>
                      <a:pt x="2905595" y="2336"/>
                    </a:lnTo>
                    <a:lnTo>
                      <a:pt x="2905125" y="3454"/>
                    </a:lnTo>
                    <a:lnTo>
                      <a:pt x="2905125" y="6083"/>
                    </a:lnTo>
                    <a:lnTo>
                      <a:pt x="2905595" y="7200"/>
                    </a:lnTo>
                    <a:lnTo>
                      <a:pt x="2907461" y="9067"/>
                    </a:lnTo>
                    <a:lnTo>
                      <a:pt x="2908579" y="9525"/>
                    </a:lnTo>
                    <a:lnTo>
                      <a:pt x="2911208" y="9525"/>
                    </a:lnTo>
                    <a:lnTo>
                      <a:pt x="2912326" y="9067"/>
                    </a:lnTo>
                    <a:lnTo>
                      <a:pt x="2914192" y="7200"/>
                    </a:lnTo>
                    <a:lnTo>
                      <a:pt x="2914650" y="6083"/>
                    </a:lnTo>
                    <a:lnTo>
                      <a:pt x="2914650" y="3454"/>
                    </a:lnTo>
                    <a:close/>
                  </a:path>
                  <a:path w="5153025" h="3103245">
                    <a:moveTo>
                      <a:pt x="2962275" y="3097174"/>
                    </a:moveTo>
                    <a:lnTo>
                      <a:pt x="2961817" y="3096056"/>
                    </a:lnTo>
                    <a:lnTo>
                      <a:pt x="2959951" y="3094190"/>
                    </a:lnTo>
                    <a:lnTo>
                      <a:pt x="2958833" y="3093720"/>
                    </a:lnTo>
                    <a:lnTo>
                      <a:pt x="2956204" y="3093720"/>
                    </a:lnTo>
                    <a:lnTo>
                      <a:pt x="2955086" y="3094190"/>
                    </a:lnTo>
                    <a:lnTo>
                      <a:pt x="2953220" y="3096056"/>
                    </a:lnTo>
                    <a:lnTo>
                      <a:pt x="2952750" y="3097174"/>
                    </a:lnTo>
                    <a:lnTo>
                      <a:pt x="2952750" y="3099803"/>
                    </a:lnTo>
                    <a:lnTo>
                      <a:pt x="2953220" y="3100921"/>
                    </a:lnTo>
                    <a:lnTo>
                      <a:pt x="2955086" y="3102787"/>
                    </a:lnTo>
                    <a:lnTo>
                      <a:pt x="2956204" y="3103245"/>
                    </a:lnTo>
                    <a:lnTo>
                      <a:pt x="2958833" y="3103245"/>
                    </a:lnTo>
                    <a:lnTo>
                      <a:pt x="2959951" y="3102787"/>
                    </a:lnTo>
                    <a:lnTo>
                      <a:pt x="2961817" y="3100921"/>
                    </a:lnTo>
                    <a:lnTo>
                      <a:pt x="2962275" y="3099803"/>
                    </a:lnTo>
                    <a:lnTo>
                      <a:pt x="2962275" y="3097174"/>
                    </a:lnTo>
                    <a:close/>
                  </a:path>
                  <a:path w="5153025" h="3103245">
                    <a:moveTo>
                      <a:pt x="2962275" y="2323744"/>
                    </a:moveTo>
                    <a:lnTo>
                      <a:pt x="2961817" y="2322626"/>
                    </a:lnTo>
                    <a:lnTo>
                      <a:pt x="2959951" y="2320760"/>
                    </a:lnTo>
                    <a:lnTo>
                      <a:pt x="2958833" y="2320290"/>
                    </a:lnTo>
                    <a:lnTo>
                      <a:pt x="2956204" y="2320290"/>
                    </a:lnTo>
                    <a:lnTo>
                      <a:pt x="2955086" y="2320760"/>
                    </a:lnTo>
                    <a:lnTo>
                      <a:pt x="2953220" y="2322626"/>
                    </a:lnTo>
                    <a:lnTo>
                      <a:pt x="2952750" y="2323744"/>
                    </a:lnTo>
                    <a:lnTo>
                      <a:pt x="2952750" y="2326373"/>
                    </a:lnTo>
                    <a:lnTo>
                      <a:pt x="2953220" y="2327491"/>
                    </a:lnTo>
                    <a:lnTo>
                      <a:pt x="2955086" y="2329357"/>
                    </a:lnTo>
                    <a:lnTo>
                      <a:pt x="2956204" y="2329815"/>
                    </a:lnTo>
                    <a:lnTo>
                      <a:pt x="2958833" y="2329815"/>
                    </a:lnTo>
                    <a:lnTo>
                      <a:pt x="2959951" y="2329357"/>
                    </a:lnTo>
                    <a:lnTo>
                      <a:pt x="2961817" y="2327491"/>
                    </a:lnTo>
                    <a:lnTo>
                      <a:pt x="2962275" y="2326373"/>
                    </a:lnTo>
                    <a:lnTo>
                      <a:pt x="2962275" y="2323744"/>
                    </a:lnTo>
                    <a:close/>
                  </a:path>
                  <a:path w="5153025" h="3103245">
                    <a:moveTo>
                      <a:pt x="2962275" y="1550314"/>
                    </a:moveTo>
                    <a:lnTo>
                      <a:pt x="2961817" y="1549196"/>
                    </a:lnTo>
                    <a:lnTo>
                      <a:pt x="2959951" y="1547329"/>
                    </a:lnTo>
                    <a:lnTo>
                      <a:pt x="2958833" y="1546860"/>
                    </a:lnTo>
                    <a:lnTo>
                      <a:pt x="2956204" y="1546860"/>
                    </a:lnTo>
                    <a:lnTo>
                      <a:pt x="2955086" y="1547329"/>
                    </a:lnTo>
                    <a:lnTo>
                      <a:pt x="2953220" y="1549196"/>
                    </a:lnTo>
                    <a:lnTo>
                      <a:pt x="2952750" y="1550314"/>
                    </a:lnTo>
                    <a:lnTo>
                      <a:pt x="2952750" y="1552943"/>
                    </a:lnTo>
                    <a:lnTo>
                      <a:pt x="2953220" y="1554060"/>
                    </a:lnTo>
                    <a:lnTo>
                      <a:pt x="2955086" y="1555927"/>
                    </a:lnTo>
                    <a:lnTo>
                      <a:pt x="2956204" y="1556385"/>
                    </a:lnTo>
                    <a:lnTo>
                      <a:pt x="2958833" y="1556385"/>
                    </a:lnTo>
                    <a:lnTo>
                      <a:pt x="2959951" y="1555927"/>
                    </a:lnTo>
                    <a:lnTo>
                      <a:pt x="2961817" y="1554060"/>
                    </a:lnTo>
                    <a:lnTo>
                      <a:pt x="2962275" y="1552943"/>
                    </a:lnTo>
                    <a:lnTo>
                      <a:pt x="2962275" y="1550314"/>
                    </a:lnTo>
                    <a:close/>
                  </a:path>
                  <a:path w="5153025" h="3103245">
                    <a:moveTo>
                      <a:pt x="2962275" y="776884"/>
                    </a:moveTo>
                    <a:lnTo>
                      <a:pt x="2961817" y="775766"/>
                    </a:lnTo>
                    <a:lnTo>
                      <a:pt x="2959951" y="773899"/>
                    </a:lnTo>
                    <a:lnTo>
                      <a:pt x="2958833" y="773430"/>
                    </a:lnTo>
                    <a:lnTo>
                      <a:pt x="2956204" y="773430"/>
                    </a:lnTo>
                    <a:lnTo>
                      <a:pt x="2955086" y="773899"/>
                    </a:lnTo>
                    <a:lnTo>
                      <a:pt x="2953220" y="775766"/>
                    </a:lnTo>
                    <a:lnTo>
                      <a:pt x="2952750" y="776884"/>
                    </a:lnTo>
                    <a:lnTo>
                      <a:pt x="2952750" y="779513"/>
                    </a:lnTo>
                    <a:lnTo>
                      <a:pt x="2953220" y="780630"/>
                    </a:lnTo>
                    <a:lnTo>
                      <a:pt x="2955086" y="782497"/>
                    </a:lnTo>
                    <a:lnTo>
                      <a:pt x="2956204" y="782955"/>
                    </a:lnTo>
                    <a:lnTo>
                      <a:pt x="2958833" y="782955"/>
                    </a:lnTo>
                    <a:lnTo>
                      <a:pt x="2959951" y="782497"/>
                    </a:lnTo>
                    <a:lnTo>
                      <a:pt x="2961817" y="780630"/>
                    </a:lnTo>
                    <a:lnTo>
                      <a:pt x="2962275" y="779513"/>
                    </a:lnTo>
                    <a:lnTo>
                      <a:pt x="2962275" y="776884"/>
                    </a:lnTo>
                    <a:close/>
                  </a:path>
                  <a:path w="5153025" h="3103245">
                    <a:moveTo>
                      <a:pt x="2962275" y="3454"/>
                    </a:moveTo>
                    <a:lnTo>
                      <a:pt x="2961817" y="2336"/>
                    </a:lnTo>
                    <a:lnTo>
                      <a:pt x="2959951" y="469"/>
                    </a:lnTo>
                    <a:lnTo>
                      <a:pt x="2958833" y="0"/>
                    </a:lnTo>
                    <a:lnTo>
                      <a:pt x="2956204" y="0"/>
                    </a:lnTo>
                    <a:lnTo>
                      <a:pt x="2955086" y="469"/>
                    </a:lnTo>
                    <a:lnTo>
                      <a:pt x="2953220" y="2336"/>
                    </a:lnTo>
                    <a:lnTo>
                      <a:pt x="2952750" y="3454"/>
                    </a:lnTo>
                    <a:lnTo>
                      <a:pt x="2952750" y="6083"/>
                    </a:lnTo>
                    <a:lnTo>
                      <a:pt x="2953220" y="7200"/>
                    </a:lnTo>
                    <a:lnTo>
                      <a:pt x="2955086" y="9067"/>
                    </a:lnTo>
                    <a:lnTo>
                      <a:pt x="2956204" y="9525"/>
                    </a:lnTo>
                    <a:lnTo>
                      <a:pt x="2958833" y="9525"/>
                    </a:lnTo>
                    <a:lnTo>
                      <a:pt x="2959951" y="9067"/>
                    </a:lnTo>
                    <a:lnTo>
                      <a:pt x="2961817" y="7200"/>
                    </a:lnTo>
                    <a:lnTo>
                      <a:pt x="2962275" y="6083"/>
                    </a:lnTo>
                    <a:lnTo>
                      <a:pt x="2962275" y="3454"/>
                    </a:lnTo>
                    <a:close/>
                  </a:path>
                  <a:path w="5153025" h="3103245">
                    <a:moveTo>
                      <a:pt x="3009900" y="3097174"/>
                    </a:moveTo>
                    <a:lnTo>
                      <a:pt x="3009442" y="3096056"/>
                    </a:lnTo>
                    <a:lnTo>
                      <a:pt x="3007576" y="3094190"/>
                    </a:lnTo>
                    <a:lnTo>
                      <a:pt x="3006458" y="3093720"/>
                    </a:lnTo>
                    <a:lnTo>
                      <a:pt x="3003829" y="3093720"/>
                    </a:lnTo>
                    <a:lnTo>
                      <a:pt x="3002711" y="3094190"/>
                    </a:lnTo>
                    <a:lnTo>
                      <a:pt x="3000845" y="3096056"/>
                    </a:lnTo>
                    <a:lnTo>
                      <a:pt x="3000375" y="3097174"/>
                    </a:lnTo>
                    <a:lnTo>
                      <a:pt x="3000375" y="3099803"/>
                    </a:lnTo>
                    <a:lnTo>
                      <a:pt x="3000845" y="3100921"/>
                    </a:lnTo>
                    <a:lnTo>
                      <a:pt x="3002711" y="3102787"/>
                    </a:lnTo>
                    <a:lnTo>
                      <a:pt x="3003829" y="3103245"/>
                    </a:lnTo>
                    <a:lnTo>
                      <a:pt x="3006458" y="3103245"/>
                    </a:lnTo>
                    <a:lnTo>
                      <a:pt x="3007576" y="3102787"/>
                    </a:lnTo>
                    <a:lnTo>
                      <a:pt x="3009442" y="3100921"/>
                    </a:lnTo>
                    <a:lnTo>
                      <a:pt x="3009900" y="3099803"/>
                    </a:lnTo>
                    <a:lnTo>
                      <a:pt x="3009900" y="3097174"/>
                    </a:lnTo>
                    <a:close/>
                  </a:path>
                  <a:path w="5153025" h="3103245">
                    <a:moveTo>
                      <a:pt x="3009900" y="2323744"/>
                    </a:moveTo>
                    <a:lnTo>
                      <a:pt x="3009442" y="2322626"/>
                    </a:lnTo>
                    <a:lnTo>
                      <a:pt x="3007576" y="2320760"/>
                    </a:lnTo>
                    <a:lnTo>
                      <a:pt x="3006458" y="2320290"/>
                    </a:lnTo>
                    <a:lnTo>
                      <a:pt x="3003829" y="2320290"/>
                    </a:lnTo>
                    <a:lnTo>
                      <a:pt x="3002711" y="2320760"/>
                    </a:lnTo>
                    <a:lnTo>
                      <a:pt x="3000845" y="2322626"/>
                    </a:lnTo>
                    <a:lnTo>
                      <a:pt x="3000375" y="2323744"/>
                    </a:lnTo>
                    <a:lnTo>
                      <a:pt x="3000375" y="2326373"/>
                    </a:lnTo>
                    <a:lnTo>
                      <a:pt x="3000845" y="2327491"/>
                    </a:lnTo>
                    <a:lnTo>
                      <a:pt x="3002711" y="2329357"/>
                    </a:lnTo>
                    <a:lnTo>
                      <a:pt x="3003829" y="2329815"/>
                    </a:lnTo>
                    <a:lnTo>
                      <a:pt x="3006458" y="2329815"/>
                    </a:lnTo>
                    <a:lnTo>
                      <a:pt x="3007576" y="2329357"/>
                    </a:lnTo>
                    <a:lnTo>
                      <a:pt x="3009442" y="2327491"/>
                    </a:lnTo>
                    <a:lnTo>
                      <a:pt x="3009900" y="2326373"/>
                    </a:lnTo>
                    <a:lnTo>
                      <a:pt x="3009900" y="2323744"/>
                    </a:lnTo>
                    <a:close/>
                  </a:path>
                  <a:path w="5153025" h="3103245">
                    <a:moveTo>
                      <a:pt x="3009900" y="1550314"/>
                    </a:moveTo>
                    <a:lnTo>
                      <a:pt x="3009442" y="1549196"/>
                    </a:lnTo>
                    <a:lnTo>
                      <a:pt x="3007576" y="1547329"/>
                    </a:lnTo>
                    <a:lnTo>
                      <a:pt x="3006458" y="1546860"/>
                    </a:lnTo>
                    <a:lnTo>
                      <a:pt x="3003829" y="1546860"/>
                    </a:lnTo>
                    <a:lnTo>
                      <a:pt x="3002711" y="1547329"/>
                    </a:lnTo>
                    <a:lnTo>
                      <a:pt x="3000845" y="1549196"/>
                    </a:lnTo>
                    <a:lnTo>
                      <a:pt x="3000375" y="1550314"/>
                    </a:lnTo>
                    <a:lnTo>
                      <a:pt x="3000375" y="1552943"/>
                    </a:lnTo>
                    <a:lnTo>
                      <a:pt x="3000845" y="1554060"/>
                    </a:lnTo>
                    <a:lnTo>
                      <a:pt x="3002711" y="1555927"/>
                    </a:lnTo>
                    <a:lnTo>
                      <a:pt x="3003829" y="1556385"/>
                    </a:lnTo>
                    <a:lnTo>
                      <a:pt x="3006458" y="1556385"/>
                    </a:lnTo>
                    <a:lnTo>
                      <a:pt x="3007576" y="1555927"/>
                    </a:lnTo>
                    <a:lnTo>
                      <a:pt x="3009442" y="1554060"/>
                    </a:lnTo>
                    <a:lnTo>
                      <a:pt x="3009900" y="1552943"/>
                    </a:lnTo>
                    <a:lnTo>
                      <a:pt x="3009900" y="1550314"/>
                    </a:lnTo>
                    <a:close/>
                  </a:path>
                  <a:path w="5153025" h="3103245">
                    <a:moveTo>
                      <a:pt x="3009900" y="776884"/>
                    </a:moveTo>
                    <a:lnTo>
                      <a:pt x="3009442" y="775766"/>
                    </a:lnTo>
                    <a:lnTo>
                      <a:pt x="3007576" y="773899"/>
                    </a:lnTo>
                    <a:lnTo>
                      <a:pt x="3006458" y="773430"/>
                    </a:lnTo>
                    <a:lnTo>
                      <a:pt x="3003829" y="773430"/>
                    </a:lnTo>
                    <a:lnTo>
                      <a:pt x="3002711" y="773899"/>
                    </a:lnTo>
                    <a:lnTo>
                      <a:pt x="3000845" y="775766"/>
                    </a:lnTo>
                    <a:lnTo>
                      <a:pt x="3000375" y="776884"/>
                    </a:lnTo>
                    <a:lnTo>
                      <a:pt x="3000375" y="779513"/>
                    </a:lnTo>
                    <a:lnTo>
                      <a:pt x="3000845" y="780630"/>
                    </a:lnTo>
                    <a:lnTo>
                      <a:pt x="3002711" y="782497"/>
                    </a:lnTo>
                    <a:lnTo>
                      <a:pt x="3003829" y="782955"/>
                    </a:lnTo>
                    <a:lnTo>
                      <a:pt x="3006458" y="782955"/>
                    </a:lnTo>
                    <a:lnTo>
                      <a:pt x="3007576" y="782497"/>
                    </a:lnTo>
                    <a:lnTo>
                      <a:pt x="3009442" y="780630"/>
                    </a:lnTo>
                    <a:lnTo>
                      <a:pt x="3009900" y="779513"/>
                    </a:lnTo>
                    <a:lnTo>
                      <a:pt x="3009900" y="776884"/>
                    </a:lnTo>
                    <a:close/>
                  </a:path>
                  <a:path w="5153025" h="3103245">
                    <a:moveTo>
                      <a:pt x="3009900" y="3454"/>
                    </a:moveTo>
                    <a:lnTo>
                      <a:pt x="3009442" y="2336"/>
                    </a:lnTo>
                    <a:lnTo>
                      <a:pt x="3007576" y="469"/>
                    </a:lnTo>
                    <a:lnTo>
                      <a:pt x="3006458" y="0"/>
                    </a:lnTo>
                    <a:lnTo>
                      <a:pt x="3003829" y="0"/>
                    </a:lnTo>
                    <a:lnTo>
                      <a:pt x="3002711" y="469"/>
                    </a:lnTo>
                    <a:lnTo>
                      <a:pt x="3000845" y="2336"/>
                    </a:lnTo>
                    <a:lnTo>
                      <a:pt x="3000375" y="3454"/>
                    </a:lnTo>
                    <a:lnTo>
                      <a:pt x="3000375" y="6083"/>
                    </a:lnTo>
                    <a:lnTo>
                      <a:pt x="3000845" y="7200"/>
                    </a:lnTo>
                    <a:lnTo>
                      <a:pt x="3002711" y="9067"/>
                    </a:lnTo>
                    <a:lnTo>
                      <a:pt x="3003829" y="9525"/>
                    </a:lnTo>
                    <a:lnTo>
                      <a:pt x="3006458" y="9525"/>
                    </a:lnTo>
                    <a:lnTo>
                      <a:pt x="3007576" y="9067"/>
                    </a:lnTo>
                    <a:lnTo>
                      <a:pt x="3009442" y="7200"/>
                    </a:lnTo>
                    <a:lnTo>
                      <a:pt x="3009900" y="6083"/>
                    </a:lnTo>
                    <a:lnTo>
                      <a:pt x="3009900" y="3454"/>
                    </a:lnTo>
                    <a:close/>
                  </a:path>
                  <a:path w="5153025" h="3103245">
                    <a:moveTo>
                      <a:pt x="3057525" y="3097174"/>
                    </a:moveTo>
                    <a:lnTo>
                      <a:pt x="3057067" y="3096056"/>
                    </a:lnTo>
                    <a:lnTo>
                      <a:pt x="3055201" y="3094190"/>
                    </a:lnTo>
                    <a:lnTo>
                      <a:pt x="3054083" y="3093720"/>
                    </a:lnTo>
                    <a:lnTo>
                      <a:pt x="3051454" y="3093720"/>
                    </a:lnTo>
                    <a:lnTo>
                      <a:pt x="3050336" y="3094190"/>
                    </a:lnTo>
                    <a:lnTo>
                      <a:pt x="3048470" y="3096056"/>
                    </a:lnTo>
                    <a:lnTo>
                      <a:pt x="3048000" y="3097174"/>
                    </a:lnTo>
                    <a:lnTo>
                      <a:pt x="3048000" y="3099803"/>
                    </a:lnTo>
                    <a:lnTo>
                      <a:pt x="3048470" y="3100921"/>
                    </a:lnTo>
                    <a:lnTo>
                      <a:pt x="3050336" y="3102787"/>
                    </a:lnTo>
                    <a:lnTo>
                      <a:pt x="3051454" y="3103245"/>
                    </a:lnTo>
                    <a:lnTo>
                      <a:pt x="3054083" y="3103245"/>
                    </a:lnTo>
                    <a:lnTo>
                      <a:pt x="3055201" y="3102787"/>
                    </a:lnTo>
                    <a:lnTo>
                      <a:pt x="3057067" y="3100921"/>
                    </a:lnTo>
                    <a:lnTo>
                      <a:pt x="3057525" y="3099803"/>
                    </a:lnTo>
                    <a:lnTo>
                      <a:pt x="3057525" y="3097174"/>
                    </a:lnTo>
                    <a:close/>
                  </a:path>
                  <a:path w="5153025" h="3103245">
                    <a:moveTo>
                      <a:pt x="3057525" y="2323744"/>
                    </a:moveTo>
                    <a:lnTo>
                      <a:pt x="3057067" y="2322626"/>
                    </a:lnTo>
                    <a:lnTo>
                      <a:pt x="3055201" y="2320760"/>
                    </a:lnTo>
                    <a:lnTo>
                      <a:pt x="3054083" y="2320290"/>
                    </a:lnTo>
                    <a:lnTo>
                      <a:pt x="3051454" y="2320290"/>
                    </a:lnTo>
                    <a:lnTo>
                      <a:pt x="3050336" y="2320760"/>
                    </a:lnTo>
                    <a:lnTo>
                      <a:pt x="3048470" y="2322626"/>
                    </a:lnTo>
                    <a:lnTo>
                      <a:pt x="3048000" y="2323744"/>
                    </a:lnTo>
                    <a:lnTo>
                      <a:pt x="3048000" y="2326373"/>
                    </a:lnTo>
                    <a:lnTo>
                      <a:pt x="3048470" y="2327491"/>
                    </a:lnTo>
                    <a:lnTo>
                      <a:pt x="3050336" y="2329357"/>
                    </a:lnTo>
                    <a:lnTo>
                      <a:pt x="3051454" y="2329815"/>
                    </a:lnTo>
                    <a:lnTo>
                      <a:pt x="3054083" y="2329815"/>
                    </a:lnTo>
                    <a:lnTo>
                      <a:pt x="3055201" y="2329357"/>
                    </a:lnTo>
                    <a:lnTo>
                      <a:pt x="3057067" y="2327491"/>
                    </a:lnTo>
                    <a:lnTo>
                      <a:pt x="3057525" y="2326373"/>
                    </a:lnTo>
                    <a:lnTo>
                      <a:pt x="3057525" y="2323744"/>
                    </a:lnTo>
                    <a:close/>
                  </a:path>
                  <a:path w="5153025" h="3103245">
                    <a:moveTo>
                      <a:pt x="3057525" y="1550314"/>
                    </a:moveTo>
                    <a:lnTo>
                      <a:pt x="3057067" y="1549196"/>
                    </a:lnTo>
                    <a:lnTo>
                      <a:pt x="3055201" y="1547329"/>
                    </a:lnTo>
                    <a:lnTo>
                      <a:pt x="3054083" y="1546860"/>
                    </a:lnTo>
                    <a:lnTo>
                      <a:pt x="3051454" y="1546860"/>
                    </a:lnTo>
                    <a:lnTo>
                      <a:pt x="3050336" y="1547329"/>
                    </a:lnTo>
                    <a:lnTo>
                      <a:pt x="3048470" y="1549196"/>
                    </a:lnTo>
                    <a:lnTo>
                      <a:pt x="3048000" y="1550314"/>
                    </a:lnTo>
                    <a:lnTo>
                      <a:pt x="3048000" y="1552943"/>
                    </a:lnTo>
                    <a:lnTo>
                      <a:pt x="3048470" y="1554060"/>
                    </a:lnTo>
                    <a:lnTo>
                      <a:pt x="3050336" y="1555927"/>
                    </a:lnTo>
                    <a:lnTo>
                      <a:pt x="3051454" y="1556385"/>
                    </a:lnTo>
                    <a:lnTo>
                      <a:pt x="3054083" y="1556385"/>
                    </a:lnTo>
                    <a:lnTo>
                      <a:pt x="3055201" y="1555927"/>
                    </a:lnTo>
                    <a:lnTo>
                      <a:pt x="3057067" y="1554060"/>
                    </a:lnTo>
                    <a:lnTo>
                      <a:pt x="3057525" y="1552943"/>
                    </a:lnTo>
                    <a:lnTo>
                      <a:pt x="3057525" y="1550314"/>
                    </a:lnTo>
                    <a:close/>
                  </a:path>
                  <a:path w="5153025" h="3103245">
                    <a:moveTo>
                      <a:pt x="3057525" y="776884"/>
                    </a:moveTo>
                    <a:lnTo>
                      <a:pt x="3057067" y="775766"/>
                    </a:lnTo>
                    <a:lnTo>
                      <a:pt x="3055201" y="773899"/>
                    </a:lnTo>
                    <a:lnTo>
                      <a:pt x="3054083" y="773430"/>
                    </a:lnTo>
                    <a:lnTo>
                      <a:pt x="3051454" y="773430"/>
                    </a:lnTo>
                    <a:lnTo>
                      <a:pt x="3050336" y="773899"/>
                    </a:lnTo>
                    <a:lnTo>
                      <a:pt x="3048470" y="775766"/>
                    </a:lnTo>
                    <a:lnTo>
                      <a:pt x="3048000" y="776884"/>
                    </a:lnTo>
                    <a:lnTo>
                      <a:pt x="3048000" y="779513"/>
                    </a:lnTo>
                    <a:lnTo>
                      <a:pt x="3048470" y="780630"/>
                    </a:lnTo>
                    <a:lnTo>
                      <a:pt x="3050336" y="782497"/>
                    </a:lnTo>
                    <a:lnTo>
                      <a:pt x="3051454" y="782955"/>
                    </a:lnTo>
                    <a:lnTo>
                      <a:pt x="3054083" y="782955"/>
                    </a:lnTo>
                    <a:lnTo>
                      <a:pt x="3055201" y="782497"/>
                    </a:lnTo>
                    <a:lnTo>
                      <a:pt x="3057067" y="780630"/>
                    </a:lnTo>
                    <a:lnTo>
                      <a:pt x="3057525" y="779513"/>
                    </a:lnTo>
                    <a:lnTo>
                      <a:pt x="3057525" y="776884"/>
                    </a:lnTo>
                    <a:close/>
                  </a:path>
                  <a:path w="5153025" h="3103245">
                    <a:moveTo>
                      <a:pt x="3057525" y="3454"/>
                    </a:moveTo>
                    <a:lnTo>
                      <a:pt x="3057067" y="2336"/>
                    </a:lnTo>
                    <a:lnTo>
                      <a:pt x="3055201" y="469"/>
                    </a:lnTo>
                    <a:lnTo>
                      <a:pt x="3054083" y="0"/>
                    </a:lnTo>
                    <a:lnTo>
                      <a:pt x="3051454" y="0"/>
                    </a:lnTo>
                    <a:lnTo>
                      <a:pt x="3050336" y="469"/>
                    </a:lnTo>
                    <a:lnTo>
                      <a:pt x="3048470" y="2336"/>
                    </a:lnTo>
                    <a:lnTo>
                      <a:pt x="3048000" y="3454"/>
                    </a:lnTo>
                    <a:lnTo>
                      <a:pt x="3048000" y="6083"/>
                    </a:lnTo>
                    <a:lnTo>
                      <a:pt x="3048470" y="7200"/>
                    </a:lnTo>
                    <a:lnTo>
                      <a:pt x="3050336" y="9067"/>
                    </a:lnTo>
                    <a:lnTo>
                      <a:pt x="3051454" y="9525"/>
                    </a:lnTo>
                    <a:lnTo>
                      <a:pt x="3054083" y="9525"/>
                    </a:lnTo>
                    <a:lnTo>
                      <a:pt x="3055201" y="9067"/>
                    </a:lnTo>
                    <a:lnTo>
                      <a:pt x="3057067" y="7200"/>
                    </a:lnTo>
                    <a:lnTo>
                      <a:pt x="3057525" y="6083"/>
                    </a:lnTo>
                    <a:lnTo>
                      <a:pt x="3057525" y="3454"/>
                    </a:lnTo>
                    <a:close/>
                  </a:path>
                  <a:path w="5153025" h="3103245">
                    <a:moveTo>
                      <a:pt x="3105150" y="3097174"/>
                    </a:moveTo>
                    <a:lnTo>
                      <a:pt x="3104692" y="3096056"/>
                    </a:lnTo>
                    <a:lnTo>
                      <a:pt x="3102826" y="3094190"/>
                    </a:lnTo>
                    <a:lnTo>
                      <a:pt x="3101708" y="3093720"/>
                    </a:lnTo>
                    <a:lnTo>
                      <a:pt x="3099079" y="3093720"/>
                    </a:lnTo>
                    <a:lnTo>
                      <a:pt x="3097961" y="3094190"/>
                    </a:lnTo>
                    <a:lnTo>
                      <a:pt x="3096095" y="3096056"/>
                    </a:lnTo>
                    <a:lnTo>
                      <a:pt x="3095625" y="3097174"/>
                    </a:lnTo>
                    <a:lnTo>
                      <a:pt x="3095625" y="3099803"/>
                    </a:lnTo>
                    <a:lnTo>
                      <a:pt x="3096095" y="3100921"/>
                    </a:lnTo>
                    <a:lnTo>
                      <a:pt x="3097961" y="3102787"/>
                    </a:lnTo>
                    <a:lnTo>
                      <a:pt x="3099079" y="3103245"/>
                    </a:lnTo>
                    <a:lnTo>
                      <a:pt x="3101708" y="3103245"/>
                    </a:lnTo>
                    <a:lnTo>
                      <a:pt x="3102826" y="3102787"/>
                    </a:lnTo>
                    <a:lnTo>
                      <a:pt x="3104692" y="3100921"/>
                    </a:lnTo>
                    <a:lnTo>
                      <a:pt x="3105150" y="3099803"/>
                    </a:lnTo>
                    <a:lnTo>
                      <a:pt x="3105150" y="3097174"/>
                    </a:lnTo>
                    <a:close/>
                  </a:path>
                  <a:path w="5153025" h="3103245">
                    <a:moveTo>
                      <a:pt x="3105150" y="2323744"/>
                    </a:moveTo>
                    <a:lnTo>
                      <a:pt x="3104692" y="2322626"/>
                    </a:lnTo>
                    <a:lnTo>
                      <a:pt x="3102826" y="2320760"/>
                    </a:lnTo>
                    <a:lnTo>
                      <a:pt x="3101708" y="2320290"/>
                    </a:lnTo>
                    <a:lnTo>
                      <a:pt x="3099079" y="2320290"/>
                    </a:lnTo>
                    <a:lnTo>
                      <a:pt x="3097961" y="2320760"/>
                    </a:lnTo>
                    <a:lnTo>
                      <a:pt x="3096095" y="2322626"/>
                    </a:lnTo>
                    <a:lnTo>
                      <a:pt x="3095625" y="2323744"/>
                    </a:lnTo>
                    <a:lnTo>
                      <a:pt x="3095625" y="2326373"/>
                    </a:lnTo>
                    <a:lnTo>
                      <a:pt x="3096095" y="2327491"/>
                    </a:lnTo>
                    <a:lnTo>
                      <a:pt x="3097961" y="2329357"/>
                    </a:lnTo>
                    <a:lnTo>
                      <a:pt x="3099079" y="2329815"/>
                    </a:lnTo>
                    <a:lnTo>
                      <a:pt x="3101708" y="2329815"/>
                    </a:lnTo>
                    <a:lnTo>
                      <a:pt x="3102826" y="2329357"/>
                    </a:lnTo>
                    <a:lnTo>
                      <a:pt x="3104692" y="2327491"/>
                    </a:lnTo>
                    <a:lnTo>
                      <a:pt x="3105150" y="2326373"/>
                    </a:lnTo>
                    <a:lnTo>
                      <a:pt x="3105150" y="2323744"/>
                    </a:lnTo>
                    <a:close/>
                  </a:path>
                  <a:path w="5153025" h="3103245">
                    <a:moveTo>
                      <a:pt x="3105150" y="1550314"/>
                    </a:moveTo>
                    <a:lnTo>
                      <a:pt x="3104692" y="1549196"/>
                    </a:lnTo>
                    <a:lnTo>
                      <a:pt x="3102826" y="1547329"/>
                    </a:lnTo>
                    <a:lnTo>
                      <a:pt x="3101708" y="1546860"/>
                    </a:lnTo>
                    <a:lnTo>
                      <a:pt x="3099079" y="1546860"/>
                    </a:lnTo>
                    <a:lnTo>
                      <a:pt x="3097961" y="1547329"/>
                    </a:lnTo>
                    <a:lnTo>
                      <a:pt x="3096095" y="1549196"/>
                    </a:lnTo>
                    <a:lnTo>
                      <a:pt x="3095625" y="1550314"/>
                    </a:lnTo>
                    <a:lnTo>
                      <a:pt x="3095625" y="1552943"/>
                    </a:lnTo>
                    <a:lnTo>
                      <a:pt x="3096095" y="1554060"/>
                    </a:lnTo>
                    <a:lnTo>
                      <a:pt x="3097961" y="1555927"/>
                    </a:lnTo>
                    <a:lnTo>
                      <a:pt x="3099079" y="1556385"/>
                    </a:lnTo>
                    <a:lnTo>
                      <a:pt x="3101708" y="1556385"/>
                    </a:lnTo>
                    <a:lnTo>
                      <a:pt x="3102826" y="1555927"/>
                    </a:lnTo>
                    <a:lnTo>
                      <a:pt x="3104692" y="1554060"/>
                    </a:lnTo>
                    <a:lnTo>
                      <a:pt x="3105150" y="1552943"/>
                    </a:lnTo>
                    <a:lnTo>
                      <a:pt x="3105150" y="1550314"/>
                    </a:lnTo>
                    <a:close/>
                  </a:path>
                  <a:path w="5153025" h="3103245">
                    <a:moveTo>
                      <a:pt x="3105150" y="776884"/>
                    </a:moveTo>
                    <a:lnTo>
                      <a:pt x="3104692" y="775766"/>
                    </a:lnTo>
                    <a:lnTo>
                      <a:pt x="3102826" y="773899"/>
                    </a:lnTo>
                    <a:lnTo>
                      <a:pt x="3101708" y="773430"/>
                    </a:lnTo>
                    <a:lnTo>
                      <a:pt x="3099079" y="773430"/>
                    </a:lnTo>
                    <a:lnTo>
                      <a:pt x="3097961" y="773899"/>
                    </a:lnTo>
                    <a:lnTo>
                      <a:pt x="3096095" y="775766"/>
                    </a:lnTo>
                    <a:lnTo>
                      <a:pt x="3095625" y="776884"/>
                    </a:lnTo>
                    <a:lnTo>
                      <a:pt x="3095625" y="779513"/>
                    </a:lnTo>
                    <a:lnTo>
                      <a:pt x="3096095" y="780630"/>
                    </a:lnTo>
                    <a:lnTo>
                      <a:pt x="3097961" y="782497"/>
                    </a:lnTo>
                    <a:lnTo>
                      <a:pt x="3099079" y="782955"/>
                    </a:lnTo>
                    <a:lnTo>
                      <a:pt x="3101708" y="782955"/>
                    </a:lnTo>
                    <a:lnTo>
                      <a:pt x="3102826" y="782497"/>
                    </a:lnTo>
                    <a:lnTo>
                      <a:pt x="3104692" y="780630"/>
                    </a:lnTo>
                    <a:lnTo>
                      <a:pt x="3105150" y="779513"/>
                    </a:lnTo>
                    <a:lnTo>
                      <a:pt x="3105150" y="776884"/>
                    </a:lnTo>
                    <a:close/>
                  </a:path>
                  <a:path w="5153025" h="3103245">
                    <a:moveTo>
                      <a:pt x="3105150" y="3454"/>
                    </a:moveTo>
                    <a:lnTo>
                      <a:pt x="3104692" y="2336"/>
                    </a:lnTo>
                    <a:lnTo>
                      <a:pt x="3102826" y="469"/>
                    </a:lnTo>
                    <a:lnTo>
                      <a:pt x="3101708" y="0"/>
                    </a:lnTo>
                    <a:lnTo>
                      <a:pt x="3099079" y="0"/>
                    </a:lnTo>
                    <a:lnTo>
                      <a:pt x="3097961" y="469"/>
                    </a:lnTo>
                    <a:lnTo>
                      <a:pt x="3096095" y="2336"/>
                    </a:lnTo>
                    <a:lnTo>
                      <a:pt x="3095625" y="3454"/>
                    </a:lnTo>
                    <a:lnTo>
                      <a:pt x="3095625" y="6083"/>
                    </a:lnTo>
                    <a:lnTo>
                      <a:pt x="3096095" y="7200"/>
                    </a:lnTo>
                    <a:lnTo>
                      <a:pt x="3097961" y="9067"/>
                    </a:lnTo>
                    <a:lnTo>
                      <a:pt x="3099079" y="9525"/>
                    </a:lnTo>
                    <a:lnTo>
                      <a:pt x="3101708" y="9525"/>
                    </a:lnTo>
                    <a:lnTo>
                      <a:pt x="3102826" y="9067"/>
                    </a:lnTo>
                    <a:lnTo>
                      <a:pt x="3104692" y="7200"/>
                    </a:lnTo>
                    <a:lnTo>
                      <a:pt x="3105150" y="6083"/>
                    </a:lnTo>
                    <a:lnTo>
                      <a:pt x="3105150" y="3454"/>
                    </a:lnTo>
                    <a:close/>
                  </a:path>
                  <a:path w="5153025" h="3103245">
                    <a:moveTo>
                      <a:pt x="3152775" y="3097174"/>
                    </a:moveTo>
                    <a:lnTo>
                      <a:pt x="3152317" y="3096056"/>
                    </a:lnTo>
                    <a:lnTo>
                      <a:pt x="3150451" y="3094190"/>
                    </a:lnTo>
                    <a:lnTo>
                      <a:pt x="3149333" y="3093720"/>
                    </a:lnTo>
                    <a:lnTo>
                      <a:pt x="3146704" y="3093720"/>
                    </a:lnTo>
                    <a:lnTo>
                      <a:pt x="3145586" y="3094190"/>
                    </a:lnTo>
                    <a:lnTo>
                      <a:pt x="3143720" y="3096056"/>
                    </a:lnTo>
                    <a:lnTo>
                      <a:pt x="3143250" y="3097174"/>
                    </a:lnTo>
                    <a:lnTo>
                      <a:pt x="3143250" y="3099803"/>
                    </a:lnTo>
                    <a:lnTo>
                      <a:pt x="3143720" y="3100921"/>
                    </a:lnTo>
                    <a:lnTo>
                      <a:pt x="3145586" y="3102787"/>
                    </a:lnTo>
                    <a:lnTo>
                      <a:pt x="3146704" y="3103245"/>
                    </a:lnTo>
                    <a:lnTo>
                      <a:pt x="3149333" y="3103245"/>
                    </a:lnTo>
                    <a:lnTo>
                      <a:pt x="3150451" y="3102787"/>
                    </a:lnTo>
                    <a:lnTo>
                      <a:pt x="3152317" y="3100921"/>
                    </a:lnTo>
                    <a:lnTo>
                      <a:pt x="3152775" y="3099803"/>
                    </a:lnTo>
                    <a:lnTo>
                      <a:pt x="3152775" y="3097174"/>
                    </a:lnTo>
                    <a:close/>
                  </a:path>
                  <a:path w="5153025" h="3103245">
                    <a:moveTo>
                      <a:pt x="3152775" y="2323744"/>
                    </a:moveTo>
                    <a:lnTo>
                      <a:pt x="3152317" y="2322626"/>
                    </a:lnTo>
                    <a:lnTo>
                      <a:pt x="3150451" y="2320760"/>
                    </a:lnTo>
                    <a:lnTo>
                      <a:pt x="3149333" y="2320290"/>
                    </a:lnTo>
                    <a:lnTo>
                      <a:pt x="3146704" y="2320290"/>
                    </a:lnTo>
                    <a:lnTo>
                      <a:pt x="3145586" y="2320760"/>
                    </a:lnTo>
                    <a:lnTo>
                      <a:pt x="3143720" y="2322626"/>
                    </a:lnTo>
                    <a:lnTo>
                      <a:pt x="3143250" y="2323744"/>
                    </a:lnTo>
                    <a:lnTo>
                      <a:pt x="3143250" y="2326373"/>
                    </a:lnTo>
                    <a:lnTo>
                      <a:pt x="3143720" y="2327491"/>
                    </a:lnTo>
                    <a:lnTo>
                      <a:pt x="3145586" y="2329357"/>
                    </a:lnTo>
                    <a:lnTo>
                      <a:pt x="3146704" y="2329815"/>
                    </a:lnTo>
                    <a:lnTo>
                      <a:pt x="3149333" y="2329815"/>
                    </a:lnTo>
                    <a:lnTo>
                      <a:pt x="3150451" y="2329357"/>
                    </a:lnTo>
                    <a:lnTo>
                      <a:pt x="3152317" y="2327491"/>
                    </a:lnTo>
                    <a:lnTo>
                      <a:pt x="3152775" y="2326373"/>
                    </a:lnTo>
                    <a:lnTo>
                      <a:pt x="3152775" y="2323744"/>
                    </a:lnTo>
                    <a:close/>
                  </a:path>
                  <a:path w="5153025" h="3103245">
                    <a:moveTo>
                      <a:pt x="3152775" y="1550314"/>
                    </a:moveTo>
                    <a:lnTo>
                      <a:pt x="3152317" y="1549196"/>
                    </a:lnTo>
                    <a:lnTo>
                      <a:pt x="3150451" y="1547329"/>
                    </a:lnTo>
                    <a:lnTo>
                      <a:pt x="3149333" y="1546860"/>
                    </a:lnTo>
                    <a:lnTo>
                      <a:pt x="3146704" y="1546860"/>
                    </a:lnTo>
                    <a:lnTo>
                      <a:pt x="3145586" y="1547329"/>
                    </a:lnTo>
                    <a:lnTo>
                      <a:pt x="3143720" y="1549196"/>
                    </a:lnTo>
                    <a:lnTo>
                      <a:pt x="3143250" y="1550314"/>
                    </a:lnTo>
                    <a:lnTo>
                      <a:pt x="3143250" y="1552943"/>
                    </a:lnTo>
                    <a:lnTo>
                      <a:pt x="3143720" y="1554060"/>
                    </a:lnTo>
                    <a:lnTo>
                      <a:pt x="3145586" y="1555927"/>
                    </a:lnTo>
                    <a:lnTo>
                      <a:pt x="3146704" y="1556385"/>
                    </a:lnTo>
                    <a:lnTo>
                      <a:pt x="3149333" y="1556385"/>
                    </a:lnTo>
                    <a:lnTo>
                      <a:pt x="3150451" y="1555927"/>
                    </a:lnTo>
                    <a:lnTo>
                      <a:pt x="3152317" y="1554060"/>
                    </a:lnTo>
                    <a:lnTo>
                      <a:pt x="3152775" y="1552943"/>
                    </a:lnTo>
                    <a:lnTo>
                      <a:pt x="3152775" y="1550314"/>
                    </a:lnTo>
                    <a:close/>
                  </a:path>
                  <a:path w="5153025" h="3103245">
                    <a:moveTo>
                      <a:pt x="3152775" y="776884"/>
                    </a:moveTo>
                    <a:lnTo>
                      <a:pt x="3152317" y="775766"/>
                    </a:lnTo>
                    <a:lnTo>
                      <a:pt x="3150451" y="773899"/>
                    </a:lnTo>
                    <a:lnTo>
                      <a:pt x="3149333" y="773430"/>
                    </a:lnTo>
                    <a:lnTo>
                      <a:pt x="3146704" y="773430"/>
                    </a:lnTo>
                    <a:lnTo>
                      <a:pt x="3145586" y="773899"/>
                    </a:lnTo>
                    <a:lnTo>
                      <a:pt x="3143720" y="775766"/>
                    </a:lnTo>
                    <a:lnTo>
                      <a:pt x="3143250" y="776884"/>
                    </a:lnTo>
                    <a:lnTo>
                      <a:pt x="3143250" y="779513"/>
                    </a:lnTo>
                    <a:lnTo>
                      <a:pt x="3143720" y="780630"/>
                    </a:lnTo>
                    <a:lnTo>
                      <a:pt x="3145586" y="782497"/>
                    </a:lnTo>
                    <a:lnTo>
                      <a:pt x="3146704" y="782955"/>
                    </a:lnTo>
                    <a:lnTo>
                      <a:pt x="3149333" y="782955"/>
                    </a:lnTo>
                    <a:lnTo>
                      <a:pt x="3150451" y="782497"/>
                    </a:lnTo>
                    <a:lnTo>
                      <a:pt x="3152317" y="780630"/>
                    </a:lnTo>
                    <a:lnTo>
                      <a:pt x="3152775" y="779513"/>
                    </a:lnTo>
                    <a:lnTo>
                      <a:pt x="3152775" y="776884"/>
                    </a:lnTo>
                    <a:close/>
                  </a:path>
                  <a:path w="5153025" h="3103245">
                    <a:moveTo>
                      <a:pt x="3152775" y="3454"/>
                    </a:moveTo>
                    <a:lnTo>
                      <a:pt x="3152317" y="2336"/>
                    </a:lnTo>
                    <a:lnTo>
                      <a:pt x="3150451" y="469"/>
                    </a:lnTo>
                    <a:lnTo>
                      <a:pt x="3149333" y="0"/>
                    </a:lnTo>
                    <a:lnTo>
                      <a:pt x="3146704" y="0"/>
                    </a:lnTo>
                    <a:lnTo>
                      <a:pt x="3145586" y="469"/>
                    </a:lnTo>
                    <a:lnTo>
                      <a:pt x="3143720" y="2336"/>
                    </a:lnTo>
                    <a:lnTo>
                      <a:pt x="3143250" y="3454"/>
                    </a:lnTo>
                    <a:lnTo>
                      <a:pt x="3143250" y="6083"/>
                    </a:lnTo>
                    <a:lnTo>
                      <a:pt x="3143720" y="7200"/>
                    </a:lnTo>
                    <a:lnTo>
                      <a:pt x="3145586" y="9067"/>
                    </a:lnTo>
                    <a:lnTo>
                      <a:pt x="3146704" y="9525"/>
                    </a:lnTo>
                    <a:lnTo>
                      <a:pt x="3149333" y="9525"/>
                    </a:lnTo>
                    <a:lnTo>
                      <a:pt x="3150451" y="9067"/>
                    </a:lnTo>
                    <a:lnTo>
                      <a:pt x="3152317" y="7200"/>
                    </a:lnTo>
                    <a:lnTo>
                      <a:pt x="3152775" y="6083"/>
                    </a:lnTo>
                    <a:lnTo>
                      <a:pt x="3152775" y="3454"/>
                    </a:lnTo>
                    <a:close/>
                  </a:path>
                  <a:path w="5153025" h="3103245">
                    <a:moveTo>
                      <a:pt x="3200400" y="3097174"/>
                    </a:moveTo>
                    <a:lnTo>
                      <a:pt x="3199942" y="3096056"/>
                    </a:lnTo>
                    <a:lnTo>
                      <a:pt x="3198076" y="3094190"/>
                    </a:lnTo>
                    <a:lnTo>
                      <a:pt x="3196958" y="3093720"/>
                    </a:lnTo>
                    <a:lnTo>
                      <a:pt x="3194329" y="3093720"/>
                    </a:lnTo>
                    <a:lnTo>
                      <a:pt x="3193211" y="3094190"/>
                    </a:lnTo>
                    <a:lnTo>
                      <a:pt x="3191345" y="3096056"/>
                    </a:lnTo>
                    <a:lnTo>
                      <a:pt x="3190875" y="3097174"/>
                    </a:lnTo>
                    <a:lnTo>
                      <a:pt x="3190875" y="3099803"/>
                    </a:lnTo>
                    <a:lnTo>
                      <a:pt x="3191345" y="3100921"/>
                    </a:lnTo>
                    <a:lnTo>
                      <a:pt x="3193211" y="3102787"/>
                    </a:lnTo>
                    <a:lnTo>
                      <a:pt x="3194329" y="3103245"/>
                    </a:lnTo>
                    <a:lnTo>
                      <a:pt x="3196958" y="3103245"/>
                    </a:lnTo>
                    <a:lnTo>
                      <a:pt x="3198076" y="3102787"/>
                    </a:lnTo>
                    <a:lnTo>
                      <a:pt x="3199942" y="3100921"/>
                    </a:lnTo>
                    <a:lnTo>
                      <a:pt x="3200400" y="3099803"/>
                    </a:lnTo>
                    <a:lnTo>
                      <a:pt x="3200400" y="3097174"/>
                    </a:lnTo>
                    <a:close/>
                  </a:path>
                  <a:path w="5153025" h="3103245">
                    <a:moveTo>
                      <a:pt x="3200400" y="2323744"/>
                    </a:moveTo>
                    <a:lnTo>
                      <a:pt x="3199942" y="2322626"/>
                    </a:lnTo>
                    <a:lnTo>
                      <a:pt x="3198076" y="2320760"/>
                    </a:lnTo>
                    <a:lnTo>
                      <a:pt x="3196958" y="2320290"/>
                    </a:lnTo>
                    <a:lnTo>
                      <a:pt x="3194329" y="2320290"/>
                    </a:lnTo>
                    <a:lnTo>
                      <a:pt x="3193211" y="2320760"/>
                    </a:lnTo>
                    <a:lnTo>
                      <a:pt x="3191345" y="2322626"/>
                    </a:lnTo>
                    <a:lnTo>
                      <a:pt x="3190875" y="2323744"/>
                    </a:lnTo>
                    <a:lnTo>
                      <a:pt x="3190875" y="2326373"/>
                    </a:lnTo>
                    <a:lnTo>
                      <a:pt x="3191345" y="2327491"/>
                    </a:lnTo>
                    <a:lnTo>
                      <a:pt x="3193211" y="2329357"/>
                    </a:lnTo>
                    <a:lnTo>
                      <a:pt x="3194329" y="2329815"/>
                    </a:lnTo>
                    <a:lnTo>
                      <a:pt x="3196958" y="2329815"/>
                    </a:lnTo>
                    <a:lnTo>
                      <a:pt x="3198076" y="2329357"/>
                    </a:lnTo>
                    <a:lnTo>
                      <a:pt x="3199942" y="2327491"/>
                    </a:lnTo>
                    <a:lnTo>
                      <a:pt x="3200400" y="2326373"/>
                    </a:lnTo>
                    <a:lnTo>
                      <a:pt x="3200400" y="2323744"/>
                    </a:lnTo>
                    <a:close/>
                  </a:path>
                  <a:path w="5153025" h="3103245">
                    <a:moveTo>
                      <a:pt x="3200400" y="1550314"/>
                    </a:moveTo>
                    <a:lnTo>
                      <a:pt x="3199942" y="1549196"/>
                    </a:lnTo>
                    <a:lnTo>
                      <a:pt x="3198076" y="1547329"/>
                    </a:lnTo>
                    <a:lnTo>
                      <a:pt x="3196958" y="1546860"/>
                    </a:lnTo>
                    <a:lnTo>
                      <a:pt x="3194329" y="1546860"/>
                    </a:lnTo>
                    <a:lnTo>
                      <a:pt x="3193211" y="1547329"/>
                    </a:lnTo>
                    <a:lnTo>
                      <a:pt x="3191345" y="1549196"/>
                    </a:lnTo>
                    <a:lnTo>
                      <a:pt x="3190875" y="1550314"/>
                    </a:lnTo>
                    <a:lnTo>
                      <a:pt x="3190875" y="1552943"/>
                    </a:lnTo>
                    <a:lnTo>
                      <a:pt x="3191345" y="1554060"/>
                    </a:lnTo>
                    <a:lnTo>
                      <a:pt x="3193211" y="1555927"/>
                    </a:lnTo>
                    <a:lnTo>
                      <a:pt x="3194329" y="1556385"/>
                    </a:lnTo>
                    <a:lnTo>
                      <a:pt x="3196958" y="1556385"/>
                    </a:lnTo>
                    <a:lnTo>
                      <a:pt x="3198076" y="1555927"/>
                    </a:lnTo>
                    <a:lnTo>
                      <a:pt x="3199942" y="1554060"/>
                    </a:lnTo>
                    <a:lnTo>
                      <a:pt x="3200400" y="1552943"/>
                    </a:lnTo>
                    <a:lnTo>
                      <a:pt x="3200400" y="1550314"/>
                    </a:lnTo>
                    <a:close/>
                  </a:path>
                  <a:path w="5153025" h="3103245">
                    <a:moveTo>
                      <a:pt x="3200400" y="776884"/>
                    </a:moveTo>
                    <a:lnTo>
                      <a:pt x="3199942" y="775766"/>
                    </a:lnTo>
                    <a:lnTo>
                      <a:pt x="3198076" y="773899"/>
                    </a:lnTo>
                    <a:lnTo>
                      <a:pt x="3196958" y="773430"/>
                    </a:lnTo>
                    <a:lnTo>
                      <a:pt x="3194329" y="773430"/>
                    </a:lnTo>
                    <a:lnTo>
                      <a:pt x="3193211" y="773899"/>
                    </a:lnTo>
                    <a:lnTo>
                      <a:pt x="3191345" y="775766"/>
                    </a:lnTo>
                    <a:lnTo>
                      <a:pt x="3190875" y="776884"/>
                    </a:lnTo>
                    <a:lnTo>
                      <a:pt x="3190875" y="779513"/>
                    </a:lnTo>
                    <a:lnTo>
                      <a:pt x="3191345" y="780630"/>
                    </a:lnTo>
                    <a:lnTo>
                      <a:pt x="3193211" y="782497"/>
                    </a:lnTo>
                    <a:lnTo>
                      <a:pt x="3194329" y="782955"/>
                    </a:lnTo>
                    <a:lnTo>
                      <a:pt x="3196958" y="782955"/>
                    </a:lnTo>
                    <a:lnTo>
                      <a:pt x="3198076" y="782497"/>
                    </a:lnTo>
                    <a:lnTo>
                      <a:pt x="3199942" y="780630"/>
                    </a:lnTo>
                    <a:lnTo>
                      <a:pt x="3200400" y="779513"/>
                    </a:lnTo>
                    <a:lnTo>
                      <a:pt x="3200400" y="776884"/>
                    </a:lnTo>
                    <a:close/>
                  </a:path>
                  <a:path w="5153025" h="3103245">
                    <a:moveTo>
                      <a:pt x="3200400" y="3454"/>
                    </a:moveTo>
                    <a:lnTo>
                      <a:pt x="3199942" y="2336"/>
                    </a:lnTo>
                    <a:lnTo>
                      <a:pt x="3198076" y="469"/>
                    </a:lnTo>
                    <a:lnTo>
                      <a:pt x="3196958" y="0"/>
                    </a:lnTo>
                    <a:lnTo>
                      <a:pt x="3194329" y="0"/>
                    </a:lnTo>
                    <a:lnTo>
                      <a:pt x="3193211" y="469"/>
                    </a:lnTo>
                    <a:lnTo>
                      <a:pt x="3191345" y="2336"/>
                    </a:lnTo>
                    <a:lnTo>
                      <a:pt x="3190875" y="3454"/>
                    </a:lnTo>
                    <a:lnTo>
                      <a:pt x="3190875" y="6083"/>
                    </a:lnTo>
                    <a:lnTo>
                      <a:pt x="3191345" y="7200"/>
                    </a:lnTo>
                    <a:lnTo>
                      <a:pt x="3193211" y="9067"/>
                    </a:lnTo>
                    <a:lnTo>
                      <a:pt x="3194329" y="9525"/>
                    </a:lnTo>
                    <a:lnTo>
                      <a:pt x="3196958" y="9525"/>
                    </a:lnTo>
                    <a:lnTo>
                      <a:pt x="3198076" y="9067"/>
                    </a:lnTo>
                    <a:lnTo>
                      <a:pt x="3199942" y="7200"/>
                    </a:lnTo>
                    <a:lnTo>
                      <a:pt x="3200400" y="6083"/>
                    </a:lnTo>
                    <a:lnTo>
                      <a:pt x="3200400" y="3454"/>
                    </a:lnTo>
                    <a:close/>
                  </a:path>
                  <a:path w="5153025" h="3103245">
                    <a:moveTo>
                      <a:pt x="3248025" y="3097174"/>
                    </a:moveTo>
                    <a:lnTo>
                      <a:pt x="3247567" y="3096056"/>
                    </a:lnTo>
                    <a:lnTo>
                      <a:pt x="3245701" y="3094190"/>
                    </a:lnTo>
                    <a:lnTo>
                      <a:pt x="3244583" y="3093720"/>
                    </a:lnTo>
                    <a:lnTo>
                      <a:pt x="3241954" y="3093720"/>
                    </a:lnTo>
                    <a:lnTo>
                      <a:pt x="3240836" y="3094190"/>
                    </a:lnTo>
                    <a:lnTo>
                      <a:pt x="3238970" y="3096056"/>
                    </a:lnTo>
                    <a:lnTo>
                      <a:pt x="3238500" y="3097174"/>
                    </a:lnTo>
                    <a:lnTo>
                      <a:pt x="3238500" y="3099803"/>
                    </a:lnTo>
                    <a:lnTo>
                      <a:pt x="3238970" y="3100921"/>
                    </a:lnTo>
                    <a:lnTo>
                      <a:pt x="3240836" y="3102787"/>
                    </a:lnTo>
                    <a:lnTo>
                      <a:pt x="3241954" y="3103245"/>
                    </a:lnTo>
                    <a:lnTo>
                      <a:pt x="3244583" y="3103245"/>
                    </a:lnTo>
                    <a:lnTo>
                      <a:pt x="3245701" y="3102787"/>
                    </a:lnTo>
                    <a:lnTo>
                      <a:pt x="3247567" y="3100921"/>
                    </a:lnTo>
                    <a:lnTo>
                      <a:pt x="3248025" y="3099803"/>
                    </a:lnTo>
                    <a:lnTo>
                      <a:pt x="3248025" y="3097174"/>
                    </a:lnTo>
                    <a:close/>
                  </a:path>
                  <a:path w="5153025" h="3103245">
                    <a:moveTo>
                      <a:pt x="3248025" y="2323744"/>
                    </a:moveTo>
                    <a:lnTo>
                      <a:pt x="3247567" y="2322626"/>
                    </a:lnTo>
                    <a:lnTo>
                      <a:pt x="3245701" y="2320760"/>
                    </a:lnTo>
                    <a:lnTo>
                      <a:pt x="3244583" y="2320290"/>
                    </a:lnTo>
                    <a:lnTo>
                      <a:pt x="3241954" y="2320290"/>
                    </a:lnTo>
                    <a:lnTo>
                      <a:pt x="3240836" y="2320760"/>
                    </a:lnTo>
                    <a:lnTo>
                      <a:pt x="3238970" y="2322626"/>
                    </a:lnTo>
                    <a:lnTo>
                      <a:pt x="3238500" y="2323744"/>
                    </a:lnTo>
                    <a:lnTo>
                      <a:pt x="3238500" y="2326373"/>
                    </a:lnTo>
                    <a:lnTo>
                      <a:pt x="3238970" y="2327491"/>
                    </a:lnTo>
                    <a:lnTo>
                      <a:pt x="3240836" y="2329357"/>
                    </a:lnTo>
                    <a:lnTo>
                      <a:pt x="3241954" y="2329815"/>
                    </a:lnTo>
                    <a:lnTo>
                      <a:pt x="3244583" y="2329815"/>
                    </a:lnTo>
                    <a:lnTo>
                      <a:pt x="3245701" y="2329357"/>
                    </a:lnTo>
                    <a:lnTo>
                      <a:pt x="3247567" y="2327491"/>
                    </a:lnTo>
                    <a:lnTo>
                      <a:pt x="3248025" y="2326373"/>
                    </a:lnTo>
                    <a:lnTo>
                      <a:pt x="3248025" y="2323744"/>
                    </a:lnTo>
                    <a:close/>
                  </a:path>
                  <a:path w="5153025" h="3103245">
                    <a:moveTo>
                      <a:pt x="3248025" y="1550314"/>
                    </a:moveTo>
                    <a:lnTo>
                      <a:pt x="3247567" y="1549196"/>
                    </a:lnTo>
                    <a:lnTo>
                      <a:pt x="3245701" y="1547329"/>
                    </a:lnTo>
                    <a:lnTo>
                      <a:pt x="3244583" y="1546860"/>
                    </a:lnTo>
                    <a:lnTo>
                      <a:pt x="3241954" y="1546860"/>
                    </a:lnTo>
                    <a:lnTo>
                      <a:pt x="3240836" y="1547329"/>
                    </a:lnTo>
                    <a:lnTo>
                      <a:pt x="3238970" y="1549196"/>
                    </a:lnTo>
                    <a:lnTo>
                      <a:pt x="3238500" y="1550314"/>
                    </a:lnTo>
                    <a:lnTo>
                      <a:pt x="3238500" y="1552943"/>
                    </a:lnTo>
                    <a:lnTo>
                      <a:pt x="3238970" y="1554060"/>
                    </a:lnTo>
                    <a:lnTo>
                      <a:pt x="3240836" y="1555927"/>
                    </a:lnTo>
                    <a:lnTo>
                      <a:pt x="3241954" y="1556385"/>
                    </a:lnTo>
                    <a:lnTo>
                      <a:pt x="3244583" y="1556385"/>
                    </a:lnTo>
                    <a:lnTo>
                      <a:pt x="3245701" y="1555927"/>
                    </a:lnTo>
                    <a:lnTo>
                      <a:pt x="3247567" y="1554060"/>
                    </a:lnTo>
                    <a:lnTo>
                      <a:pt x="3248025" y="1552943"/>
                    </a:lnTo>
                    <a:lnTo>
                      <a:pt x="3248025" y="1550314"/>
                    </a:lnTo>
                    <a:close/>
                  </a:path>
                  <a:path w="5153025" h="3103245">
                    <a:moveTo>
                      <a:pt x="3248025" y="776884"/>
                    </a:moveTo>
                    <a:lnTo>
                      <a:pt x="3247567" y="775766"/>
                    </a:lnTo>
                    <a:lnTo>
                      <a:pt x="3245701" y="773899"/>
                    </a:lnTo>
                    <a:lnTo>
                      <a:pt x="3244583" y="773430"/>
                    </a:lnTo>
                    <a:lnTo>
                      <a:pt x="3241954" y="773430"/>
                    </a:lnTo>
                    <a:lnTo>
                      <a:pt x="3240836" y="773899"/>
                    </a:lnTo>
                    <a:lnTo>
                      <a:pt x="3238970" y="775766"/>
                    </a:lnTo>
                    <a:lnTo>
                      <a:pt x="3238500" y="776884"/>
                    </a:lnTo>
                    <a:lnTo>
                      <a:pt x="3238500" y="779513"/>
                    </a:lnTo>
                    <a:lnTo>
                      <a:pt x="3238970" y="780630"/>
                    </a:lnTo>
                    <a:lnTo>
                      <a:pt x="3240836" y="782497"/>
                    </a:lnTo>
                    <a:lnTo>
                      <a:pt x="3241954" y="782955"/>
                    </a:lnTo>
                    <a:lnTo>
                      <a:pt x="3244583" y="782955"/>
                    </a:lnTo>
                    <a:lnTo>
                      <a:pt x="3245701" y="782497"/>
                    </a:lnTo>
                    <a:lnTo>
                      <a:pt x="3247567" y="780630"/>
                    </a:lnTo>
                    <a:lnTo>
                      <a:pt x="3248025" y="779513"/>
                    </a:lnTo>
                    <a:lnTo>
                      <a:pt x="3248025" y="776884"/>
                    </a:lnTo>
                    <a:close/>
                  </a:path>
                  <a:path w="5153025" h="3103245">
                    <a:moveTo>
                      <a:pt x="3248025" y="3454"/>
                    </a:moveTo>
                    <a:lnTo>
                      <a:pt x="3247567" y="2336"/>
                    </a:lnTo>
                    <a:lnTo>
                      <a:pt x="3245701" y="469"/>
                    </a:lnTo>
                    <a:lnTo>
                      <a:pt x="3244583" y="0"/>
                    </a:lnTo>
                    <a:lnTo>
                      <a:pt x="3241954" y="0"/>
                    </a:lnTo>
                    <a:lnTo>
                      <a:pt x="3240836" y="469"/>
                    </a:lnTo>
                    <a:lnTo>
                      <a:pt x="3238970" y="2336"/>
                    </a:lnTo>
                    <a:lnTo>
                      <a:pt x="3238500" y="3454"/>
                    </a:lnTo>
                    <a:lnTo>
                      <a:pt x="3238500" y="6083"/>
                    </a:lnTo>
                    <a:lnTo>
                      <a:pt x="3238970" y="7200"/>
                    </a:lnTo>
                    <a:lnTo>
                      <a:pt x="3240836" y="9067"/>
                    </a:lnTo>
                    <a:lnTo>
                      <a:pt x="3241954" y="9525"/>
                    </a:lnTo>
                    <a:lnTo>
                      <a:pt x="3244583" y="9525"/>
                    </a:lnTo>
                    <a:lnTo>
                      <a:pt x="3245701" y="9067"/>
                    </a:lnTo>
                    <a:lnTo>
                      <a:pt x="3247567" y="7200"/>
                    </a:lnTo>
                    <a:lnTo>
                      <a:pt x="3248025" y="6083"/>
                    </a:lnTo>
                    <a:lnTo>
                      <a:pt x="3248025" y="3454"/>
                    </a:lnTo>
                    <a:close/>
                  </a:path>
                  <a:path w="5153025" h="3103245">
                    <a:moveTo>
                      <a:pt x="3295650" y="3097174"/>
                    </a:moveTo>
                    <a:lnTo>
                      <a:pt x="3295192" y="3096056"/>
                    </a:lnTo>
                    <a:lnTo>
                      <a:pt x="3293326" y="3094190"/>
                    </a:lnTo>
                    <a:lnTo>
                      <a:pt x="3292208" y="3093720"/>
                    </a:lnTo>
                    <a:lnTo>
                      <a:pt x="3289579" y="3093720"/>
                    </a:lnTo>
                    <a:lnTo>
                      <a:pt x="3288461" y="3094190"/>
                    </a:lnTo>
                    <a:lnTo>
                      <a:pt x="3286595" y="3096056"/>
                    </a:lnTo>
                    <a:lnTo>
                      <a:pt x="3286125" y="3097174"/>
                    </a:lnTo>
                    <a:lnTo>
                      <a:pt x="3286125" y="3099803"/>
                    </a:lnTo>
                    <a:lnTo>
                      <a:pt x="3286595" y="3100921"/>
                    </a:lnTo>
                    <a:lnTo>
                      <a:pt x="3288461" y="3102787"/>
                    </a:lnTo>
                    <a:lnTo>
                      <a:pt x="3289579" y="3103245"/>
                    </a:lnTo>
                    <a:lnTo>
                      <a:pt x="3292208" y="3103245"/>
                    </a:lnTo>
                    <a:lnTo>
                      <a:pt x="3293326" y="3102787"/>
                    </a:lnTo>
                    <a:lnTo>
                      <a:pt x="3295192" y="3100921"/>
                    </a:lnTo>
                    <a:lnTo>
                      <a:pt x="3295650" y="3099803"/>
                    </a:lnTo>
                    <a:lnTo>
                      <a:pt x="3295650" y="3097174"/>
                    </a:lnTo>
                    <a:close/>
                  </a:path>
                  <a:path w="5153025" h="3103245">
                    <a:moveTo>
                      <a:pt x="3295650" y="2323744"/>
                    </a:moveTo>
                    <a:lnTo>
                      <a:pt x="3295192" y="2322626"/>
                    </a:lnTo>
                    <a:lnTo>
                      <a:pt x="3293326" y="2320760"/>
                    </a:lnTo>
                    <a:lnTo>
                      <a:pt x="3292208" y="2320290"/>
                    </a:lnTo>
                    <a:lnTo>
                      <a:pt x="3289579" y="2320290"/>
                    </a:lnTo>
                    <a:lnTo>
                      <a:pt x="3288461" y="2320760"/>
                    </a:lnTo>
                    <a:lnTo>
                      <a:pt x="3286595" y="2322626"/>
                    </a:lnTo>
                    <a:lnTo>
                      <a:pt x="3286125" y="2323744"/>
                    </a:lnTo>
                    <a:lnTo>
                      <a:pt x="3286125" y="2326373"/>
                    </a:lnTo>
                    <a:lnTo>
                      <a:pt x="3286595" y="2327491"/>
                    </a:lnTo>
                    <a:lnTo>
                      <a:pt x="3288461" y="2329357"/>
                    </a:lnTo>
                    <a:lnTo>
                      <a:pt x="3289579" y="2329815"/>
                    </a:lnTo>
                    <a:lnTo>
                      <a:pt x="3292208" y="2329815"/>
                    </a:lnTo>
                    <a:lnTo>
                      <a:pt x="3293326" y="2329357"/>
                    </a:lnTo>
                    <a:lnTo>
                      <a:pt x="3295192" y="2327491"/>
                    </a:lnTo>
                    <a:lnTo>
                      <a:pt x="3295650" y="2326373"/>
                    </a:lnTo>
                    <a:lnTo>
                      <a:pt x="3295650" y="2323744"/>
                    </a:lnTo>
                    <a:close/>
                  </a:path>
                  <a:path w="5153025" h="3103245">
                    <a:moveTo>
                      <a:pt x="3295650" y="1550314"/>
                    </a:moveTo>
                    <a:lnTo>
                      <a:pt x="3295192" y="1549196"/>
                    </a:lnTo>
                    <a:lnTo>
                      <a:pt x="3293326" y="1547329"/>
                    </a:lnTo>
                    <a:lnTo>
                      <a:pt x="3292208" y="1546860"/>
                    </a:lnTo>
                    <a:lnTo>
                      <a:pt x="3289579" y="1546860"/>
                    </a:lnTo>
                    <a:lnTo>
                      <a:pt x="3288461" y="1547329"/>
                    </a:lnTo>
                    <a:lnTo>
                      <a:pt x="3286595" y="1549196"/>
                    </a:lnTo>
                    <a:lnTo>
                      <a:pt x="3286125" y="1550314"/>
                    </a:lnTo>
                    <a:lnTo>
                      <a:pt x="3286125" y="1552943"/>
                    </a:lnTo>
                    <a:lnTo>
                      <a:pt x="3286595" y="1554060"/>
                    </a:lnTo>
                    <a:lnTo>
                      <a:pt x="3288461" y="1555927"/>
                    </a:lnTo>
                    <a:lnTo>
                      <a:pt x="3289579" y="1556385"/>
                    </a:lnTo>
                    <a:lnTo>
                      <a:pt x="3292208" y="1556385"/>
                    </a:lnTo>
                    <a:lnTo>
                      <a:pt x="3293326" y="1555927"/>
                    </a:lnTo>
                    <a:lnTo>
                      <a:pt x="3295192" y="1554060"/>
                    </a:lnTo>
                    <a:lnTo>
                      <a:pt x="3295650" y="1552943"/>
                    </a:lnTo>
                    <a:lnTo>
                      <a:pt x="3295650" y="1550314"/>
                    </a:lnTo>
                    <a:close/>
                  </a:path>
                  <a:path w="5153025" h="3103245">
                    <a:moveTo>
                      <a:pt x="3295650" y="776884"/>
                    </a:moveTo>
                    <a:lnTo>
                      <a:pt x="3295192" y="775766"/>
                    </a:lnTo>
                    <a:lnTo>
                      <a:pt x="3293326" y="773899"/>
                    </a:lnTo>
                    <a:lnTo>
                      <a:pt x="3292208" y="773430"/>
                    </a:lnTo>
                    <a:lnTo>
                      <a:pt x="3289579" y="773430"/>
                    </a:lnTo>
                    <a:lnTo>
                      <a:pt x="3288461" y="773899"/>
                    </a:lnTo>
                    <a:lnTo>
                      <a:pt x="3286595" y="775766"/>
                    </a:lnTo>
                    <a:lnTo>
                      <a:pt x="3286125" y="776884"/>
                    </a:lnTo>
                    <a:lnTo>
                      <a:pt x="3286125" y="779513"/>
                    </a:lnTo>
                    <a:lnTo>
                      <a:pt x="3286595" y="780630"/>
                    </a:lnTo>
                    <a:lnTo>
                      <a:pt x="3288461" y="782497"/>
                    </a:lnTo>
                    <a:lnTo>
                      <a:pt x="3289579" y="782955"/>
                    </a:lnTo>
                    <a:lnTo>
                      <a:pt x="3292208" y="782955"/>
                    </a:lnTo>
                    <a:lnTo>
                      <a:pt x="3293326" y="782497"/>
                    </a:lnTo>
                    <a:lnTo>
                      <a:pt x="3295192" y="780630"/>
                    </a:lnTo>
                    <a:lnTo>
                      <a:pt x="3295650" y="779513"/>
                    </a:lnTo>
                    <a:lnTo>
                      <a:pt x="3295650" y="776884"/>
                    </a:lnTo>
                    <a:close/>
                  </a:path>
                  <a:path w="5153025" h="3103245">
                    <a:moveTo>
                      <a:pt x="3295650" y="3454"/>
                    </a:moveTo>
                    <a:lnTo>
                      <a:pt x="3295192" y="2336"/>
                    </a:lnTo>
                    <a:lnTo>
                      <a:pt x="3293326" y="469"/>
                    </a:lnTo>
                    <a:lnTo>
                      <a:pt x="3292208" y="0"/>
                    </a:lnTo>
                    <a:lnTo>
                      <a:pt x="3289579" y="0"/>
                    </a:lnTo>
                    <a:lnTo>
                      <a:pt x="3288461" y="469"/>
                    </a:lnTo>
                    <a:lnTo>
                      <a:pt x="3286595" y="2336"/>
                    </a:lnTo>
                    <a:lnTo>
                      <a:pt x="3286125" y="3454"/>
                    </a:lnTo>
                    <a:lnTo>
                      <a:pt x="3286125" y="6083"/>
                    </a:lnTo>
                    <a:lnTo>
                      <a:pt x="3286595" y="7200"/>
                    </a:lnTo>
                    <a:lnTo>
                      <a:pt x="3288461" y="9067"/>
                    </a:lnTo>
                    <a:lnTo>
                      <a:pt x="3289579" y="9525"/>
                    </a:lnTo>
                    <a:lnTo>
                      <a:pt x="3292208" y="9525"/>
                    </a:lnTo>
                    <a:lnTo>
                      <a:pt x="3293326" y="9067"/>
                    </a:lnTo>
                    <a:lnTo>
                      <a:pt x="3295192" y="7200"/>
                    </a:lnTo>
                    <a:lnTo>
                      <a:pt x="3295650" y="6083"/>
                    </a:lnTo>
                    <a:lnTo>
                      <a:pt x="3295650" y="3454"/>
                    </a:lnTo>
                    <a:close/>
                  </a:path>
                  <a:path w="5153025" h="3103245">
                    <a:moveTo>
                      <a:pt x="3343275" y="3097174"/>
                    </a:moveTo>
                    <a:lnTo>
                      <a:pt x="3342817" y="3096056"/>
                    </a:lnTo>
                    <a:lnTo>
                      <a:pt x="3340951" y="3094190"/>
                    </a:lnTo>
                    <a:lnTo>
                      <a:pt x="3339833" y="3093720"/>
                    </a:lnTo>
                    <a:lnTo>
                      <a:pt x="3337204" y="3093720"/>
                    </a:lnTo>
                    <a:lnTo>
                      <a:pt x="3336086" y="3094190"/>
                    </a:lnTo>
                    <a:lnTo>
                      <a:pt x="3334220" y="3096056"/>
                    </a:lnTo>
                    <a:lnTo>
                      <a:pt x="3333750" y="3097174"/>
                    </a:lnTo>
                    <a:lnTo>
                      <a:pt x="3333750" y="3099803"/>
                    </a:lnTo>
                    <a:lnTo>
                      <a:pt x="3334220" y="3100921"/>
                    </a:lnTo>
                    <a:lnTo>
                      <a:pt x="3336086" y="3102787"/>
                    </a:lnTo>
                    <a:lnTo>
                      <a:pt x="3337204" y="3103245"/>
                    </a:lnTo>
                    <a:lnTo>
                      <a:pt x="3339833" y="3103245"/>
                    </a:lnTo>
                    <a:lnTo>
                      <a:pt x="3340951" y="3102787"/>
                    </a:lnTo>
                    <a:lnTo>
                      <a:pt x="3342817" y="3100921"/>
                    </a:lnTo>
                    <a:lnTo>
                      <a:pt x="3343275" y="3099803"/>
                    </a:lnTo>
                    <a:lnTo>
                      <a:pt x="3343275" y="3097174"/>
                    </a:lnTo>
                    <a:close/>
                  </a:path>
                  <a:path w="5153025" h="3103245">
                    <a:moveTo>
                      <a:pt x="3343275" y="2323744"/>
                    </a:moveTo>
                    <a:lnTo>
                      <a:pt x="3342817" y="2322626"/>
                    </a:lnTo>
                    <a:lnTo>
                      <a:pt x="3340951" y="2320760"/>
                    </a:lnTo>
                    <a:lnTo>
                      <a:pt x="3339833" y="2320290"/>
                    </a:lnTo>
                    <a:lnTo>
                      <a:pt x="3337204" y="2320290"/>
                    </a:lnTo>
                    <a:lnTo>
                      <a:pt x="3336086" y="2320760"/>
                    </a:lnTo>
                    <a:lnTo>
                      <a:pt x="3334220" y="2322626"/>
                    </a:lnTo>
                    <a:lnTo>
                      <a:pt x="3333750" y="2323744"/>
                    </a:lnTo>
                    <a:lnTo>
                      <a:pt x="3333750" y="2326373"/>
                    </a:lnTo>
                    <a:lnTo>
                      <a:pt x="3334220" y="2327491"/>
                    </a:lnTo>
                    <a:lnTo>
                      <a:pt x="3336086" y="2329357"/>
                    </a:lnTo>
                    <a:lnTo>
                      <a:pt x="3337204" y="2329815"/>
                    </a:lnTo>
                    <a:lnTo>
                      <a:pt x="3339833" y="2329815"/>
                    </a:lnTo>
                    <a:lnTo>
                      <a:pt x="3340951" y="2329357"/>
                    </a:lnTo>
                    <a:lnTo>
                      <a:pt x="3342817" y="2327491"/>
                    </a:lnTo>
                    <a:lnTo>
                      <a:pt x="3343275" y="2326373"/>
                    </a:lnTo>
                    <a:lnTo>
                      <a:pt x="3343275" y="2323744"/>
                    </a:lnTo>
                    <a:close/>
                  </a:path>
                  <a:path w="5153025" h="3103245">
                    <a:moveTo>
                      <a:pt x="3343275" y="1550314"/>
                    </a:moveTo>
                    <a:lnTo>
                      <a:pt x="3342817" y="1549196"/>
                    </a:lnTo>
                    <a:lnTo>
                      <a:pt x="3340951" y="1547329"/>
                    </a:lnTo>
                    <a:lnTo>
                      <a:pt x="3339833" y="1546860"/>
                    </a:lnTo>
                    <a:lnTo>
                      <a:pt x="3337204" y="1546860"/>
                    </a:lnTo>
                    <a:lnTo>
                      <a:pt x="3336086" y="1547329"/>
                    </a:lnTo>
                    <a:lnTo>
                      <a:pt x="3334220" y="1549196"/>
                    </a:lnTo>
                    <a:lnTo>
                      <a:pt x="3333750" y="1550314"/>
                    </a:lnTo>
                    <a:lnTo>
                      <a:pt x="3333750" y="1552943"/>
                    </a:lnTo>
                    <a:lnTo>
                      <a:pt x="3334220" y="1554060"/>
                    </a:lnTo>
                    <a:lnTo>
                      <a:pt x="3336086" y="1555927"/>
                    </a:lnTo>
                    <a:lnTo>
                      <a:pt x="3337204" y="1556385"/>
                    </a:lnTo>
                    <a:lnTo>
                      <a:pt x="3339833" y="1556385"/>
                    </a:lnTo>
                    <a:lnTo>
                      <a:pt x="3340951" y="1555927"/>
                    </a:lnTo>
                    <a:lnTo>
                      <a:pt x="3342817" y="1554060"/>
                    </a:lnTo>
                    <a:lnTo>
                      <a:pt x="3343275" y="1552943"/>
                    </a:lnTo>
                    <a:lnTo>
                      <a:pt x="3343275" y="1550314"/>
                    </a:lnTo>
                    <a:close/>
                  </a:path>
                  <a:path w="5153025" h="3103245">
                    <a:moveTo>
                      <a:pt x="3343275" y="776884"/>
                    </a:moveTo>
                    <a:lnTo>
                      <a:pt x="3342817" y="775766"/>
                    </a:lnTo>
                    <a:lnTo>
                      <a:pt x="3340951" y="773899"/>
                    </a:lnTo>
                    <a:lnTo>
                      <a:pt x="3339833" y="773430"/>
                    </a:lnTo>
                    <a:lnTo>
                      <a:pt x="3337204" y="773430"/>
                    </a:lnTo>
                    <a:lnTo>
                      <a:pt x="3336086" y="773899"/>
                    </a:lnTo>
                    <a:lnTo>
                      <a:pt x="3334220" y="775766"/>
                    </a:lnTo>
                    <a:lnTo>
                      <a:pt x="3333750" y="776884"/>
                    </a:lnTo>
                    <a:lnTo>
                      <a:pt x="3333750" y="779513"/>
                    </a:lnTo>
                    <a:lnTo>
                      <a:pt x="3334220" y="780630"/>
                    </a:lnTo>
                    <a:lnTo>
                      <a:pt x="3336086" y="782497"/>
                    </a:lnTo>
                    <a:lnTo>
                      <a:pt x="3337204" y="782955"/>
                    </a:lnTo>
                    <a:lnTo>
                      <a:pt x="3339833" y="782955"/>
                    </a:lnTo>
                    <a:lnTo>
                      <a:pt x="3340951" y="782497"/>
                    </a:lnTo>
                    <a:lnTo>
                      <a:pt x="3342817" y="780630"/>
                    </a:lnTo>
                    <a:lnTo>
                      <a:pt x="3343275" y="779513"/>
                    </a:lnTo>
                    <a:lnTo>
                      <a:pt x="3343275" y="776884"/>
                    </a:lnTo>
                    <a:close/>
                  </a:path>
                  <a:path w="5153025" h="3103245">
                    <a:moveTo>
                      <a:pt x="3343275" y="3454"/>
                    </a:moveTo>
                    <a:lnTo>
                      <a:pt x="3342817" y="2336"/>
                    </a:lnTo>
                    <a:lnTo>
                      <a:pt x="3340951" y="469"/>
                    </a:lnTo>
                    <a:lnTo>
                      <a:pt x="3339833" y="0"/>
                    </a:lnTo>
                    <a:lnTo>
                      <a:pt x="3337204" y="0"/>
                    </a:lnTo>
                    <a:lnTo>
                      <a:pt x="3336086" y="469"/>
                    </a:lnTo>
                    <a:lnTo>
                      <a:pt x="3334220" y="2336"/>
                    </a:lnTo>
                    <a:lnTo>
                      <a:pt x="3333750" y="3454"/>
                    </a:lnTo>
                    <a:lnTo>
                      <a:pt x="3333750" y="6083"/>
                    </a:lnTo>
                    <a:lnTo>
                      <a:pt x="3334220" y="7200"/>
                    </a:lnTo>
                    <a:lnTo>
                      <a:pt x="3336086" y="9067"/>
                    </a:lnTo>
                    <a:lnTo>
                      <a:pt x="3337204" y="9525"/>
                    </a:lnTo>
                    <a:lnTo>
                      <a:pt x="3339833" y="9525"/>
                    </a:lnTo>
                    <a:lnTo>
                      <a:pt x="3340951" y="9067"/>
                    </a:lnTo>
                    <a:lnTo>
                      <a:pt x="3342817" y="7200"/>
                    </a:lnTo>
                    <a:lnTo>
                      <a:pt x="3343275" y="6083"/>
                    </a:lnTo>
                    <a:lnTo>
                      <a:pt x="3343275" y="3454"/>
                    </a:lnTo>
                    <a:close/>
                  </a:path>
                  <a:path w="5153025" h="3103245">
                    <a:moveTo>
                      <a:pt x="3390900" y="3097174"/>
                    </a:moveTo>
                    <a:lnTo>
                      <a:pt x="3390442" y="3096056"/>
                    </a:lnTo>
                    <a:lnTo>
                      <a:pt x="3388576" y="3094190"/>
                    </a:lnTo>
                    <a:lnTo>
                      <a:pt x="3387458" y="3093720"/>
                    </a:lnTo>
                    <a:lnTo>
                      <a:pt x="3384829" y="3093720"/>
                    </a:lnTo>
                    <a:lnTo>
                      <a:pt x="3383711" y="3094190"/>
                    </a:lnTo>
                    <a:lnTo>
                      <a:pt x="3381845" y="3096056"/>
                    </a:lnTo>
                    <a:lnTo>
                      <a:pt x="3381375" y="3097174"/>
                    </a:lnTo>
                    <a:lnTo>
                      <a:pt x="3381375" y="3099803"/>
                    </a:lnTo>
                    <a:lnTo>
                      <a:pt x="3381845" y="3100921"/>
                    </a:lnTo>
                    <a:lnTo>
                      <a:pt x="3383711" y="3102787"/>
                    </a:lnTo>
                    <a:lnTo>
                      <a:pt x="3384829" y="3103245"/>
                    </a:lnTo>
                    <a:lnTo>
                      <a:pt x="3387458" y="3103245"/>
                    </a:lnTo>
                    <a:lnTo>
                      <a:pt x="3388576" y="3102787"/>
                    </a:lnTo>
                    <a:lnTo>
                      <a:pt x="3390442" y="3100921"/>
                    </a:lnTo>
                    <a:lnTo>
                      <a:pt x="3390900" y="3099803"/>
                    </a:lnTo>
                    <a:lnTo>
                      <a:pt x="3390900" y="3097174"/>
                    </a:lnTo>
                    <a:close/>
                  </a:path>
                  <a:path w="5153025" h="3103245">
                    <a:moveTo>
                      <a:pt x="3390900" y="2323744"/>
                    </a:moveTo>
                    <a:lnTo>
                      <a:pt x="3390442" y="2322626"/>
                    </a:lnTo>
                    <a:lnTo>
                      <a:pt x="3388576" y="2320760"/>
                    </a:lnTo>
                    <a:lnTo>
                      <a:pt x="3387458" y="2320290"/>
                    </a:lnTo>
                    <a:lnTo>
                      <a:pt x="3384829" y="2320290"/>
                    </a:lnTo>
                    <a:lnTo>
                      <a:pt x="3383711" y="2320760"/>
                    </a:lnTo>
                    <a:lnTo>
                      <a:pt x="3381845" y="2322626"/>
                    </a:lnTo>
                    <a:lnTo>
                      <a:pt x="3381375" y="2323744"/>
                    </a:lnTo>
                    <a:lnTo>
                      <a:pt x="3381375" y="2326373"/>
                    </a:lnTo>
                    <a:lnTo>
                      <a:pt x="3381845" y="2327491"/>
                    </a:lnTo>
                    <a:lnTo>
                      <a:pt x="3383711" y="2329357"/>
                    </a:lnTo>
                    <a:lnTo>
                      <a:pt x="3384829" y="2329815"/>
                    </a:lnTo>
                    <a:lnTo>
                      <a:pt x="3387458" y="2329815"/>
                    </a:lnTo>
                    <a:lnTo>
                      <a:pt x="3388576" y="2329357"/>
                    </a:lnTo>
                    <a:lnTo>
                      <a:pt x="3390442" y="2327491"/>
                    </a:lnTo>
                    <a:lnTo>
                      <a:pt x="3390900" y="2326373"/>
                    </a:lnTo>
                    <a:lnTo>
                      <a:pt x="3390900" y="2323744"/>
                    </a:lnTo>
                    <a:close/>
                  </a:path>
                  <a:path w="5153025" h="3103245">
                    <a:moveTo>
                      <a:pt x="3390900" y="1550314"/>
                    </a:moveTo>
                    <a:lnTo>
                      <a:pt x="3390442" y="1549196"/>
                    </a:lnTo>
                    <a:lnTo>
                      <a:pt x="3388576" y="1547329"/>
                    </a:lnTo>
                    <a:lnTo>
                      <a:pt x="3387458" y="1546860"/>
                    </a:lnTo>
                    <a:lnTo>
                      <a:pt x="3384829" y="1546860"/>
                    </a:lnTo>
                    <a:lnTo>
                      <a:pt x="3383711" y="1547329"/>
                    </a:lnTo>
                    <a:lnTo>
                      <a:pt x="3381845" y="1549196"/>
                    </a:lnTo>
                    <a:lnTo>
                      <a:pt x="3381375" y="1550314"/>
                    </a:lnTo>
                    <a:lnTo>
                      <a:pt x="3381375" y="1552943"/>
                    </a:lnTo>
                    <a:lnTo>
                      <a:pt x="3381845" y="1554060"/>
                    </a:lnTo>
                    <a:lnTo>
                      <a:pt x="3383711" y="1555927"/>
                    </a:lnTo>
                    <a:lnTo>
                      <a:pt x="3384829" y="1556385"/>
                    </a:lnTo>
                    <a:lnTo>
                      <a:pt x="3387458" y="1556385"/>
                    </a:lnTo>
                    <a:lnTo>
                      <a:pt x="3388576" y="1555927"/>
                    </a:lnTo>
                    <a:lnTo>
                      <a:pt x="3390442" y="1554060"/>
                    </a:lnTo>
                    <a:lnTo>
                      <a:pt x="3390900" y="1552943"/>
                    </a:lnTo>
                    <a:lnTo>
                      <a:pt x="3390900" y="1550314"/>
                    </a:lnTo>
                    <a:close/>
                  </a:path>
                  <a:path w="5153025" h="3103245">
                    <a:moveTo>
                      <a:pt x="3390900" y="776884"/>
                    </a:moveTo>
                    <a:lnTo>
                      <a:pt x="3390442" y="775766"/>
                    </a:lnTo>
                    <a:lnTo>
                      <a:pt x="3388576" y="773899"/>
                    </a:lnTo>
                    <a:lnTo>
                      <a:pt x="3387458" y="773430"/>
                    </a:lnTo>
                    <a:lnTo>
                      <a:pt x="3384829" y="773430"/>
                    </a:lnTo>
                    <a:lnTo>
                      <a:pt x="3383711" y="773899"/>
                    </a:lnTo>
                    <a:lnTo>
                      <a:pt x="3381845" y="775766"/>
                    </a:lnTo>
                    <a:lnTo>
                      <a:pt x="3381375" y="776884"/>
                    </a:lnTo>
                    <a:lnTo>
                      <a:pt x="3381375" y="779513"/>
                    </a:lnTo>
                    <a:lnTo>
                      <a:pt x="3381845" y="780630"/>
                    </a:lnTo>
                    <a:lnTo>
                      <a:pt x="3383711" y="782497"/>
                    </a:lnTo>
                    <a:lnTo>
                      <a:pt x="3384829" y="782955"/>
                    </a:lnTo>
                    <a:lnTo>
                      <a:pt x="3387458" y="782955"/>
                    </a:lnTo>
                    <a:lnTo>
                      <a:pt x="3388576" y="782497"/>
                    </a:lnTo>
                    <a:lnTo>
                      <a:pt x="3390442" y="780630"/>
                    </a:lnTo>
                    <a:lnTo>
                      <a:pt x="3390900" y="779513"/>
                    </a:lnTo>
                    <a:lnTo>
                      <a:pt x="3390900" y="776884"/>
                    </a:lnTo>
                    <a:close/>
                  </a:path>
                  <a:path w="5153025" h="3103245">
                    <a:moveTo>
                      <a:pt x="3390900" y="3454"/>
                    </a:moveTo>
                    <a:lnTo>
                      <a:pt x="3390442" y="2336"/>
                    </a:lnTo>
                    <a:lnTo>
                      <a:pt x="3388576" y="469"/>
                    </a:lnTo>
                    <a:lnTo>
                      <a:pt x="3387458" y="0"/>
                    </a:lnTo>
                    <a:lnTo>
                      <a:pt x="3384829" y="0"/>
                    </a:lnTo>
                    <a:lnTo>
                      <a:pt x="3383711" y="469"/>
                    </a:lnTo>
                    <a:lnTo>
                      <a:pt x="3381845" y="2336"/>
                    </a:lnTo>
                    <a:lnTo>
                      <a:pt x="3381375" y="3454"/>
                    </a:lnTo>
                    <a:lnTo>
                      <a:pt x="3381375" y="6083"/>
                    </a:lnTo>
                    <a:lnTo>
                      <a:pt x="3381845" y="7200"/>
                    </a:lnTo>
                    <a:lnTo>
                      <a:pt x="3383711" y="9067"/>
                    </a:lnTo>
                    <a:lnTo>
                      <a:pt x="3384829" y="9525"/>
                    </a:lnTo>
                    <a:lnTo>
                      <a:pt x="3387458" y="9525"/>
                    </a:lnTo>
                    <a:lnTo>
                      <a:pt x="3388576" y="9067"/>
                    </a:lnTo>
                    <a:lnTo>
                      <a:pt x="3390442" y="7200"/>
                    </a:lnTo>
                    <a:lnTo>
                      <a:pt x="3390900" y="6083"/>
                    </a:lnTo>
                    <a:lnTo>
                      <a:pt x="3390900" y="3454"/>
                    </a:lnTo>
                    <a:close/>
                  </a:path>
                  <a:path w="5153025" h="3103245">
                    <a:moveTo>
                      <a:pt x="3438525" y="3097174"/>
                    </a:moveTo>
                    <a:lnTo>
                      <a:pt x="3438067" y="3096056"/>
                    </a:lnTo>
                    <a:lnTo>
                      <a:pt x="3436201" y="3094190"/>
                    </a:lnTo>
                    <a:lnTo>
                      <a:pt x="3435083" y="3093720"/>
                    </a:lnTo>
                    <a:lnTo>
                      <a:pt x="3432454" y="3093720"/>
                    </a:lnTo>
                    <a:lnTo>
                      <a:pt x="3431336" y="3094190"/>
                    </a:lnTo>
                    <a:lnTo>
                      <a:pt x="3429470" y="3096056"/>
                    </a:lnTo>
                    <a:lnTo>
                      <a:pt x="3429000" y="3097174"/>
                    </a:lnTo>
                    <a:lnTo>
                      <a:pt x="3429000" y="3099803"/>
                    </a:lnTo>
                    <a:lnTo>
                      <a:pt x="3429470" y="3100921"/>
                    </a:lnTo>
                    <a:lnTo>
                      <a:pt x="3431336" y="3102787"/>
                    </a:lnTo>
                    <a:lnTo>
                      <a:pt x="3432454" y="3103245"/>
                    </a:lnTo>
                    <a:lnTo>
                      <a:pt x="3435083" y="3103245"/>
                    </a:lnTo>
                    <a:lnTo>
                      <a:pt x="3436201" y="3102787"/>
                    </a:lnTo>
                    <a:lnTo>
                      <a:pt x="3438067" y="3100921"/>
                    </a:lnTo>
                    <a:lnTo>
                      <a:pt x="3438525" y="3099803"/>
                    </a:lnTo>
                    <a:lnTo>
                      <a:pt x="3438525" y="3097174"/>
                    </a:lnTo>
                    <a:close/>
                  </a:path>
                  <a:path w="5153025" h="3103245">
                    <a:moveTo>
                      <a:pt x="3438525" y="2323744"/>
                    </a:moveTo>
                    <a:lnTo>
                      <a:pt x="3438067" y="2322626"/>
                    </a:lnTo>
                    <a:lnTo>
                      <a:pt x="3436201" y="2320760"/>
                    </a:lnTo>
                    <a:lnTo>
                      <a:pt x="3435083" y="2320290"/>
                    </a:lnTo>
                    <a:lnTo>
                      <a:pt x="3432454" y="2320290"/>
                    </a:lnTo>
                    <a:lnTo>
                      <a:pt x="3431336" y="2320760"/>
                    </a:lnTo>
                    <a:lnTo>
                      <a:pt x="3429470" y="2322626"/>
                    </a:lnTo>
                    <a:lnTo>
                      <a:pt x="3429000" y="2323744"/>
                    </a:lnTo>
                    <a:lnTo>
                      <a:pt x="3429000" y="2326373"/>
                    </a:lnTo>
                    <a:lnTo>
                      <a:pt x="3429470" y="2327491"/>
                    </a:lnTo>
                    <a:lnTo>
                      <a:pt x="3431336" y="2329357"/>
                    </a:lnTo>
                    <a:lnTo>
                      <a:pt x="3432454" y="2329815"/>
                    </a:lnTo>
                    <a:lnTo>
                      <a:pt x="3435083" y="2329815"/>
                    </a:lnTo>
                    <a:lnTo>
                      <a:pt x="3436201" y="2329357"/>
                    </a:lnTo>
                    <a:lnTo>
                      <a:pt x="3438067" y="2327491"/>
                    </a:lnTo>
                    <a:lnTo>
                      <a:pt x="3438525" y="2326373"/>
                    </a:lnTo>
                    <a:lnTo>
                      <a:pt x="3438525" y="2323744"/>
                    </a:lnTo>
                    <a:close/>
                  </a:path>
                  <a:path w="5153025" h="3103245">
                    <a:moveTo>
                      <a:pt x="3438525" y="1550314"/>
                    </a:moveTo>
                    <a:lnTo>
                      <a:pt x="3438067" y="1549196"/>
                    </a:lnTo>
                    <a:lnTo>
                      <a:pt x="3436201" y="1547329"/>
                    </a:lnTo>
                    <a:lnTo>
                      <a:pt x="3435083" y="1546860"/>
                    </a:lnTo>
                    <a:lnTo>
                      <a:pt x="3432454" y="1546860"/>
                    </a:lnTo>
                    <a:lnTo>
                      <a:pt x="3431336" y="1547329"/>
                    </a:lnTo>
                    <a:lnTo>
                      <a:pt x="3429470" y="1549196"/>
                    </a:lnTo>
                    <a:lnTo>
                      <a:pt x="3429000" y="1550314"/>
                    </a:lnTo>
                    <a:lnTo>
                      <a:pt x="3429000" y="1552943"/>
                    </a:lnTo>
                    <a:lnTo>
                      <a:pt x="3429470" y="1554060"/>
                    </a:lnTo>
                    <a:lnTo>
                      <a:pt x="3431336" y="1555927"/>
                    </a:lnTo>
                    <a:lnTo>
                      <a:pt x="3432454" y="1556385"/>
                    </a:lnTo>
                    <a:lnTo>
                      <a:pt x="3435083" y="1556385"/>
                    </a:lnTo>
                    <a:lnTo>
                      <a:pt x="3436201" y="1555927"/>
                    </a:lnTo>
                    <a:lnTo>
                      <a:pt x="3438067" y="1554060"/>
                    </a:lnTo>
                    <a:lnTo>
                      <a:pt x="3438525" y="1552943"/>
                    </a:lnTo>
                    <a:lnTo>
                      <a:pt x="3438525" y="1550314"/>
                    </a:lnTo>
                    <a:close/>
                  </a:path>
                  <a:path w="5153025" h="3103245">
                    <a:moveTo>
                      <a:pt x="3438525" y="776884"/>
                    </a:moveTo>
                    <a:lnTo>
                      <a:pt x="3438067" y="775766"/>
                    </a:lnTo>
                    <a:lnTo>
                      <a:pt x="3436201" y="773899"/>
                    </a:lnTo>
                    <a:lnTo>
                      <a:pt x="3435083" y="773430"/>
                    </a:lnTo>
                    <a:lnTo>
                      <a:pt x="3432454" y="773430"/>
                    </a:lnTo>
                    <a:lnTo>
                      <a:pt x="3431336" y="773899"/>
                    </a:lnTo>
                    <a:lnTo>
                      <a:pt x="3429470" y="775766"/>
                    </a:lnTo>
                    <a:lnTo>
                      <a:pt x="3429000" y="776884"/>
                    </a:lnTo>
                    <a:lnTo>
                      <a:pt x="3429000" y="779513"/>
                    </a:lnTo>
                    <a:lnTo>
                      <a:pt x="3429470" y="780630"/>
                    </a:lnTo>
                    <a:lnTo>
                      <a:pt x="3431336" y="782497"/>
                    </a:lnTo>
                    <a:lnTo>
                      <a:pt x="3432454" y="782955"/>
                    </a:lnTo>
                    <a:lnTo>
                      <a:pt x="3435083" y="782955"/>
                    </a:lnTo>
                    <a:lnTo>
                      <a:pt x="3436201" y="782497"/>
                    </a:lnTo>
                    <a:lnTo>
                      <a:pt x="3438067" y="780630"/>
                    </a:lnTo>
                    <a:lnTo>
                      <a:pt x="3438525" y="779513"/>
                    </a:lnTo>
                    <a:lnTo>
                      <a:pt x="3438525" y="776884"/>
                    </a:lnTo>
                    <a:close/>
                  </a:path>
                  <a:path w="5153025" h="3103245">
                    <a:moveTo>
                      <a:pt x="3438525" y="3454"/>
                    </a:moveTo>
                    <a:lnTo>
                      <a:pt x="3438067" y="2336"/>
                    </a:lnTo>
                    <a:lnTo>
                      <a:pt x="3436201" y="469"/>
                    </a:lnTo>
                    <a:lnTo>
                      <a:pt x="3435083" y="0"/>
                    </a:lnTo>
                    <a:lnTo>
                      <a:pt x="3432454" y="0"/>
                    </a:lnTo>
                    <a:lnTo>
                      <a:pt x="3431336" y="469"/>
                    </a:lnTo>
                    <a:lnTo>
                      <a:pt x="3429470" y="2336"/>
                    </a:lnTo>
                    <a:lnTo>
                      <a:pt x="3429000" y="3454"/>
                    </a:lnTo>
                    <a:lnTo>
                      <a:pt x="3429000" y="6083"/>
                    </a:lnTo>
                    <a:lnTo>
                      <a:pt x="3429470" y="7200"/>
                    </a:lnTo>
                    <a:lnTo>
                      <a:pt x="3431336" y="9067"/>
                    </a:lnTo>
                    <a:lnTo>
                      <a:pt x="3432454" y="9525"/>
                    </a:lnTo>
                    <a:lnTo>
                      <a:pt x="3435083" y="9525"/>
                    </a:lnTo>
                    <a:lnTo>
                      <a:pt x="3436201" y="9067"/>
                    </a:lnTo>
                    <a:lnTo>
                      <a:pt x="3438067" y="7200"/>
                    </a:lnTo>
                    <a:lnTo>
                      <a:pt x="3438525" y="6083"/>
                    </a:lnTo>
                    <a:lnTo>
                      <a:pt x="3438525" y="3454"/>
                    </a:lnTo>
                    <a:close/>
                  </a:path>
                  <a:path w="5153025" h="3103245">
                    <a:moveTo>
                      <a:pt x="3486150" y="3097174"/>
                    </a:moveTo>
                    <a:lnTo>
                      <a:pt x="3485692" y="3096056"/>
                    </a:lnTo>
                    <a:lnTo>
                      <a:pt x="3483826" y="3094190"/>
                    </a:lnTo>
                    <a:lnTo>
                      <a:pt x="3482708" y="3093720"/>
                    </a:lnTo>
                    <a:lnTo>
                      <a:pt x="3480079" y="3093720"/>
                    </a:lnTo>
                    <a:lnTo>
                      <a:pt x="3478961" y="3094190"/>
                    </a:lnTo>
                    <a:lnTo>
                      <a:pt x="3477095" y="3096056"/>
                    </a:lnTo>
                    <a:lnTo>
                      <a:pt x="3476625" y="3097174"/>
                    </a:lnTo>
                    <a:lnTo>
                      <a:pt x="3476625" y="3099803"/>
                    </a:lnTo>
                    <a:lnTo>
                      <a:pt x="3477095" y="3100921"/>
                    </a:lnTo>
                    <a:lnTo>
                      <a:pt x="3478961" y="3102787"/>
                    </a:lnTo>
                    <a:lnTo>
                      <a:pt x="3480079" y="3103245"/>
                    </a:lnTo>
                    <a:lnTo>
                      <a:pt x="3482708" y="3103245"/>
                    </a:lnTo>
                    <a:lnTo>
                      <a:pt x="3483826" y="3102787"/>
                    </a:lnTo>
                    <a:lnTo>
                      <a:pt x="3485692" y="3100921"/>
                    </a:lnTo>
                    <a:lnTo>
                      <a:pt x="3486150" y="3099803"/>
                    </a:lnTo>
                    <a:lnTo>
                      <a:pt x="3486150" y="3097174"/>
                    </a:lnTo>
                    <a:close/>
                  </a:path>
                  <a:path w="5153025" h="3103245">
                    <a:moveTo>
                      <a:pt x="3486150" y="2323744"/>
                    </a:moveTo>
                    <a:lnTo>
                      <a:pt x="3485692" y="2322626"/>
                    </a:lnTo>
                    <a:lnTo>
                      <a:pt x="3483826" y="2320760"/>
                    </a:lnTo>
                    <a:lnTo>
                      <a:pt x="3482708" y="2320290"/>
                    </a:lnTo>
                    <a:lnTo>
                      <a:pt x="3480079" y="2320290"/>
                    </a:lnTo>
                    <a:lnTo>
                      <a:pt x="3478961" y="2320760"/>
                    </a:lnTo>
                    <a:lnTo>
                      <a:pt x="3477095" y="2322626"/>
                    </a:lnTo>
                    <a:lnTo>
                      <a:pt x="3476625" y="2323744"/>
                    </a:lnTo>
                    <a:lnTo>
                      <a:pt x="3476625" y="2326373"/>
                    </a:lnTo>
                    <a:lnTo>
                      <a:pt x="3477095" y="2327491"/>
                    </a:lnTo>
                    <a:lnTo>
                      <a:pt x="3478961" y="2329357"/>
                    </a:lnTo>
                    <a:lnTo>
                      <a:pt x="3480079" y="2329815"/>
                    </a:lnTo>
                    <a:lnTo>
                      <a:pt x="3482708" y="2329815"/>
                    </a:lnTo>
                    <a:lnTo>
                      <a:pt x="3483826" y="2329357"/>
                    </a:lnTo>
                    <a:lnTo>
                      <a:pt x="3485692" y="2327491"/>
                    </a:lnTo>
                    <a:lnTo>
                      <a:pt x="3486150" y="2326373"/>
                    </a:lnTo>
                    <a:lnTo>
                      <a:pt x="3486150" y="2323744"/>
                    </a:lnTo>
                    <a:close/>
                  </a:path>
                  <a:path w="5153025" h="3103245">
                    <a:moveTo>
                      <a:pt x="3486150" y="1550314"/>
                    </a:moveTo>
                    <a:lnTo>
                      <a:pt x="3485692" y="1549196"/>
                    </a:lnTo>
                    <a:lnTo>
                      <a:pt x="3483826" y="1547329"/>
                    </a:lnTo>
                    <a:lnTo>
                      <a:pt x="3482708" y="1546860"/>
                    </a:lnTo>
                    <a:lnTo>
                      <a:pt x="3480079" y="1546860"/>
                    </a:lnTo>
                    <a:lnTo>
                      <a:pt x="3478961" y="1547329"/>
                    </a:lnTo>
                    <a:lnTo>
                      <a:pt x="3477095" y="1549196"/>
                    </a:lnTo>
                    <a:lnTo>
                      <a:pt x="3476625" y="1550314"/>
                    </a:lnTo>
                    <a:lnTo>
                      <a:pt x="3476625" y="1552943"/>
                    </a:lnTo>
                    <a:lnTo>
                      <a:pt x="3477095" y="1554060"/>
                    </a:lnTo>
                    <a:lnTo>
                      <a:pt x="3478961" y="1555927"/>
                    </a:lnTo>
                    <a:lnTo>
                      <a:pt x="3480079" y="1556385"/>
                    </a:lnTo>
                    <a:lnTo>
                      <a:pt x="3482708" y="1556385"/>
                    </a:lnTo>
                    <a:lnTo>
                      <a:pt x="3483826" y="1555927"/>
                    </a:lnTo>
                    <a:lnTo>
                      <a:pt x="3485692" y="1554060"/>
                    </a:lnTo>
                    <a:lnTo>
                      <a:pt x="3486150" y="1552943"/>
                    </a:lnTo>
                    <a:lnTo>
                      <a:pt x="3486150" y="1550314"/>
                    </a:lnTo>
                    <a:close/>
                  </a:path>
                  <a:path w="5153025" h="3103245">
                    <a:moveTo>
                      <a:pt x="3486150" y="776884"/>
                    </a:moveTo>
                    <a:lnTo>
                      <a:pt x="3485692" y="775766"/>
                    </a:lnTo>
                    <a:lnTo>
                      <a:pt x="3483826" y="773899"/>
                    </a:lnTo>
                    <a:lnTo>
                      <a:pt x="3482708" y="773430"/>
                    </a:lnTo>
                    <a:lnTo>
                      <a:pt x="3480079" y="773430"/>
                    </a:lnTo>
                    <a:lnTo>
                      <a:pt x="3478961" y="773899"/>
                    </a:lnTo>
                    <a:lnTo>
                      <a:pt x="3477095" y="775766"/>
                    </a:lnTo>
                    <a:lnTo>
                      <a:pt x="3476625" y="776884"/>
                    </a:lnTo>
                    <a:lnTo>
                      <a:pt x="3476625" y="779513"/>
                    </a:lnTo>
                    <a:lnTo>
                      <a:pt x="3477095" y="780630"/>
                    </a:lnTo>
                    <a:lnTo>
                      <a:pt x="3478961" y="782497"/>
                    </a:lnTo>
                    <a:lnTo>
                      <a:pt x="3480079" y="782955"/>
                    </a:lnTo>
                    <a:lnTo>
                      <a:pt x="3482708" y="782955"/>
                    </a:lnTo>
                    <a:lnTo>
                      <a:pt x="3483826" y="782497"/>
                    </a:lnTo>
                    <a:lnTo>
                      <a:pt x="3485692" y="780630"/>
                    </a:lnTo>
                    <a:lnTo>
                      <a:pt x="3486150" y="779513"/>
                    </a:lnTo>
                    <a:lnTo>
                      <a:pt x="3486150" y="776884"/>
                    </a:lnTo>
                    <a:close/>
                  </a:path>
                  <a:path w="5153025" h="3103245">
                    <a:moveTo>
                      <a:pt x="3486150" y="3454"/>
                    </a:moveTo>
                    <a:lnTo>
                      <a:pt x="3485692" y="2336"/>
                    </a:lnTo>
                    <a:lnTo>
                      <a:pt x="3483826" y="469"/>
                    </a:lnTo>
                    <a:lnTo>
                      <a:pt x="3482708" y="0"/>
                    </a:lnTo>
                    <a:lnTo>
                      <a:pt x="3480079" y="0"/>
                    </a:lnTo>
                    <a:lnTo>
                      <a:pt x="3478961" y="469"/>
                    </a:lnTo>
                    <a:lnTo>
                      <a:pt x="3477095" y="2336"/>
                    </a:lnTo>
                    <a:lnTo>
                      <a:pt x="3476625" y="3454"/>
                    </a:lnTo>
                    <a:lnTo>
                      <a:pt x="3476625" y="6083"/>
                    </a:lnTo>
                    <a:lnTo>
                      <a:pt x="3477095" y="7200"/>
                    </a:lnTo>
                    <a:lnTo>
                      <a:pt x="3478961" y="9067"/>
                    </a:lnTo>
                    <a:lnTo>
                      <a:pt x="3480079" y="9525"/>
                    </a:lnTo>
                    <a:lnTo>
                      <a:pt x="3482708" y="9525"/>
                    </a:lnTo>
                    <a:lnTo>
                      <a:pt x="3483826" y="9067"/>
                    </a:lnTo>
                    <a:lnTo>
                      <a:pt x="3485692" y="7200"/>
                    </a:lnTo>
                    <a:lnTo>
                      <a:pt x="3486150" y="6083"/>
                    </a:lnTo>
                    <a:lnTo>
                      <a:pt x="3486150" y="3454"/>
                    </a:lnTo>
                    <a:close/>
                  </a:path>
                  <a:path w="5153025" h="3103245">
                    <a:moveTo>
                      <a:pt x="3533775" y="3097174"/>
                    </a:moveTo>
                    <a:lnTo>
                      <a:pt x="3533317" y="3096056"/>
                    </a:lnTo>
                    <a:lnTo>
                      <a:pt x="3531451" y="3094190"/>
                    </a:lnTo>
                    <a:lnTo>
                      <a:pt x="3530333" y="3093720"/>
                    </a:lnTo>
                    <a:lnTo>
                      <a:pt x="3527704" y="3093720"/>
                    </a:lnTo>
                    <a:lnTo>
                      <a:pt x="3526586" y="3094190"/>
                    </a:lnTo>
                    <a:lnTo>
                      <a:pt x="3524720" y="3096056"/>
                    </a:lnTo>
                    <a:lnTo>
                      <a:pt x="3524250" y="3097174"/>
                    </a:lnTo>
                    <a:lnTo>
                      <a:pt x="3524250" y="3099803"/>
                    </a:lnTo>
                    <a:lnTo>
                      <a:pt x="3524720" y="3100921"/>
                    </a:lnTo>
                    <a:lnTo>
                      <a:pt x="3526586" y="3102787"/>
                    </a:lnTo>
                    <a:lnTo>
                      <a:pt x="3527704" y="3103245"/>
                    </a:lnTo>
                    <a:lnTo>
                      <a:pt x="3530333" y="3103245"/>
                    </a:lnTo>
                    <a:lnTo>
                      <a:pt x="3531451" y="3102787"/>
                    </a:lnTo>
                    <a:lnTo>
                      <a:pt x="3533317" y="3100921"/>
                    </a:lnTo>
                    <a:lnTo>
                      <a:pt x="3533775" y="3099803"/>
                    </a:lnTo>
                    <a:lnTo>
                      <a:pt x="3533775" y="3097174"/>
                    </a:lnTo>
                    <a:close/>
                  </a:path>
                  <a:path w="5153025" h="3103245">
                    <a:moveTo>
                      <a:pt x="3533775" y="2323744"/>
                    </a:moveTo>
                    <a:lnTo>
                      <a:pt x="3533317" y="2322626"/>
                    </a:lnTo>
                    <a:lnTo>
                      <a:pt x="3531451" y="2320760"/>
                    </a:lnTo>
                    <a:lnTo>
                      <a:pt x="3530333" y="2320290"/>
                    </a:lnTo>
                    <a:lnTo>
                      <a:pt x="3527704" y="2320290"/>
                    </a:lnTo>
                    <a:lnTo>
                      <a:pt x="3526586" y="2320760"/>
                    </a:lnTo>
                    <a:lnTo>
                      <a:pt x="3524720" y="2322626"/>
                    </a:lnTo>
                    <a:lnTo>
                      <a:pt x="3524250" y="2323744"/>
                    </a:lnTo>
                    <a:lnTo>
                      <a:pt x="3524250" y="2326373"/>
                    </a:lnTo>
                    <a:lnTo>
                      <a:pt x="3524720" y="2327491"/>
                    </a:lnTo>
                    <a:lnTo>
                      <a:pt x="3526586" y="2329357"/>
                    </a:lnTo>
                    <a:lnTo>
                      <a:pt x="3527704" y="2329815"/>
                    </a:lnTo>
                    <a:lnTo>
                      <a:pt x="3530333" y="2329815"/>
                    </a:lnTo>
                    <a:lnTo>
                      <a:pt x="3531451" y="2329357"/>
                    </a:lnTo>
                    <a:lnTo>
                      <a:pt x="3533317" y="2327491"/>
                    </a:lnTo>
                    <a:lnTo>
                      <a:pt x="3533775" y="2326373"/>
                    </a:lnTo>
                    <a:lnTo>
                      <a:pt x="3533775" y="2323744"/>
                    </a:lnTo>
                    <a:close/>
                  </a:path>
                  <a:path w="5153025" h="3103245">
                    <a:moveTo>
                      <a:pt x="3533775" y="1550314"/>
                    </a:moveTo>
                    <a:lnTo>
                      <a:pt x="3533317" y="1549196"/>
                    </a:lnTo>
                    <a:lnTo>
                      <a:pt x="3531451" y="1547329"/>
                    </a:lnTo>
                    <a:lnTo>
                      <a:pt x="3530333" y="1546860"/>
                    </a:lnTo>
                    <a:lnTo>
                      <a:pt x="3527704" y="1546860"/>
                    </a:lnTo>
                    <a:lnTo>
                      <a:pt x="3526586" y="1547329"/>
                    </a:lnTo>
                    <a:lnTo>
                      <a:pt x="3524720" y="1549196"/>
                    </a:lnTo>
                    <a:lnTo>
                      <a:pt x="3524250" y="1550314"/>
                    </a:lnTo>
                    <a:lnTo>
                      <a:pt x="3524250" y="1552943"/>
                    </a:lnTo>
                    <a:lnTo>
                      <a:pt x="3524720" y="1554060"/>
                    </a:lnTo>
                    <a:lnTo>
                      <a:pt x="3526586" y="1555927"/>
                    </a:lnTo>
                    <a:lnTo>
                      <a:pt x="3527704" y="1556385"/>
                    </a:lnTo>
                    <a:lnTo>
                      <a:pt x="3530333" y="1556385"/>
                    </a:lnTo>
                    <a:lnTo>
                      <a:pt x="3531451" y="1555927"/>
                    </a:lnTo>
                    <a:lnTo>
                      <a:pt x="3533317" y="1554060"/>
                    </a:lnTo>
                    <a:lnTo>
                      <a:pt x="3533775" y="1552943"/>
                    </a:lnTo>
                    <a:lnTo>
                      <a:pt x="3533775" y="1550314"/>
                    </a:lnTo>
                    <a:close/>
                  </a:path>
                  <a:path w="5153025" h="3103245">
                    <a:moveTo>
                      <a:pt x="3533775" y="776884"/>
                    </a:moveTo>
                    <a:lnTo>
                      <a:pt x="3533317" y="775766"/>
                    </a:lnTo>
                    <a:lnTo>
                      <a:pt x="3531451" y="773899"/>
                    </a:lnTo>
                    <a:lnTo>
                      <a:pt x="3530333" y="773430"/>
                    </a:lnTo>
                    <a:lnTo>
                      <a:pt x="3527704" y="773430"/>
                    </a:lnTo>
                    <a:lnTo>
                      <a:pt x="3526586" y="773899"/>
                    </a:lnTo>
                    <a:lnTo>
                      <a:pt x="3524720" y="775766"/>
                    </a:lnTo>
                    <a:lnTo>
                      <a:pt x="3524250" y="776884"/>
                    </a:lnTo>
                    <a:lnTo>
                      <a:pt x="3524250" y="779513"/>
                    </a:lnTo>
                    <a:lnTo>
                      <a:pt x="3524720" y="780630"/>
                    </a:lnTo>
                    <a:lnTo>
                      <a:pt x="3526586" y="782497"/>
                    </a:lnTo>
                    <a:lnTo>
                      <a:pt x="3527704" y="782955"/>
                    </a:lnTo>
                    <a:lnTo>
                      <a:pt x="3530333" y="782955"/>
                    </a:lnTo>
                    <a:lnTo>
                      <a:pt x="3531451" y="782497"/>
                    </a:lnTo>
                    <a:lnTo>
                      <a:pt x="3533317" y="780630"/>
                    </a:lnTo>
                    <a:lnTo>
                      <a:pt x="3533775" y="779513"/>
                    </a:lnTo>
                    <a:lnTo>
                      <a:pt x="3533775" y="776884"/>
                    </a:lnTo>
                    <a:close/>
                  </a:path>
                  <a:path w="5153025" h="3103245">
                    <a:moveTo>
                      <a:pt x="3533775" y="3454"/>
                    </a:moveTo>
                    <a:lnTo>
                      <a:pt x="3533317" y="2336"/>
                    </a:lnTo>
                    <a:lnTo>
                      <a:pt x="3531451" y="469"/>
                    </a:lnTo>
                    <a:lnTo>
                      <a:pt x="3530333" y="0"/>
                    </a:lnTo>
                    <a:lnTo>
                      <a:pt x="3527704" y="0"/>
                    </a:lnTo>
                    <a:lnTo>
                      <a:pt x="3526586" y="469"/>
                    </a:lnTo>
                    <a:lnTo>
                      <a:pt x="3524720" y="2336"/>
                    </a:lnTo>
                    <a:lnTo>
                      <a:pt x="3524250" y="3454"/>
                    </a:lnTo>
                    <a:lnTo>
                      <a:pt x="3524250" y="6083"/>
                    </a:lnTo>
                    <a:lnTo>
                      <a:pt x="3524720" y="7200"/>
                    </a:lnTo>
                    <a:lnTo>
                      <a:pt x="3526586" y="9067"/>
                    </a:lnTo>
                    <a:lnTo>
                      <a:pt x="3527704" y="9525"/>
                    </a:lnTo>
                    <a:lnTo>
                      <a:pt x="3530333" y="9525"/>
                    </a:lnTo>
                    <a:lnTo>
                      <a:pt x="3531451" y="9067"/>
                    </a:lnTo>
                    <a:lnTo>
                      <a:pt x="3533317" y="7200"/>
                    </a:lnTo>
                    <a:lnTo>
                      <a:pt x="3533775" y="6083"/>
                    </a:lnTo>
                    <a:lnTo>
                      <a:pt x="3533775" y="3454"/>
                    </a:lnTo>
                    <a:close/>
                  </a:path>
                  <a:path w="5153025" h="3103245">
                    <a:moveTo>
                      <a:pt x="3581400" y="3097174"/>
                    </a:moveTo>
                    <a:lnTo>
                      <a:pt x="3580942" y="3096056"/>
                    </a:lnTo>
                    <a:lnTo>
                      <a:pt x="3579076" y="3094190"/>
                    </a:lnTo>
                    <a:lnTo>
                      <a:pt x="3577958" y="3093720"/>
                    </a:lnTo>
                    <a:lnTo>
                      <a:pt x="3575329" y="3093720"/>
                    </a:lnTo>
                    <a:lnTo>
                      <a:pt x="3574211" y="3094190"/>
                    </a:lnTo>
                    <a:lnTo>
                      <a:pt x="3572345" y="3096056"/>
                    </a:lnTo>
                    <a:lnTo>
                      <a:pt x="3571875" y="3097174"/>
                    </a:lnTo>
                    <a:lnTo>
                      <a:pt x="3571875" y="3099803"/>
                    </a:lnTo>
                    <a:lnTo>
                      <a:pt x="3572345" y="3100921"/>
                    </a:lnTo>
                    <a:lnTo>
                      <a:pt x="3574211" y="3102787"/>
                    </a:lnTo>
                    <a:lnTo>
                      <a:pt x="3575329" y="3103245"/>
                    </a:lnTo>
                    <a:lnTo>
                      <a:pt x="3577958" y="3103245"/>
                    </a:lnTo>
                    <a:lnTo>
                      <a:pt x="3579076" y="3102787"/>
                    </a:lnTo>
                    <a:lnTo>
                      <a:pt x="3580942" y="3100921"/>
                    </a:lnTo>
                    <a:lnTo>
                      <a:pt x="3581400" y="3099803"/>
                    </a:lnTo>
                    <a:lnTo>
                      <a:pt x="3581400" y="3097174"/>
                    </a:lnTo>
                    <a:close/>
                  </a:path>
                  <a:path w="5153025" h="3103245">
                    <a:moveTo>
                      <a:pt x="3581400" y="2323744"/>
                    </a:moveTo>
                    <a:lnTo>
                      <a:pt x="3580942" y="2322626"/>
                    </a:lnTo>
                    <a:lnTo>
                      <a:pt x="3579076" y="2320760"/>
                    </a:lnTo>
                    <a:lnTo>
                      <a:pt x="3577958" y="2320290"/>
                    </a:lnTo>
                    <a:lnTo>
                      <a:pt x="3575329" y="2320290"/>
                    </a:lnTo>
                    <a:lnTo>
                      <a:pt x="3574211" y="2320760"/>
                    </a:lnTo>
                    <a:lnTo>
                      <a:pt x="3572345" y="2322626"/>
                    </a:lnTo>
                    <a:lnTo>
                      <a:pt x="3571875" y="2323744"/>
                    </a:lnTo>
                    <a:lnTo>
                      <a:pt x="3571875" y="2326373"/>
                    </a:lnTo>
                    <a:lnTo>
                      <a:pt x="3572345" y="2327491"/>
                    </a:lnTo>
                    <a:lnTo>
                      <a:pt x="3574211" y="2329357"/>
                    </a:lnTo>
                    <a:lnTo>
                      <a:pt x="3575329" y="2329815"/>
                    </a:lnTo>
                    <a:lnTo>
                      <a:pt x="3577958" y="2329815"/>
                    </a:lnTo>
                    <a:lnTo>
                      <a:pt x="3579076" y="2329357"/>
                    </a:lnTo>
                    <a:lnTo>
                      <a:pt x="3580942" y="2327491"/>
                    </a:lnTo>
                    <a:lnTo>
                      <a:pt x="3581400" y="2326373"/>
                    </a:lnTo>
                    <a:lnTo>
                      <a:pt x="3581400" y="2323744"/>
                    </a:lnTo>
                    <a:close/>
                  </a:path>
                  <a:path w="5153025" h="3103245">
                    <a:moveTo>
                      <a:pt x="3581400" y="1550314"/>
                    </a:moveTo>
                    <a:lnTo>
                      <a:pt x="3580942" y="1549196"/>
                    </a:lnTo>
                    <a:lnTo>
                      <a:pt x="3579076" y="1547329"/>
                    </a:lnTo>
                    <a:lnTo>
                      <a:pt x="3577958" y="1546860"/>
                    </a:lnTo>
                    <a:lnTo>
                      <a:pt x="3575329" y="1546860"/>
                    </a:lnTo>
                    <a:lnTo>
                      <a:pt x="3574211" y="1547329"/>
                    </a:lnTo>
                    <a:lnTo>
                      <a:pt x="3572345" y="1549196"/>
                    </a:lnTo>
                    <a:lnTo>
                      <a:pt x="3571875" y="1550314"/>
                    </a:lnTo>
                    <a:lnTo>
                      <a:pt x="3571875" y="1552943"/>
                    </a:lnTo>
                    <a:lnTo>
                      <a:pt x="3572345" y="1554060"/>
                    </a:lnTo>
                    <a:lnTo>
                      <a:pt x="3574211" y="1555927"/>
                    </a:lnTo>
                    <a:lnTo>
                      <a:pt x="3575329" y="1556385"/>
                    </a:lnTo>
                    <a:lnTo>
                      <a:pt x="3577958" y="1556385"/>
                    </a:lnTo>
                    <a:lnTo>
                      <a:pt x="3579076" y="1555927"/>
                    </a:lnTo>
                    <a:lnTo>
                      <a:pt x="3580942" y="1554060"/>
                    </a:lnTo>
                    <a:lnTo>
                      <a:pt x="3581400" y="1552943"/>
                    </a:lnTo>
                    <a:lnTo>
                      <a:pt x="3581400" y="1550314"/>
                    </a:lnTo>
                    <a:close/>
                  </a:path>
                  <a:path w="5153025" h="3103245">
                    <a:moveTo>
                      <a:pt x="3581400" y="776884"/>
                    </a:moveTo>
                    <a:lnTo>
                      <a:pt x="3580942" y="775766"/>
                    </a:lnTo>
                    <a:lnTo>
                      <a:pt x="3579076" y="773899"/>
                    </a:lnTo>
                    <a:lnTo>
                      <a:pt x="3577958" y="773430"/>
                    </a:lnTo>
                    <a:lnTo>
                      <a:pt x="3575329" y="773430"/>
                    </a:lnTo>
                    <a:lnTo>
                      <a:pt x="3574211" y="773899"/>
                    </a:lnTo>
                    <a:lnTo>
                      <a:pt x="3572345" y="775766"/>
                    </a:lnTo>
                    <a:lnTo>
                      <a:pt x="3571875" y="776884"/>
                    </a:lnTo>
                    <a:lnTo>
                      <a:pt x="3571875" y="779513"/>
                    </a:lnTo>
                    <a:lnTo>
                      <a:pt x="3572345" y="780630"/>
                    </a:lnTo>
                    <a:lnTo>
                      <a:pt x="3574211" y="782497"/>
                    </a:lnTo>
                    <a:lnTo>
                      <a:pt x="3575329" y="782955"/>
                    </a:lnTo>
                    <a:lnTo>
                      <a:pt x="3577958" y="782955"/>
                    </a:lnTo>
                    <a:lnTo>
                      <a:pt x="3579076" y="782497"/>
                    </a:lnTo>
                    <a:lnTo>
                      <a:pt x="3580942" y="780630"/>
                    </a:lnTo>
                    <a:lnTo>
                      <a:pt x="3581400" y="779513"/>
                    </a:lnTo>
                    <a:lnTo>
                      <a:pt x="3581400" y="776884"/>
                    </a:lnTo>
                    <a:close/>
                  </a:path>
                  <a:path w="5153025" h="3103245">
                    <a:moveTo>
                      <a:pt x="3581400" y="3454"/>
                    </a:moveTo>
                    <a:lnTo>
                      <a:pt x="3580942" y="2336"/>
                    </a:lnTo>
                    <a:lnTo>
                      <a:pt x="3579076" y="469"/>
                    </a:lnTo>
                    <a:lnTo>
                      <a:pt x="3577958" y="0"/>
                    </a:lnTo>
                    <a:lnTo>
                      <a:pt x="3575329" y="0"/>
                    </a:lnTo>
                    <a:lnTo>
                      <a:pt x="3574211" y="469"/>
                    </a:lnTo>
                    <a:lnTo>
                      <a:pt x="3572345" y="2336"/>
                    </a:lnTo>
                    <a:lnTo>
                      <a:pt x="3571875" y="3454"/>
                    </a:lnTo>
                    <a:lnTo>
                      <a:pt x="3571875" y="6083"/>
                    </a:lnTo>
                    <a:lnTo>
                      <a:pt x="3572345" y="7200"/>
                    </a:lnTo>
                    <a:lnTo>
                      <a:pt x="3574211" y="9067"/>
                    </a:lnTo>
                    <a:lnTo>
                      <a:pt x="3575329" y="9525"/>
                    </a:lnTo>
                    <a:lnTo>
                      <a:pt x="3577958" y="9525"/>
                    </a:lnTo>
                    <a:lnTo>
                      <a:pt x="3579076" y="9067"/>
                    </a:lnTo>
                    <a:lnTo>
                      <a:pt x="3580942" y="7200"/>
                    </a:lnTo>
                    <a:lnTo>
                      <a:pt x="3581400" y="6083"/>
                    </a:lnTo>
                    <a:lnTo>
                      <a:pt x="3581400" y="3454"/>
                    </a:lnTo>
                    <a:close/>
                  </a:path>
                  <a:path w="5153025" h="3103245">
                    <a:moveTo>
                      <a:pt x="3629025" y="3097174"/>
                    </a:moveTo>
                    <a:lnTo>
                      <a:pt x="3628567" y="3096056"/>
                    </a:lnTo>
                    <a:lnTo>
                      <a:pt x="3626701" y="3094190"/>
                    </a:lnTo>
                    <a:lnTo>
                      <a:pt x="3625583" y="3093720"/>
                    </a:lnTo>
                    <a:lnTo>
                      <a:pt x="3622954" y="3093720"/>
                    </a:lnTo>
                    <a:lnTo>
                      <a:pt x="3621836" y="3094190"/>
                    </a:lnTo>
                    <a:lnTo>
                      <a:pt x="3619970" y="3096056"/>
                    </a:lnTo>
                    <a:lnTo>
                      <a:pt x="3619500" y="3097174"/>
                    </a:lnTo>
                    <a:lnTo>
                      <a:pt x="3619500" y="3099803"/>
                    </a:lnTo>
                    <a:lnTo>
                      <a:pt x="3619970" y="3100921"/>
                    </a:lnTo>
                    <a:lnTo>
                      <a:pt x="3621836" y="3102787"/>
                    </a:lnTo>
                    <a:lnTo>
                      <a:pt x="3622954" y="3103245"/>
                    </a:lnTo>
                    <a:lnTo>
                      <a:pt x="3625583" y="3103245"/>
                    </a:lnTo>
                    <a:lnTo>
                      <a:pt x="3626701" y="3102787"/>
                    </a:lnTo>
                    <a:lnTo>
                      <a:pt x="3628567" y="3100921"/>
                    </a:lnTo>
                    <a:lnTo>
                      <a:pt x="3629025" y="3099803"/>
                    </a:lnTo>
                    <a:lnTo>
                      <a:pt x="3629025" y="3097174"/>
                    </a:lnTo>
                    <a:close/>
                  </a:path>
                  <a:path w="5153025" h="3103245">
                    <a:moveTo>
                      <a:pt x="3629025" y="2323744"/>
                    </a:moveTo>
                    <a:lnTo>
                      <a:pt x="3628567" y="2322626"/>
                    </a:lnTo>
                    <a:lnTo>
                      <a:pt x="3626701" y="2320760"/>
                    </a:lnTo>
                    <a:lnTo>
                      <a:pt x="3625583" y="2320290"/>
                    </a:lnTo>
                    <a:lnTo>
                      <a:pt x="3622954" y="2320290"/>
                    </a:lnTo>
                    <a:lnTo>
                      <a:pt x="3621836" y="2320760"/>
                    </a:lnTo>
                    <a:lnTo>
                      <a:pt x="3619970" y="2322626"/>
                    </a:lnTo>
                    <a:lnTo>
                      <a:pt x="3619500" y="2323744"/>
                    </a:lnTo>
                    <a:lnTo>
                      <a:pt x="3619500" y="2326373"/>
                    </a:lnTo>
                    <a:lnTo>
                      <a:pt x="3619970" y="2327491"/>
                    </a:lnTo>
                    <a:lnTo>
                      <a:pt x="3621836" y="2329357"/>
                    </a:lnTo>
                    <a:lnTo>
                      <a:pt x="3622954" y="2329815"/>
                    </a:lnTo>
                    <a:lnTo>
                      <a:pt x="3625583" y="2329815"/>
                    </a:lnTo>
                    <a:lnTo>
                      <a:pt x="3626701" y="2329357"/>
                    </a:lnTo>
                    <a:lnTo>
                      <a:pt x="3628567" y="2327491"/>
                    </a:lnTo>
                    <a:lnTo>
                      <a:pt x="3629025" y="2326373"/>
                    </a:lnTo>
                    <a:lnTo>
                      <a:pt x="3629025" y="2323744"/>
                    </a:lnTo>
                    <a:close/>
                  </a:path>
                  <a:path w="5153025" h="3103245">
                    <a:moveTo>
                      <a:pt x="3629025" y="1550314"/>
                    </a:moveTo>
                    <a:lnTo>
                      <a:pt x="3628567" y="1549196"/>
                    </a:lnTo>
                    <a:lnTo>
                      <a:pt x="3626701" y="1547329"/>
                    </a:lnTo>
                    <a:lnTo>
                      <a:pt x="3625583" y="1546860"/>
                    </a:lnTo>
                    <a:lnTo>
                      <a:pt x="3622954" y="1546860"/>
                    </a:lnTo>
                    <a:lnTo>
                      <a:pt x="3621836" y="1547329"/>
                    </a:lnTo>
                    <a:lnTo>
                      <a:pt x="3619970" y="1549196"/>
                    </a:lnTo>
                    <a:lnTo>
                      <a:pt x="3619500" y="1550314"/>
                    </a:lnTo>
                    <a:lnTo>
                      <a:pt x="3619500" y="1552943"/>
                    </a:lnTo>
                    <a:lnTo>
                      <a:pt x="3619970" y="1554060"/>
                    </a:lnTo>
                    <a:lnTo>
                      <a:pt x="3621836" y="1555927"/>
                    </a:lnTo>
                    <a:lnTo>
                      <a:pt x="3622954" y="1556385"/>
                    </a:lnTo>
                    <a:lnTo>
                      <a:pt x="3625583" y="1556385"/>
                    </a:lnTo>
                    <a:lnTo>
                      <a:pt x="3626701" y="1555927"/>
                    </a:lnTo>
                    <a:lnTo>
                      <a:pt x="3628567" y="1554060"/>
                    </a:lnTo>
                    <a:lnTo>
                      <a:pt x="3629025" y="1552943"/>
                    </a:lnTo>
                    <a:lnTo>
                      <a:pt x="3629025" y="1550314"/>
                    </a:lnTo>
                    <a:close/>
                  </a:path>
                  <a:path w="5153025" h="3103245">
                    <a:moveTo>
                      <a:pt x="3629025" y="776884"/>
                    </a:moveTo>
                    <a:lnTo>
                      <a:pt x="3628567" y="775766"/>
                    </a:lnTo>
                    <a:lnTo>
                      <a:pt x="3626701" y="773899"/>
                    </a:lnTo>
                    <a:lnTo>
                      <a:pt x="3625583" y="773430"/>
                    </a:lnTo>
                    <a:lnTo>
                      <a:pt x="3622954" y="773430"/>
                    </a:lnTo>
                    <a:lnTo>
                      <a:pt x="3621836" y="773899"/>
                    </a:lnTo>
                    <a:lnTo>
                      <a:pt x="3619970" y="775766"/>
                    </a:lnTo>
                    <a:lnTo>
                      <a:pt x="3619500" y="776884"/>
                    </a:lnTo>
                    <a:lnTo>
                      <a:pt x="3619500" y="779513"/>
                    </a:lnTo>
                    <a:lnTo>
                      <a:pt x="3619970" y="780630"/>
                    </a:lnTo>
                    <a:lnTo>
                      <a:pt x="3621836" y="782497"/>
                    </a:lnTo>
                    <a:lnTo>
                      <a:pt x="3622954" y="782955"/>
                    </a:lnTo>
                    <a:lnTo>
                      <a:pt x="3625583" y="782955"/>
                    </a:lnTo>
                    <a:lnTo>
                      <a:pt x="3626701" y="782497"/>
                    </a:lnTo>
                    <a:lnTo>
                      <a:pt x="3628567" y="780630"/>
                    </a:lnTo>
                    <a:lnTo>
                      <a:pt x="3629025" y="779513"/>
                    </a:lnTo>
                    <a:lnTo>
                      <a:pt x="3629025" y="776884"/>
                    </a:lnTo>
                    <a:close/>
                  </a:path>
                  <a:path w="5153025" h="3103245">
                    <a:moveTo>
                      <a:pt x="3629025" y="3454"/>
                    </a:moveTo>
                    <a:lnTo>
                      <a:pt x="3628567" y="2336"/>
                    </a:lnTo>
                    <a:lnTo>
                      <a:pt x="3626701" y="469"/>
                    </a:lnTo>
                    <a:lnTo>
                      <a:pt x="3625583" y="0"/>
                    </a:lnTo>
                    <a:lnTo>
                      <a:pt x="3622954" y="0"/>
                    </a:lnTo>
                    <a:lnTo>
                      <a:pt x="3621836" y="469"/>
                    </a:lnTo>
                    <a:lnTo>
                      <a:pt x="3619970" y="2336"/>
                    </a:lnTo>
                    <a:lnTo>
                      <a:pt x="3619500" y="3454"/>
                    </a:lnTo>
                    <a:lnTo>
                      <a:pt x="3619500" y="6083"/>
                    </a:lnTo>
                    <a:lnTo>
                      <a:pt x="3619970" y="7200"/>
                    </a:lnTo>
                    <a:lnTo>
                      <a:pt x="3621836" y="9067"/>
                    </a:lnTo>
                    <a:lnTo>
                      <a:pt x="3622954" y="9525"/>
                    </a:lnTo>
                    <a:lnTo>
                      <a:pt x="3625583" y="9525"/>
                    </a:lnTo>
                    <a:lnTo>
                      <a:pt x="3626701" y="9067"/>
                    </a:lnTo>
                    <a:lnTo>
                      <a:pt x="3628567" y="7200"/>
                    </a:lnTo>
                    <a:lnTo>
                      <a:pt x="3629025" y="6083"/>
                    </a:lnTo>
                    <a:lnTo>
                      <a:pt x="3629025" y="3454"/>
                    </a:lnTo>
                    <a:close/>
                  </a:path>
                  <a:path w="5153025" h="3103245">
                    <a:moveTo>
                      <a:pt x="3676650" y="3097174"/>
                    </a:moveTo>
                    <a:lnTo>
                      <a:pt x="3676192" y="3096056"/>
                    </a:lnTo>
                    <a:lnTo>
                      <a:pt x="3674326" y="3094190"/>
                    </a:lnTo>
                    <a:lnTo>
                      <a:pt x="3673208" y="3093720"/>
                    </a:lnTo>
                    <a:lnTo>
                      <a:pt x="3670579" y="3093720"/>
                    </a:lnTo>
                    <a:lnTo>
                      <a:pt x="3669461" y="3094190"/>
                    </a:lnTo>
                    <a:lnTo>
                      <a:pt x="3667595" y="3096056"/>
                    </a:lnTo>
                    <a:lnTo>
                      <a:pt x="3667125" y="3097174"/>
                    </a:lnTo>
                    <a:lnTo>
                      <a:pt x="3667125" y="3099803"/>
                    </a:lnTo>
                    <a:lnTo>
                      <a:pt x="3667595" y="3100921"/>
                    </a:lnTo>
                    <a:lnTo>
                      <a:pt x="3669461" y="3102787"/>
                    </a:lnTo>
                    <a:lnTo>
                      <a:pt x="3670579" y="3103245"/>
                    </a:lnTo>
                    <a:lnTo>
                      <a:pt x="3673208" y="3103245"/>
                    </a:lnTo>
                    <a:lnTo>
                      <a:pt x="3674326" y="3102787"/>
                    </a:lnTo>
                    <a:lnTo>
                      <a:pt x="3676192" y="3100921"/>
                    </a:lnTo>
                    <a:lnTo>
                      <a:pt x="3676650" y="3099803"/>
                    </a:lnTo>
                    <a:lnTo>
                      <a:pt x="3676650" y="3097174"/>
                    </a:lnTo>
                    <a:close/>
                  </a:path>
                  <a:path w="5153025" h="3103245">
                    <a:moveTo>
                      <a:pt x="3676650" y="2323744"/>
                    </a:moveTo>
                    <a:lnTo>
                      <a:pt x="3676192" y="2322626"/>
                    </a:lnTo>
                    <a:lnTo>
                      <a:pt x="3674326" y="2320760"/>
                    </a:lnTo>
                    <a:lnTo>
                      <a:pt x="3673208" y="2320290"/>
                    </a:lnTo>
                    <a:lnTo>
                      <a:pt x="3670579" y="2320290"/>
                    </a:lnTo>
                    <a:lnTo>
                      <a:pt x="3669461" y="2320760"/>
                    </a:lnTo>
                    <a:lnTo>
                      <a:pt x="3667595" y="2322626"/>
                    </a:lnTo>
                    <a:lnTo>
                      <a:pt x="3667125" y="2323744"/>
                    </a:lnTo>
                    <a:lnTo>
                      <a:pt x="3667125" y="2326373"/>
                    </a:lnTo>
                    <a:lnTo>
                      <a:pt x="3667595" y="2327491"/>
                    </a:lnTo>
                    <a:lnTo>
                      <a:pt x="3669461" y="2329357"/>
                    </a:lnTo>
                    <a:lnTo>
                      <a:pt x="3670579" y="2329815"/>
                    </a:lnTo>
                    <a:lnTo>
                      <a:pt x="3673208" y="2329815"/>
                    </a:lnTo>
                    <a:lnTo>
                      <a:pt x="3674326" y="2329357"/>
                    </a:lnTo>
                    <a:lnTo>
                      <a:pt x="3676192" y="2327491"/>
                    </a:lnTo>
                    <a:lnTo>
                      <a:pt x="3676650" y="2326373"/>
                    </a:lnTo>
                    <a:lnTo>
                      <a:pt x="3676650" y="2323744"/>
                    </a:lnTo>
                    <a:close/>
                  </a:path>
                  <a:path w="5153025" h="3103245">
                    <a:moveTo>
                      <a:pt x="3676650" y="1550314"/>
                    </a:moveTo>
                    <a:lnTo>
                      <a:pt x="3676192" y="1549196"/>
                    </a:lnTo>
                    <a:lnTo>
                      <a:pt x="3674326" y="1547329"/>
                    </a:lnTo>
                    <a:lnTo>
                      <a:pt x="3673208" y="1546860"/>
                    </a:lnTo>
                    <a:lnTo>
                      <a:pt x="3670579" y="1546860"/>
                    </a:lnTo>
                    <a:lnTo>
                      <a:pt x="3669461" y="1547329"/>
                    </a:lnTo>
                    <a:lnTo>
                      <a:pt x="3667595" y="1549196"/>
                    </a:lnTo>
                    <a:lnTo>
                      <a:pt x="3667125" y="1550314"/>
                    </a:lnTo>
                    <a:lnTo>
                      <a:pt x="3667125" y="1552943"/>
                    </a:lnTo>
                    <a:lnTo>
                      <a:pt x="3667595" y="1554060"/>
                    </a:lnTo>
                    <a:lnTo>
                      <a:pt x="3669461" y="1555927"/>
                    </a:lnTo>
                    <a:lnTo>
                      <a:pt x="3670579" y="1556385"/>
                    </a:lnTo>
                    <a:lnTo>
                      <a:pt x="3673208" y="1556385"/>
                    </a:lnTo>
                    <a:lnTo>
                      <a:pt x="3674326" y="1555927"/>
                    </a:lnTo>
                    <a:lnTo>
                      <a:pt x="3676192" y="1554060"/>
                    </a:lnTo>
                    <a:lnTo>
                      <a:pt x="3676650" y="1552943"/>
                    </a:lnTo>
                    <a:lnTo>
                      <a:pt x="3676650" y="1550314"/>
                    </a:lnTo>
                    <a:close/>
                  </a:path>
                  <a:path w="5153025" h="3103245">
                    <a:moveTo>
                      <a:pt x="3676650" y="776884"/>
                    </a:moveTo>
                    <a:lnTo>
                      <a:pt x="3676192" y="775766"/>
                    </a:lnTo>
                    <a:lnTo>
                      <a:pt x="3674326" y="773899"/>
                    </a:lnTo>
                    <a:lnTo>
                      <a:pt x="3673208" y="773430"/>
                    </a:lnTo>
                    <a:lnTo>
                      <a:pt x="3670579" y="773430"/>
                    </a:lnTo>
                    <a:lnTo>
                      <a:pt x="3669461" y="773899"/>
                    </a:lnTo>
                    <a:lnTo>
                      <a:pt x="3667595" y="775766"/>
                    </a:lnTo>
                    <a:lnTo>
                      <a:pt x="3667125" y="776884"/>
                    </a:lnTo>
                    <a:lnTo>
                      <a:pt x="3667125" y="779513"/>
                    </a:lnTo>
                    <a:lnTo>
                      <a:pt x="3667595" y="780630"/>
                    </a:lnTo>
                    <a:lnTo>
                      <a:pt x="3669461" y="782497"/>
                    </a:lnTo>
                    <a:lnTo>
                      <a:pt x="3670579" y="782955"/>
                    </a:lnTo>
                    <a:lnTo>
                      <a:pt x="3673208" y="782955"/>
                    </a:lnTo>
                    <a:lnTo>
                      <a:pt x="3674326" y="782497"/>
                    </a:lnTo>
                    <a:lnTo>
                      <a:pt x="3676192" y="780630"/>
                    </a:lnTo>
                    <a:lnTo>
                      <a:pt x="3676650" y="779513"/>
                    </a:lnTo>
                    <a:lnTo>
                      <a:pt x="3676650" y="776884"/>
                    </a:lnTo>
                    <a:close/>
                  </a:path>
                  <a:path w="5153025" h="3103245">
                    <a:moveTo>
                      <a:pt x="3676650" y="3454"/>
                    </a:moveTo>
                    <a:lnTo>
                      <a:pt x="3676192" y="2336"/>
                    </a:lnTo>
                    <a:lnTo>
                      <a:pt x="3674326" y="469"/>
                    </a:lnTo>
                    <a:lnTo>
                      <a:pt x="3673208" y="0"/>
                    </a:lnTo>
                    <a:lnTo>
                      <a:pt x="3670579" y="0"/>
                    </a:lnTo>
                    <a:lnTo>
                      <a:pt x="3669461" y="469"/>
                    </a:lnTo>
                    <a:lnTo>
                      <a:pt x="3667595" y="2336"/>
                    </a:lnTo>
                    <a:lnTo>
                      <a:pt x="3667125" y="3454"/>
                    </a:lnTo>
                    <a:lnTo>
                      <a:pt x="3667125" y="6083"/>
                    </a:lnTo>
                    <a:lnTo>
                      <a:pt x="3667595" y="7200"/>
                    </a:lnTo>
                    <a:lnTo>
                      <a:pt x="3669461" y="9067"/>
                    </a:lnTo>
                    <a:lnTo>
                      <a:pt x="3670579" y="9525"/>
                    </a:lnTo>
                    <a:lnTo>
                      <a:pt x="3673208" y="9525"/>
                    </a:lnTo>
                    <a:lnTo>
                      <a:pt x="3674326" y="9067"/>
                    </a:lnTo>
                    <a:lnTo>
                      <a:pt x="3676192" y="7200"/>
                    </a:lnTo>
                    <a:lnTo>
                      <a:pt x="3676650" y="6083"/>
                    </a:lnTo>
                    <a:lnTo>
                      <a:pt x="3676650" y="3454"/>
                    </a:lnTo>
                    <a:close/>
                  </a:path>
                  <a:path w="5153025" h="3103245">
                    <a:moveTo>
                      <a:pt x="3724275" y="3097174"/>
                    </a:moveTo>
                    <a:lnTo>
                      <a:pt x="3723817" y="3096056"/>
                    </a:lnTo>
                    <a:lnTo>
                      <a:pt x="3721951" y="3094190"/>
                    </a:lnTo>
                    <a:lnTo>
                      <a:pt x="3720833" y="3093720"/>
                    </a:lnTo>
                    <a:lnTo>
                      <a:pt x="3718204" y="3093720"/>
                    </a:lnTo>
                    <a:lnTo>
                      <a:pt x="3717086" y="3094190"/>
                    </a:lnTo>
                    <a:lnTo>
                      <a:pt x="3715220" y="3096056"/>
                    </a:lnTo>
                    <a:lnTo>
                      <a:pt x="3714750" y="3097174"/>
                    </a:lnTo>
                    <a:lnTo>
                      <a:pt x="3714750" y="3099803"/>
                    </a:lnTo>
                    <a:lnTo>
                      <a:pt x="3715220" y="3100921"/>
                    </a:lnTo>
                    <a:lnTo>
                      <a:pt x="3717086" y="3102787"/>
                    </a:lnTo>
                    <a:lnTo>
                      <a:pt x="3718204" y="3103245"/>
                    </a:lnTo>
                    <a:lnTo>
                      <a:pt x="3720833" y="3103245"/>
                    </a:lnTo>
                    <a:lnTo>
                      <a:pt x="3721951" y="3102787"/>
                    </a:lnTo>
                    <a:lnTo>
                      <a:pt x="3723817" y="3100921"/>
                    </a:lnTo>
                    <a:lnTo>
                      <a:pt x="3724275" y="3099803"/>
                    </a:lnTo>
                    <a:lnTo>
                      <a:pt x="3724275" y="3097174"/>
                    </a:lnTo>
                    <a:close/>
                  </a:path>
                  <a:path w="5153025" h="3103245">
                    <a:moveTo>
                      <a:pt x="3724275" y="2323744"/>
                    </a:moveTo>
                    <a:lnTo>
                      <a:pt x="3723817" y="2322626"/>
                    </a:lnTo>
                    <a:lnTo>
                      <a:pt x="3721951" y="2320760"/>
                    </a:lnTo>
                    <a:lnTo>
                      <a:pt x="3720833" y="2320290"/>
                    </a:lnTo>
                    <a:lnTo>
                      <a:pt x="3718204" y="2320290"/>
                    </a:lnTo>
                    <a:lnTo>
                      <a:pt x="3717086" y="2320760"/>
                    </a:lnTo>
                    <a:lnTo>
                      <a:pt x="3715220" y="2322626"/>
                    </a:lnTo>
                    <a:lnTo>
                      <a:pt x="3714750" y="2323744"/>
                    </a:lnTo>
                    <a:lnTo>
                      <a:pt x="3714750" y="2326373"/>
                    </a:lnTo>
                    <a:lnTo>
                      <a:pt x="3715220" y="2327491"/>
                    </a:lnTo>
                    <a:lnTo>
                      <a:pt x="3717086" y="2329357"/>
                    </a:lnTo>
                    <a:lnTo>
                      <a:pt x="3718204" y="2329815"/>
                    </a:lnTo>
                    <a:lnTo>
                      <a:pt x="3720833" y="2329815"/>
                    </a:lnTo>
                    <a:lnTo>
                      <a:pt x="3721951" y="2329357"/>
                    </a:lnTo>
                    <a:lnTo>
                      <a:pt x="3723817" y="2327491"/>
                    </a:lnTo>
                    <a:lnTo>
                      <a:pt x="3724275" y="2326373"/>
                    </a:lnTo>
                    <a:lnTo>
                      <a:pt x="3724275" y="2323744"/>
                    </a:lnTo>
                    <a:close/>
                  </a:path>
                  <a:path w="5153025" h="3103245">
                    <a:moveTo>
                      <a:pt x="3724275" y="1550314"/>
                    </a:moveTo>
                    <a:lnTo>
                      <a:pt x="3723817" y="1549196"/>
                    </a:lnTo>
                    <a:lnTo>
                      <a:pt x="3721951" y="1547329"/>
                    </a:lnTo>
                    <a:lnTo>
                      <a:pt x="3720833" y="1546860"/>
                    </a:lnTo>
                    <a:lnTo>
                      <a:pt x="3718204" y="1546860"/>
                    </a:lnTo>
                    <a:lnTo>
                      <a:pt x="3717086" y="1547329"/>
                    </a:lnTo>
                    <a:lnTo>
                      <a:pt x="3715220" y="1549196"/>
                    </a:lnTo>
                    <a:lnTo>
                      <a:pt x="3714750" y="1550314"/>
                    </a:lnTo>
                    <a:lnTo>
                      <a:pt x="3714750" y="1552943"/>
                    </a:lnTo>
                    <a:lnTo>
                      <a:pt x="3715220" y="1554060"/>
                    </a:lnTo>
                    <a:lnTo>
                      <a:pt x="3717086" y="1555927"/>
                    </a:lnTo>
                    <a:lnTo>
                      <a:pt x="3718204" y="1556385"/>
                    </a:lnTo>
                    <a:lnTo>
                      <a:pt x="3720833" y="1556385"/>
                    </a:lnTo>
                    <a:lnTo>
                      <a:pt x="3721951" y="1555927"/>
                    </a:lnTo>
                    <a:lnTo>
                      <a:pt x="3723817" y="1554060"/>
                    </a:lnTo>
                    <a:lnTo>
                      <a:pt x="3724275" y="1552943"/>
                    </a:lnTo>
                    <a:lnTo>
                      <a:pt x="3724275" y="1550314"/>
                    </a:lnTo>
                    <a:close/>
                  </a:path>
                  <a:path w="5153025" h="3103245">
                    <a:moveTo>
                      <a:pt x="3724275" y="776884"/>
                    </a:moveTo>
                    <a:lnTo>
                      <a:pt x="3723817" y="775766"/>
                    </a:lnTo>
                    <a:lnTo>
                      <a:pt x="3721951" y="773899"/>
                    </a:lnTo>
                    <a:lnTo>
                      <a:pt x="3720833" y="773430"/>
                    </a:lnTo>
                    <a:lnTo>
                      <a:pt x="3718204" y="773430"/>
                    </a:lnTo>
                    <a:lnTo>
                      <a:pt x="3717086" y="773899"/>
                    </a:lnTo>
                    <a:lnTo>
                      <a:pt x="3715220" y="775766"/>
                    </a:lnTo>
                    <a:lnTo>
                      <a:pt x="3714750" y="776884"/>
                    </a:lnTo>
                    <a:lnTo>
                      <a:pt x="3714750" y="779513"/>
                    </a:lnTo>
                    <a:lnTo>
                      <a:pt x="3715220" y="780630"/>
                    </a:lnTo>
                    <a:lnTo>
                      <a:pt x="3717086" y="782497"/>
                    </a:lnTo>
                    <a:lnTo>
                      <a:pt x="3718204" y="782955"/>
                    </a:lnTo>
                    <a:lnTo>
                      <a:pt x="3720833" y="782955"/>
                    </a:lnTo>
                    <a:lnTo>
                      <a:pt x="3721951" y="782497"/>
                    </a:lnTo>
                    <a:lnTo>
                      <a:pt x="3723817" y="780630"/>
                    </a:lnTo>
                    <a:lnTo>
                      <a:pt x="3724275" y="779513"/>
                    </a:lnTo>
                    <a:lnTo>
                      <a:pt x="3724275" y="776884"/>
                    </a:lnTo>
                    <a:close/>
                  </a:path>
                  <a:path w="5153025" h="3103245">
                    <a:moveTo>
                      <a:pt x="3724275" y="3454"/>
                    </a:moveTo>
                    <a:lnTo>
                      <a:pt x="3723817" y="2336"/>
                    </a:lnTo>
                    <a:lnTo>
                      <a:pt x="3721951" y="469"/>
                    </a:lnTo>
                    <a:lnTo>
                      <a:pt x="3720833" y="0"/>
                    </a:lnTo>
                    <a:lnTo>
                      <a:pt x="3718204" y="0"/>
                    </a:lnTo>
                    <a:lnTo>
                      <a:pt x="3717086" y="469"/>
                    </a:lnTo>
                    <a:lnTo>
                      <a:pt x="3715220" y="2336"/>
                    </a:lnTo>
                    <a:lnTo>
                      <a:pt x="3714750" y="3454"/>
                    </a:lnTo>
                    <a:lnTo>
                      <a:pt x="3714750" y="6083"/>
                    </a:lnTo>
                    <a:lnTo>
                      <a:pt x="3715220" y="7200"/>
                    </a:lnTo>
                    <a:lnTo>
                      <a:pt x="3717086" y="9067"/>
                    </a:lnTo>
                    <a:lnTo>
                      <a:pt x="3718204" y="9525"/>
                    </a:lnTo>
                    <a:lnTo>
                      <a:pt x="3720833" y="9525"/>
                    </a:lnTo>
                    <a:lnTo>
                      <a:pt x="3721951" y="9067"/>
                    </a:lnTo>
                    <a:lnTo>
                      <a:pt x="3723817" y="7200"/>
                    </a:lnTo>
                    <a:lnTo>
                      <a:pt x="3724275" y="6083"/>
                    </a:lnTo>
                    <a:lnTo>
                      <a:pt x="3724275" y="3454"/>
                    </a:lnTo>
                    <a:close/>
                  </a:path>
                  <a:path w="5153025" h="3103245">
                    <a:moveTo>
                      <a:pt x="3771900" y="3097174"/>
                    </a:moveTo>
                    <a:lnTo>
                      <a:pt x="3771442" y="3096056"/>
                    </a:lnTo>
                    <a:lnTo>
                      <a:pt x="3769576" y="3094190"/>
                    </a:lnTo>
                    <a:lnTo>
                      <a:pt x="3768458" y="3093720"/>
                    </a:lnTo>
                    <a:lnTo>
                      <a:pt x="3765829" y="3093720"/>
                    </a:lnTo>
                    <a:lnTo>
                      <a:pt x="3764711" y="3094190"/>
                    </a:lnTo>
                    <a:lnTo>
                      <a:pt x="3762845" y="3096056"/>
                    </a:lnTo>
                    <a:lnTo>
                      <a:pt x="3762375" y="3097174"/>
                    </a:lnTo>
                    <a:lnTo>
                      <a:pt x="3762375" y="3099803"/>
                    </a:lnTo>
                    <a:lnTo>
                      <a:pt x="3762845" y="3100921"/>
                    </a:lnTo>
                    <a:lnTo>
                      <a:pt x="3764711" y="3102787"/>
                    </a:lnTo>
                    <a:lnTo>
                      <a:pt x="3765829" y="3103245"/>
                    </a:lnTo>
                    <a:lnTo>
                      <a:pt x="3768458" y="3103245"/>
                    </a:lnTo>
                    <a:lnTo>
                      <a:pt x="3769576" y="3102787"/>
                    </a:lnTo>
                    <a:lnTo>
                      <a:pt x="3771442" y="3100921"/>
                    </a:lnTo>
                    <a:lnTo>
                      <a:pt x="3771900" y="3099803"/>
                    </a:lnTo>
                    <a:lnTo>
                      <a:pt x="3771900" y="3097174"/>
                    </a:lnTo>
                    <a:close/>
                  </a:path>
                  <a:path w="5153025" h="3103245">
                    <a:moveTo>
                      <a:pt x="3771900" y="2323744"/>
                    </a:moveTo>
                    <a:lnTo>
                      <a:pt x="3771442" y="2322626"/>
                    </a:lnTo>
                    <a:lnTo>
                      <a:pt x="3769576" y="2320760"/>
                    </a:lnTo>
                    <a:lnTo>
                      <a:pt x="3768458" y="2320290"/>
                    </a:lnTo>
                    <a:lnTo>
                      <a:pt x="3765829" y="2320290"/>
                    </a:lnTo>
                    <a:lnTo>
                      <a:pt x="3764711" y="2320760"/>
                    </a:lnTo>
                    <a:lnTo>
                      <a:pt x="3762845" y="2322626"/>
                    </a:lnTo>
                    <a:lnTo>
                      <a:pt x="3762375" y="2323744"/>
                    </a:lnTo>
                    <a:lnTo>
                      <a:pt x="3762375" y="2326373"/>
                    </a:lnTo>
                    <a:lnTo>
                      <a:pt x="3762845" y="2327491"/>
                    </a:lnTo>
                    <a:lnTo>
                      <a:pt x="3764711" y="2329357"/>
                    </a:lnTo>
                    <a:lnTo>
                      <a:pt x="3765829" y="2329815"/>
                    </a:lnTo>
                    <a:lnTo>
                      <a:pt x="3768458" y="2329815"/>
                    </a:lnTo>
                    <a:lnTo>
                      <a:pt x="3769576" y="2329357"/>
                    </a:lnTo>
                    <a:lnTo>
                      <a:pt x="3771442" y="2327491"/>
                    </a:lnTo>
                    <a:lnTo>
                      <a:pt x="3771900" y="2326373"/>
                    </a:lnTo>
                    <a:lnTo>
                      <a:pt x="3771900" y="2323744"/>
                    </a:lnTo>
                    <a:close/>
                  </a:path>
                  <a:path w="5153025" h="3103245">
                    <a:moveTo>
                      <a:pt x="3771900" y="1550314"/>
                    </a:moveTo>
                    <a:lnTo>
                      <a:pt x="3771442" y="1549196"/>
                    </a:lnTo>
                    <a:lnTo>
                      <a:pt x="3769576" y="1547329"/>
                    </a:lnTo>
                    <a:lnTo>
                      <a:pt x="3768458" y="1546860"/>
                    </a:lnTo>
                    <a:lnTo>
                      <a:pt x="3765829" y="1546860"/>
                    </a:lnTo>
                    <a:lnTo>
                      <a:pt x="3764711" y="1547329"/>
                    </a:lnTo>
                    <a:lnTo>
                      <a:pt x="3762845" y="1549196"/>
                    </a:lnTo>
                    <a:lnTo>
                      <a:pt x="3762375" y="1550314"/>
                    </a:lnTo>
                    <a:lnTo>
                      <a:pt x="3762375" y="1552943"/>
                    </a:lnTo>
                    <a:lnTo>
                      <a:pt x="3762845" y="1554060"/>
                    </a:lnTo>
                    <a:lnTo>
                      <a:pt x="3764711" y="1555927"/>
                    </a:lnTo>
                    <a:lnTo>
                      <a:pt x="3765829" y="1556385"/>
                    </a:lnTo>
                    <a:lnTo>
                      <a:pt x="3768458" y="1556385"/>
                    </a:lnTo>
                    <a:lnTo>
                      <a:pt x="3769576" y="1555927"/>
                    </a:lnTo>
                    <a:lnTo>
                      <a:pt x="3771442" y="1554060"/>
                    </a:lnTo>
                    <a:lnTo>
                      <a:pt x="3771900" y="1552943"/>
                    </a:lnTo>
                    <a:lnTo>
                      <a:pt x="3771900" y="1550314"/>
                    </a:lnTo>
                    <a:close/>
                  </a:path>
                  <a:path w="5153025" h="3103245">
                    <a:moveTo>
                      <a:pt x="3771900" y="776884"/>
                    </a:moveTo>
                    <a:lnTo>
                      <a:pt x="3771442" y="775766"/>
                    </a:lnTo>
                    <a:lnTo>
                      <a:pt x="3769576" y="773899"/>
                    </a:lnTo>
                    <a:lnTo>
                      <a:pt x="3768458" y="773430"/>
                    </a:lnTo>
                    <a:lnTo>
                      <a:pt x="3765829" y="773430"/>
                    </a:lnTo>
                    <a:lnTo>
                      <a:pt x="3764711" y="773899"/>
                    </a:lnTo>
                    <a:lnTo>
                      <a:pt x="3762845" y="775766"/>
                    </a:lnTo>
                    <a:lnTo>
                      <a:pt x="3762375" y="776884"/>
                    </a:lnTo>
                    <a:lnTo>
                      <a:pt x="3762375" y="779513"/>
                    </a:lnTo>
                    <a:lnTo>
                      <a:pt x="3762845" y="780630"/>
                    </a:lnTo>
                    <a:lnTo>
                      <a:pt x="3764711" y="782497"/>
                    </a:lnTo>
                    <a:lnTo>
                      <a:pt x="3765829" y="782955"/>
                    </a:lnTo>
                    <a:lnTo>
                      <a:pt x="3768458" y="782955"/>
                    </a:lnTo>
                    <a:lnTo>
                      <a:pt x="3769576" y="782497"/>
                    </a:lnTo>
                    <a:lnTo>
                      <a:pt x="3771442" y="780630"/>
                    </a:lnTo>
                    <a:lnTo>
                      <a:pt x="3771900" y="779513"/>
                    </a:lnTo>
                    <a:lnTo>
                      <a:pt x="3771900" y="776884"/>
                    </a:lnTo>
                    <a:close/>
                  </a:path>
                  <a:path w="5153025" h="3103245">
                    <a:moveTo>
                      <a:pt x="3771900" y="3454"/>
                    </a:moveTo>
                    <a:lnTo>
                      <a:pt x="3771442" y="2336"/>
                    </a:lnTo>
                    <a:lnTo>
                      <a:pt x="3769576" y="469"/>
                    </a:lnTo>
                    <a:lnTo>
                      <a:pt x="3768458" y="0"/>
                    </a:lnTo>
                    <a:lnTo>
                      <a:pt x="3765829" y="0"/>
                    </a:lnTo>
                    <a:lnTo>
                      <a:pt x="3764711" y="469"/>
                    </a:lnTo>
                    <a:lnTo>
                      <a:pt x="3762845" y="2336"/>
                    </a:lnTo>
                    <a:lnTo>
                      <a:pt x="3762375" y="3454"/>
                    </a:lnTo>
                    <a:lnTo>
                      <a:pt x="3762375" y="6083"/>
                    </a:lnTo>
                    <a:lnTo>
                      <a:pt x="3762845" y="7200"/>
                    </a:lnTo>
                    <a:lnTo>
                      <a:pt x="3764711" y="9067"/>
                    </a:lnTo>
                    <a:lnTo>
                      <a:pt x="3765829" y="9525"/>
                    </a:lnTo>
                    <a:lnTo>
                      <a:pt x="3768458" y="9525"/>
                    </a:lnTo>
                    <a:lnTo>
                      <a:pt x="3769576" y="9067"/>
                    </a:lnTo>
                    <a:lnTo>
                      <a:pt x="3771442" y="7200"/>
                    </a:lnTo>
                    <a:lnTo>
                      <a:pt x="3771900" y="6083"/>
                    </a:lnTo>
                    <a:lnTo>
                      <a:pt x="3771900" y="3454"/>
                    </a:lnTo>
                    <a:close/>
                  </a:path>
                  <a:path w="5153025" h="3103245">
                    <a:moveTo>
                      <a:pt x="3819525" y="3097174"/>
                    </a:moveTo>
                    <a:lnTo>
                      <a:pt x="3819067" y="3096056"/>
                    </a:lnTo>
                    <a:lnTo>
                      <a:pt x="3817201" y="3094190"/>
                    </a:lnTo>
                    <a:lnTo>
                      <a:pt x="3816083" y="3093720"/>
                    </a:lnTo>
                    <a:lnTo>
                      <a:pt x="3813454" y="3093720"/>
                    </a:lnTo>
                    <a:lnTo>
                      <a:pt x="3812336" y="3094190"/>
                    </a:lnTo>
                    <a:lnTo>
                      <a:pt x="3810470" y="3096056"/>
                    </a:lnTo>
                    <a:lnTo>
                      <a:pt x="3810000" y="3097174"/>
                    </a:lnTo>
                    <a:lnTo>
                      <a:pt x="3810000" y="3099803"/>
                    </a:lnTo>
                    <a:lnTo>
                      <a:pt x="3810470" y="3100921"/>
                    </a:lnTo>
                    <a:lnTo>
                      <a:pt x="3812336" y="3102787"/>
                    </a:lnTo>
                    <a:lnTo>
                      <a:pt x="3813454" y="3103245"/>
                    </a:lnTo>
                    <a:lnTo>
                      <a:pt x="3816083" y="3103245"/>
                    </a:lnTo>
                    <a:lnTo>
                      <a:pt x="3817201" y="3102787"/>
                    </a:lnTo>
                    <a:lnTo>
                      <a:pt x="3819067" y="3100921"/>
                    </a:lnTo>
                    <a:lnTo>
                      <a:pt x="3819525" y="3099803"/>
                    </a:lnTo>
                    <a:lnTo>
                      <a:pt x="3819525" y="3097174"/>
                    </a:lnTo>
                    <a:close/>
                  </a:path>
                  <a:path w="5153025" h="3103245">
                    <a:moveTo>
                      <a:pt x="3819525" y="2323744"/>
                    </a:moveTo>
                    <a:lnTo>
                      <a:pt x="3819067" y="2322626"/>
                    </a:lnTo>
                    <a:lnTo>
                      <a:pt x="3817201" y="2320760"/>
                    </a:lnTo>
                    <a:lnTo>
                      <a:pt x="3816083" y="2320290"/>
                    </a:lnTo>
                    <a:lnTo>
                      <a:pt x="3813454" y="2320290"/>
                    </a:lnTo>
                    <a:lnTo>
                      <a:pt x="3812336" y="2320760"/>
                    </a:lnTo>
                    <a:lnTo>
                      <a:pt x="3810470" y="2322626"/>
                    </a:lnTo>
                    <a:lnTo>
                      <a:pt x="3810000" y="2323744"/>
                    </a:lnTo>
                    <a:lnTo>
                      <a:pt x="3810000" y="2326373"/>
                    </a:lnTo>
                    <a:lnTo>
                      <a:pt x="3810470" y="2327491"/>
                    </a:lnTo>
                    <a:lnTo>
                      <a:pt x="3812336" y="2329357"/>
                    </a:lnTo>
                    <a:lnTo>
                      <a:pt x="3813454" y="2329815"/>
                    </a:lnTo>
                    <a:lnTo>
                      <a:pt x="3816083" y="2329815"/>
                    </a:lnTo>
                    <a:lnTo>
                      <a:pt x="3817201" y="2329357"/>
                    </a:lnTo>
                    <a:lnTo>
                      <a:pt x="3819067" y="2327491"/>
                    </a:lnTo>
                    <a:lnTo>
                      <a:pt x="3819525" y="2326373"/>
                    </a:lnTo>
                    <a:lnTo>
                      <a:pt x="3819525" y="2323744"/>
                    </a:lnTo>
                    <a:close/>
                  </a:path>
                  <a:path w="5153025" h="3103245">
                    <a:moveTo>
                      <a:pt x="3819525" y="1550314"/>
                    </a:moveTo>
                    <a:lnTo>
                      <a:pt x="3819067" y="1549196"/>
                    </a:lnTo>
                    <a:lnTo>
                      <a:pt x="3817201" y="1547329"/>
                    </a:lnTo>
                    <a:lnTo>
                      <a:pt x="3816083" y="1546860"/>
                    </a:lnTo>
                    <a:lnTo>
                      <a:pt x="3813454" y="1546860"/>
                    </a:lnTo>
                    <a:lnTo>
                      <a:pt x="3812336" y="1547329"/>
                    </a:lnTo>
                    <a:lnTo>
                      <a:pt x="3810470" y="1549196"/>
                    </a:lnTo>
                    <a:lnTo>
                      <a:pt x="3810000" y="1550314"/>
                    </a:lnTo>
                    <a:lnTo>
                      <a:pt x="3810000" y="1552943"/>
                    </a:lnTo>
                    <a:lnTo>
                      <a:pt x="3810470" y="1554060"/>
                    </a:lnTo>
                    <a:lnTo>
                      <a:pt x="3812336" y="1555927"/>
                    </a:lnTo>
                    <a:lnTo>
                      <a:pt x="3813454" y="1556385"/>
                    </a:lnTo>
                    <a:lnTo>
                      <a:pt x="3816083" y="1556385"/>
                    </a:lnTo>
                    <a:lnTo>
                      <a:pt x="3817201" y="1555927"/>
                    </a:lnTo>
                    <a:lnTo>
                      <a:pt x="3819067" y="1554060"/>
                    </a:lnTo>
                    <a:lnTo>
                      <a:pt x="3819525" y="1552943"/>
                    </a:lnTo>
                    <a:lnTo>
                      <a:pt x="3819525" y="1550314"/>
                    </a:lnTo>
                    <a:close/>
                  </a:path>
                  <a:path w="5153025" h="3103245">
                    <a:moveTo>
                      <a:pt x="3819525" y="776884"/>
                    </a:moveTo>
                    <a:lnTo>
                      <a:pt x="3819067" y="775766"/>
                    </a:lnTo>
                    <a:lnTo>
                      <a:pt x="3817201" y="773899"/>
                    </a:lnTo>
                    <a:lnTo>
                      <a:pt x="3816083" y="773430"/>
                    </a:lnTo>
                    <a:lnTo>
                      <a:pt x="3813454" y="773430"/>
                    </a:lnTo>
                    <a:lnTo>
                      <a:pt x="3812336" y="773899"/>
                    </a:lnTo>
                    <a:lnTo>
                      <a:pt x="3810470" y="775766"/>
                    </a:lnTo>
                    <a:lnTo>
                      <a:pt x="3810000" y="776884"/>
                    </a:lnTo>
                    <a:lnTo>
                      <a:pt x="3810000" y="779513"/>
                    </a:lnTo>
                    <a:lnTo>
                      <a:pt x="3810470" y="780630"/>
                    </a:lnTo>
                    <a:lnTo>
                      <a:pt x="3812336" y="782497"/>
                    </a:lnTo>
                    <a:lnTo>
                      <a:pt x="3813454" y="782955"/>
                    </a:lnTo>
                    <a:lnTo>
                      <a:pt x="3816083" y="782955"/>
                    </a:lnTo>
                    <a:lnTo>
                      <a:pt x="3817201" y="782497"/>
                    </a:lnTo>
                    <a:lnTo>
                      <a:pt x="3819067" y="780630"/>
                    </a:lnTo>
                    <a:lnTo>
                      <a:pt x="3819525" y="779513"/>
                    </a:lnTo>
                    <a:lnTo>
                      <a:pt x="3819525" y="776884"/>
                    </a:lnTo>
                    <a:close/>
                  </a:path>
                  <a:path w="5153025" h="3103245">
                    <a:moveTo>
                      <a:pt x="3819525" y="3454"/>
                    </a:moveTo>
                    <a:lnTo>
                      <a:pt x="3819067" y="2336"/>
                    </a:lnTo>
                    <a:lnTo>
                      <a:pt x="3817201" y="469"/>
                    </a:lnTo>
                    <a:lnTo>
                      <a:pt x="3816083" y="0"/>
                    </a:lnTo>
                    <a:lnTo>
                      <a:pt x="3813454" y="0"/>
                    </a:lnTo>
                    <a:lnTo>
                      <a:pt x="3812336" y="469"/>
                    </a:lnTo>
                    <a:lnTo>
                      <a:pt x="3810470" y="2336"/>
                    </a:lnTo>
                    <a:lnTo>
                      <a:pt x="3810000" y="3454"/>
                    </a:lnTo>
                    <a:lnTo>
                      <a:pt x="3810000" y="6083"/>
                    </a:lnTo>
                    <a:lnTo>
                      <a:pt x="3810470" y="7200"/>
                    </a:lnTo>
                    <a:lnTo>
                      <a:pt x="3812336" y="9067"/>
                    </a:lnTo>
                    <a:lnTo>
                      <a:pt x="3813454" y="9525"/>
                    </a:lnTo>
                    <a:lnTo>
                      <a:pt x="3816083" y="9525"/>
                    </a:lnTo>
                    <a:lnTo>
                      <a:pt x="3817201" y="9067"/>
                    </a:lnTo>
                    <a:lnTo>
                      <a:pt x="3819067" y="7200"/>
                    </a:lnTo>
                    <a:lnTo>
                      <a:pt x="3819525" y="6083"/>
                    </a:lnTo>
                    <a:lnTo>
                      <a:pt x="3819525" y="3454"/>
                    </a:lnTo>
                    <a:close/>
                  </a:path>
                  <a:path w="5153025" h="3103245">
                    <a:moveTo>
                      <a:pt x="3867150" y="3097174"/>
                    </a:moveTo>
                    <a:lnTo>
                      <a:pt x="3866692" y="3096056"/>
                    </a:lnTo>
                    <a:lnTo>
                      <a:pt x="3864826" y="3094190"/>
                    </a:lnTo>
                    <a:lnTo>
                      <a:pt x="3863708" y="3093720"/>
                    </a:lnTo>
                    <a:lnTo>
                      <a:pt x="3861079" y="3093720"/>
                    </a:lnTo>
                    <a:lnTo>
                      <a:pt x="3859949" y="3094190"/>
                    </a:lnTo>
                    <a:lnTo>
                      <a:pt x="3858095" y="3096056"/>
                    </a:lnTo>
                    <a:lnTo>
                      <a:pt x="3857625" y="3097174"/>
                    </a:lnTo>
                    <a:lnTo>
                      <a:pt x="3857625" y="3099803"/>
                    </a:lnTo>
                    <a:lnTo>
                      <a:pt x="3858095" y="3100921"/>
                    </a:lnTo>
                    <a:lnTo>
                      <a:pt x="3859949" y="3102787"/>
                    </a:lnTo>
                    <a:lnTo>
                      <a:pt x="3861079" y="3103245"/>
                    </a:lnTo>
                    <a:lnTo>
                      <a:pt x="3863708" y="3103245"/>
                    </a:lnTo>
                    <a:lnTo>
                      <a:pt x="3864826" y="3102787"/>
                    </a:lnTo>
                    <a:lnTo>
                      <a:pt x="3866692" y="3100921"/>
                    </a:lnTo>
                    <a:lnTo>
                      <a:pt x="3867150" y="3099803"/>
                    </a:lnTo>
                    <a:lnTo>
                      <a:pt x="3867150" y="3097174"/>
                    </a:lnTo>
                    <a:close/>
                  </a:path>
                  <a:path w="5153025" h="3103245">
                    <a:moveTo>
                      <a:pt x="3867150" y="2323744"/>
                    </a:moveTo>
                    <a:lnTo>
                      <a:pt x="3866692" y="2322626"/>
                    </a:lnTo>
                    <a:lnTo>
                      <a:pt x="3864826" y="2320760"/>
                    </a:lnTo>
                    <a:lnTo>
                      <a:pt x="3863708" y="2320290"/>
                    </a:lnTo>
                    <a:lnTo>
                      <a:pt x="3861079" y="2320290"/>
                    </a:lnTo>
                    <a:lnTo>
                      <a:pt x="3859949" y="2320760"/>
                    </a:lnTo>
                    <a:lnTo>
                      <a:pt x="3858095" y="2322626"/>
                    </a:lnTo>
                    <a:lnTo>
                      <a:pt x="3857625" y="2323744"/>
                    </a:lnTo>
                    <a:lnTo>
                      <a:pt x="3857625" y="2326373"/>
                    </a:lnTo>
                    <a:lnTo>
                      <a:pt x="3858095" y="2327491"/>
                    </a:lnTo>
                    <a:lnTo>
                      <a:pt x="3859949" y="2329357"/>
                    </a:lnTo>
                    <a:lnTo>
                      <a:pt x="3861079" y="2329815"/>
                    </a:lnTo>
                    <a:lnTo>
                      <a:pt x="3863708" y="2329815"/>
                    </a:lnTo>
                    <a:lnTo>
                      <a:pt x="3864826" y="2329357"/>
                    </a:lnTo>
                    <a:lnTo>
                      <a:pt x="3866692" y="2327491"/>
                    </a:lnTo>
                    <a:lnTo>
                      <a:pt x="3867150" y="2326373"/>
                    </a:lnTo>
                    <a:lnTo>
                      <a:pt x="3867150" y="2323744"/>
                    </a:lnTo>
                    <a:close/>
                  </a:path>
                  <a:path w="5153025" h="3103245">
                    <a:moveTo>
                      <a:pt x="3867150" y="1550314"/>
                    </a:moveTo>
                    <a:lnTo>
                      <a:pt x="3866692" y="1549196"/>
                    </a:lnTo>
                    <a:lnTo>
                      <a:pt x="3864826" y="1547329"/>
                    </a:lnTo>
                    <a:lnTo>
                      <a:pt x="3863708" y="1546860"/>
                    </a:lnTo>
                    <a:lnTo>
                      <a:pt x="3861079" y="1546860"/>
                    </a:lnTo>
                    <a:lnTo>
                      <a:pt x="3859949" y="1547329"/>
                    </a:lnTo>
                    <a:lnTo>
                      <a:pt x="3858095" y="1549196"/>
                    </a:lnTo>
                    <a:lnTo>
                      <a:pt x="3857625" y="1550314"/>
                    </a:lnTo>
                    <a:lnTo>
                      <a:pt x="3857625" y="1552943"/>
                    </a:lnTo>
                    <a:lnTo>
                      <a:pt x="3858095" y="1554060"/>
                    </a:lnTo>
                    <a:lnTo>
                      <a:pt x="3859949" y="1555927"/>
                    </a:lnTo>
                    <a:lnTo>
                      <a:pt x="3861079" y="1556385"/>
                    </a:lnTo>
                    <a:lnTo>
                      <a:pt x="3863708" y="1556385"/>
                    </a:lnTo>
                    <a:lnTo>
                      <a:pt x="3864826" y="1555927"/>
                    </a:lnTo>
                    <a:lnTo>
                      <a:pt x="3866692" y="1554060"/>
                    </a:lnTo>
                    <a:lnTo>
                      <a:pt x="3867150" y="1552943"/>
                    </a:lnTo>
                    <a:lnTo>
                      <a:pt x="3867150" y="1550314"/>
                    </a:lnTo>
                    <a:close/>
                  </a:path>
                  <a:path w="5153025" h="3103245">
                    <a:moveTo>
                      <a:pt x="3867150" y="776884"/>
                    </a:moveTo>
                    <a:lnTo>
                      <a:pt x="3866692" y="775766"/>
                    </a:lnTo>
                    <a:lnTo>
                      <a:pt x="3864826" y="773899"/>
                    </a:lnTo>
                    <a:lnTo>
                      <a:pt x="3863708" y="773430"/>
                    </a:lnTo>
                    <a:lnTo>
                      <a:pt x="3861079" y="773430"/>
                    </a:lnTo>
                    <a:lnTo>
                      <a:pt x="3859949" y="773899"/>
                    </a:lnTo>
                    <a:lnTo>
                      <a:pt x="3858095" y="775766"/>
                    </a:lnTo>
                    <a:lnTo>
                      <a:pt x="3857625" y="776884"/>
                    </a:lnTo>
                    <a:lnTo>
                      <a:pt x="3857625" y="779513"/>
                    </a:lnTo>
                    <a:lnTo>
                      <a:pt x="3858095" y="780630"/>
                    </a:lnTo>
                    <a:lnTo>
                      <a:pt x="3859949" y="782497"/>
                    </a:lnTo>
                    <a:lnTo>
                      <a:pt x="3861079" y="782955"/>
                    </a:lnTo>
                    <a:lnTo>
                      <a:pt x="3863708" y="782955"/>
                    </a:lnTo>
                    <a:lnTo>
                      <a:pt x="3864826" y="782497"/>
                    </a:lnTo>
                    <a:lnTo>
                      <a:pt x="3866692" y="780630"/>
                    </a:lnTo>
                    <a:lnTo>
                      <a:pt x="3867150" y="779513"/>
                    </a:lnTo>
                    <a:lnTo>
                      <a:pt x="3867150" y="776884"/>
                    </a:lnTo>
                    <a:close/>
                  </a:path>
                  <a:path w="5153025" h="3103245">
                    <a:moveTo>
                      <a:pt x="3867150" y="3454"/>
                    </a:moveTo>
                    <a:lnTo>
                      <a:pt x="3866692" y="2336"/>
                    </a:lnTo>
                    <a:lnTo>
                      <a:pt x="3864826" y="469"/>
                    </a:lnTo>
                    <a:lnTo>
                      <a:pt x="3863708" y="0"/>
                    </a:lnTo>
                    <a:lnTo>
                      <a:pt x="3861079" y="0"/>
                    </a:lnTo>
                    <a:lnTo>
                      <a:pt x="3859949" y="469"/>
                    </a:lnTo>
                    <a:lnTo>
                      <a:pt x="3858095" y="2336"/>
                    </a:lnTo>
                    <a:lnTo>
                      <a:pt x="3857625" y="3454"/>
                    </a:lnTo>
                    <a:lnTo>
                      <a:pt x="3857625" y="6083"/>
                    </a:lnTo>
                    <a:lnTo>
                      <a:pt x="3858095" y="7200"/>
                    </a:lnTo>
                    <a:lnTo>
                      <a:pt x="3859949" y="9067"/>
                    </a:lnTo>
                    <a:lnTo>
                      <a:pt x="3861079" y="9525"/>
                    </a:lnTo>
                    <a:lnTo>
                      <a:pt x="3863708" y="9525"/>
                    </a:lnTo>
                    <a:lnTo>
                      <a:pt x="3864826" y="9067"/>
                    </a:lnTo>
                    <a:lnTo>
                      <a:pt x="3866692" y="7200"/>
                    </a:lnTo>
                    <a:lnTo>
                      <a:pt x="3867150" y="6083"/>
                    </a:lnTo>
                    <a:lnTo>
                      <a:pt x="3867150" y="3454"/>
                    </a:lnTo>
                    <a:close/>
                  </a:path>
                  <a:path w="5153025" h="3103245">
                    <a:moveTo>
                      <a:pt x="3914775" y="3097174"/>
                    </a:moveTo>
                    <a:lnTo>
                      <a:pt x="3914317" y="3096056"/>
                    </a:lnTo>
                    <a:lnTo>
                      <a:pt x="3912451" y="3094190"/>
                    </a:lnTo>
                    <a:lnTo>
                      <a:pt x="3911333" y="3093720"/>
                    </a:lnTo>
                    <a:lnTo>
                      <a:pt x="3908704" y="3093720"/>
                    </a:lnTo>
                    <a:lnTo>
                      <a:pt x="3907574" y="3094190"/>
                    </a:lnTo>
                    <a:lnTo>
                      <a:pt x="3905720" y="3096056"/>
                    </a:lnTo>
                    <a:lnTo>
                      <a:pt x="3905250" y="3097174"/>
                    </a:lnTo>
                    <a:lnTo>
                      <a:pt x="3905250" y="3099803"/>
                    </a:lnTo>
                    <a:lnTo>
                      <a:pt x="3905720" y="3100921"/>
                    </a:lnTo>
                    <a:lnTo>
                      <a:pt x="3907574" y="3102787"/>
                    </a:lnTo>
                    <a:lnTo>
                      <a:pt x="3908704" y="3103245"/>
                    </a:lnTo>
                    <a:lnTo>
                      <a:pt x="3911333" y="3103245"/>
                    </a:lnTo>
                    <a:lnTo>
                      <a:pt x="3912451" y="3102787"/>
                    </a:lnTo>
                    <a:lnTo>
                      <a:pt x="3914317" y="3100921"/>
                    </a:lnTo>
                    <a:lnTo>
                      <a:pt x="3914775" y="3099803"/>
                    </a:lnTo>
                    <a:lnTo>
                      <a:pt x="3914775" y="3097174"/>
                    </a:lnTo>
                    <a:close/>
                  </a:path>
                  <a:path w="5153025" h="3103245">
                    <a:moveTo>
                      <a:pt x="3914775" y="2323744"/>
                    </a:moveTo>
                    <a:lnTo>
                      <a:pt x="3914317" y="2322626"/>
                    </a:lnTo>
                    <a:lnTo>
                      <a:pt x="3912451" y="2320760"/>
                    </a:lnTo>
                    <a:lnTo>
                      <a:pt x="3911333" y="2320290"/>
                    </a:lnTo>
                    <a:lnTo>
                      <a:pt x="3908704" y="2320290"/>
                    </a:lnTo>
                    <a:lnTo>
                      <a:pt x="3907574" y="2320760"/>
                    </a:lnTo>
                    <a:lnTo>
                      <a:pt x="3905720" y="2322626"/>
                    </a:lnTo>
                    <a:lnTo>
                      <a:pt x="3905250" y="2323744"/>
                    </a:lnTo>
                    <a:lnTo>
                      <a:pt x="3905250" y="2326373"/>
                    </a:lnTo>
                    <a:lnTo>
                      <a:pt x="3905720" y="2327491"/>
                    </a:lnTo>
                    <a:lnTo>
                      <a:pt x="3907574" y="2329357"/>
                    </a:lnTo>
                    <a:lnTo>
                      <a:pt x="3908704" y="2329815"/>
                    </a:lnTo>
                    <a:lnTo>
                      <a:pt x="3911333" y="2329815"/>
                    </a:lnTo>
                    <a:lnTo>
                      <a:pt x="3912451" y="2329357"/>
                    </a:lnTo>
                    <a:lnTo>
                      <a:pt x="3914317" y="2327491"/>
                    </a:lnTo>
                    <a:lnTo>
                      <a:pt x="3914775" y="2326373"/>
                    </a:lnTo>
                    <a:lnTo>
                      <a:pt x="3914775" y="2323744"/>
                    </a:lnTo>
                    <a:close/>
                  </a:path>
                  <a:path w="5153025" h="3103245">
                    <a:moveTo>
                      <a:pt x="3914775" y="1550314"/>
                    </a:moveTo>
                    <a:lnTo>
                      <a:pt x="3914317" y="1549196"/>
                    </a:lnTo>
                    <a:lnTo>
                      <a:pt x="3912451" y="1547329"/>
                    </a:lnTo>
                    <a:lnTo>
                      <a:pt x="3911333" y="1546860"/>
                    </a:lnTo>
                    <a:lnTo>
                      <a:pt x="3908704" y="1546860"/>
                    </a:lnTo>
                    <a:lnTo>
                      <a:pt x="3907574" y="1547329"/>
                    </a:lnTo>
                    <a:lnTo>
                      <a:pt x="3905720" y="1549196"/>
                    </a:lnTo>
                    <a:lnTo>
                      <a:pt x="3905250" y="1550314"/>
                    </a:lnTo>
                    <a:lnTo>
                      <a:pt x="3905250" y="1552943"/>
                    </a:lnTo>
                    <a:lnTo>
                      <a:pt x="3905720" y="1554060"/>
                    </a:lnTo>
                    <a:lnTo>
                      <a:pt x="3907574" y="1555927"/>
                    </a:lnTo>
                    <a:lnTo>
                      <a:pt x="3908704" y="1556385"/>
                    </a:lnTo>
                    <a:lnTo>
                      <a:pt x="3911333" y="1556385"/>
                    </a:lnTo>
                    <a:lnTo>
                      <a:pt x="3912451" y="1555927"/>
                    </a:lnTo>
                    <a:lnTo>
                      <a:pt x="3914317" y="1554060"/>
                    </a:lnTo>
                    <a:lnTo>
                      <a:pt x="3914775" y="1552943"/>
                    </a:lnTo>
                    <a:lnTo>
                      <a:pt x="3914775" y="1550314"/>
                    </a:lnTo>
                    <a:close/>
                  </a:path>
                  <a:path w="5153025" h="3103245">
                    <a:moveTo>
                      <a:pt x="3914775" y="776884"/>
                    </a:moveTo>
                    <a:lnTo>
                      <a:pt x="3914317" y="775766"/>
                    </a:lnTo>
                    <a:lnTo>
                      <a:pt x="3912451" y="773899"/>
                    </a:lnTo>
                    <a:lnTo>
                      <a:pt x="3911333" y="773430"/>
                    </a:lnTo>
                    <a:lnTo>
                      <a:pt x="3908704" y="773430"/>
                    </a:lnTo>
                    <a:lnTo>
                      <a:pt x="3907574" y="773899"/>
                    </a:lnTo>
                    <a:lnTo>
                      <a:pt x="3905720" y="775766"/>
                    </a:lnTo>
                    <a:lnTo>
                      <a:pt x="3905250" y="776884"/>
                    </a:lnTo>
                    <a:lnTo>
                      <a:pt x="3905250" y="779513"/>
                    </a:lnTo>
                    <a:lnTo>
                      <a:pt x="3905720" y="780630"/>
                    </a:lnTo>
                    <a:lnTo>
                      <a:pt x="3907574" y="782497"/>
                    </a:lnTo>
                    <a:lnTo>
                      <a:pt x="3908704" y="782955"/>
                    </a:lnTo>
                    <a:lnTo>
                      <a:pt x="3911333" y="782955"/>
                    </a:lnTo>
                    <a:lnTo>
                      <a:pt x="3912451" y="782497"/>
                    </a:lnTo>
                    <a:lnTo>
                      <a:pt x="3914317" y="780630"/>
                    </a:lnTo>
                    <a:lnTo>
                      <a:pt x="3914775" y="779513"/>
                    </a:lnTo>
                    <a:lnTo>
                      <a:pt x="3914775" y="776884"/>
                    </a:lnTo>
                    <a:close/>
                  </a:path>
                  <a:path w="5153025" h="3103245">
                    <a:moveTo>
                      <a:pt x="3914775" y="3454"/>
                    </a:moveTo>
                    <a:lnTo>
                      <a:pt x="3914317" y="2336"/>
                    </a:lnTo>
                    <a:lnTo>
                      <a:pt x="3912451" y="469"/>
                    </a:lnTo>
                    <a:lnTo>
                      <a:pt x="3911333" y="0"/>
                    </a:lnTo>
                    <a:lnTo>
                      <a:pt x="3908704" y="0"/>
                    </a:lnTo>
                    <a:lnTo>
                      <a:pt x="3907574" y="469"/>
                    </a:lnTo>
                    <a:lnTo>
                      <a:pt x="3905720" y="2336"/>
                    </a:lnTo>
                    <a:lnTo>
                      <a:pt x="3905250" y="3454"/>
                    </a:lnTo>
                    <a:lnTo>
                      <a:pt x="3905250" y="6083"/>
                    </a:lnTo>
                    <a:lnTo>
                      <a:pt x="3905720" y="7200"/>
                    </a:lnTo>
                    <a:lnTo>
                      <a:pt x="3907574" y="9067"/>
                    </a:lnTo>
                    <a:lnTo>
                      <a:pt x="3908704" y="9525"/>
                    </a:lnTo>
                    <a:lnTo>
                      <a:pt x="3911333" y="9525"/>
                    </a:lnTo>
                    <a:lnTo>
                      <a:pt x="3912451" y="9067"/>
                    </a:lnTo>
                    <a:lnTo>
                      <a:pt x="3914317" y="7200"/>
                    </a:lnTo>
                    <a:lnTo>
                      <a:pt x="3914775" y="6083"/>
                    </a:lnTo>
                    <a:lnTo>
                      <a:pt x="3914775" y="3454"/>
                    </a:lnTo>
                    <a:close/>
                  </a:path>
                  <a:path w="5153025" h="3103245">
                    <a:moveTo>
                      <a:pt x="3962400" y="3097174"/>
                    </a:moveTo>
                    <a:lnTo>
                      <a:pt x="3961942" y="3096056"/>
                    </a:lnTo>
                    <a:lnTo>
                      <a:pt x="3960076" y="3094190"/>
                    </a:lnTo>
                    <a:lnTo>
                      <a:pt x="3958958" y="3093720"/>
                    </a:lnTo>
                    <a:lnTo>
                      <a:pt x="3956329" y="3093720"/>
                    </a:lnTo>
                    <a:lnTo>
                      <a:pt x="3955211" y="3094190"/>
                    </a:lnTo>
                    <a:lnTo>
                      <a:pt x="3953345" y="3096056"/>
                    </a:lnTo>
                    <a:lnTo>
                      <a:pt x="3952875" y="3097174"/>
                    </a:lnTo>
                    <a:lnTo>
                      <a:pt x="3952875" y="3099803"/>
                    </a:lnTo>
                    <a:lnTo>
                      <a:pt x="3953345" y="3100921"/>
                    </a:lnTo>
                    <a:lnTo>
                      <a:pt x="3955211" y="3102787"/>
                    </a:lnTo>
                    <a:lnTo>
                      <a:pt x="3956329" y="3103245"/>
                    </a:lnTo>
                    <a:lnTo>
                      <a:pt x="3958958" y="3103245"/>
                    </a:lnTo>
                    <a:lnTo>
                      <a:pt x="3960076" y="3102787"/>
                    </a:lnTo>
                    <a:lnTo>
                      <a:pt x="3961942" y="3100921"/>
                    </a:lnTo>
                    <a:lnTo>
                      <a:pt x="3962400" y="3099803"/>
                    </a:lnTo>
                    <a:lnTo>
                      <a:pt x="3962400" y="3097174"/>
                    </a:lnTo>
                    <a:close/>
                  </a:path>
                  <a:path w="5153025" h="3103245">
                    <a:moveTo>
                      <a:pt x="3962400" y="2323744"/>
                    </a:moveTo>
                    <a:lnTo>
                      <a:pt x="3961942" y="2322626"/>
                    </a:lnTo>
                    <a:lnTo>
                      <a:pt x="3960076" y="2320760"/>
                    </a:lnTo>
                    <a:lnTo>
                      <a:pt x="3958958" y="2320290"/>
                    </a:lnTo>
                    <a:lnTo>
                      <a:pt x="3956329" y="2320290"/>
                    </a:lnTo>
                    <a:lnTo>
                      <a:pt x="3955211" y="2320760"/>
                    </a:lnTo>
                    <a:lnTo>
                      <a:pt x="3953345" y="2322626"/>
                    </a:lnTo>
                    <a:lnTo>
                      <a:pt x="3952875" y="2323744"/>
                    </a:lnTo>
                    <a:lnTo>
                      <a:pt x="3952875" y="2326373"/>
                    </a:lnTo>
                    <a:lnTo>
                      <a:pt x="3953345" y="2327491"/>
                    </a:lnTo>
                    <a:lnTo>
                      <a:pt x="3955211" y="2329357"/>
                    </a:lnTo>
                    <a:lnTo>
                      <a:pt x="3956329" y="2329815"/>
                    </a:lnTo>
                    <a:lnTo>
                      <a:pt x="3958958" y="2329815"/>
                    </a:lnTo>
                    <a:lnTo>
                      <a:pt x="3960076" y="2329357"/>
                    </a:lnTo>
                    <a:lnTo>
                      <a:pt x="3961942" y="2327491"/>
                    </a:lnTo>
                    <a:lnTo>
                      <a:pt x="3962400" y="2326373"/>
                    </a:lnTo>
                    <a:lnTo>
                      <a:pt x="3962400" y="2323744"/>
                    </a:lnTo>
                    <a:close/>
                  </a:path>
                  <a:path w="5153025" h="3103245">
                    <a:moveTo>
                      <a:pt x="3962400" y="1550314"/>
                    </a:moveTo>
                    <a:lnTo>
                      <a:pt x="3961942" y="1549196"/>
                    </a:lnTo>
                    <a:lnTo>
                      <a:pt x="3960076" y="1547329"/>
                    </a:lnTo>
                    <a:lnTo>
                      <a:pt x="3958958" y="1546860"/>
                    </a:lnTo>
                    <a:lnTo>
                      <a:pt x="3956329" y="1546860"/>
                    </a:lnTo>
                    <a:lnTo>
                      <a:pt x="3955211" y="1547329"/>
                    </a:lnTo>
                    <a:lnTo>
                      <a:pt x="3953345" y="1549196"/>
                    </a:lnTo>
                    <a:lnTo>
                      <a:pt x="3952875" y="1550314"/>
                    </a:lnTo>
                    <a:lnTo>
                      <a:pt x="3952875" y="1552943"/>
                    </a:lnTo>
                    <a:lnTo>
                      <a:pt x="3953345" y="1554060"/>
                    </a:lnTo>
                    <a:lnTo>
                      <a:pt x="3955211" y="1555927"/>
                    </a:lnTo>
                    <a:lnTo>
                      <a:pt x="3956329" y="1556385"/>
                    </a:lnTo>
                    <a:lnTo>
                      <a:pt x="3958958" y="1556385"/>
                    </a:lnTo>
                    <a:lnTo>
                      <a:pt x="3960076" y="1555927"/>
                    </a:lnTo>
                    <a:lnTo>
                      <a:pt x="3961942" y="1554060"/>
                    </a:lnTo>
                    <a:lnTo>
                      <a:pt x="3962400" y="1552943"/>
                    </a:lnTo>
                    <a:lnTo>
                      <a:pt x="3962400" y="1550314"/>
                    </a:lnTo>
                    <a:close/>
                  </a:path>
                  <a:path w="5153025" h="3103245">
                    <a:moveTo>
                      <a:pt x="3962400" y="776884"/>
                    </a:moveTo>
                    <a:lnTo>
                      <a:pt x="3961942" y="775766"/>
                    </a:lnTo>
                    <a:lnTo>
                      <a:pt x="3960076" y="773899"/>
                    </a:lnTo>
                    <a:lnTo>
                      <a:pt x="3958958" y="773430"/>
                    </a:lnTo>
                    <a:lnTo>
                      <a:pt x="3956329" y="773430"/>
                    </a:lnTo>
                    <a:lnTo>
                      <a:pt x="3955211" y="773899"/>
                    </a:lnTo>
                    <a:lnTo>
                      <a:pt x="3953345" y="775766"/>
                    </a:lnTo>
                    <a:lnTo>
                      <a:pt x="3952875" y="776884"/>
                    </a:lnTo>
                    <a:lnTo>
                      <a:pt x="3952875" y="779513"/>
                    </a:lnTo>
                    <a:lnTo>
                      <a:pt x="3953345" y="780630"/>
                    </a:lnTo>
                    <a:lnTo>
                      <a:pt x="3955211" y="782497"/>
                    </a:lnTo>
                    <a:lnTo>
                      <a:pt x="3956329" y="782955"/>
                    </a:lnTo>
                    <a:lnTo>
                      <a:pt x="3958958" y="782955"/>
                    </a:lnTo>
                    <a:lnTo>
                      <a:pt x="3960076" y="782497"/>
                    </a:lnTo>
                    <a:lnTo>
                      <a:pt x="3961942" y="780630"/>
                    </a:lnTo>
                    <a:lnTo>
                      <a:pt x="3962400" y="779513"/>
                    </a:lnTo>
                    <a:lnTo>
                      <a:pt x="3962400" y="776884"/>
                    </a:lnTo>
                    <a:close/>
                  </a:path>
                  <a:path w="5153025" h="3103245">
                    <a:moveTo>
                      <a:pt x="3962400" y="3454"/>
                    </a:moveTo>
                    <a:lnTo>
                      <a:pt x="3961942" y="2336"/>
                    </a:lnTo>
                    <a:lnTo>
                      <a:pt x="3960076" y="469"/>
                    </a:lnTo>
                    <a:lnTo>
                      <a:pt x="3958958" y="0"/>
                    </a:lnTo>
                    <a:lnTo>
                      <a:pt x="3956329" y="0"/>
                    </a:lnTo>
                    <a:lnTo>
                      <a:pt x="3955211" y="469"/>
                    </a:lnTo>
                    <a:lnTo>
                      <a:pt x="3953345" y="2336"/>
                    </a:lnTo>
                    <a:lnTo>
                      <a:pt x="3952875" y="3454"/>
                    </a:lnTo>
                    <a:lnTo>
                      <a:pt x="3952875" y="6083"/>
                    </a:lnTo>
                    <a:lnTo>
                      <a:pt x="3953345" y="7200"/>
                    </a:lnTo>
                    <a:lnTo>
                      <a:pt x="3955211" y="9067"/>
                    </a:lnTo>
                    <a:lnTo>
                      <a:pt x="3956329" y="9525"/>
                    </a:lnTo>
                    <a:lnTo>
                      <a:pt x="3958958" y="9525"/>
                    </a:lnTo>
                    <a:lnTo>
                      <a:pt x="3960076" y="9067"/>
                    </a:lnTo>
                    <a:lnTo>
                      <a:pt x="3961942" y="7200"/>
                    </a:lnTo>
                    <a:lnTo>
                      <a:pt x="3962400" y="6083"/>
                    </a:lnTo>
                    <a:lnTo>
                      <a:pt x="3962400" y="3454"/>
                    </a:lnTo>
                    <a:close/>
                  </a:path>
                  <a:path w="5153025" h="3103245">
                    <a:moveTo>
                      <a:pt x="4010025" y="3097174"/>
                    </a:moveTo>
                    <a:lnTo>
                      <a:pt x="4009567" y="3096056"/>
                    </a:lnTo>
                    <a:lnTo>
                      <a:pt x="4007701" y="3094190"/>
                    </a:lnTo>
                    <a:lnTo>
                      <a:pt x="4006583" y="3093720"/>
                    </a:lnTo>
                    <a:lnTo>
                      <a:pt x="4003954" y="3093720"/>
                    </a:lnTo>
                    <a:lnTo>
                      <a:pt x="4002836" y="3094190"/>
                    </a:lnTo>
                    <a:lnTo>
                      <a:pt x="4000970" y="3096056"/>
                    </a:lnTo>
                    <a:lnTo>
                      <a:pt x="4000500" y="3097174"/>
                    </a:lnTo>
                    <a:lnTo>
                      <a:pt x="4000500" y="3099803"/>
                    </a:lnTo>
                    <a:lnTo>
                      <a:pt x="4000970" y="3100921"/>
                    </a:lnTo>
                    <a:lnTo>
                      <a:pt x="4002836" y="3102787"/>
                    </a:lnTo>
                    <a:lnTo>
                      <a:pt x="4003954" y="3103245"/>
                    </a:lnTo>
                    <a:lnTo>
                      <a:pt x="4006583" y="3103245"/>
                    </a:lnTo>
                    <a:lnTo>
                      <a:pt x="4007701" y="3102787"/>
                    </a:lnTo>
                    <a:lnTo>
                      <a:pt x="4009567" y="3100921"/>
                    </a:lnTo>
                    <a:lnTo>
                      <a:pt x="4010025" y="3099803"/>
                    </a:lnTo>
                    <a:lnTo>
                      <a:pt x="4010025" y="3097174"/>
                    </a:lnTo>
                    <a:close/>
                  </a:path>
                  <a:path w="5153025" h="3103245">
                    <a:moveTo>
                      <a:pt x="4010025" y="2323744"/>
                    </a:moveTo>
                    <a:lnTo>
                      <a:pt x="4009567" y="2322626"/>
                    </a:lnTo>
                    <a:lnTo>
                      <a:pt x="4007701" y="2320760"/>
                    </a:lnTo>
                    <a:lnTo>
                      <a:pt x="4006583" y="2320290"/>
                    </a:lnTo>
                    <a:lnTo>
                      <a:pt x="4003954" y="2320290"/>
                    </a:lnTo>
                    <a:lnTo>
                      <a:pt x="4002836" y="2320760"/>
                    </a:lnTo>
                    <a:lnTo>
                      <a:pt x="4000970" y="2322626"/>
                    </a:lnTo>
                    <a:lnTo>
                      <a:pt x="4000500" y="2323744"/>
                    </a:lnTo>
                    <a:lnTo>
                      <a:pt x="4000500" y="2326373"/>
                    </a:lnTo>
                    <a:lnTo>
                      <a:pt x="4000970" y="2327491"/>
                    </a:lnTo>
                    <a:lnTo>
                      <a:pt x="4002836" y="2329357"/>
                    </a:lnTo>
                    <a:lnTo>
                      <a:pt x="4003954" y="2329815"/>
                    </a:lnTo>
                    <a:lnTo>
                      <a:pt x="4006583" y="2329815"/>
                    </a:lnTo>
                    <a:lnTo>
                      <a:pt x="4007701" y="2329357"/>
                    </a:lnTo>
                    <a:lnTo>
                      <a:pt x="4009567" y="2327491"/>
                    </a:lnTo>
                    <a:lnTo>
                      <a:pt x="4010025" y="2326373"/>
                    </a:lnTo>
                    <a:lnTo>
                      <a:pt x="4010025" y="2323744"/>
                    </a:lnTo>
                    <a:close/>
                  </a:path>
                  <a:path w="5153025" h="3103245">
                    <a:moveTo>
                      <a:pt x="4010025" y="1550314"/>
                    </a:moveTo>
                    <a:lnTo>
                      <a:pt x="4009567" y="1549196"/>
                    </a:lnTo>
                    <a:lnTo>
                      <a:pt x="4007701" y="1547329"/>
                    </a:lnTo>
                    <a:lnTo>
                      <a:pt x="4006583" y="1546860"/>
                    </a:lnTo>
                    <a:lnTo>
                      <a:pt x="4003954" y="1546860"/>
                    </a:lnTo>
                    <a:lnTo>
                      <a:pt x="4002836" y="1547329"/>
                    </a:lnTo>
                    <a:lnTo>
                      <a:pt x="4000970" y="1549196"/>
                    </a:lnTo>
                    <a:lnTo>
                      <a:pt x="4000500" y="1550314"/>
                    </a:lnTo>
                    <a:lnTo>
                      <a:pt x="4000500" y="1552943"/>
                    </a:lnTo>
                    <a:lnTo>
                      <a:pt x="4000970" y="1554060"/>
                    </a:lnTo>
                    <a:lnTo>
                      <a:pt x="4002836" y="1555927"/>
                    </a:lnTo>
                    <a:lnTo>
                      <a:pt x="4003954" y="1556385"/>
                    </a:lnTo>
                    <a:lnTo>
                      <a:pt x="4006583" y="1556385"/>
                    </a:lnTo>
                    <a:lnTo>
                      <a:pt x="4007701" y="1555927"/>
                    </a:lnTo>
                    <a:lnTo>
                      <a:pt x="4009567" y="1554060"/>
                    </a:lnTo>
                    <a:lnTo>
                      <a:pt x="4010025" y="1552943"/>
                    </a:lnTo>
                    <a:lnTo>
                      <a:pt x="4010025" y="1550314"/>
                    </a:lnTo>
                    <a:close/>
                  </a:path>
                  <a:path w="5153025" h="3103245">
                    <a:moveTo>
                      <a:pt x="4010025" y="776884"/>
                    </a:moveTo>
                    <a:lnTo>
                      <a:pt x="4009567" y="775766"/>
                    </a:lnTo>
                    <a:lnTo>
                      <a:pt x="4007701" y="773899"/>
                    </a:lnTo>
                    <a:lnTo>
                      <a:pt x="4006583" y="773430"/>
                    </a:lnTo>
                    <a:lnTo>
                      <a:pt x="4003954" y="773430"/>
                    </a:lnTo>
                    <a:lnTo>
                      <a:pt x="4002836" y="773899"/>
                    </a:lnTo>
                    <a:lnTo>
                      <a:pt x="4000970" y="775766"/>
                    </a:lnTo>
                    <a:lnTo>
                      <a:pt x="4000500" y="776884"/>
                    </a:lnTo>
                    <a:lnTo>
                      <a:pt x="4000500" y="779513"/>
                    </a:lnTo>
                    <a:lnTo>
                      <a:pt x="4000970" y="780630"/>
                    </a:lnTo>
                    <a:lnTo>
                      <a:pt x="4002836" y="782497"/>
                    </a:lnTo>
                    <a:lnTo>
                      <a:pt x="4003954" y="782955"/>
                    </a:lnTo>
                    <a:lnTo>
                      <a:pt x="4006583" y="782955"/>
                    </a:lnTo>
                    <a:lnTo>
                      <a:pt x="4007701" y="782497"/>
                    </a:lnTo>
                    <a:lnTo>
                      <a:pt x="4009567" y="780630"/>
                    </a:lnTo>
                    <a:lnTo>
                      <a:pt x="4010025" y="779513"/>
                    </a:lnTo>
                    <a:lnTo>
                      <a:pt x="4010025" y="776884"/>
                    </a:lnTo>
                    <a:close/>
                  </a:path>
                  <a:path w="5153025" h="3103245">
                    <a:moveTo>
                      <a:pt x="4010025" y="3454"/>
                    </a:moveTo>
                    <a:lnTo>
                      <a:pt x="4009567" y="2336"/>
                    </a:lnTo>
                    <a:lnTo>
                      <a:pt x="4007701" y="469"/>
                    </a:lnTo>
                    <a:lnTo>
                      <a:pt x="4006583" y="0"/>
                    </a:lnTo>
                    <a:lnTo>
                      <a:pt x="4003954" y="0"/>
                    </a:lnTo>
                    <a:lnTo>
                      <a:pt x="4002836" y="469"/>
                    </a:lnTo>
                    <a:lnTo>
                      <a:pt x="4000970" y="2336"/>
                    </a:lnTo>
                    <a:lnTo>
                      <a:pt x="4000500" y="3454"/>
                    </a:lnTo>
                    <a:lnTo>
                      <a:pt x="4000500" y="6083"/>
                    </a:lnTo>
                    <a:lnTo>
                      <a:pt x="4000970" y="7200"/>
                    </a:lnTo>
                    <a:lnTo>
                      <a:pt x="4002836" y="9067"/>
                    </a:lnTo>
                    <a:lnTo>
                      <a:pt x="4003954" y="9525"/>
                    </a:lnTo>
                    <a:lnTo>
                      <a:pt x="4006583" y="9525"/>
                    </a:lnTo>
                    <a:lnTo>
                      <a:pt x="4007701" y="9067"/>
                    </a:lnTo>
                    <a:lnTo>
                      <a:pt x="4009567" y="7200"/>
                    </a:lnTo>
                    <a:lnTo>
                      <a:pt x="4010025" y="6083"/>
                    </a:lnTo>
                    <a:lnTo>
                      <a:pt x="4010025" y="3454"/>
                    </a:lnTo>
                    <a:close/>
                  </a:path>
                  <a:path w="5153025" h="3103245">
                    <a:moveTo>
                      <a:pt x="4057650" y="3097174"/>
                    </a:moveTo>
                    <a:lnTo>
                      <a:pt x="4057192" y="3096056"/>
                    </a:lnTo>
                    <a:lnTo>
                      <a:pt x="4055326" y="3094190"/>
                    </a:lnTo>
                    <a:lnTo>
                      <a:pt x="4054208" y="3093720"/>
                    </a:lnTo>
                    <a:lnTo>
                      <a:pt x="4051579" y="3093720"/>
                    </a:lnTo>
                    <a:lnTo>
                      <a:pt x="4050461" y="3094190"/>
                    </a:lnTo>
                    <a:lnTo>
                      <a:pt x="4048595" y="3096056"/>
                    </a:lnTo>
                    <a:lnTo>
                      <a:pt x="4048125" y="3097174"/>
                    </a:lnTo>
                    <a:lnTo>
                      <a:pt x="4048125" y="3099803"/>
                    </a:lnTo>
                    <a:lnTo>
                      <a:pt x="4048595" y="3100921"/>
                    </a:lnTo>
                    <a:lnTo>
                      <a:pt x="4050461" y="3102787"/>
                    </a:lnTo>
                    <a:lnTo>
                      <a:pt x="4051579" y="3103245"/>
                    </a:lnTo>
                    <a:lnTo>
                      <a:pt x="4054208" y="3103245"/>
                    </a:lnTo>
                    <a:lnTo>
                      <a:pt x="4055326" y="3102787"/>
                    </a:lnTo>
                    <a:lnTo>
                      <a:pt x="4057192" y="3100921"/>
                    </a:lnTo>
                    <a:lnTo>
                      <a:pt x="4057650" y="3099803"/>
                    </a:lnTo>
                    <a:lnTo>
                      <a:pt x="4057650" y="3097174"/>
                    </a:lnTo>
                    <a:close/>
                  </a:path>
                  <a:path w="5153025" h="3103245">
                    <a:moveTo>
                      <a:pt x="4057650" y="2323744"/>
                    </a:moveTo>
                    <a:lnTo>
                      <a:pt x="4057192" y="2322626"/>
                    </a:lnTo>
                    <a:lnTo>
                      <a:pt x="4055326" y="2320760"/>
                    </a:lnTo>
                    <a:lnTo>
                      <a:pt x="4054208" y="2320290"/>
                    </a:lnTo>
                    <a:lnTo>
                      <a:pt x="4051579" y="2320290"/>
                    </a:lnTo>
                    <a:lnTo>
                      <a:pt x="4050461" y="2320760"/>
                    </a:lnTo>
                    <a:lnTo>
                      <a:pt x="4048595" y="2322626"/>
                    </a:lnTo>
                    <a:lnTo>
                      <a:pt x="4048125" y="2323744"/>
                    </a:lnTo>
                    <a:lnTo>
                      <a:pt x="4048125" y="2326373"/>
                    </a:lnTo>
                    <a:lnTo>
                      <a:pt x="4048595" y="2327491"/>
                    </a:lnTo>
                    <a:lnTo>
                      <a:pt x="4050461" y="2329357"/>
                    </a:lnTo>
                    <a:lnTo>
                      <a:pt x="4051579" y="2329815"/>
                    </a:lnTo>
                    <a:lnTo>
                      <a:pt x="4054208" y="2329815"/>
                    </a:lnTo>
                    <a:lnTo>
                      <a:pt x="4055326" y="2329357"/>
                    </a:lnTo>
                    <a:lnTo>
                      <a:pt x="4057192" y="2327491"/>
                    </a:lnTo>
                    <a:lnTo>
                      <a:pt x="4057650" y="2326373"/>
                    </a:lnTo>
                    <a:lnTo>
                      <a:pt x="4057650" y="2323744"/>
                    </a:lnTo>
                    <a:close/>
                  </a:path>
                  <a:path w="5153025" h="3103245">
                    <a:moveTo>
                      <a:pt x="4057650" y="1550314"/>
                    </a:moveTo>
                    <a:lnTo>
                      <a:pt x="4057192" y="1549196"/>
                    </a:lnTo>
                    <a:lnTo>
                      <a:pt x="4055326" y="1547329"/>
                    </a:lnTo>
                    <a:lnTo>
                      <a:pt x="4054208" y="1546860"/>
                    </a:lnTo>
                    <a:lnTo>
                      <a:pt x="4051579" y="1546860"/>
                    </a:lnTo>
                    <a:lnTo>
                      <a:pt x="4050461" y="1547329"/>
                    </a:lnTo>
                    <a:lnTo>
                      <a:pt x="4048595" y="1549196"/>
                    </a:lnTo>
                    <a:lnTo>
                      <a:pt x="4048125" y="1550314"/>
                    </a:lnTo>
                    <a:lnTo>
                      <a:pt x="4048125" y="1552943"/>
                    </a:lnTo>
                    <a:lnTo>
                      <a:pt x="4048595" y="1554060"/>
                    </a:lnTo>
                    <a:lnTo>
                      <a:pt x="4050461" y="1555927"/>
                    </a:lnTo>
                    <a:lnTo>
                      <a:pt x="4051579" y="1556385"/>
                    </a:lnTo>
                    <a:lnTo>
                      <a:pt x="4054208" y="1556385"/>
                    </a:lnTo>
                    <a:lnTo>
                      <a:pt x="4055326" y="1555927"/>
                    </a:lnTo>
                    <a:lnTo>
                      <a:pt x="4057192" y="1554060"/>
                    </a:lnTo>
                    <a:lnTo>
                      <a:pt x="4057650" y="1552943"/>
                    </a:lnTo>
                    <a:lnTo>
                      <a:pt x="4057650" y="1550314"/>
                    </a:lnTo>
                    <a:close/>
                  </a:path>
                  <a:path w="5153025" h="3103245">
                    <a:moveTo>
                      <a:pt x="4057650" y="776884"/>
                    </a:moveTo>
                    <a:lnTo>
                      <a:pt x="4057192" y="775766"/>
                    </a:lnTo>
                    <a:lnTo>
                      <a:pt x="4055326" y="773899"/>
                    </a:lnTo>
                    <a:lnTo>
                      <a:pt x="4054208" y="773430"/>
                    </a:lnTo>
                    <a:lnTo>
                      <a:pt x="4051579" y="773430"/>
                    </a:lnTo>
                    <a:lnTo>
                      <a:pt x="4050461" y="773899"/>
                    </a:lnTo>
                    <a:lnTo>
                      <a:pt x="4048595" y="775766"/>
                    </a:lnTo>
                    <a:lnTo>
                      <a:pt x="4048125" y="776884"/>
                    </a:lnTo>
                    <a:lnTo>
                      <a:pt x="4048125" y="779513"/>
                    </a:lnTo>
                    <a:lnTo>
                      <a:pt x="4048595" y="780630"/>
                    </a:lnTo>
                    <a:lnTo>
                      <a:pt x="4050461" y="782497"/>
                    </a:lnTo>
                    <a:lnTo>
                      <a:pt x="4051579" y="782955"/>
                    </a:lnTo>
                    <a:lnTo>
                      <a:pt x="4054208" y="782955"/>
                    </a:lnTo>
                    <a:lnTo>
                      <a:pt x="4055326" y="782497"/>
                    </a:lnTo>
                    <a:lnTo>
                      <a:pt x="4057192" y="780630"/>
                    </a:lnTo>
                    <a:lnTo>
                      <a:pt x="4057650" y="779513"/>
                    </a:lnTo>
                    <a:lnTo>
                      <a:pt x="4057650" y="776884"/>
                    </a:lnTo>
                    <a:close/>
                  </a:path>
                  <a:path w="5153025" h="3103245">
                    <a:moveTo>
                      <a:pt x="4057650" y="3454"/>
                    </a:moveTo>
                    <a:lnTo>
                      <a:pt x="4057192" y="2336"/>
                    </a:lnTo>
                    <a:lnTo>
                      <a:pt x="4055326" y="469"/>
                    </a:lnTo>
                    <a:lnTo>
                      <a:pt x="4054208" y="0"/>
                    </a:lnTo>
                    <a:lnTo>
                      <a:pt x="4051579" y="0"/>
                    </a:lnTo>
                    <a:lnTo>
                      <a:pt x="4050461" y="469"/>
                    </a:lnTo>
                    <a:lnTo>
                      <a:pt x="4048595" y="2336"/>
                    </a:lnTo>
                    <a:lnTo>
                      <a:pt x="4048125" y="3454"/>
                    </a:lnTo>
                    <a:lnTo>
                      <a:pt x="4048125" y="6083"/>
                    </a:lnTo>
                    <a:lnTo>
                      <a:pt x="4048595" y="7200"/>
                    </a:lnTo>
                    <a:lnTo>
                      <a:pt x="4050461" y="9067"/>
                    </a:lnTo>
                    <a:lnTo>
                      <a:pt x="4051579" y="9525"/>
                    </a:lnTo>
                    <a:lnTo>
                      <a:pt x="4054208" y="9525"/>
                    </a:lnTo>
                    <a:lnTo>
                      <a:pt x="4055326" y="9067"/>
                    </a:lnTo>
                    <a:lnTo>
                      <a:pt x="4057192" y="7200"/>
                    </a:lnTo>
                    <a:lnTo>
                      <a:pt x="4057650" y="6083"/>
                    </a:lnTo>
                    <a:lnTo>
                      <a:pt x="4057650" y="3454"/>
                    </a:lnTo>
                    <a:close/>
                  </a:path>
                  <a:path w="5153025" h="3103245">
                    <a:moveTo>
                      <a:pt x="4105275" y="3097174"/>
                    </a:moveTo>
                    <a:lnTo>
                      <a:pt x="4104817" y="3096056"/>
                    </a:lnTo>
                    <a:lnTo>
                      <a:pt x="4102951" y="3094190"/>
                    </a:lnTo>
                    <a:lnTo>
                      <a:pt x="4101833" y="3093720"/>
                    </a:lnTo>
                    <a:lnTo>
                      <a:pt x="4099204" y="3093720"/>
                    </a:lnTo>
                    <a:lnTo>
                      <a:pt x="4098086" y="3094190"/>
                    </a:lnTo>
                    <a:lnTo>
                      <a:pt x="4096220" y="3096056"/>
                    </a:lnTo>
                    <a:lnTo>
                      <a:pt x="4095750" y="3097174"/>
                    </a:lnTo>
                    <a:lnTo>
                      <a:pt x="4095750" y="3099803"/>
                    </a:lnTo>
                    <a:lnTo>
                      <a:pt x="4096220" y="3100921"/>
                    </a:lnTo>
                    <a:lnTo>
                      <a:pt x="4098086" y="3102787"/>
                    </a:lnTo>
                    <a:lnTo>
                      <a:pt x="4099204" y="3103245"/>
                    </a:lnTo>
                    <a:lnTo>
                      <a:pt x="4101833" y="3103245"/>
                    </a:lnTo>
                    <a:lnTo>
                      <a:pt x="4102951" y="3102787"/>
                    </a:lnTo>
                    <a:lnTo>
                      <a:pt x="4104817" y="3100921"/>
                    </a:lnTo>
                    <a:lnTo>
                      <a:pt x="4105275" y="3099803"/>
                    </a:lnTo>
                    <a:lnTo>
                      <a:pt x="4105275" y="3097174"/>
                    </a:lnTo>
                    <a:close/>
                  </a:path>
                  <a:path w="5153025" h="3103245">
                    <a:moveTo>
                      <a:pt x="4105275" y="2323744"/>
                    </a:moveTo>
                    <a:lnTo>
                      <a:pt x="4104817" y="2322626"/>
                    </a:lnTo>
                    <a:lnTo>
                      <a:pt x="4102951" y="2320760"/>
                    </a:lnTo>
                    <a:lnTo>
                      <a:pt x="4101833" y="2320290"/>
                    </a:lnTo>
                    <a:lnTo>
                      <a:pt x="4099204" y="2320290"/>
                    </a:lnTo>
                    <a:lnTo>
                      <a:pt x="4098086" y="2320760"/>
                    </a:lnTo>
                    <a:lnTo>
                      <a:pt x="4096220" y="2322626"/>
                    </a:lnTo>
                    <a:lnTo>
                      <a:pt x="4095750" y="2323744"/>
                    </a:lnTo>
                    <a:lnTo>
                      <a:pt x="4095750" y="2326373"/>
                    </a:lnTo>
                    <a:lnTo>
                      <a:pt x="4096220" y="2327491"/>
                    </a:lnTo>
                    <a:lnTo>
                      <a:pt x="4098086" y="2329357"/>
                    </a:lnTo>
                    <a:lnTo>
                      <a:pt x="4099204" y="2329815"/>
                    </a:lnTo>
                    <a:lnTo>
                      <a:pt x="4101833" y="2329815"/>
                    </a:lnTo>
                    <a:lnTo>
                      <a:pt x="4102951" y="2329357"/>
                    </a:lnTo>
                    <a:lnTo>
                      <a:pt x="4104817" y="2327491"/>
                    </a:lnTo>
                    <a:lnTo>
                      <a:pt x="4105275" y="2326373"/>
                    </a:lnTo>
                    <a:lnTo>
                      <a:pt x="4105275" y="2323744"/>
                    </a:lnTo>
                    <a:close/>
                  </a:path>
                  <a:path w="5153025" h="3103245">
                    <a:moveTo>
                      <a:pt x="4105275" y="1550314"/>
                    </a:moveTo>
                    <a:lnTo>
                      <a:pt x="4104817" y="1549196"/>
                    </a:lnTo>
                    <a:lnTo>
                      <a:pt x="4102951" y="1547329"/>
                    </a:lnTo>
                    <a:lnTo>
                      <a:pt x="4101833" y="1546860"/>
                    </a:lnTo>
                    <a:lnTo>
                      <a:pt x="4099204" y="1546860"/>
                    </a:lnTo>
                    <a:lnTo>
                      <a:pt x="4098086" y="1547329"/>
                    </a:lnTo>
                    <a:lnTo>
                      <a:pt x="4096220" y="1549196"/>
                    </a:lnTo>
                    <a:lnTo>
                      <a:pt x="4095750" y="1550314"/>
                    </a:lnTo>
                    <a:lnTo>
                      <a:pt x="4095750" y="1552943"/>
                    </a:lnTo>
                    <a:lnTo>
                      <a:pt x="4096220" y="1554060"/>
                    </a:lnTo>
                    <a:lnTo>
                      <a:pt x="4098086" y="1555927"/>
                    </a:lnTo>
                    <a:lnTo>
                      <a:pt x="4099204" y="1556385"/>
                    </a:lnTo>
                    <a:lnTo>
                      <a:pt x="4101833" y="1556385"/>
                    </a:lnTo>
                    <a:lnTo>
                      <a:pt x="4102951" y="1555927"/>
                    </a:lnTo>
                    <a:lnTo>
                      <a:pt x="4104817" y="1554060"/>
                    </a:lnTo>
                    <a:lnTo>
                      <a:pt x="4105275" y="1552943"/>
                    </a:lnTo>
                    <a:lnTo>
                      <a:pt x="4105275" y="1550314"/>
                    </a:lnTo>
                    <a:close/>
                  </a:path>
                  <a:path w="5153025" h="3103245">
                    <a:moveTo>
                      <a:pt x="4105275" y="776884"/>
                    </a:moveTo>
                    <a:lnTo>
                      <a:pt x="4104817" y="775766"/>
                    </a:lnTo>
                    <a:lnTo>
                      <a:pt x="4102951" y="773899"/>
                    </a:lnTo>
                    <a:lnTo>
                      <a:pt x="4101833" y="773430"/>
                    </a:lnTo>
                    <a:lnTo>
                      <a:pt x="4099204" y="773430"/>
                    </a:lnTo>
                    <a:lnTo>
                      <a:pt x="4098086" y="773899"/>
                    </a:lnTo>
                    <a:lnTo>
                      <a:pt x="4096220" y="775766"/>
                    </a:lnTo>
                    <a:lnTo>
                      <a:pt x="4095750" y="776884"/>
                    </a:lnTo>
                    <a:lnTo>
                      <a:pt x="4095750" y="779513"/>
                    </a:lnTo>
                    <a:lnTo>
                      <a:pt x="4096220" y="780630"/>
                    </a:lnTo>
                    <a:lnTo>
                      <a:pt x="4098086" y="782497"/>
                    </a:lnTo>
                    <a:lnTo>
                      <a:pt x="4099204" y="782955"/>
                    </a:lnTo>
                    <a:lnTo>
                      <a:pt x="4101833" y="782955"/>
                    </a:lnTo>
                    <a:lnTo>
                      <a:pt x="4102951" y="782497"/>
                    </a:lnTo>
                    <a:lnTo>
                      <a:pt x="4104817" y="780630"/>
                    </a:lnTo>
                    <a:lnTo>
                      <a:pt x="4105275" y="779513"/>
                    </a:lnTo>
                    <a:lnTo>
                      <a:pt x="4105275" y="776884"/>
                    </a:lnTo>
                    <a:close/>
                  </a:path>
                  <a:path w="5153025" h="3103245">
                    <a:moveTo>
                      <a:pt x="4105275" y="3454"/>
                    </a:moveTo>
                    <a:lnTo>
                      <a:pt x="4104817" y="2336"/>
                    </a:lnTo>
                    <a:lnTo>
                      <a:pt x="4102951" y="469"/>
                    </a:lnTo>
                    <a:lnTo>
                      <a:pt x="4101833" y="0"/>
                    </a:lnTo>
                    <a:lnTo>
                      <a:pt x="4099204" y="0"/>
                    </a:lnTo>
                    <a:lnTo>
                      <a:pt x="4098086" y="469"/>
                    </a:lnTo>
                    <a:lnTo>
                      <a:pt x="4096220" y="2336"/>
                    </a:lnTo>
                    <a:lnTo>
                      <a:pt x="4095750" y="3454"/>
                    </a:lnTo>
                    <a:lnTo>
                      <a:pt x="4095750" y="6083"/>
                    </a:lnTo>
                    <a:lnTo>
                      <a:pt x="4096220" y="7200"/>
                    </a:lnTo>
                    <a:lnTo>
                      <a:pt x="4098086" y="9067"/>
                    </a:lnTo>
                    <a:lnTo>
                      <a:pt x="4099204" y="9525"/>
                    </a:lnTo>
                    <a:lnTo>
                      <a:pt x="4101833" y="9525"/>
                    </a:lnTo>
                    <a:lnTo>
                      <a:pt x="4102951" y="9067"/>
                    </a:lnTo>
                    <a:lnTo>
                      <a:pt x="4104817" y="7200"/>
                    </a:lnTo>
                    <a:lnTo>
                      <a:pt x="4105275" y="6083"/>
                    </a:lnTo>
                    <a:lnTo>
                      <a:pt x="4105275" y="3454"/>
                    </a:lnTo>
                    <a:close/>
                  </a:path>
                  <a:path w="5153025" h="3103245">
                    <a:moveTo>
                      <a:pt x="4152900" y="3097174"/>
                    </a:moveTo>
                    <a:lnTo>
                      <a:pt x="4152442" y="3096056"/>
                    </a:lnTo>
                    <a:lnTo>
                      <a:pt x="4150576" y="3094190"/>
                    </a:lnTo>
                    <a:lnTo>
                      <a:pt x="4149458" y="3093720"/>
                    </a:lnTo>
                    <a:lnTo>
                      <a:pt x="4146829" y="3093720"/>
                    </a:lnTo>
                    <a:lnTo>
                      <a:pt x="4145711" y="3094190"/>
                    </a:lnTo>
                    <a:lnTo>
                      <a:pt x="4143845" y="3096056"/>
                    </a:lnTo>
                    <a:lnTo>
                      <a:pt x="4143375" y="3097174"/>
                    </a:lnTo>
                    <a:lnTo>
                      <a:pt x="4143375" y="3099803"/>
                    </a:lnTo>
                    <a:lnTo>
                      <a:pt x="4143845" y="3100921"/>
                    </a:lnTo>
                    <a:lnTo>
                      <a:pt x="4145711" y="3102787"/>
                    </a:lnTo>
                    <a:lnTo>
                      <a:pt x="4146829" y="3103245"/>
                    </a:lnTo>
                    <a:lnTo>
                      <a:pt x="4149458" y="3103245"/>
                    </a:lnTo>
                    <a:lnTo>
                      <a:pt x="4150576" y="3102787"/>
                    </a:lnTo>
                    <a:lnTo>
                      <a:pt x="4152442" y="3100921"/>
                    </a:lnTo>
                    <a:lnTo>
                      <a:pt x="4152900" y="3099803"/>
                    </a:lnTo>
                    <a:lnTo>
                      <a:pt x="4152900" y="3097174"/>
                    </a:lnTo>
                    <a:close/>
                  </a:path>
                  <a:path w="5153025" h="3103245">
                    <a:moveTo>
                      <a:pt x="4152900" y="2323744"/>
                    </a:moveTo>
                    <a:lnTo>
                      <a:pt x="4152442" y="2322626"/>
                    </a:lnTo>
                    <a:lnTo>
                      <a:pt x="4150576" y="2320760"/>
                    </a:lnTo>
                    <a:lnTo>
                      <a:pt x="4149458" y="2320290"/>
                    </a:lnTo>
                    <a:lnTo>
                      <a:pt x="4146829" y="2320290"/>
                    </a:lnTo>
                    <a:lnTo>
                      <a:pt x="4145711" y="2320760"/>
                    </a:lnTo>
                    <a:lnTo>
                      <a:pt x="4143845" y="2322626"/>
                    </a:lnTo>
                    <a:lnTo>
                      <a:pt x="4143375" y="2323744"/>
                    </a:lnTo>
                    <a:lnTo>
                      <a:pt x="4143375" y="2326373"/>
                    </a:lnTo>
                    <a:lnTo>
                      <a:pt x="4143845" y="2327491"/>
                    </a:lnTo>
                    <a:lnTo>
                      <a:pt x="4145711" y="2329357"/>
                    </a:lnTo>
                    <a:lnTo>
                      <a:pt x="4146829" y="2329815"/>
                    </a:lnTo>
                    <a:lnTo>
                      <a:pt x="4149458" y="2329815"/>
                    </a:lnTo>
                    <a:lnTo>
                      <a:pt x="4150576" y="2329357"/>
                    </a:lnTo>
                    <a:lnTo>
                      <a:pt x="4152442" y="2327491"/>
                    </a:lnTo>
                    <a:lnTo>
                      <a:pt x="4152900" y="2326373"/>
                    </a:lnTo>
                    <a:lnTo>
                      <a:pt x="4152900" y="2323744"/>
                    </a:lnTo>
                    <a:close/>
                  </a:path>
                  <a:path w="5153025" h="3103245">
                    <a:moveTo>
                      <a:pt x="4152900" y="1550314"/>
                    </a:moveTo>
                    <a:lnTo>
                      <a:pt x="4152442" y="1549196"/>
                    </a:lnTo>
                    <a:lnTo>
                      <a:pt x="4150576" y="1547329"/>
                    </a:lnTo>
                    <a:lnTo>
                      <a:pt x="4149458" y="1546860"/>
                    </a:lnTo>
                    <a:lnTo>
                      <a:pt x="4146829" y="1546860"/>
                    </a:lnTo>
                    <a:lnTo>
                      <a:pt x="4145711" y="1547329"/>
                    </a:lnTo>
                    <a:lnTo>
                      <a:pt x="4143845" y="1549196"/>
                    </a:lnTo>
                    <a:lnTo>
                      <a:pt x="4143375" y="1550314"/>
                    </a:lnTo>
                    <a:lnTo>
                      <a:pt x="4143375" y="1552943"/>
                    </a:lnTo>
                    <a:lnTo>
                      <a:pt x="4143845" y="1554060"/>
                    </a:lnTo>
                    <a:lnTo>
                      <a:pt x="4145711" y="1555927"/>
                    </a:lnTo>
                    <a:lnTo>
                      <a:pt x="4146829" y="1556385"/>
                    </a:lnTo>
                    <a:lnTo>
                      <a:pt x="4149458" y="1556385"/>
                    </a:lnTo>
                    <a:lnTo>
                      <a:pt x="4150576" y="1555927"/>
                    </a:lnTo>
                    <a:lnTo>
                      <a:pt x="4152442" y="1554060"/>
                    </a:lnTo>
                    <a:lnTo>
                      <a:pt x="4152900" y="1552943"/>
                    </a:lnTo>
                    <a:lnTo>
                      <a:pt x="4152900" y="1550314"/>
                    </a:lnTo>
                    <a:close/>
                  </a:path>
                  <a:path w="5153025" h="3103245">
                    <a:moveTo>
                      <a:pt x="4152900" y="776884"/>
                    </a:moveTo>
                    <a:lnTo>
                      <a:pt x="4152442" y="775766"/>
                    </a:lnTo>
                    <a:lnTo>
                      <a:pt x="4150576" y="773899"/>
                    </a:lnTo>
                    <a:lnTo>
                      <a:pt x="4149458" y="773430"/>
                    </a:lnTo>
                    <a:lnTo>
                      <a:pt x="4146829" y="773430"/>
                    </a:lnTo>
                    <a:lnTo>
                      <a:pt x="4145711" y="773899"/>
                    </a:lnTo>
                    <a:lnTo>
                      <a:pt x="4143845" y="775766"/>
                    </a:lnTo>
                    <a:lnTo>
                      <a:pt x="4143375" y="776884"/>
                    </a:lnTo>
                    <a:lnTo>
                      <a:pt x="4143375" y="779513"/>
                    </a:lnTo>
                    <a:lnTo>
                      <a:pt x="4143845" y="780630"/>
                    </a:lnTo>
                    <a:lnTo>
                      <a:pt x="4145711" y="782497"/>
                    </a:lnTo>
                    <a:lnTo>
                      <a:pt x="4146829" y="782955"/>
                    </a:lnTo>
                    <a:lnTo>
                      <a:pt x="4149458" y="782955"/>
                    </a:lnTo>
                    <a:lnTo>
                      <a:pt x="4150576" y="782497"/>
                    </a:lnTo>
                    <a:lnTo>
                      <a:pt x="4152442" y="780630"/>
                    </a:lnTo>
                    <a:lnTo>
                      <a:pt x="4152900" y="779513"/>
                    </a:lnTo>
                    <a:lnTo>
                      <a:pt x="4152900" y="776884"/>
                    </a:lnTo>
                    <a:close/>
                  </a:path>
                  <a:path w="5153025" h="3103245">
                    <a:moveTo>
                      <a:pt x="4152900" y="3454"/>
                    </a:moveTo>
                    <a:lnTo>
                      <a:pt x="4152442" y="2336"/>
                    </a:lnTo>
                    <a:lnTo>
                      <a:pt x="4150576" y="469"/>
                    </a:lnTo>
                    <a:lnTo>
                      <a:pt x="4149458" y="0"/>
                    </a:lnTo>
                    <a:lnTo>
                      <a:pt x="4146829" y="0"/>
                    </a:lnTo>
                    <a:lnTo>
                      <a:pt x="4145711" y="469"/>
                    </a:lnTo>
                    <a:lnTo>
                      <a:pt x="4143845" y="2336"/>
                    </a:lnTo>
                    <a:lnTo>
                      <a:pt x="4143375" y="3454"/>
                    </a:lnTo>
                    <a:lnTo>
                      <a:pt x="4143375" y="6083"/>
                    </a:lnTo>
                    <a:lnTo>
                      <a:pt x="4143845" y="7200"/>
                    </a:lnTo>
                    <a:lnTo>
                      <a:pt x="4145711" y="9067"/>
                    </a:lnTo>
                    <a:lnTo>
                      <a:pt x="4146829" y="9525"/>
                    </a:lnTo>
                    <a:lnTo>
                      <a:pt x="4149458" y="9525"/>
                    </a:lnTo>
                    <a:lnTo>
                      <a:pt x="4150576" y="9067"/>
                    </a:lnTo>
                    <a:lnTo>
                      <a:pt x="4152442" y="7200"/>
                    </a:lnTo>
                    <a:lnTo>
                      <a:pt x="4152900" y="6083"/>
                    </a:lnTo>
                    <a:lnTo>
                      <a:pt x="4152900" y="3454"/>
                    </a:lnTo>
                    <a:close/>
                  </a:path>
                  <a:path w="5153025" h="3103245">
                    <a:moveTo>
                      <a:pt x="4200525" y="3097174"/>
                    </a:moveTo>
                    <a:lnTo>
                      <a:pt x="4200067" y="3096056"/>
                    </a:lnTo>
                    <a:lnTo>
                      <a:pt x="4198201" y="3094190"/>
                    </a:lnTo>
                    <a:lnTo>
                      <a:pt x="4197083" y="3093720"/>
                    </a:lnTo>
                    <a:lnTo>
                      <a:pt x="4194454" y="3093720"/>
                    </a:lnTo>
                    <a:lnTo>
                      <a:pt x="4193336" y="3094190"/>
                    </a:lnTo>
                    <a:lnTo>
                      <a:pt x="4191470" y="3096056"/>
                    </a:lnTo>
                    <a:lnTo>
                      <a:pt x="4191000" y="3097174"/>
                    </a:lnTo>
                    <a:lnTo>
                      <a:pt x="4191000" y="3099803"/>
                    </a:lnTo>
                    <a:lnTo>
                      <a:pt x="4191470" y="3100921"/>
                    </a:lnTo>
                    <a:lnTo>
                      <a:pt x="4193336" y="3102787"/>
                    </a:lnTo>
                    <a:lnTo>
                      <a:pt x="4194454" y="3103245"/>
                    </a:lnTo>
                    <a:lnTo>
                      <a:pt x="4197083" y="3103245"/>
                    </a:lnTo>
                    <a:lnTo>
                      <a:pt x="4198201" y="3102787"/>
                    </a:lnTo>
                    <a:lnTo>
                      <a:pt x="4200067" y="3100921"/>
                    </a:lnTo>
                    <a:lnTo>
                      <a:pt x="4200525" y="3099803"/>
                    </a:lnTo>
                    <a:lnTo>
                      <a:pt x="4200525" y="3097174"/>
                    </a:lnTo>
                    <a:close/>
                  </a:path>
                  <a:path w="5153025" h="3103245">
                    <a:moveTo>
                      <a:pt x="4200525" y="2323744"/>
                    </a:moveTo>
                    <a:lnTo>
                      <a:pt x="4200067" y="2322626"/>
                    </a:lnTo>
                    <a:lnTo>
                      <a:pt x="4198201" y="2320760"/>
                    </a:lnTo>
                    <a:lnTo>
                      <a:pt x="4197083" y="2320290"/>
                    </a:lnTo>
                    <a:lnTo>
                      <a:pt x="4194454" y="2320290"/>
                    </a:lnTo>
                    <a:lnTo>
                      <a:pt x="4193336" y="2320760"/>
                    </a:lnTo>
                    <a:lnTo>
                      <a:pt x="4191470" y="2322626"/>
                    </a:lnTo>
                    <a:lnTo>
                      <a:pt x="4191000" y="2323744"/>
                    </a:lnTo>
                    <a:lnTo>
                      <a:pt x="4191000" y="2326373"/>
                    </a:lnTo>
                    <a:lnTo>
                      <a:pt x="4191470" y="2327491"/>
                    </a:lnTo>
                    <a:lnTo>
                      <a:pt x="4193336" y="2329357"/>
                    </a:lnTo>
                    <a:lnTo>
                      <a:pt x="4194454" y="2329815"/>
                    </a:lnTo>
                    <a:lnTo>
                      <a:pt x="4197083" y="2329815"/>
                    </a:lnTo>
                    <a:lnTo>
                      <a:pt x="4198201" y="2329357"/>
                    </a:lnTo>
                    <a:lnTo>
                      <a:pt x="4200067" y="2327491"/>
                    </a:lnTo>
                    <a:lnTo>
                      <a:pt x="4200525" y="2326373"/>
                    </a:lnTo>
                    <a:lnTo>
                      <a:pt x="4200525" y="2323744"/>
                    </a:lnTo>
                    <a:close/>
                  </a:path>
                  <a:path w="5153025" h="3103245">
                    <a:moveTo>
                      <a:pt x="4200525" y="1550314"/>
                    </a:moveTo>
                    <a:lnTo>
                      <a:pt x="4200067" y="1549196"/>
                    </a:lnTo>
                    <a:lnTo>
                      <a:pt x="4198201" y="1547329"/>
                    </a:lnTo>
                    <a:lnTo>
                      <a:pt x="4197083" y="1546860"/>
                    </a:lnTo>
                    <a:lnTo>
                      <a:pt x="4194454" y="1546860"/>
                    </a:lnTo>
                    <a:lnTo>
                      <a:pt x="4193336" y="1547329"/>
                    </a:lnTo>
                    <a:lnTo>
                      <a:pt x="4191470" y="1549196"/>
                    </a:lnTo>
                    <a:lnTo>
                      <a:pt x="4191000" y="1550314"/>
                    </a:lnTo>
                    <a:lnTo>
                      <a:pt x="4191000" y="1552943"/>
                    </a:lnTo>
                    <a:lnTo>
                      <a:pt x="4191470" y="1554060"/>
                    </a:lnTo>
                    <a:lnTo>
                      <a:pt x="4193336" y="1555927"/>
                    </a:lnTo>
                    <a:lnTo>
                      <a:pt x="4194454" y="1556385"/>
                    </a:lnTo>
                    <a:lnTo>
                      <a:pt x="4197083" y="1556385"/>
                    </a:lnTo>
                    <a:lnTo>
                      <a:pt x="4198201" y="1555927"/>
                    </a:lnTo>
                    <a:lnTo>
                      <a:pt x="4200067" y="1554060"/>
                    </a:lnTo>
                    <a:lnTo>
                      <a:pt x="4200525" y="1552943"/>
                    </a:lnTo>
                    <a:lnTo>
                      <a:pt x="4200525" y="1550314"/>
                    </a:lnTo>
                    <a:close/>
                  </a:path>
                  <a:path w="5153025" h="3103245">
                    <a:moveTo>
                      <a:pt x="4200525" y="776884"/>
                    </a:moveTo>
                    <a:lnTo>
                      <a:pt x="4200067" y="775766"/>
                    </a:lnTo>
                    <a:lnTo>
                      <a:pt x="4198201" y="773899"/>
                    </a:lnTo>
                    <a:lnTo>
                      <a:pt x="4197083" y="773430"/>
                    </a:lnTo>
                    <a:lnTo>
                      <a:pt x="4194454" y="773430"/>
                    </a:lnTo>
                    <a:lnTo>
                      <a:pt x="4193336" y="773899"/>
                    </a:lnTo>
                    <a:lnTo>
                      <a:pt x="4191470" y="775766"/>
                    </a:lnTo>
                    <a:lnTo>
                      <a:pt x="4191000" y="776884"/>
                    </a:lnTo>
                    <a:lnTo>
                      <a:pt x="4191000" y="779513"/>
                    </a:lnTo>
                    <a:lnTo>
                      <a:pt x="4191470" y="780630"/>
                    </a:lnTo>
                    <a:lnTo>
                      <a:pt x="4193336" y="782497"/>
                    </a:lnTo>
                    <a:lnTo>
                      <a:pt x="4194454" y="782955"/>
                    </a:lnTo>
                    <a:lnTo>
                      <a:pt x="4197083" y="782955"/>
                    </a:lnTo>
                    <a:lnTo>
                      <a:pt x="4198201" y="782497"/>
                    </a:lnTo>
                    <a:lnTo>
                      <a:pt x="4200067" y="780630"/>
                    </a:lnTo>
                    <a:lnTo>
                      <a:pt x="4200525" y="779513"/>
                    </a:lnTo>
                    <a:lnTo>
                      <a:pt x="4200525" y="776884"/>
                    </a:lnTo>
                    <a:close/>
                  </a:path>
                  <a:path w="5153025" h="3103245">
                    <a:moveTo>
                      <a:pt x="4200525" y="3454"/>
                    </a:moveTo>
                    <a:lnTo>
                      <a:pt x="4200067" y="2336"/>
                    </a:lnTo>
                    <a:lnTo>
                      <a:pt x="4198201" y="469"/>
                    </a:lnTo>
                    <a:lnTo>
                      <a:pt x="4197083" y="0"/>
                    </a:lnTo>
                    <a:lnTo>
                      <a:pt x="4194454" y="0"/>
                    </a:lnTo>
                    <a:lnTo>
                      <a:pt x="4193336" y="469"/>
                    </a:lnTo>
                    <a:lnTo>
                      <a:pt x="4191470" y="2336"/>
                    </a:lnTo>
                    <a:lnTo>
                      <a:pt x="4191000" y="3454"/>
                    </a:lnTo>
                    <a:lnTo>
                      <a:pt x="4191000" y="6083"/>
                    </a:lnTo>
                    <a:lnTo>
                      <a:pt x="4191470" y="7200"/>
                    </a:lnTo>
                    <a:lnTo>
                      <a:pt x="4193336" y="9067"/>
                    </a:lnTo>
                    <a:lnTo>
                      <a:pt x="4194454" y="9525"/>
                    </a:lnTo>
                    <a:lnTo>
                      <a:pt x="4197083" y="9525"/>
                    </a:lnTo>
                    <a:lnTo>
                      <a:pt x="4198201" y="9067"/>
                    </a:lnTo>
                    <a:lnTo>
                      <a:pt x="4200067" y="7200"/>
                    </a:lnTo>
                    <a:lnTo>
                      <a:pt x="4200525" y="6083"/>
                    </a:lnTo>
                    <a:lnTo>
                      <a:pt x="4200525" y="3454"/>
                    </a:lnTo>
                    <a:close/>
                  </a:path>
                  <a:path w="5153025" h="3103245">
                    <a:moveTo>
                      <a:pt x="4248150" y="3097174"/>
                    </a:moveTo>
                    <a:lnTo>
                      <a:pt x="4247693" y="3096056"/>
                    </a:lnTo>
                    <a:lnTo>
                      <a:pt x="4245826" y="3094190"/>
                    </a:lnTo>
                    <a:lnTo>
                      <a:pt x="4244708" y="3093720"/>
                    </a:lnTo>
                    <a:lnTo>
                      <a:pt x="4242079" y="3093720"/>
                    </a:lnTo>
                    <a:lnTo>
                      <a:pt x="4240962" y="3094190"/>
                    </a:lnTo>
                    <a:lnTo>
                      <a:pt x="4239095" y="3096056"/>
                    </a:lnTo>
                    <a:lnTo>
                      <a:pt x="4238625" y="3097174"/>
                    </a:lnTo>
                    <a:lnTo>
                      <a:pt x="4238625" y="3099803"/>
                    </a:lnTo>
                    <a:lnTo>
                      <a:pt x="4239095" y="3100921"/>
                    </a:lnTo>
                    <a:lnTo>
                      <a:pt x="4240962" y="3102787"/>
                    </a:lnTo>
                    <a:lnTo>
                      <a:pt x="4242079" y="3103245"/>
                    </a:lnTo>
                    <a:lnTo>
                      <a:pt x="4244708" y="3103245"/>
                    </a:lnTo>
                    <a:lnTo>
                      <a:pt x="4245826" y="3102787"/>
                    </a:lnTo>
                    <a:lnTo>
                      <a:pt x="4247693" y="3100921"/>
                    </a:lnTo>
                    <a:lnTo>
                      <a:pt x="4248150" y="3099803"/>
                    </a:lnTo>
                    <a:lnTo>
                      <a:pt x="4248150" y="3097174"/>
                    </a:lnTo>
                    <a:close/>
                  </a:path>
                  <a:path w="5153025" h="3103245">
                    <a:moveTo>
                      <a:pt x="4248150" y="2323744"/>
                    </a:moveTo>
                    <a:lnTo>
                      <a:pt x="4247693" y="2322626"/>
                    </a:lnTo>
                    <a:lnTo>
                      <a:pt x="4245826" y="2320760"/>
                    </a:lnTo>
                    <a:lnTo>
                      <a:pt x="4244708" y="2320290"/>
                    </a:lnTo>
                    <a:lnTo>
                      <a:pt x="4242079" y="2320290"/>
                    </a:lnTo>
                    <a:lnTo>
                      <a:pt x="4240962" y="2320760"/>
                    </a:lnTo>
                    <a:lnTo>
                      <a:pt x="4239095" y="2322626"/>
                    </a:lnTo>
                    <a:lnTo>
                      <a:pt x="4238625" y="2323744"/>
                    </a:lnTo>
                    <a:lnTo>
                      <a:pt x="4238625" y="2326373"/>
                    </a:lnTo>
                    <a:lnTo>
                      <a:pt x="4239095" y="2327491"/>
                    </a:lnTo>
                    <a:lnTo>
                      <a:pt x="4240962" y="2329357"/>
                    </a:lnTo>
                    <a:lnTo>
                      <a:pt x="4242079" y="2329815"/>
                    </a:lnTo>
                    <a:lnTo>
                      <a:pt x="4244708" y="2329815"/>
                    </a:lnTo>
                    <a:lnTo>
                      <a:pt x="4245826" y="2329357"/>
                    </a:lnTo>
                    <a:lnTo>
                      <a:pt x="4247693" y="2327491"/>
                    </a:lnTo>
                    <a:lnTo>
                      <a:pt x="4248150" y="2326373"/>
                    </a:lnTo>
                    <a:lnTo>
                      <a:pt x="4248150" y="2323744"/>
                    </a:lnTo>
                    <a:close/>
                  </a:path>
                  <a:path w="5153025" h="3103245">
                    <a:moveTo>
                      <a:pt x="4248150" y="1550314"/>
                    </a:moveTo>
                    <a:lnTo>
                      <a:pt x="4247693" y="1549196"/>
                    </a:lnTo>
                    <a:lnTo>
                      <a:pt x="4245826" y="1547329"/>
                    </a:lnTo>
                    <a:lnTo>
                      <a:pt x="4244708" y="1546860"/>
                    </a:lnTo>
                    <a:lnTo>
                      <a:pt x="4242079" y="1546860"/>
                    </a:lnTo>
                    <a:lnTo>
                      <a:pt x="4240962" y="1547329"/>
                    </a:lnTo>
                    <a:lnTo>
                      <a:pt x="4239095" y="1549196"/>
                    </a:lnTo>
                    <a:lnTo>
                      <a:pt x="4238625" y="1550314"/>
                    </a:lnTo>
                    <a:lnTo>
                      <a:pt x="4238625" y="1552943"/>
                    </a:lnTo>
                    <a:lnTo>
                      <a:pt x="4239095" y="1554060"/>
                    </a:lnTo>
                    <a:lnTo>
                      <a:pt x="4240962" y="1555927"/>
                    </a:lnTo>
                    <a:lnTo>
                      <a:pt x="4242079" y="1556385"/>
                    </a:lnTo>
                    <a:lnTo>
                      <a:pt x="4244708" y="1556385"/>
                    </a:lnTo>
                    <a:lnTo>
                      <a:pt x="4245826" y="1555927"/>
                    </a:lnTo>
                    <a:lnTo>
                      <a:pt x="4247693" y="1554060"/>
                    </a:lnTo>
                    <a:lnTo>
                      <a:pt x="4248150" y="1552943"/>
                    </a:lnTo>
                    <a:lnTo>
                      <a:pt x="4248150" y="1550314"/>
                    </a:lnTo>
                    <a:close/>
                  </a:path>
                  <a:path w="5153025" h="3103245">
                    <a:moveTo>
                      <a:pt x="4248150" y="776884"/>
                    </a:moveTo>
                    <a:lnTo>
                      <a:pt x="4247693" y="775766"/>
                    </a:lnTo>
                    <a:lnTo>
                      <a:pt x="4245826" y="773899"/>
                    </a:lnTo>
                    <a:lnTo>
                      <a:pt x="4244708" y="773430"/>
                    </a:lnTo>
                    <a:lnTo>
                      <a:pt x="4242079" y="773430"/>
                    </a:lnTo>
                    <a:lnTo>
                      <a:pt x="4240962" y="773899"/>
                    </a:lnTo>
                    <a:lnTo>
                      <a:pt x="4239095" y="775766"/>
                    </a:lnTo>
                    <a:lnTo>
                      <a:pt x="4238625" y="776884"/>
                    </a:lnTo>
                    <a:lnTo>
                      <a:pt x="4238625" y="779513"/>
                    </a:lnTo>
                    <a:lnTo>
                      <a:pt x="4239095" y="780630"/>
                    </a:lnTo>
                    <a:lnTo>
                      <a:pt x="4240962" y="782497"/>
                    </a:lnTo>
                    <a:lnTo>
                      <a:pt x="4242079" y="782955"/>
                    </a:lnTo>
                    <a:lnTo>
                      <a:pt x="4244708" y="782955"/>
                    </a:lnTo>
                    <a:lnTo>
                      <a:pt x="4245826" y="782497"/>
                    </a:lnTo>
                    <a:lnTo>
                      <a:pt x="4247693" y="780630"/>
                    </a:lnTo>
                    <a:lnTo>
                      <a:pt x="4248150" y="779513"/>
                    </a:lnTo>
                    <a:lnTo>
                      <a:pt x="4248150" y="776884"/>
                    </a:lnTo>
                    <a:close/>
                  </a:path>
                  <a:path w="5153025" h="3103245">
                    <a:moveTo>
                      <a:pt x="4248150" y="3454"/>
                    </a:moveTo>
                    <a:lnTo>
                      <a:pt x="4247693" y="2336"/>
                    </a:lnTo>
                    <a:lnTo>
                      <a:pt x="4245826" y="469"/>
                    </a:lnTo>
                    <a:lnTo>
                      <a:pt x="4244708" y="0"/>
                    </a:lnTo>
                    <a:lnTo>
                      <a:pt x="4242079" y="0"/>
                    </a:lnTo>
                    <a:lnTo>
                      <a:pt x="4240962" y="469"/>
                    </a:lnTo>
                    <a:lnTo>
                      <a:pt x="4239095" y="2336"/>
                    </a:lnTo>
                    <a:lnTo>
                      <a:pt x="4238625" y="3454"/>
                    </a:lnTo>
                    <a:lnTo>
                      <a:pt x="4238625" y="6083"/>
                    </a:lnTo>
                    <a:lnTo>
                      <a:pt x="4239095" y="7200"/>
                    </a:lnTo>
                    <a:lnTo>
                      <a:pt x="4240962" y="9067"/>
                    </a:lnTo>
                    <a:lnTo>
                      <a:pt x="4242079" y="9525"/>
                    </a:lnTo>
                    <a:lnTo>
                      <a:pt x="4244708" y="9525"/>
                    </a:lnTo>
                    <a:lnTo>
                      <a:pt x="4245826" y="9067"/>
                    </a:lnTo>
                    <a:lnTo>
                      <a:pt x="4247693" y="7200"/>
                    </a:lnTo>
                    <a:lnTo>
                      <a:pt x="4248150" y="6083"/>
                    </a:lnTo>
                    <a:lnTo>
                      <a:pt x="4248150" y="3454"/>
                    </a:lnTo>
                    <a:close/>
                  </a:path>
                  <a:path w="5153025" h="3103245">
                    <a:moveTo>
                      <a:pt x="4295775" y="3097174"/>
                    </a:moveTo>
                    <a:lnTo>
                      <a:pt x="4295318" y="3096056"/>
                    </a:lnTo>
                    <a:lnTo>
                      <a:pt x="4293451" y="3094190"/>
                    </a:lnTo>
                    <a:lnTo>
                      <a:pt x="4292333" y="3093720"/>
                    </a:lnTo>
                    <a:lnTo>
                      <a:pt x="4289704" y="3093720"/>
                    </a:lnTo>
                    <a:lnTo>
                      <a:pt x="4288587" y="3094190"/>
                    </a:lnTo>
                    <a:lnTo>
                      <a:pt x="4286720" y="3096056"/>
                    </a:lnTo>
                    <a:lnTo>
                      <a:pt x="4286250" y="3097174"/>
                    </a:lnTo>
                    <a:lnTo>
                      <a:pt x="4286250" y="3099803"/>
                    </a:lnTo>
                    <a:lnTo>
                      <a:pt x="4286720" y="3100921"/>
                    </a:lnTo>
                    <a:lnTo>
                      <a:pt x="4288587" y="3102787"/>
                    </a:lnTo>
                    <a:lnTo>
                      <a:pt x="4289704" y="3103245"/>
                    </a:lnTo>
                    <a:lnTo>
                      <a:pt x="4292333" y="3103245"/>
                    </a:lnTo>
                    <a:lnTo>
                      <a:pt x="4293451" y="3102787"/>
                    </a:lnTo>
                    <a:lnTo>
                      <a:pt x="4295318" y="3100921"/>
                    </a:lnTo>
                    <a:lnTo>
                      <a:pt x="4295775" y="3099803"/>
                    </a:lnTo>
                    <a:lnTo>
                      <a:pt x="4295775" y="3097174"/>
                    </a:lnTo>
                    <a:close/>
                  </a:path>
                  <a:path w="5153025" h="3103245">
                    <a:moveTo>
                      <a:pt x="4295775" y="2323744"/>
                    </a:moveTo>
                    <a:lnTo>
                      <a:pt x="4295318" y="2322626"/>
                    </a:lnTo>
                    <a:lnTo>
                      <a:pt x="4293451" y="2320760"/>
                    </a:lnTo>
                    <a:lnTo>
                      <a:pt x="4292333" y="2320290"/>
                    </a:lnTo>
                    <a:lnTo>
                      <a:pt x="4289704" y="2320290"/>
                    </a:lnTo>
                    <a:lnTo>
                      <a:pt x="4288587" y="2320760"/>
                    </a:lnTo>
                    <a:lnTo>
                      <a:pt x="4286720" y="2322626"/>
                    </a:lnTo>
                    <a:lnTo>
                      <a:pt x="4286250" y="2323744"/>
                    </a:lnTo>
                    <a:lnTo>
                      <a:pt x="4286250" y="2326373"/>
                    </a:lnTo>
                    <a:lnTo>
                      <a:pt x="4286720" y="2327491"/>
                    </a:lnTo>
                    <a:lnTo>
                      <a:pt x="4288587" y="2329357"/>
                    </a:lnTo>
                    <a:lnTo>
                      <a:pt x="4289704" y="2329815"/>
                    </a:lnTo>
                    <a:lnTo>
                      <a:pt x="4292333" y="2329815"/>
                    </a:lnTo>
                    <a:lnTo>
                      <a:pt x="4293451" y="2329357"/>
                    </a:lnTo>
                    <a:lnTo>
                      <a:pt x="4295318" y="2327491"/>
                    </a:lnTo>
                    <a:lnTo>
                      <a:pt x="4295775" y="2326373"/>
                    </a:lnTo>
                    <a:lnTo>
                      <a:pt x="4295775" y="2323744"/>
                    </a:lnTo>
                    <a:close/>
                  </a:path>
                  <a:path w="5153025" h="3103245">
                    <a:moveTo>
                      <a:pt x="4295775" y="1550314"/>
                    </a:moveTo>
                    <a:lnTo>
                      <a:pt x="4295318" y="1549196"/>
                    </a:lnTo>
                    <a:lnTo>
                      <a:pt x="4293451" y="1547329"/>
                    </a:lnTo>
                    <a:lnTo>
                      <a:pt x="4292333" y="1546860"/>
                    </a:lnTo>
                    <a:lnTo>
                      <a:pt x="4289704" y="1546860"/>
                    </a:lnTo>
                    <a:lnTo>
                      <a:pt x="4288587" y="1547329"/>
                    </a:lnTo>
                    <a:lnTo>
                      <a:pt x="4286720" y="1549196"/>
                    </a:lnTo>
                    <a:lnTo>
                      <a:pt x="4286250" y="1550314"/>
                    </a:lnTo>
                    <a:lnTo>
                      <a:pt x="4286250" y="1552943"/>
                    </a:lnTo>
                    <a:lnTo>
                      <a:pt x="4286720" y="1554060"/>
                    </a:lnTo>
                    <a:lnTo>
                      <a:pt x="4288587" y="1555927"/>
                    </a:lnTo>
                    <a:lnTo>
                      <a:pt x="4289704" y="1556385"/>
                    </a:lnTo>
                    <a:lnTo>
                      <a:pt x="4292333" y="1556385"/>
                    </a:lnTo>
                    <a:lnTo>
                      <a:pt x="4293451" y="1555927"/>
                    </a:lnTo>
                    <a:lnTo>
                      <a:pt x="4295318" y="1554060"/>
                    </a:lnTo>
                    <a:lnTo>
                      <a:pt x="4295775" y="1552943"/>
                    </a:lnTo>
                    <a:lnTo>
                      <a:pt x="4295775" y="1550314"/>
                    </a:lnTo>
                    <a:close/>
                  </a:path>
                  <a:path w="5153025" h="3103245">
                    <a:moveTo>
                      <a:pt x="4295775" y="776884"/>
                    </a:moveTo>
                    <a:lnTo>
                      <a:pt x="4295318" y="775766"/>
                    </a:lnTo>
                    <a:lnTo>
                      <a:pt x="4293451" y="773899"/>
                    </a:lnTo>
                    <a:lnTo>
                      <a:pt x="4292333" y="773430"/>
                    </a:lnTo>
                    <a:lnTo>
                      <a:pt x="4289704" y="773430"/>
                    </a:lnTo>
                    <a:lnTo>
                      <a:pt x="4288587" y="773899"/>
                    </a:lnTo>
                    <a:lnTo>
                      <a:pt x="4286720" y="775766"/>
                    </a:lnTo>
                    <a:lnTo>
                      <a:pt x="4286250" y="776884"/>
                    </a:lnTo>
                    <a:lnTo>
                      <a:pt x="4286250" y="779513"/>
                    </a:lnTo>
                    <a:lnTo>
                      <a:pt x="4286720" y="780630"/>
                    </a:lnTo>
                    <a:lnTo>
                      <a:pt x="4288587" y="782497"/>
                    </a:lnTo>
                    <a:lnTo>
                      <a:pt x="4289704" y="782955"/>
                    </a:lnTo>
                    <a:lnTo>
                      <a:pt x="4292333" y="782955"/>
                    </a:lnTo>
                    <a:lnTo>
                      <a:pt x="4293451" y="782497"/>
                    </a:lnTo>
                    <a:lnTo>
                      <a:pt x="4295318" y="780630"/>
                    </a:lnTo>
                    <a:lnTo>
                      <a:pt x="4295775" y="779513"/>
                    </a:lnTo>
                    <a:lnTo>
                      <a:pt x="4295775" y="776884"/>
                    </a:lnTo>
                    <a:close/>
                  </a:path>
                  <a:path w="5153025" h="3103245">
                    <a:moveTo>
                      <a:pt x="4295775" y="3454"/>
                    </a:moveTo>
                    <a:lnTo>
                      <a:pt x="4295318" y="2336"/>
                    </a:lnTo>
                    <a:lnTo>
                      <a:pt x="4293451" y="469"/>
                    </a:lnTo>
                    <a:lnTo>
                      <a:pt x="4292333" y="0"/>
                    </a:lnTo>
                    <a:lnTo>
                      <a:pt x="4289704" y="0"/>
                    </a:lnTo>
                    <a:lnTo>
                      <a:pt x="4288587" y="469"/>
                    </a:lnTo>
                    <a:lnTo>
                      <a:pt x="4286720" y="2336"/>
                    </a:lnTo>
                    <a:lnTo>
                      <a:pt x="4286250" y="3454"/>
                    </a:lnTo>
                    <a:lnTo>
                      <a:pt x="4286250" y="6083"/>
                    </a:lnTo>
                    <a:lnTo>
                      <a:pt x="4286720" y="7200"/>
                    </a:lnTo>
                    <a:lnTo>
                      <a:pt x="4288587" y="9067"/>
                    </a:lnTo>
                    <a:lnTo>
                      <a:pt x="4289704" y="9525"/>
                    </a:lnTo>
                    <a:lnTo>
                      <a:pt x="4292333" y="9525"/>
                    </a:lnTo>
                    <a:lnTo>
                      <a:pt x="4293451" y="9067"/>
                    </a:lnTo>
                    <a:lnTo>
                      <a:pt x="4295318" y="7200"/>
                    </a:lnTo>
                    <a:lnTo>
                      <a:pt x="4295775" y="6083"/>
                    </a:lnTo>
                    <a:lnTo>
                      <a:pt x="4295775" y="3454"/>
                    </a:lnTo>
                    <a:close/>
                  </a:path>
                  <a:path w="5153025" h="3103245">
                    <a:moveTo>
                      <a:pt x="4343400" y="3097174"/>
                    </a:moveTo>
                    <a:lnTo>
                      <a:pt x="4342943" y="3096056"/>
                    </a:lnTo>
                    <a:lnTo>
                      <a:pt x="4341076" y="3094190"/>
                    </a:lnTo>
                    <a:lnTo>
                      <a:pt x="4339958" y="3093720"/>
                    </a:lnTo>
                    <a:lnTo>
                      <a:pt x="4337329" y="3093720"/>
                    </a:lnTo>
                    <a:lnTo>
                      <a:pt x="4336199" y="3094190"/>
                    </a:lnTo>
                    <a:lnTo>
                      <a:pt x="4334345" y="3096056"/>
                    </a:lnTo>
                    <a:lnTo>
                      <a:pt x="4333875" y="3097174"/>
                    </a:lnTo>
                    <a:lnTo>
                      <a:pt x="4333875" y="3099803"/>
                    </a:lnTo>
                    <a:lnTo>
                      <a:pt x="4334345" y="3100921"/>
                    </a:lnTo>
                    <a:lnTo>
                      <a:pt x="4336199" y="3102787"/>
                    </a:lnTo>
                    <a:lnTo>
                      <a:pt x="4337329" y="3103245"/>
                    </a:lnTo>
                    <a:lnTo>
                      <a:pt x="4339958" y="3103245"/>
                    </a:lnTo>
                    <a:lnTo>
                      <a:pt x="4341076" y="3102787"/>
                    </a:lnTo>
                    <a:lnTo>
                      <a:pt x="4342943" y="3100921"/>
                    </a:lnTo>
                    <a:lnTo>
                      <a:pt x="4343400" y="3099803"/>
                    </a:lnTo>
                    <a:lnTo>
                      <a:pt x="4343400" y="3097174"/>
                    </a:lnTo>
                    <a:close/>
                  </a:path>
                  <a:path w="5153025" h="3103245">
                    <a:moveTo>
                      <a:pt x="4343400" y="2323744"/>
                    </a:moveTo>
                    <a:lnTo>
                      <a:pt x="4342943" y="2322626"/>
                    </a:lnTo>
                    <a:lnTo>
                      <a:pt x="4341076" y="2320760"/>
                    </a:lnTo>
                    <a:lnTo>
                      <a:pt x="4339958" y="2320290"/>
                    </a:lnTo>
                    <a:lnTo>
                      <a:pt x="4337329" y="2320290"/>
                    </a:lnTo>
                    <a:lnTo>
                      <a:pt x="4336199" y="2320760"/>
                    </a:lnTo>
                    <a:lnTo>
                      <a:pt x="4334345" y="2322626"/>
                    </a:lnTo>
                    <a:lnTo>
                      <a:pt x="4333875" y="2323744"/>
                    </a:lnTo>
                    <a:lnTo>
                      <a:pt x="4333875" y="2326373"/>
                    </a:lnTo>
                    <a:lnTo>
                      <a:pt x="4334345" y="2327491"/>
                    </a:lnTo>
                    <a:lnTo>
                      <a:pt x="4336199" y="2329357"/>
                    </a:lnTo>
                    <a:lnTo>
                      <a:pt x="4337329" y="2329815"/>
                    </a:lnTo>
                    <a:lnTo>
                      <a:pt x="4339958" y="2329815"/>
                    </a:lnTo>
                    <a:lnTo>
                      <a:pt x="4341076" y="2329357"/>
                    </a:lnTo>
                    <a:lnTo>
                      <a:pt x="4342943" y="2327491"/>
                    </a:lnTo>
                    <a:lnTo>
                      <a:pt x="4343400" y="2326373"/>
                    </a:lnTo>
                    <a:lnTo>
                      <a:pt x="4343400" y="2323744"/>
                    </a:lnTo>
                    <a:close/>
                  </a:path>
                  <a:path w="5153025" h="3103245">
                    <a:moveTo>
                      <a:pt x="4343400" y="1550314"/>
                    </a:moveTo>
                    <a:lnTo>
                      <a:pt x="4342943" y="1549196"/>
                    </a:lnTo>
                    <a:lnTo>
                      <a:pt x="4341076" y="1547329"/>
                    </a:lnTo>
                    <a:lnTo>
                      <a:pt x="4339958" y="1546860"/>
                    </a:lnTo>
                    <a:lnTo>
                      <a:pt x="4337329" y="1546860"/>
                    </a:lnTo>
                    <a:lnTo>
                      <a:pt x="4336199" y="1547329"/>
                    </a:lnTo>
                    <a:lnTo>
                      <a:pt x="4334345" y="1549196"/>
                    </a:lnTo>
                    <a:lnTo>
                      <a:pt x="4333875" y="1550314"/>
                    </a:lnTo>
                    <a:lnTo>
                      <a:pt x="4333875" y="1552943"/>
                    </a:lnTo>
                    <a:lnTo>
                      <a:pt x="4334345" y="1554060"/>
                    </a:lnTo>
                    <a:lnTo>
                      <a:pt x="4336199" y="1555927"/>
                    </a:lnTo>
                    <a:lnTo>
                      <a:pt x="4337329" y="1556385"/>
                    </a:lnTo>
                    <a:lnTo>
                      <a:pt x="4339958" y="1556385"/>
                    </a:lnTo>
                    <a:lnTo>
                      <a:pt x="4341076" y="1555927"/>
                    </a:lnTo>
                    <a:lnTo>
                      <a:pt x="4342943" y="1554060"/>
                    </a:lnTo>
                    <a:lnTo>
                      <a:pt x="4343400" y="1552943"/>
                    </a:lnTo>
                    <a:lnTo>
                      <a:pt x="4343400" y="1550314"/>
                    </a:lnTo>
                    <a:close/>
                  </a:path>
                  <a:path w="5153025" h="3103245">
                    <a:moveTo>
                      <a:pt x="4343400" y="776884"/>
                    </a:moveTo>
                    <a:lnTo>
                      <a:pt x="4342943" y="775766"/>
                    </a:lnTo>
                    <a:lnTo>
                      <a:pt x="4341076" y="773899"/>
                    </a:lnTo>
                    <a:lnTo>
                      <a:pt x="4339958" y="773430"/>
                    </a:lnTo>
                    <a:lnTo>
                      <a:pt x="4337329" y="773430"/>
                    </a:lnTo>
                    <a:lnTo>
                      <a:pt x="4336199" y="773899"/>
                    </a:lnTo>
                    <a:lnTo>
                      <a:pt x="4334345" y="775766"/>
                    </a:lnTo>
                    <a:lnTo>
                      <a:pt x="4333875" y="776884"/>
                    </a:lnTo>
                    <a:lnTo>
                      <a:pt x="4333875" y="779513"/>
                    </a:lnTo>
                    <a:lnTo>
                      <a:pt x="4334345" y="780630"/>
                    </a:lnTo>
                    <a:lnTo>
                      <a:pt x="4336199" y="782497"/>
                    </a:lnTo>
                    <a:lnTo>
                      <a:pt x="4337329" y="782955"/>
                    </a:lnTo>
                    <a:lnTo>
                      <a:pt x="4339958" y="782955"/>
                    </a:lnTo>
                    <a:lnTo>
                      <a:pt x="4341076" y="782497"/>
                    </a:lnTo>
                    <a:lnTo>
                      <a:pt x="4342943" y="780630"/>
                    </a:lnTo>
                    <a:lnTo>
                      <a:pt x="4343400" y="779513"/>
                    </a:lnTo>
                    <a:lnTo>
                      <a:pt x="4343400" y="776884"/>
                    </a:lnTo>
                    <a:close/>
                  </a:path>
                  <a:path w="5153025" h="3103245">
                    <a:moveTo>
                      <a:pt x="4343400" y="3454"/>
                    </a:moveTo>
                    <a:lnTo>
                      <a:pt x="4342943" y="2336"/>
                    </a:lnTo>
                    <a:lnTo>
                      <a:pt x="4341076" y="469"/>
                    </a:lnTo>
                    <a:lnTo>
                      <a:pt x="4339958" y="0"/>
                    </a:lnTo>
                    <a:lnTo>
                      <a:pt x="4337329" y="0"/>
                    </a:lnTo>
                    <a:lnTo>
                      <a:pt x="4336199" y="469"/>
                    </a:lnTo>
                    <a:lnTo>
                      <a:pt x="4334345" y="2336"/>
                    </a:lnTo>
                    <a:lnTo>
                      <a:pt x="4333875" y="3454"/>
                    </a:lnTo>
                    <a:lnTo>
                      <a:pt x="4333875" y="6083"/>
                    </a:lnTo>
                    <a:lnTo>
                      <a:pt x="4334345" y="7200"/>
                    </a:lnTo>
                    <a:lnTo>
                      <a:pt x="4336199" y="9067"/>
                    </a:lnTo>
                    <a:lnTo>
                      <a:pt x="4337329" y="9525"/>
                    </a:lnTo>
                    <a:lnTo>
                      <a:pt x="4339958" y="9525"/>
                    </a:lnTo>
                    <a:lnTo>
                      <a:pt x="4341076" y="9067"/>
                    </a:lnTo>
                    <a:lnTo>
                      <a:pt x="4342943" y="7200"/>
                    </a:lnTo>
                    <a:lnTo>
                      <a:pt x="4343400" y="6083"/>
                    </a:lnTo>
                    <a:lnTo>
                      <a:pt x="4343400" y="3454"/>
                    </a:lnTo>
                    <a:close/>
                  </a:path>
                  <a:path w="5153025" h="3103245">
                    <a:moveTo>
                      <a:pt x="4391025" y="3097174"/>
                    </a:moveTo>
                    <a:lnTo>
                      <a:pt x="4390568" y="3096056"/>
                    </a:lnTo>
                    <a:lnTo>
                      <a:pt x="4388701" y="3094190"/>
                    </a:lnTo>
                    <a:lnTo>
                      <a:pt x="4387583" y="3093720"/>
                    </a:lnTo>
                    <a:lnTo>
                      <a:pt x="4384954" y="3093720"/>
                    </a:lnTo>
                    <a:lnTo>
                      <a:pt x="4383824" y="3094190"/>
                    </a:lnTo>
                    <a:lnTo>
                      <a:pt x="4381970" y="3096056"/>
                    </a:lnTo>
                    <a:lnTo>
                      <a:pt x="4381500" y="3097174"/>
                    </a:lnTo>
                    <a:lnTo>
                      <a:pt x="4381500" y="3099803"/>
                    </a:lnTo>
                    <a:lnTo>
                      <a:pt x="4381970" y="3100921"/>
                    </a:lnTo>
                    <a:lnTo>
                      <a:pt x="4383824" y="3102787"/>
                    </a:lnTo>
                    <a:lnTo>
                      <a:pt x="4384954" y="3103245"/>
                    </a:lnTo>
                    <a:lnTo>
                      <a:pt x="4387583" y="3103245"/>
                    </a:lnTo>
                    <a:lnTo>
                      <a:pt x="4388701" y="3102787"/>
                    </a:lnTo>
                    <a:lnTo>
                      <a:pt x="4390568" y="3100921"/>
                    </a:lnTo>
                    <a:lnTo>
                      <a:pt x="4391025" y="3099803"/>
                    </a:lnTo>
                    <a:lnTo>
                      <a:pt x="4391025" y="3097174"/>
                    </a:lnTo>
                    <a:close/>
                  </a:path>
                  <a:path w="5153025" h="3103245">
                    <a:moveTo>
                      <a:pt x="4391025" y="2323744"/>
                    </a:moveTo>
                    <a:lnTo>
                      <a:pt x="4390568" y="2322626"/>
                    </a:lnTo>
                    <a:lnTo>
                      <a:pt x="4388701" y="2320760"/>
                    </a:lnTo>
                    <a:lnTo>
                      <a:pt x="4387583" y="2320290"/>
                    </a:lnTo>
                    <a:lnTo>
                      <a:pt x="4384954" y="2320290"/>
                    </a:lnTo>
                    <a:lnTo>
                      <a:pt x="4383824" y="2320760"/>
                    </a:lnTo>
                    <a:lnTo>
                      <a:pt x="4381970" y="2322626"/>
                    </a:lnTo>
                    <a:lnTo>
                      <a:pt x="4381500" y="2323744"/>
                    </a:lnTo>
                    <a:lnTo>
                      <a:pt x="4381500" y="2326373"/>
                    </a:lnTo>
                    <a:lnTo>
                      <a:pt x="4381970" y="2327491"/>
                    </a:lnTo>
                    <a:lnTo>
                      <a:pt x="4383824" y="2329357"/>
                    </a:lnTo>
                    <a:lnTo>
                      <a:pt x="4384954" y="2329815"/>
                    </a:lnTo>
                    <a:lnTo>
                      <a:pt x="4387583" y="2329815"/>
                    </a:lnTo>
                    <a:lnTo>
                      <a:pt x="4388701" y="2329357"/>
                    </a:lnTo>
                    <a:lnTo>
                      <a:pt x="4390568" y="2327491"/>
                    </a:lnTo>
                    <a:lnTo>
                      <a:pt x="4391025" y="2326373"/>
                    </a:lnTo>
                    <a:lnTo>
                      <a:pt x="4391025" y="2323744"/>
                    </a:lnTo>
                    <a:close/>
                  </a:path>
                  <a:path w="5153025" h="3103245">
                    <a:moveTo>
                      <a:pt x="4391025" y="1550314"/>
                    </a:moveTo>
                    <a:lnTo>
                      <a:pt x="4390568" y="1549196"/>
                    </a:lnTo>
                    <a:lnTo>
                      <a:pt x="4388701" y="1547329"/>
                    </a:lnTo>
                    <a:lnTo>
                      <a:pt x="4387583" y="1546860"/>
                    </a:lnTo>
                    <a:lnTo>
                      <a:pt x="4384954" y="1546860"/>
                    </a:lnTo>
                    <a:lnTo>
                      <a:pt x="4383824" y="1547329"/>
                    </a:lnTo>
                    <a:lnTo>
                      <a:pt x="4381970" y="1549196"/>
                    </a:lnTo>
                    <a:lnTo>
                      <a:pt x="4381500" y="1550314"/>
                    </a:lnTo>
                    <a:lnTo>
                      <a:pt x="4381500" y="1552943"/>
                    </a:lnTo>
                    <a:lnTo>
                      <a:pt x="4381970" y="1554060"/>
                    </a:lnTo>
                    <a:lnTo>
                      <a:pt x="4383824" y="1555927"/>
                    </a:lnTo>
                    <a:lnTo>
                      <a:pt x="4384954" y="1556385"/>
                    </a:lnTo>
                    <a:lnTo>
                      <a:pt x="4387583" y="1556385"/>
                    </a:lnTo>
                    <a:lnTo>
                      <a:pt x="4388701" y="1555927"/>
                    </a:lnTo>
                    <a:lnTo>
                      <a:pt x="4390568" y="1554060"/>
                    </a:lnTo>
                    <a:lnTo>
                      <a:pt x="4391025" y="1552943"/>
                    </a:lnTo>
                    <a:lnTo>
                      <a:pt x="4391025" y="1550314"/>
                    </a:lnTo>
                    <a:close/>
                  </a:path>
                  <a:path w="5153025" h="3103245">
                    <a:moveTo>
                      <a:pt x="4391025" y="776884"/>
                    </a:moveTo>
                    <a:lnTo>
                      <a:pt x="4390568" y="775766"/>
                    </a:lnTo>
                    <a:lnTo>
                      <a:pt x="4388701" y="773899"/>
                    </a:lnTo>
                    <a:lnTo>
                      <a:pt x="4387583" y="773430"/>
                    </a:lnTo>
                    <a:lnTo>
                      <a:pt x="4384954" y="773430"/>
                    </a:lnTo>
                    <a:lnTo>
                      <a:pt x="4383824" y="773899"/>
                    </a:lnTo>
                    <a:lnTo>
                      <a:pt x="4381970" y="775766"/>
                    </a:lnTo>
                    <a:lnTo>
                      <a:pt x="4381500" y="776884"/>
                    </a:lnTo>
                    <a:lnTo>
                      <a:pt x="4381500" y="779513"/>
                    </a:lnTo>
                    <a:lnTo>
                      <a:pt x="4381970" y="780630"/>
                    </a:lnTo>
                    <a:lnTo>
                      <a:pt x="4383824" y="782497"/>
                    </a:lnTo>
                    <a:lnTo>
                      <a:pt x="4384954" y="782955"/>
                    </a:lnTo>
                    <a:lnTo>
                      <a:pt x="4387583" y="782955"/>
                    </a:lnTo>
                    <a:lnTo>
                      <a:pt x="4388701" y="782497"/>
                    </a:lnTo>
                    <a:lnTo>
                      <a:pt x="4390568" y="780630"/>
                    </a:lnTo>
                    <a:lnTo>
                      <a:pt x="4391025" y="779513"/>
                    </a:lnTo>
                    <a:lnTo>
                      <a:pt x="4391025" y="776884"/>
                    </a:lnTo>
                    <a:close/>
                  </a:path>
                  <a:path w="5153025" h="3103245">
                    <a:moveTo>
                      <a:pt x="4391025" y="3454"/>
                    </a:moveTo>
                    <a:lnTo>
                      <a:pt x="4390568" y="2336"/>
                    </a:lnTo>
                    <a:lnTo>
                      <a:pt x="4388701" y="469"/>
                    </a:lnTo>
                    <a:lnTo>
                      <a:pt x="4387583" y="0"/>
                    </a:lnTo>
                    <a:lnTo>
                      <a:pt x="4384954" y="0"/>
                    </a:lnTo>
                    <a:lnTo>
                      <a:pt x="4383824" y="469"/>
                    </a:lnTo>
                    <a:lnTo>
                      <a:pt x="4381970" y="2336"/>
                    </a:lnTo>
                    <a:lnTo>
                      <a:pt x="4381500" y="3454"/>
                    </a:lnTo>
                    <a:lnTo>
                      <a:pt x="4381500" y="6083"/>
                    </a:lnTo>
                    <a:lnTo>
                      <a:pt x="4381970" y="7200"/>
                    </a:lnTo>
                    <a:lnTo>
                      <a:pt x="4383824" y="9067"/>
                    </a:lnTo>
                    <a:lnTo>
                      <a:pt x="4384954" y="9525"/>
                    </a:lnTo>
                    <a:lnTo>
                      <a:pt x="4387583" y="9525"/>
                    </a:lnTo>
                    <a:lnTo>
                      <a:pt x="4388701" y="9067"/>
                    </a:lnTo>
                    <a:lnTo>
                      <a:pt x="4390568" y="7200"/>
                    </a:lnTo>
                    <a:lnTo>
                      <a:pt x="4391025" y="6083"/>
                    </a:lnTo>
                    <a:lnTo>
                      <a:pt x="4391025" y="3454"/>
                    </a:lnTo>
                    <a:close/>
                  </a:path>
                  <a:path w="5153025" h="3103245">
                    <a:moveTo>
                      <a:pt x="4438650" y="3097174"/>
                    </a:moveTo>
                    <a:lnTo>
                      <a:pt x="4438193" y="3096056"/>
                    </a:lnTo>
                    <a:lnTo>
                      <a:pt x="4436326" y="3094190"/>
                    </a:lnTo>
                    <a:lnTo>
                      <a:pt x="4435208" y="3093720"/>
                    </a:lnTo>
                    <a:lnTo>
                      <a:pt x="4432579" y="3093720"/>
                    </a:lnTo>
                    <a:lnTo>
                      <a:pt x="4431449" y="3094190"/>
                    </a:lnTo>
                    <a:lnTo>
                      <a:pt x="4429595" y="3096056"/>
                    </a:lnTo>
                    <a:lnTo>
                      <a:pt x="4429125" y="3097174"/>
                    </a:lnTo>
                    <a:lnTo>
                      <a:pt x="4429125" y="3099803"/>
                    </a:lnTo>
                    <a:lnTo>
                      <a:pt x="4429595" y="3100921"/>
                    </a:lnTo>
                    <a:lnTo>
                      <a:pt x="4431449" y="3102787"/>
                    </a:lnTo>
                    <a:lnTo>
                      <a:pt x="4432579" y="3103245"/>
                    </a:lnTo>
                    <a:lnTo>
                      <a:pt x="4435208" y="3103245"/>
                    </a:lnTo>
                    <a:lnTo>
                      <a:pt x="4436326" y="3102787"/>
                    </a:lnTo>
                    <a:lnTo>
                      <a:pt x="4438193" y="3100921"/>
                    </a:lnTo>
                    <a:lnTo>
                      <a:pt x="4438650" y="3099803"/>
                    </a:lnTo>
                    <a:lnTo>
                      <a:pt x="4438650" y="3097174"/>
                    </a:lnTo>
                    <a:close/>
                  </a:path>
                  <a:path w="5153025" h="3103245">
                    <a:moveTo>
                      <a:pt x="4438650" y="2323744"/>
                    </a:moveTo>
                    <a:lnTo>
                      <a:pt x="4438193" y="2322626"/>
                    </a:lnTo>
                    <a:lnTo>
                      <a:pt x="4436326" y="2320760"/>
                    </a:lnTo>
                    <a:lnTo>
                      <a:pt x="4435208" y="2320290"/>
                    </a:lnTo>
                    <a:lnTo>
                      <a:pt x="4432579" y="2320290"/>
                    </a:lnTo>
                    <a:lnTo>
                      <a:pt x="4431449" y="2320760"/>
                    </a:lnTo>
                    <a:lnTo>
                      <a:pt x="4429595" y="2322626"/>
                    </a:lnTo>
                    <a:lnTo>
                      <a:pt x="4429125" y="2323744"/>
                    </a:lnTo>
                    <a:lnTo>
                      <a:pt x="4429125" y="2326373"/>
                    </a:lnTo>
                    <a:lnTo>
                      <a:pt x="4429595" y="2327491"/>
                    </a:lnTo>
                    <a:lnTo>
                      <a:pt x="4431449" y="2329357"/>
                    </a:lnTo>
                    <a:lnTo>
                      <a:pt x="4432579" y="2329815"/>
                    </a:lnTo>
                    <a:lnTo>
                      <a:pt x="4435208" y="2329815"/>
                    </a:lnTo>
                    <a:lnTo>
                      <a:pt x="4436326" y="2329357"/>
                    </a:lnTo>
                    <a:lnTo>
                      <a:pt x="4438193" y="2327491"/>
                    </a:lnTo>
                    <a:lnTo>
                      <a:pt x="4438650" y="2326373"/>
                    </a:lnTo>
                    <a:lnTo>
                      <a:pt x="4438650" y="2323744"/>
                    </a:lnTo>
                    <a:close/>
                  </a:path>
                  <a:path w="5153025" h="3103245">
                    <a:moveTo>
                      <a:pt x="4438650" y="1550314"/>
                    </a:moveTo>
                    <a:lnTo>
                      <a:pt x="4438193" y="1549196"/>
                    </a:lnTo>
                    <a:lnTo>
                      <a:pt x="4436326" y="1547329"/>
                    </a:lnTo>
                    <a:lnTo>
                      <a:pt x="4435208" y="1546860"/>
                    </a:lnTo>
                    <a:lnTo>
                      <a:pt x="4432579" y="1546860"/>
                    </a:lnTo>
                    <a:lnTo>
                      <a:pt x="4431449" y="1547329"/>
                    </a:lnTo>
                    <a:lnTo>
                      <a:pt x="4429595" y="1549196"/>
                    </a:lnTo>
                    <a:lnTo>
                      <a:pt x="4429125" y="1550314"/>
                    </a:lnTo>
                    <a:lnTo>
                      <a:pt x="4429125" y="1552943"/>
                    </a:lnTo>
                    <a:lnTo>
                      <a:pt x="4429595" y="1554060"/>
                    </a:lnTo>
                    <a:lnTo>
                      <a:pt x="4431449" y="1555927"/>
                    </a:lnTo>
                    <a:lnTo>
                      <a:pt x="4432579" y="1556385"/>
                    </a:lnTo>
                    <a:lnTo>
                      <a:pt x="4435208" y="1556385"/>
                    </a:lnTo>
                    <a:lnTo>
                      <a:pt x="4436326" y="1555927"/>
                    </a:lnTo>
                    <a:lnTo>
                      <a:pt x="4438193" y="1554060"/>
                    </a:lnTo>
                    <a:lnTo>
                      <a:pt x="4438650" y="1552943"/>
                    </a:lnTo>
                    <a:lnTo>
                      <a:pt x="4438650" y="1550314"/>
                    </a:lnTo>
                    <a:close/>
                  </a:path>
                  <a:path w="5153025" h="3103245">
                    <a:moveTo>
                      <a:pt x="4438650" y="776884"/>
                    </a:moveTo>
                    <a:lnTo>
                      <a:pt x="4438193" y="775766"/>
                    </a:lnTo>
                    <a:lnTo>
                      <a:pt x="4436326" y="773899"/>
                    </a:lnTo>
                    <a:lnTo>
                      <a:pt x="4435208" y="773430"/>
                    </a:lnTo>
                    <a:lnTo>
                      <a:pt x="4432579" y="773430"/>
                    </a:lnTo>
                    <a:lnTo>
                      <a:pt x="4431449" y="773899"/>
                    </a:lnTo>
                    <a:lnTo>
                      <a:pt x="4429595" y="775766"/>
                    </a:lnTo>
                    <a:lnTo>
                      <a:pt x="4429125" y="776884"/>
                    </a:lnTo>
                    <a:lnTo>
                      <a:pt x="4429125" y="779513"/>
                    </a:lnTo>
                    <a:lnTo>
                      <a:pt x="4429595" y="780630"/>
                    </a:lnTo>
                    <a:lnTo>
                      <a:pt x="4431449" y="782497"/>
                    </a:lnTo>
                    <a:lnTo>
                      <a:pt x="4432579" y="782955"/>
                    </a:lnTo>
                    <a:lnTo>
                      <a:pt x="4435208" y="782955"/>
                    </a:lnTo>
                    <a:lnTo>
                      <a:pt x="4436326" y="782497"/>
                    </a:lnTo>
                    <a:lnTo>
                      <a:pt x="4438193" y="780630"/>
                    </a:lnTo>
                    <a:lnTo>
                      <a:pt x="4438650" y="779513"/>
                    </a:lnTo>
                    <a:lnTo>
                      <a:pt x="4438650" y="776884"/>
                    </a:lnTo>
                    <a:close/>
                  </a:path>
                  <a:path w="5153025" h="3103245">
                    <a:moveTo>
                      <a:pt x="4438650" y="3454"/>
                    </a:moveTo>
                    <a:lnTo>
                      <a:pt x="4438193" y="2336"/>
                    </a:lnTo>
                    <a:lnTo>
                      <a:pt x="4436326" y="469"/>
                    </a:lnTo>
                    <a:lnTo>
                      <a:pt x="4435208" y="0"/>
                    </a:lnTo>
                    <a:lnTo>
                      <a:pt x="4432579" y="0"/>
                    </a:lnTo>
                    <a:lnTo>
                      <a:pt x="4431449" y="469"/>
                    </a:lnTo>
                    <a:lnTo>
                      <a:pt x="4429595" y="2336"/>
                    </a:lnTo>
                    <a:lnTo>
                      <a:pt x="4429125" y="3454"/>
                    </a:lnTo>
                    <a:lnTo>
                      <a:pt x="4429125" y="6083"/>
                    </a:lnTo>
                    <a:lnTo>
                      <a:pt x="4429595" y="7200"/>
                    </a:lnTo>
                    <a:lnTo>
                      <a:pt x="4431449" y="9067"/>
                    </a:lnTo>
                    <a:lnTo>
                      <a:pt x="4432579" y="9525"/>
                    </a:lnTo>
                    <a:lnTo>
                      <a:pt x="4435208" y="9525"/>
                    </a:lnTo>
                    <a:lnTo>
                      <a:pt x="4436326" y="9067"/>
                    </a:lnTo>
                    <a:lnTo>
                      <a:pt x="4438193" y="7200"/>
                    </a:lnTo>
                    <a:lnTo>
                      <a:pt x="4438650" y="6083"/>
                    </a:lnTo>
                    <a:lnTo>
                      <a:pt x="4438650" y="3454"/>
                    </a:lnTo>
                    <a:close/>
                  </a:path>
                  <a:path w="5153025" h="3103245">
                    <a:moveTo>
                      <a:pt x="4486275" y="3097174"/>
                    </a:moveTo>
                    <a:lnTo>
                      <a:pt x="4485818" y="3096056"/>
                    </a:lnTo>
                    <a:lnTo>
                      <a:pt x="4483951" y="3094190"/>
                    </a:lnTo>
                    <a:lnTo>
                      <a:pt x="4482833" y="3093720"/>
                    </a:lnTo>
                    <a:lnTo>
                      <a:pt x="4480204" y="3093720"/>
                    </a:lnTo>
                    <a:lnTo>
                      <a:pt x="4479087" y="3094190"/>
                    </a:lnTo>
                    <a:lnTo>
                      <a:pt x="4477220" y="3096056"/>
                    </a:lnTo>
                    <a:lnTo>
                      <a:pt x="4476750" y="3097174"/>
                    </a:lnTo>
                    <a:lnTo>
                      <a:pt x="4476750" y="3099803"/>
                    </a:lnTo>
                    <a:lnTo>
                      <a:pt x="4477220" y="3100921"/>
                    </a:lnTo>
                    <a:lnTo>
                      <a:pt x="4479087" y="3102787"/>
                    </a:lnTo>
                    <a:lnTo>
                      <a:pt x="4480204" y="3103245"/>
                    </a:lnTo>
                    <a:lnTo>
                      <a:pt x="4482833" y="3103245"/>
                    </a:lnTo>
                    <a:lnTo>
                      <a:pt x="4483951" y="3102787"/>
                    </a:lnTo>
                    <a:lnTo>
                      <a:pt x="4485818" y="3100921"/>
                    </a:lnTo>
                    <a:lnTo>
                      <a:pt x="4486275" y="3099803"/>
                    </a:lnTo>
                    <a:lnTo>
                      <a:pt x="4486275" y="3097174"/>
                    </a:lnTo>
                    <a:close/>
                  </a:path>
                  <a:path w="5153025" h="3103245">
                    <a:moveTo>
                      <a:pt x="4486275" y="2323744"/>
                    </a:moveTo>
                    <a:lnTo>
                      <a:pt x="4485818" y="2322626"/>
                    </a:lnTo>
                    <a:lnTo>
                      <a:pt x="4483951" y="2320760"/>
                    </a:lnTo>
                    <a:lnTo>
                      <a:pt x="4482833" y="2320290"/>
                    </a:lnTo>
                    <a:lnTo>
                      <a:pt x="4480204" y="2320290"/>
                    </a:lnTo>
                    <a:lnTo>
                      <a:pt x="4479087" y="2320760"/>
                    </a:lnTo>
                    <a:lnTo>
                      <a:pt x="4477220" y="2322626"/>
                    </a:lnTo>
                    <a:lnTo>
                      <a:pt x="4476750" y="2323744"/>
                    </a:lnTo>
                    <a:lnTo>
                      <a:pt x="4476750" y="2326373"/>
                    </a:lnTo>
                    <a:lnTo>
                      <a:pt x="4477220" y="2327491"/>
                    </a:lnTo>
                    <a:lnTo>
                      <a:pt x="4479087" y="2329357"/>
                    </a:lnTo>
                    <a:lnTo>
                      <a:pt x="4480204" y="2329815"/>
                    </a:lnTo>
                    <a:lnTo>
                      <a:pt x="4482833" y="2329815"/>
                    </a:lnTo>
                    <a:lnTo>
                      <a:pt x="4483951" y="2329357"/>
                    </a:lnTo>
                    <a:lnTo>
                      <a:pt x="4485818" y="2327491"/>
                    </a:lnTo>
                    <a:lnTo>
                      <a:pt x="4486275" y="2326373"/>
                    </a:lnTo>
                    <a:lnTo>
                      <a:pt x="4486275" y="2323744"/>
                    </a:lnTo>
                    <a:close/>
                  </a:path>
                  <a:path w="5153025" h="3103245">
                    <a:moveTo>
                      <a:pt x="4486275" y="1550314"/>
                    </a:moveTo>
                    <a:lnTo>
                      <a:pt x="4485818" y="1549196"/>
                    </a:lnTo>
                    <a:lnTo>
                      <a:pt x="4483951" y="1547329"/>
                    </a:lnTo>
                    <a:lnTo>
                      <a:pt x="4482833" y="1546860"/>
                    </a:lnTo>
                    <a:lnTo>
                      <a:pt x="4480204" y="1546860"/>
                    </a:lnTo>
                    <a:lnTo>
                      <a:pt x="4479087" y="1547329"/>
                    </a:lnTo>
                    <a:lnTo>
                      <a:pt x="4477220" y="1549196"/>
                    </a:lnTo>
                    <a:lnTo>
                      <a:pt x="4476750" y="1550314"/>
                    </a:lnTo>
                    <a:lnTo>
                      <a:pt x="4476750" y="1552943"/>
                    </a:lnTo>
                    <a:lnTo>
                      <a:pt x="4477220" y="1554060"/>
                    </a:lnTo>
                    <a:lnTo>
                      <a:pt x="4479087" y="1555927"/>
                    </a:lnTo>
                    <a:lnTo>
                      <a:pt x="4480204" y="1556385"/>
                    </a:lnTo>
                    <a:lnTo>
                      <a:pt x="4482833" y="1556385"/>
                    </a:lnTo>
                    <a:lnTo>
                      <a:pt x="4483951" y="1555927"/>
                    </a:lnTo>
                    <a:lnTo>
                      <a:pt x="4485818" y="1554060"/>
                    </a:lnTo>
                    <a:lnTo>
                      <a:pt x="4486275" y="1552943"/>
                    </a:lnTo>
                    <a:lnTo>
                      <a:pt x="4486275" y="1550314"/>
                    </a:lnTo>
                    <a:close/>
                  </a:path>
                  <a:path w="5153025" h="3103245">
                    <a:moveTo>
                      <a:pt x="4486275" y="776884"/>
                    </a:moveTo>
                    <a:lnTo>
                      <a:pt x="4485818" y="775766"/>
                    </a:lnTo>
                    <a:lnTo>
                      <a:pt x="4483951" y="773899"/>
                    </a:lnTo>
                    <a:lnTo>
                      <a:pt x="4482833" y="773430"/>
                    </a:lnTo>
                    <a:lnTo>
                      <a:pt x="4480204" y="773430"/>
                    </a:lnTo>
                    <a:lnTo>
                      <a:pt x="4479087" y="773899"/>
                    </a:lnTo>
                    <a:lnTo>
                      <a:pt x="4477220" y="775766"/>
                    </a:lnTo>
                    <a:lnTo>
                      <a:pt x="4476750" y="776884"/>
                    </a:lnTo>
                    <a:lnTo>
                      <a:pt x="4476750" y="779513"/>
                    </a:lnTo>
                    <a:lnTo>
                      <a:pt x="4477220" y="780630"/>
                    </a:lnTo>
                    <a:lnTo>
                      <a:pt x="4479087" y="782497"/>
                    </a:lnTo>
                    <a:lnTo>
                      <a:pt x="4480204" y="782955"/>
                    </a:lnTo>
                    <a:lnTo>
                      <a:pt x="4482833" y="782955"/>
                    </a:lnTo>
                    <a:lnTo>
                      <a:pt x="4483951" y="782497"/>
                    </a:lnTo>
                    <a:lnTo>
                      <a:pt x="4485818" y="780630"/>
                    </a:lnTo>
                    <a:lnTo>
                      <a:pt x="4486275" y="779513"/>
                    </a:lnTo>
                    <a:lnTo>
                      <a:pt x="4486275" y="776884"/>
                    </a:lnTo>
                    <a:close/>
                  </a:path>
                  <a:path w="5153025" h="3103245">
                    <a:moveTo>
                      <a:pt x="4486275" y="3454"/>
                    </a:moveTo>
                    <a:lnTo>
                      <a:pt x="4485818" y="2336"/>
                    </a:lnTo>
                    <a:lnTo>
                      <a:pt x="4483951" y="469"/>
                    </a:lnTo>
                    <a:lnTo>
                      <a:pt x="4482833" y="0"/>
                    </a:lnTo>
                    <a:lnTo>
                      <a:pt x="4480204" y="0"/>
                    </a:lnTo>
                    <a:lnTo>
                      <a:pt x="4479087" y="469"/>
                    </a:lnTo>
                    <a:lnTo>
                      <a:pt x="4477220" y="2336"/>
                    </a:lnTo>
                    <a:lnTo>
                      <a:pt x="4476750" y="3454"/>
                    </a:lnTo>
                    <a:lnTo>
                      <a:pt x="4476750" y="6083"/>
                    </a:lnTo>
                    <a:lnTo>
                      <a:pt x="4477220" y="7200"/>
                    </a:lnTo>
                    <a:lnTo>
                      <a:pt x="4479087" y="9067"/>
                    </a:lnTo>
                    <a:lnTo>
                      <a:pt x="4480204" y="9525"/>
                    </a:lnTo>
                    <a:lnTo>
                      <a:pt x="4482833" y="9525"/>
                    </a:lnTo>
                    <a:lnTo>
                      <a:pt x="4483951" y="9067"/>
                    </a:lnTo>
                    <a:lnTo>
                      <a:pt x="4485818" y="7200"/>
                    </a:lnTo>
                    <a:lnTo>
                      <a:pt x="4486275" y="6083"/>
                    </a:lnTo>
                    <a:lnTo>
                      <a:pt x="4486275" y="3454"/>
                    </a:lnTo>
                    <a:close/>
                  </a:path>
                  <a:path w="5153025" h="3103245">
                    <a:moveTo>
                      <a:pt x="4533900" y="3097174"/>
                    </a:moveTo>
                    <a:lnTo>
                      <a:pt x="4533443" y="3096056"/>
                    </a:lnTo>
                    <a:lnTo>
                      <a:pt x="4531576" y="3094190"/>
                    </a:lnTo>
                    <a:lnTo>
                      <a:pt x="4530458" y="3093720"/>
                    </a:lnTo>
                    <a:lnTo>
                      <a:pt x="4527829" y="3093720"/>
                    </a:lnTo>
                    <a:lnTo>
                      <a:pt x="4526712" y="3094190"/>
                    </a:lnTo>
                    <a:lnTo>
                      <a:pt x="4524845" y="3096056"/>
                    </a:lnTo>
                    <a:lnTo>
                      <a:pt x="4524375" y="3097174"/>
                    </a:lnTo>
                    <a:lnTo>
                      <a:pt x="4524375" y="3099803"/>
                    </a:lnTo>
                    <a:lnTo>
                      <a:pt x="4524845" y="3100921"/>
                    </a:lnTo>
                    <a:lnTo>
                      <a:pt x="4526712" y="3102787"/>
                    </a:lnTo>
                    <a:lnTo>
                      <a:pt x="4527829" y="3103245"/>
                    </a:lnTo>
                    <a:lnTo>
                      <a:pt x="4530458" y="3103245"/>
                    </a:lnTo>
                    <a:lnTo>
                      <a:pt x="4531576" y="3102787"/>
                    </a:lnTo>
                    <a:lnTo>
                      <a:pt x="4533443" y="3100921"/>
                    </a:lnTo>
                    <a:lnTo>
                      <a:pt x="4533900" y="3099803"/>
                    </a:lnTo>
                    <a:lnTo>
                      <a:pt x="4533900" y="3097174"/>
                    </a:lnTo>
                    <a:close/>
                  </a:path>
                  <a:path w="5153025" h="3103245">
                    <a:moveTo>
                      <a:pt x="4533900" y="2323744"/>
                    </a:moveTo>
                    <a:lnTo>
                      <a:pt x="4533443" y="2322626"/>
                    </a:lnTo>
                    <a:lnTo>
                      <a:pt x="4531576" y="2320760"/>
                    </a:lnTo>
                    <a:lnTo>
                      <a:pt x="4530458" y="2320290"/>
                    </a:lnTo>
                    <a:lnTo>
                      <a:pt x="4527829" y="2320290"/>
                    </a:lnTo>
                    <a:lnTo>
                      <a:pt x="4526712" y="2320760"/>
                    </a:lnTo>
                    <a:lnTo>
                      <a:pt x="4524845" y="2322626"/>
                    </a:lnTo>
                    <a:lnTo>
                      <a:pt x="4524375" y="2323744"/>
                    </a:lnTo>
                    <a:lnTo>
                      <a:pt x="4524375" y="2326373"/>
                    </a:lnTo>
                    <a:lnTo>
                      <a:pt x="4524845" y="2327491"/>
                    </a:lnTo>
                    <a:lnTo>
                      <a:pt x="4526712" y="2329357"/>
                    </a:lnTo>
                    <a:lnTo>
                      <a:pt x="4527829" y="2329815"/>
                    </a:lnTo>
                    <a:lnTo>
                      <a:pt x="4530458" y="2329815"/>
                    </a:lnTo>
                    <a:lnTo>
                      <a:pt x="4531576" y="2329357"/>
                    </a:lnTo>
                    <a:lnTo>
                      <a:pt x="4533443" y="2327491"/>
                    </a:lnTo>
                    <a:lnTo>
                      <a:pt x="4533900" y="2326373"/>
                    </a:lnTo>
                    <a:lnTo>
                      <a:pt x="4533900" y="2323744"/>
                    </a:lnTo>
                    <a:close/>
                  </a:path>
                  <a:path w="5153025" h="3103245">
                    <a:moveTo>
                      <a:pt x="4533900" y="1550314"/>
                    </a:moveTo>
                    <a:lnTo>
                      <a:pt x="4533443" y="1549196"/>
                    </a:lnTo>
                    <a:lnTo>
                      <a:pt x="4531576" y="1547329"/>
                    </a:lnTo>
                    <a:lnTo>
                      <a:pt x="4530458" y="1546860"/>
                    </a:lnTo>
                    <a:lnTo>
                      <a:pt x="4527829" y="1546860"/>
                    </a:lnTo>
                    <a:lnTo>
                      <a:pt x="4526712" y="1547329"/>
                    </a:lnTo>
                    <a:lnTo>
                      <a:pt x="4524845" y="1549196"/>
                    </a:lnTo>
                    <a:lnTo>
                      <a:pt x="4524375" y="1550314"/>
                    </a:lnTo>
                    <a:lnTo>
                      <a:pt x="4524375" y="1552943"/>
                    </a:lnTo>
                    <a:lnTo>
                      <a:pt x="4524845" y="1554060"/>
                    </a:lnTo>
                    <a:lnTo>
                      <a:pt x="4526712" y="1555927"/>
                    </a:lnTo>
                    <a:lnTo>
                      <a:pt x="4527829" y="1556385"/>
                    </a:lnTo>
                    <a:lnTo>
                      <a:pt x="4530458" y="1556385"/>
                    </a:lnTo>
                    <a:lnTo>
                      <a:pt x="4531576" y="1555927"/>
                    </a:lnTo>
                    <a:lnTo>
                      <a:pt x="4533443" y="1554060"/>
                    </a:lnTo>
                    <a:lnTo>
                      <a:pt x="4533900" y="1552943"/>
                    </a:lnTo>
                    <a:lnTo>
                      <a:pt x="4533900" y="1550314"/>
                    </a:lnTo>
                    <a:close/>
                  </a:path>
                  <a:path w="5153025" h="3103245">
                    <a:moveTo>
                      <a:pt x="4533900" y="776884"/>
                    </a:moveTo>
                    <a:lnTo>
                      <a:pt x="4533443" y="775766"/>
                    </a:lnTo>
                    <a:lnTo>
                      <a:pt x="4531576" y="773899"/>
                    </a:lnTo>
                    <a:lnTo>
                      <a:pt x="4530458" y="773430"/>
                    </a:lnTo>
                    <a:lnTo>
                      <a:pt x="4527829" y="773430"/>
                    </a:lnTo>
                    <a:lnTo>
                      <a:pt x="4526712" y="773899"/>
                    </a:lnTo>
                    <a:lnTo>
                      <a:pt x="4524845" y="775766"/>
                    </a:lnTo>
                    <a:lnTo>
                      <a:pt x="4524375" y="776884"/>
                    </a:lnTo>
                    <a:lnTo>
                      <a:pt x="4524375" y="779513"/>
                    </a:lnTo>
                    <a:lnTo>
                      <a:pt x="4524845" y="780630"/>
                    </a:lnTo>
                    <a:lnTo>
                      <a:pt x="4526712" y="782497"/>
                    </a:lnTo>
                    <a:lnTo>
                      <a:pt x="4527829" y="782955"/>
                    </a:lnTo>
                    <a:lnTo>
                      <a:pt x="4530458" y="782955"/>
                    </a:lnTo>
                    <a:lnTo>
                      <a:pt x="4531576" y="782497"/>
                    </a:lnTo>
                    <a:lnTo>
                      <a:pt x="4533443" y="780630"/>
                    </a:lnTo>
                    <a:lnTo>
                      <a:pt x="4533900" y="779513"/>
                    </a:lnTo>
                    <a:lnTo>
                      <a:pt x="4533900" y="776884"/>
                    </a:lnTo>
                    <a:close/>
                  </a:path>
                  <a:path w="5153025" h="3103245">
                    <a:moveTo>
                      <a:pt x="4533900" y="3454"/>
                    </a:moveTo>
                    <a:lnTo>
                      <a:pt x="4533443" y="2336"/>
                    </a:lnTo>
                    <a:lnTo>
                      <a:pt x="4531576" y="469"/>
                    </a:lnTo>
                    <a:lnTo>
                      <a:pt x="4530458" y="0"/>
                    </a:lnTo>
                    <a:lnTo>
                      <a:pt x="4527829" y="0"/>
                    </a:lnTo>
                    <a:lnTo>
                      <a:pt x="4526712" y="469"/>
                    </a:lnTo>
                    <a:lnTo>
                      <a:pt x="4524845" y="2336"/>
                    </a:lnTo>
                    <a:lnTo>
                      <a:pt x="4524375" y="3454"/>
                    </a:lnTo>
                    <a:lnTo>
                      <a:pt x="4524375" y="6083"/>
                    </a:lnTo>
                    <a:lnTo>
                      <a:pt x="4524845" y="7200"/>
                    </a:lnTo>
                    <a:lnTo>
                      <a:pt x="4526712" y="9067"/>
                    </a:lnTo>
                    <a:lnTo>
                      <a:pt x="4527829" y="9525"/>
                    </a:lnTo>
                    <a:lnTo>
                      <a:pt x="4530458" y="9525"/>
                    </a:lnTo>
                    <a:lnTo>
                      <a:pt x="4531576" y="9067"/>
                    </a:lnTo>
                    <a:lnTo>
                      <a:pt x="4533443" y="7200"/>
                    </a:lnTo>
                    <a:lnTo>
                      <a:pt x="4533900" y="6083"/>
                    </a:lnTo>
                    <a:lnTo>
                      <a:pt x="4533900" y="3454"/>
                    </a:lnTo>
                    <a:close/>
                  </a:path>
                  <a:path w="5153025" h="3103245">
                    <a:moveTo>
                      <a:pt x="4581525" y="3097174"/>
                    </a:moveTo>
                    <a:lnTo>
                      <a:pt x="4581068" y="3096056"/>
                    </a:lnTo>
                    <a:lnTo>
                      <a:pt x="4579201" y="3094190"/>
                    </a:lnTo>
                    <a:lnTo>
                      <a:pt x="4578083" y="3093720"/>
                    </a:lnTo>
                    <a:lnTo>
                      <a:pt x="4575454" y="3093720"/>
                    </a:lnTo>
                    <a:lnTo>
                      <a:pt x="4574337" y="3094190"/>
                    </a:lnTo>
                    <a:lnTo>
                      <a:pt x="4572470" y="3096056"/>
                    </a:lnTo>
                    <a:lnTo>
                      <a:pt x="4572000" y="3097174"/>
                    </a:lnTo>
                    <a:lnTo>
                      <a:pt x="4572000" y="3099803"/>
                    </a:lnTo>
                    <a:lnTo>
                      <a:pt x="4572470" y="3100921"/>
                    </a:lnTo>
                    <a:lnTo>
                      <a:pt x="4574337" y="3102787"/>
                    </a:lnTo>
                    <a:lnTo>
                      <a:pt x="4575454" y="3103245"/>
                    </a:lnTo>
                    <a:lnTo>
                      <a:pt x="4578083" y="3103245"/>
                    </a:lnTo>
                    <a:lnTo>
                      <a:pt x="4579201" y="3102787"/>
                    </a:lnTo>
                    <a:lnTo>
                      <a:pt x="4581068" y="3100921"/>
                    </a:lnTo>
                    <a:lnTo>
                      <a:pt x="4581525" y="3099803"/>
                    </a:lnTo>
                    <a:lnTo>
                      <a:pt x="4581525" y="3097174"/>
                    </a:lnTo>
                    <a:close/>
                  </a:path>
                  <a:path w="5153025" h="3103245">
                    <a:moveTo>
                      <a:pt x="4581525" y="2323744"/>
                    </a:moveTo>
                    <a:lnTo>
                      <a:pt x="4581068" y="2322626"/>
                    </a:lnTo>
                    <a:lnTo>
                      <a:pt x="4579201" y="2320760"/>
                    </a:lnTo>
                    <a:lnTo>
                      <a:pt x="4578083" y="2320290"/>
                    </a:lnTo>
                    <a:lnTo>
                      <a:pt x="4575454" y="2320290"/>
                    </a:lnTo>
                    <a:lnTo>
                      <a:pt x="4574337" y="2320760"/>
                    </a:lnTo>
                    <a:lnTo>
                      <a:pt x="4572470" y="2322626"/>
                    </a:lnTo>
                    <a:lnTo>
                      <a:pt x="4572000" y="2323744"/>
                    </a:lnTo>
                    <a:lnTo>
                      <a:pt x="4572000" y="2326373"/>
                    </a:lnTo>
                    <a:lnTo>
                      <a:pt x="4572470" y="2327491"/>
                    </a:lnTo>
                    <a:lnTo>
                      <a:pt x="4574337" y="2329357"/>
                    </a:lnTo>
                    <a:lnTo>
                      <a:pt x="4575454" y="2329815"/>
                    </a:lnTo>
                    <a:lnTo>
                      <a:pt x="4578083" y="2329815"/>
                    </a:lnTo>
                    <a:lnTo>
                      <a:pt x="4579201" y="2329357"/>
                    </a:lnTo>
                    <a:lnTo>
                      <a:pt x="4581068" y="2327491"/>
                    </a:lnTo>
                    <a:lnTo>
                      <a:pt x="4581525" y="2326373"/>
                    </a:lnTo>
                    <a:lnTo>
                      <a:pt x="4581525" y="2323744"/>
                    </a:lnTo>
                    <a:close/>
                  </a:path>
                  <a:path w="5153025" h="3103245">
                    <a:moveTo>
                      <a:pt x="4581525" y="1550314"/>
                    </a:moveTo>
                    <a:lnTo>
                      <a:pt x="4581068" y="1549196"/>
                    </a:lnTo>
                    <a:lnTo>
                      <a:pt x="4579201" y="1547329"/>
                    </a:lnTo>
                    <a:lnTo>
                      <a:pt x="4578083" y="1546860"/>
                    </a:lnTo>
                    <a:lnTo>
                      <a:pt x="4575454" y="1546860"/>
                    </a:lnTo>
                    <a:lnTo>
                      <a:pt x="4574337" y="1547329"/>
                    </a:lnTo>
                    <a:lnTo>
                      <a:pt x="4572470" y="1549196"/>
                    </a:lnTo>
                    <a:lnTo>
                      <a:pt x="4572000" y="1550314"/>
                    </a:lnTo>
                    <a:lnTo>
                      <a:pt x="4572000" y="1552943"/>
                    </a:lnTo>
                    <a:lnTo>
                      <a:pt x="4572470" y="1554060"/>
                    </a:lnTo>
                    <a:lnTo>
                      <a:pt x="4574337" y="1555927"/>
                    </a:lnTo>
                    <a:lnTo>
                      <a:pt x="4575454" y="1556385"/>
                    </a:lnTo>
                    <a:lnTo>
                      <a:pt x="4578083" y="1556385"/>
                    </a:lnTo>
                    <a:lnTo>
                      <a:pt x="4579201" y="1555927"/>
                    </a:lnTo>
                    <a:lnTo>
                      <a:pt x="4581068" y="1554060"/>
                    </a:lnTo>
                    <a:lnTo>
                      <a:pt x="4581525" y="1552943"/>
                    </a:lnTo>
                    <a:lnTo>
                      <a:pt x="4581525" y="1550314"/>
                    </a:lnTo>
                    <a:close/>
                  </a:path>
                  <a:path w="5153025" h="3103245">
                    <a:moveTo>
                      <a:pt x="4581525" y="776884"/>
                    </a:moveTo>
                    <a:lnTo>
                      <a:pt x="4581068" y="775766"/>
                    </a:lnTo>
                    <a:lnTo>
                      <a:pt x="4579201" y="773899"/>
                    </a:lnTo>
                    <a:lnTo>
                      <a:pt x="4578083" y="773430"/>
                    </a:lnTo>
                    <a:lnTo>
                      <a:pt x="4575454" y="773430"/>
                    </a:lnTo>
                    <a:lnTo>
                      <a:pt x="4574337" y="773899"/>
                    </a:lnTo>
                    <a:lnTo>
                      <a:pt x="4572470" y="775766"/>
                    </a:lnTo>
                    <a:lnTo>
                      <a:pt x="4572000" y="776884"/>
                    </a:lnTo>
                    <a:lnTo>
                      <a:pt x="4572000" y="779513"/>
                    </a:lnTo>
                    <a:lnTo>
                      <a:pt x="4572470" y="780630"/>
                    </a:lnTo>
                    <a:lnTo>
                      <a:pt x="4574337" y="782497"/>
                    </a:lnTo>
                    <a:lnTo>
                      <a:pt x="4575454" y="782955"/>
                    </a:lnTo>
                    <a:lnTo>
                      <a:pt x="4578083" y="782955"/>
                    </a:lnTo>
                    <a:lnTo>
                      <a:pt x="4579201" y="782497"/>
                    </a:lnTo>
                    <a:lnTo>
                      <a:pt x="4581068" y="780630"/>
                    </a:lnTo>
                    <a:lnTo>
                      <a:pt x="4581525" y="779513"/>
                    </a:lnTo>
                    <a:lnTo>
                      <a:pt x="4581525" y="776884"/>
                    </a:lnTo>
                    <a:close/>
                  </a:path>
                  <a:path w="5153025" h="3103245">
                    <a:moveTo>
                      <a:pt x="4581525" y="3454"/>
                    </a:moveTo>
                    <a:lnTo>
                      <a:pt x="4581068" y="2336"/>
                    </a:lnTo>
                    <a:lnTo>
                      <a:pt x="4579201" y="469"/>
                    </a:lnTo>
                    <a:lnTo>
                      <a:pt x="4578083" y="0"/>
                    </a:lnTo>
                    <a:lnTo>
                      <a:pt x="4575454" y="0"/>
                    </a:lnTo>
                    <a:lnTo>
                      <a:pt x="4574337" y="469"/>
                    </a:lnTo>
                    <a:lnTo>
                      <a:pt x="4572470" y="2336"/>
                    </a:lnTo>
                    <a:lnTo>
                      <a:pt x="4572000" y="3454"/>
                    </a:lnTo>
                    <a:lnTo>
                      <a:pt x="4572000" y="6083"/>
                    </a:lnTo>
                    <a:lnTo>
                      <a:pt x="4572470" y="7200"/>
                    </a:lnTo>
                    <a:lnTo>
                      <a:pt x="4574337" y="9067"/>
                    </a:lnTo>
                    <a:lnTo>
                      <a:pt x="4575454" y="9525"/>
                    </a:lnTo>
                    <a:lnTo>
                      <a:pt x="4578083" y="9525"/>
                    </a:lnTo>
                    <a:lnTo>
                      <a:pt x="4579201" y="9067"/>
                    </a:lnTo>
                    <a:lnTo>
                      <a:pt x="4581068" y="7200"/>
                    </a:lnTo>
                    <a:lnTo>
                      <a:pt x="4581525" y="6083"/>
                    </a:lnTo>
                    <a:lnTo>
                      <a:pt x="4581525" y="3454"/>
                    </a:lnTo>
                    <a:close/>
                  </a:path>
                  <a:path w="5153025" h="3103245">
                    <a:moveTo>
                      <a:pt x="4629150" y="3097174"/>
                    </a:moveTo>
                    <a:lnTo>
                      <a:pt x="4628693" y="3096056"/>
                    </a:lnTo>
                    <a:lnTo>
                      <a:pt x="4626826" y="3094190"/>
                    </a:lnTo>
                    <a:lnTo>
                      <a:pt x="4625708" y="3093720"/>
                    </a:lnTo>
                    <a:lnTo>
                      <a:pt x="4623079" y="3093720"/>
                    </a:lnTo>
                    <a:lnTo>
                      <a:pt x="4621962" y="3094190"/>
                    </a:lnTo>
                    <a:lnTo>
                      <a:pt x="4620095" y="3096056"/>
                    </a:lnTo>
                    <a:lnTo>
                      <a:pt x="4619625" y="3097174"/>
                    </a:lnTo>
                    <a:lnTo>
                      <a:pt x="4619625" y="3099803"/>
                    </a:lnTo>
                    <a:lnTo>
                      <a:pt x="4620095" y="3100921"/>
                    </a:lnTo>
                    <a:lnTo>
                      <a:pt x="4621962" y="3102787"/>
                    </a:lnTo>
                    <a:lnTo>
                      <a:pt x="4623079" y="3103245"/>
                    </a:lnTo>
                    <a:lnTo>
                      <a:pt x="4625708" y="3103245"/>
                    </a:lnTo>
                    <a:lnTo>
                      <a:pt x="4626826" y="3102787"/>
                    </a:lnTo>
                    <a:lnTo>
                      <a:pt x="4628693" y="3100921"/>
                    </a:lnTo>
                    <a:lnTo>
                      <a:pt x="4629150" y="3099803"/>
                    </a:lnTo>
                    <a:lnTo>
                      <a:pt x="4629150" y="3097174"/>
                    </a:lnTo>
                    <a:close/>
                  </a:path>
                  <a:path w="5153025" h="3103245">
                    <a:moveTo>
                      <a:pt x="4629150" y="2323744"/>
                    </a:moveTo>
                    <a:lnTo>
                      <a:pt x="4628693" y="2322626"/>
                    </a:lnTo>
                    <a:lnTo>
                      <a:pt x="4626826" y="2320760"/>
                    </a:lnTo>
                    <a:lnTo>
                      <a:pt x="4625708" y="2320290"/>
                    </a:lnTo>
                    <a:lnTo>
                      <a:pt x="4623079" y="2320290"/>
                    </a:lnTo>
                    <a:lnTo>
                      <a:pt x="4621962" y="2320760"/>
                    </a:lnTo>
                    <a:lnTo>
                      <a:pt x="4620095" y="2322626"/>
                    </a:lnTo>
                    <a:lnTo>
                      <a:pt x="4619625" y="2323744"/>
                    </a:lnTo>
                    <a:lnTo>
                      <a:pt x="4619625" y="2326373"/>
                    </a:lnTo>
                    <a:lnTo>
                      <a:pt x="4620095" y="2327491"/>
                    </a:lnTo>
                    <a:lnTo>
                      <a:pt x="4621962" y="2329357"/>
                    </a:lnTo>
                    <a:lnTo>
                      <a:pt x="4623079" y="2329815"/>
                    </a:lnTo>
                    <a:lnTo>
                      <a:pt x="4625708" y="2329815"/>
                    </a:lnTo>
                    <a:lnTo>
                      <a:pt x="4626826" y="2329357"/>
                    </a:lnTo>
                    <a:lnTo>
                      <a:pt x="4628693" y="2327491"/>
                    </a:lnTo>
                    <a:lnTo>
                      <a:pt x="4629150" y="2326373"/>
                    </a:lnTo>
                    <a:lnTo>
                      <a:pt x="4629150" y="2323744"/>
                    </a:lnTo>
                    <a:close/>
                  </a:path>
                  <a:path w="5153025" h="3103245">
                    <a:moveTo>
                      <a:pt x="4629150" y="1550314"/>
                    </a:moveTo>
                    <a:lnTo>
                      <a:pt x="4628693" y="1549196"/>
                    </a:lnTo>
                    <a:lnTo>
                      <a:pt x="4626826" y="1547329"/>
                    </a:lnTo>
                    <a:lnTo>
                      <a:pt x="4625708" y="1546860"/>
                    </a:lnTo>
                    <a:lnTo>
                      <a:pt x="4623079" y="1546860"/>
                    </a:lnTo>
                    <a:lnTo>
                      <a:pt x="4621962" y="1547329"/>
                    </a:lnTo>
                    <a:lnTo>
                      <a:pt x="4620095" y="1549196"/>
                    </a:lnTo>
                    <a:lnTo>
                      <a:pt x="4619625" y="1550314"/>
                    </a:lnTo>
                    <a:lnTo>
                      <a:pt x="4619625" y="1552943"/>
                    </a:lnTo>
                    <a:lnTo>
                      <a:pt x="4620095" y="1554060"/>
                    </a:lnTo>
                    <a:lnTo>
                      <a:pt x="4621962" y="1555927"/>
                    </a:lnTo>
                    <a:lnTo>
                      <a:pt x="4623079" y="1556385"/>
                    </a:lnTo>
                    <a:lnTo>
                      <a:pt x="4625708" y="1556385"/>
                    </a:lnTo>
                    <a:lnTo>
                      <a:pt x="4626826" y="1555927"/>
                    </a:lnTo>
                    <a:lnTo>
                      <a:pt x="4628693" y="1554060"/>
                    </a:lnTo>
                    <a:lnTo>
                      <a:pt x="4629150" y="1552943"/>
                    </a:lnTo>
                    <a:lnTo>
                      <a:pt x="4629150" y="1550314"/>
                    </a:lnTo>
                    <a:close/>
                  </a:path>
                  <a:path w="5153025" h="3103245">
                    <a:moveTo>
                      <a:pt x="4629150" y="776884"/>
                    </a:moveTo>
                    <a:lnTo>
                      <a:pt x="4628693" y="775766"/>
                    </a:lnTo>
                    <a:lnTo>
                      <a:pt x="4626826" y="773899"/>
                    </a:lnTo>
                    <a:lnTo>
                      <a:pt x="4625708" y="773430"/>
                    </a:lnTo>
                    <a:lnTo>
                      <a:pt x="4623079" y="773430"/>
                    </a:lnTo>
                    <a:lnTo>
                      <a:pt x="4621962" y="773899"/>
                    </a:lnTo>
                    <a:lnTo>
                      <a:pt x="4620095" y="775766"/>
                    </a:lnTo>
                    <a:lnTo>
                      <a:pt x="4619625" y="776884"/>
                    </a:lnTo>
                    <a:lnTo>
                      <a:pt x="4619625" y="779513"/>
                    </a:lnTo>
                    <a:lnTo>
                      <a:pt x="4620095" y="780630"/>
                    </a:lnTo>
                    <a:lnTo>
                      <a:pt x="4621962" y="782497"/>
                    </a:lnTo>
                    <a:lnTo>
                      <a:pt x="4623079" y="782955"/>
                    </a:lnTo>
                    <a:lnTo>
                      <a:pt x="4625708" y="782955"/>
                    </a:lnTo>
                    <a:lnTo>
                      <a:pt x="4626826" y="782497"/>
                    </a:lnTo>
                    <a:lnTo>
                      <a:pt x="4628693" y="780630"/>
                    </a:lnTo>
                    <a:lnTo>
                      <a:pt x="4629150" y="779513"/>
                    </a:lnTo>
                    <a:lnTo>
                      <a:pt x="4629150" y="776884"/>
                    </a:lnTo>
                    <a:close/>
                  </a:path>
                  <a:path w="5153025" h="3103245">
                    <a:moveTo>
                      <a:pt x="4629150" y="3454"/>
                    </a:moveTo>
                    <a:lnTo>
                      <a:pt x="4628693" y="2336"/>
                    </a:lnTo>
                    <a:lnTo>
                      <a:pt x="4626826" y="469"/>
                    </a:lnTo>
                    <a:lnTo>
                      <a:pt x="4625708" y="0"/>
                    </a:lnTo>
                    <a:lnTo>
                      <a:pt x="4623079" y="0"/>
                    </a:lnTo>
                    <a:lnTo>
                      <a:pt x="4621962" y="469"/>
                    </a:lnTo>
                    <a:lnTo>
                      <a:pt x="4620095" y="2336"/>
                    </a:lnTo>
                    <a:lnTo>
                      <a:pt x="4619625" y="3454"/>
                    </a:lnTo>
                    <a:lnTo>
                      <a:pt x="4619625" y="6083"/>
                    </a:lnTo>
                    <a:lnTo>
                      <a:pt x="4620095" y="7200"/>
                    </a:lnTo>
                    <a:lnTo>
                      <a:pt x="4621962" y="9067"/>
                    </a:lnTo>
                    <a:lnTo>
                      <a:pt x="4623079" y="9525"/>
                    </a:lnTo>
                    <a:lnTo>
                      <a:pt x="4625708" y="9525"/>
                    </a:lnTo>
                    <a:lnTo>
                      <a:pt x="4626826" y="9067"/>
                    </a:lnTo>
                    <a:lnTo>
                      <a:pt x="4628693" y="7200"/>
                    </a:lnTo>
                    <a:lnTo>
                      <a:pt x="4629150" y="6083"/>
                    </a:lnTo>
                    <a:lnTo>
                      <a:pt x="4629150" y="3454"/>
                    </a:lnTo>
                    <a:close/>
                  </a:path>
                  <a:path w="5153025" h="3103245">
                    <a:moveTo>
                      <a:pt x="4676775" y="3097174"/>
                    </a:moveTo>
                    <a:lnTo>
                      <a:pt x="4676318" y="3096056"/>
                    </a:lnTo>
                    <a:lnTo>
                      <a:pt x="4674451" y="3094190"/>
                    </a:lnTo>
                    <a:lnTo>
                      <a:pt x="4673333" y="3093720"/>
                    </a:lnTo>
                    <a:lnTo>
                      <a:pt x="4670704" y="3093720"/>
                    </a:lnTo>
                    <a:lnTo>
                      <a:pt x="4669574" y="3094190"/>
                    </a:lnTo>
                    <a:lnTo>
                      <a:pt x="4667720" y="3096056"/>
                    </a:lnTo>
                    <a:lnTo>
                      <a:pt x="4667250" y="3097174"/>
                    </a:lnTo>
                    <a:lnTo>
                      <a:pt x="4667250" y="3099803"/>
                    </a:lnTo>
                    <a:lnTo>
                      <a:pt x="4667720" y="3100921"/>
                    </a:lnTo>
                    <a:lnTo>
                      <a:pt x="4669574" y="3102787"/>
                    </a:lnTo>
                    <a:lnTo>
                      <a:pt x="4670704" y="3103245"/>
                    </a:lnTo>
                    <a:lnTo>
                      <a:pt x="4673333" y="3103245"/>
                    </a:lnTo>
                    <a:lnTo>
                      <a:pt x="4674451" y="3102787"/>
                    </a:lnTo>
                    <a:lnTo>
                      <a:pt x="4676318" y="3100921"/>
                    </a:lnTo>
                    <a:lnTo>
                      <a:pt x="4676775" y="3099803"/>
                    </a:lnTo>
                    <a:lnTo>
                      <a:pt x="4676775" y="3097174"/>
                    </a:lnTo>
                    <a:close/>
                  </a:path>
                  <a:path w="5153025" h="3103245">
                    <a:moveTo>
                      <a:pt x="4676775" y="2323744"/>
                    </a:moveTo>
                    <a:lnTo>
                      <a:pt x="4676318" y="2322626"/>
                    </a:lnTo>
                    <a:lnTo>
                      <a:pt x="4674451" y="2320760"/>
                    </a:lnTo>
                    <a:lnTo>
                      <a:pt x="4673333" y="2320290"/>
                    </a:lnTo>
                    <a:lnTo>
                      <a:pt x="4670704" y="2320290"/>
                    </a:lnTo>
                    <a:lnTo>
                      <a:pt x="4669574" y="2320760"/>
                    </a:lnTo>
                    <a:lnTo>
                      <a:pt x="4667720" y="2322626"/>
                    </a:lnTo>
                    <a:lnTo>
                      <a:pt x="4667250" y="2323744"/>
                    </a:lnTo>
                    <a:lnTo>
                      <a:pt x="4667250" y="2326373"/>
                    </a:lnTo>
                    <a:lnTo>
                      <a:pt x="4667720" y="2327491"/>
                    </a:lnTo>
                    <a:lnTo>
                      <a:pt x="4669574" y="2329357"/>
                    </a:lnTo>
                    <a:lnTo>
                      <a:pt x="4670704" y="2329815"/>
                    </a:lnTo>
                    <a:lnTo>
                      <a:pt x="4673333" y="2329815"/>
                    </a:lnTo>
                    <a:lnTo>
                      <a:pt x="4674451" y="2329357"/>
                    </a:lnTo>
                    <a:lnTo>
                      <a:pt x="4676318" y="2327491"/>
                    </a:lnTo>
                    <a:lnTo>
                      <a:pt x="4676775" y="2326373"/>
                    </a:lnTo>
                    <a:lnTo>
                      <a:pt x="4676775" y="2323744"/>
                    </a:lnTo>
                    <a:close/>
                  </a:path>
                  <a:path w="5153025" h="3103245">
                    <a:moveTo>
                      <a:pt x="4676775" y="1550314"/>
                    </a:moveTo>
                    <a:lnTo>
                      <a:pt x="4676318" y="1549196"/>
                    </a:lnTo>
                    <a:lnTo>
                      <a:pt x="4674451" y="1547329"/>
                    </a:lnTo>
                    <a:lnTo>
                      <a:pt x="4673333" y="1546860"/>
                    </a:lnTo>
                    <a:lnTo>
                      <a:pt x="4670704" y="1546860"/>
                    </a:lnTo>
                    <a:lnTo>
                      <a:pt x="4669574" y="1547329"/>
                    </a:lnTo>
                    <a:lnTo>
                      <a:pt x="4667720" y="1549196"/>
                    </a:lnTo>
                    <a:lnTo>
                      <a:pt x="4667250" y="1550314"/>
                    </a:lnTo>
                    <a:lnTo>
                      <a:pt x="4667250" y="1552943"/>
                    </a:lnTo>
                    <a:lnTo>
                      <a:pt x="4667720" y="1554060"/>
                    </a:lnTo>
                    <a:lnTo>
                      <a:pt x="4669574" y="1555927"/>
                    </a:lnTo>
                    <a:lnTo>
                      <a:pt x="4670704" y="1556385"/>
                    </a:lnTo>
                    <a:lnTo>
                      <a:pt x="4673333" y="1556385"/>
                    </a:lnTo>
                    <a:lnTo>
                      <a:pt x="4674451" y="1555927"/>
                    </a:lnTo>
                    <a:lnTo>
                      <a:pt x="4676318" y="1554060"/>
                    </a:lnTo>
                    <a:lnTo>
                      <a:pt x="4676775" y="1552943"/>
                    </a:lnTo>
                    <a:lnTo>
                      <a:pt x="4676775" y="1550314"/>
                    </a:lnTo>
                    <a:close/>
                  </a:path>
                  <a:path w="5153025" h="3103245">
                    <a:moveTo>
                      <a:pt x="4676775" y="776884"/>
                    </a:moveTo>
                    <a:lnTo>
                      <a:pt x="4676318" y="775766"/>
                    </a:lnTo>
                    <a:lnTo>
                      <a:pt x="4674451" y="773899"/>
                    </a:lnTo>
                    <a:lnTo>
                      <a:pt x="4673333" y="773430"/>
                    </a:lnTo>
                    <a:lnTo>
                      <a:pt x="4670704" y="773430"/>
                    </a:lnTo>
                    <a:lnTo>
                      <a:pt x="4669574" y="773899"/>
                    </a:lnTo>
                    <a:lnTo>
                      <a:pt x="4667720" y="775766"/>
                    </a:lnTo>
                    <a:lnTo>
                      <a:pt x="4667250" y="776884"/>
                    </a:lnTo>
                    <a:lnTo>
                      <a:pt x="4667250" y="779513"/>
                    </a:lnTo>
                    <a:lnTo>
                      <a:pt x="4667720" y="780630"/>
                    </a:lnTo>
                    <a:lnTo>
                      <a:pt x="4669574" y="782497"/>
                    </a:lnTo>
                    <a:lnTo>
                      <a:pt x="4670704" y="782955"/>
                    </a:lnTo>
                    <a:lnTo>
                      <a:pt x="4673333" y="782955"/>
                    </a:lnTo>
                    <a:lnTo>
                      <a:pt x="4674451" y="782497"/>
                    </a:lnTo>
                    <a:lnTo>
                      <a:pt x="4676318" y="780630"/>
                    </a:lnTo>
                    <a:lnTo>
                      <a:pt x="4676775" y="779513"/>
                    </a:lnTo>
                    <a:lnTo>
                      <a:pt x="4676775" y="776884"/>
                    </a:lnTo>
                    <a:close/>
                  </a:path>
                  <a:path w="5153025" h="3103245">
                    <a:moveTo>
                      <a:pt x="4676775" y="3454"/>
                    </a:moveTo>
                    <a:lnTo>
                      <a:pt x="4676318" y="2336"/>
                    </a:lnTo>
                    <a:lnTo>
                      <a:pt x="4674451" y="469"/>
                    </a:lnTo>
                    <a:lnTo>
                      <a:pt x="4673333" y="0"/>
                    </a:lnTo>
                    <a:lnTo>
                      <a:pt x="4670704" y="0"/>
                    </a:lnTo>
                    <a:lnTo>
                      <a:pt x="4669574" y="469"/>
                    </a:lnTo>
                    <a:lnTo>
                      <a:pt x="4667720" y="2336"/>
                    </a:lnTo>
                    <a:lnTo>
                      <a:pt x="4667250" y="3454"/>
                    </a:lnTo>
                    <a:lnTo>
                      <a:pt x="4667250" y="6083"/>
                    </a:lnTo>
                    <a:lnTo>
                      <a:pt x="4667720" y="7200"/>
                    </a:lnTo>
                    <a:lnTo>
                      <a:pt x="4669574" y="9067"/>
                    </a:lnTo>
                    <a:lnTo>
                      <a:pt x="4670704" y="9525"/>
                    </a:lnTo>
                    <a:lnTo>
                      <a:pt x="4673333" y="9525"/>
                    </a:lnTo>
                    <a:lnTo>
                      <a:pt x="4674451" y="9067"/>
                    </a:lnTo>
                    <a:lnTo>
                      <a:pt x="4676318" y="7200"/>
                    </a:lnTo>
                    <a:lnTo>
                      <a:pt x="4676775" y="6083"/>
                    </a:lnTo>
                    <a:lnTo>
                      <a:pt x="4676775" y="3454"/>
                    </a:lnTo>
                    <a:close/>
                  </a:path>
                  <a:path w="5153025" h="3103245">
                    <a:moveTo>
                      <a:pt x="4724400" y="3097174"/>
                    </a:moveTo>
                    <a:lnTo>
                      <a:pt x="4723943" y="3096056"/>
                    </a:lnTo>
                    <a:lnTo>
                      <a:pt x="4722076" y="3094190"/>
                    </a:lnTo>
                    <a:lnTo>
                      <a:pt x="4720958" y="3093720"/>
                    </a:lnTo>
                    <a:lnTo>
                      <a:pt x="4718329" y="3093720"/>
                    </a:lnTo>
                    <a:lnTo>
                      <a:pt x="4717212" y="3094190"/>
                    </a:lnTo>
                    <a:lnTo>
                      <a:pt x="4715345" y="3096056"/>
                    </a:lnTo>
                    <a:lnTo>
                      <a:pt x="4714875" y="3097174"/>
                    </a:lnTo>
                    <a:lnTo>
                      <a:pt x="4714875" y="3099803"/>
                    </a:lnTo>
                    <a:lnTo>
                      <a:pt x="4715345" y="3100921"/>
                    </a:lnTo>
                    <a:lnTo>
                      <a:pt x="4717212" y="3102787"/>
                    </a:lnTo>
                    <a:lnTo>
                      <a:pt x="4718329" y="3103245"/>
                    </a:lnTo>
                    <a:lnTo>
                      <a:pt x="4720958" y="3103245"/>
                    </a:lnTo>
                    <a:lnTo>
                      <a:pt x="4722076" y="3102787"/>
                    </a:lnTo>
                    <a:lnTo>
                      <a:pt x="4723943" y="3100921"/>
                    </a:lnTo>
                    <a:lnTo>
                      <a:pt x="4724400" y="3099803"/>
                    </a:lnTo>
                    <a:lnTo>
                      <a:pt x="4724400" y="3097174"/>
                    </a:lnTo>
                    <a:close/>
                  </a:path>
                  <a:path w="5153025" h="3103245">
                    <a:moveTo>
                      <a:pt x="4724400" y="2323744"/>
                    </a:moveTo>
                    <a:lnTo>
                      <a:pt x="4723943" y="2322626"/>
                    </a:lnTo>
                    <a:lnTo>
                      <a:pt x="4722076" y="2320760"/>
                    </a:lnTo>
                    <a:lnTo>
                      <a:pt x="4720958" y="2320290"/>
                    </a:lnTo>
                    <a:lnTo>
                      <a:pt x="4718329" y="2320290"/>
                    </a:lnTo>
                    <a:lnTo>
                      <a:pt x="4717212" y="2320760"/>
                    </a:lnTo>
                    <a:lnTo>
                      <a:pt x="4715345" y="2322626"/>
                    </a:lnTo>
                    <a:lnTo>
                      <a:pt x="4714875" y="2323744"/>
                    </a:lnTo>
                    <a:lnTo>
                      <a:pt x="4714875" y="2326373"/>
                    </a:lnTo>
                    <a:lnTo>
                      <a:pt x="4715345" y="2327491"/>
                    </a:lnTo>
                    <a:lnTo>
                      <a:pt x="4717212" y="2329357"/>
                    </a:lnTo>
                    <a:lnTo>
                      <a:pt x="4718329" y="2329815"/>
                    </a:lnTo>
                    <a:lnTo>
                      <a:pt x="4720958" y="2329815"/>
                    </a:lnTo>
                    <a:lnTo>
                      <a:pt x="4722076" y="2329357"/>
                    </a:lnTo>
                    <a:lnTo>
                      <a:pt x="4723943" y="2327491"/>
                    </a:lnTo>
                    <a:lnTo>
                      <a:pt x="4724400" y="2326373"/>
                    </a:lnTo>
                    <a:lnTo>
                      <a:pt x="4724400" y="2323744"/>
                    </a:lnTo>
                    <a:close/>
                  </a:path>
                  <a:path w="5153025" h="3103245">
                    <a:moveTo>
                      <a:pt x="4724400" y="1550314"/>
                    </a:moveTo>
                    <a:lnTo>
                      <a:pt x="4723943" y="1549196"/>
                    </a:lnTo>
                    <a:lnTo>
                      <a:pt x="4722076" y="1547329"/>
                    </a:lnTo>
                    <a:lnTo>
                      <a:pt x="4720958" y="1546860"/>
                    </a:lnTo>
                    <a:lnTo>
                      <a:pt x="4718329" y="1546860"/>
                    </a:lnTo>
                    <a:lnTo>
                      <a:pt x="4717212" y="1547329"/>
                    </a:lnTo>
                    <a:lnTo>
                      <a:pt x="4715345" y="1549196"/>
                    </a:lnTo>
                    <a:lnTo>
                      <a:pt x="4714875" y="1550314"/>
                    </a:lnTo>
                    <a:lnTo>
                      <a:pt x="4714875" y="1552943"/>
                    </a:lnTo>
                    <a:lnTo>
                      <a:pt x="4715345" y="1554060"/>
                    </a:lnTo>
                    <a:lnTo>
                      <a:pt x="4717212" y="1555927"/>
                    </a:lnTo>
                    <a:lnTo>
                      <a:pt x="4718329" y="1556385"/>
                    </a:lnTo>
                    <a:lnTo>
                      <a:pt x="4720958" y="1556385"/>
                    </a:lnTo>
                    <a:lnTo>
                      <a:pt x="4722076" y="1555927"/>
                    </a:lnTo>
                    <a:lnTo>
                      <a:pt x="4723943" y="1554060"/>
                    </a:lnTo>
                    <a:lnTo>
                      <a:pt x="4724400" y="1552943"/>
                    </a:lnTo>
                    <a:lnTo>
                      <a:pt x="4724400" y="1550314"/>
                    </a:lnTo>
                    <a:close/>
                  </a:path>
                  <a:path w="5153025" h="3103245">
                    <a:moveTo>
                      <a:pt x="4724400" y="776884"/>
                    </a:moveTo>
                    <a:lnTo>
                      <a:pt x="4723943" y="775766"/>
                    </a:lnTo>
                    <a:lnTo>
                      <a:pt x="4722076" y="773899"/>
                    </a:lnTo>
                    <a:lnTo>
                      <a:pt x="4720958" y="773430"/>
                    </a:lnTo>
                    <a:lnTo>
                      <a:pt x="4718329" y="773430"/>
                    </a:lnTo>
                    <a:lnTo>
                      <a:pt x="4717212" y="773899"/>
                    </a:lnTo>
                    <a:lnTo>
                      <a:pt x="4715345" y="775766"/>
                    </a:lnTo>
                    <a:lnTo>
                      <a:pt x="4714875" y="776884"/>
                    </a:lnTo>
                    <a:lnTo>
                      <a:pt x="4714875" y="779513"/>
                    </a:lnTo>
                    <a:lnTo>
                      <a:pt x="4715345" y="780630"/>
                    </a:lnTo>
                    <a:lnTo>
                      <a:pt x="4717212" y="782497"/>
                    </a:lnTo>
                    <a:lnTo>
                      <a:pt x="4718329" y="782955"/>
                    </a:lnTo>
                    <a:lnTo>
                      <a:pt x="4720958" y="782955"/>
                    </a:lnTo>
                    <a:lnTo>
                      <a:pt x="4722076" y="782497"/>
                    </a:lnTo>
                    <a:lnTo>
                      <a:pt x="4723943" y="780630"/>
                    </a:lnTo>
                    <a:lnTo>
                      <a:pt x="4724400" y="779513"/>
                    </a:lnTo>
                    <a:lnTo>
                      <a:pt x="4724400" y="776884"/>
                    </a:lnTo>
                    <a:close/>
                  </a:path>
                  <a:path w="5153025" h="3103245">
                    <a:moveTo>
                      <a:pt x="4724400" y="3454"/>
                    </a:moveTo>
                    <a:lnTo>
                      <a:pt x="4723943" y="2336"/>
                    </a:lnTo>
                    <a:lnTo>
                      <a:pt x="4722076" y="469"/>
                    </a:lnTo>
                    <a:lnTo>
                      <a:pt x="4720958" y="0"/>
                    </a:lnTo>
                    <a:lnTo>
                      <a:pt x="4718329" y="0"/>
                    </a:lnTo>
                    <a:lnTo>
                      <a:pt x="4717212" y="469"/>
                    </a:lnTo>
                    <a:lnTo>
                      <a:pt x="4715345" y="2336"/>
                    </a:lnTo>
                    <a:lnTo>
                      <a:pt x="4714875" y="3454"/>
                    </a:lnTo>
                    <a:lnTo>
                      <a:pt x="4714875" y="6083"/>
                    </a:lnTo>
                    <a:lnTo>
                      <a:pt x="4715345" y="7200"/>
                    </a:lnTo>
                    <a:lnTo>
                      <a:pt x="4717212" y="9067"/>
                    </a:lnTo>
                    <a:lnTo>
                      <a:pt x="4718329" y="9525"/>
                    </a:lnTo>
                    <a:lnTo>
                      <a:pt x="4720958" y="9525"/>
                    </a:lnTo>
                    <a:lnTo>
                      <a:pt x="4722076" y="9067"/>
                    </a:lnTo>
                    <a:lnTo>
                      <a:pt x="4723943" y="7200"/>
                    </a:lnTo>
                    <a:lnTo>
                      <a:pt x="4724400" y="6083"/>
                    </a:lnTo>
                    <a:lnTo>
                      <a:pt x="4724400" y="3454"/>
                    </a:lnTo>
                    <a:close/>
                  </a:path>
                  <a:path w="5153025" h="3103245">
                    <a:moveTo>
                      <a:pt x="4772025" y="3097174"/>
                    </a:moveTo>
                    <a:lnTo>
                      <a:pt x="4771568" y="3096056"/>
                    </a:lnTo>
                    <a:lnTo>
                      <a:pt x="4769701" y="3094190"/>
                    </a:lnTo>
                    <a:lnTo>
                      <a:pt x="4768583" y="3093720"/>
                    </a:lnTo>
                    <a:lnTo>
                      <a:pt x="4765954" y="3093720"/>
                    </a:lnTo>
                    <a:lnTo>
                      <a:pt x="4764837" y="3094190"/>
                    </a:lnTo>
                    <a:lnTo>
                      <a:pt x="4762970" y="3096056"/>
                    </a:lnTo>
                    <a:lnTo>
                      <a:pt x="4762500" y="3097174"/>
                    </a:lnTo>
                    <a:lnTo>
                      <a:pt x="4762500" y="3099803"/>
                    </a:lnTo>
                    <a:lnTo>
                      <a:pt x="4762970" y="3100921"/>
                    </a:lnTo>
                    <a:lnTo>
                      <a:pt x="4764837" y="3102787"/>
                    </a:lnTo>
                    <a:lnTo>
                      <a:pt x="4765954" y="3103245"/>
                    </a:lnTo>
                    <a:lnTo>
                      <a:pt x="4768583" y="3103245"/>
                    </a:lnTo>
                    <a:lnTo>
                      <a:pt x="4769701" y="3102787"/>
                    </a:lnTo>
                    <a:lnTo>
                      <a:pt x="4771568" y="3100921"/>
                    </a:lnTo>
                    <a:lnTo>
                      <a:pt x="4772025" y="3099803"/>
                    </a:lnTo>
                    <a:lnTo>
                      <a:pt x="4772025" y="3097174"/>
                    </a:lnTo>
                    <a:close/>
                  </a:path>
                  <a:path w="5153025" h="3103245">
                    <a:moveTo>
                      <a:pt x="4772025" y="2323744"/>
                    </a:moveTo>
                    <a:lnTo>
                      <a:pt x="4771568" y="2322626"/>
                    </a:lnTo>
                    <a:lnTo>
                      <a:pt x="4769701" y="2320760"/>
                    </a:lnTo>
                    <a:lnTo>
                      <a:pt x="4768583" y="2320290"/>
                    </a:lnTo>
                    <a:lnTo>
                      <a:pt x="4765954" y="2320290"/>
                    </a:lnTo>
                    <a:lnTo>
                      <a:pt x="4764837" y="2320760"/>
                    </a:lnTo>
                    <a:lnTo>
                      <a:pt x="4762970" y="2322626"/>
                    </a:lnTo>
                    <a:lnTo>
                      <a:pt x="4762500" y="2323744"/>
                    </a:lnTo>
                    <a:lnTo>
                      <a:pt x="4762500" y="2326373"/>
                    </a:lnTo>
                    <a:lnTo>
                      <a:pt x="4762970" y="2327491"/>
                    </a:lnTo>
                    <a:lnTo>
                      <a:pt x="4764837" y="2329357"/>
                    </a:lnTo>
                    <a:lnTo>
                      <a:pt x="4765954" y="2329815"/>
                    </a:lnTo>
                    <a:lnTo>
                      <a:pt x="4768583" y="2329815"/>
                    </a:lnTo>
                    <a:lnTo>
                      <a:pt x="4769701" y="2329357"/>
                    </a:lnTo>
                    <a:lnTo>
                      <a:pt x="4771568" y="2327491"/>
                    </a:lnTo>
                    <a:lnTo>
                      <a:pt x="4772025" y="2326373"/>
                    </a:lnTo>
                    <a:lnTo>
                      <a:pt x="4772025" y="2323744"/>
                    </a:lnTo>
                    <a:close/>
                  </a:path>
                  <a:path w="5153025" h="3103245">
                    <a:moveTo>
                      <a:pt x="4772025" y="1550314"/>
                    </a:moveTo>
                    <a:lnTo>
                      <a:pt x="4771568" y="1549196"/>
                    </a:lnTo>
                    <a:lnTo>
                      <a:pt x="4769701" y="1547329"/>
                    </a:lnTo>
                    <a:lnTo>
                      <a:pt x="4768583" y="1546860"/>
                    </a:lnTo>
                    <a:lnTo>
                      <a:pt x="4765954" y="1546860"/>
                    </a:lnTo>
                    <a:lnTo>
                      <a:pt x="4764837" y="1547329"/>
                    </a:lnTo>
                    <a:lnTo>
                      <a:pt x="4762970" y="1549196"/>
                    </a:lnTo>
                    <a:lnTo>
                      <a:pt x="4762500" y="1550314"/>
                    </a:lnTo>
                    <a:lnTo>
                      <a:pt x="4762500" y="1552943"/>
                    </a:lnTo>
                    <a:lnTo>
                      <a:pt x="4762970" y="1554060"/>
                    </a:lnTo>
                    <a:lnTo>
                      <a:pt x="4764837" y="1555927"/>
                    </a:lnTo>
                    <a:lnTo>
                      <a:pt x="4765954" y="1556385"/>
                    </a:lnTo>
                    <a:lnTo>
                      <a:pt x="4768583" y="1556385"/>
                    </a:lnTo>
                    <a:lnTo>
                      <a:pt x="4769701" y="1555927"/>
                    </a:lnTo>
                    <a:lnTo>
                      <a:pt x="4771568" y="1554060"/>
                    </a:lnTo>
                    <a:lnTo>
                      <a:pt x="4772025" y="1552943"/>
                    </a:lnTo>
                    <a:lnTo>
                      <a:pt x="4772025" y="1550314"/>
                    </a:lnTo>
                    <a:close/>
                  </a:path>
                  <a:path w="5153025" h="3103245">
                    <a:moveTo>
                      <a:pt x="4772025" y="776884"/>
                    </a:moveTo>
                    <a:lnTo>
                      <a:pt x="4771568" y="775766"/>
                    </a:lnTo>
                    <a:lnTo>
                      <a:pt x="4769701" y="773899"/>
                    </a:lnTo>
                    <a:lnTo>
                      <a:pt x="4768583" y="773430"/>
                    </a:lnTo>
                    <a:lnTo>
                      <a:pt x="4765954" y="773430"/>
                    </a:lnTo>
                    <a:lnTo>
                      <a:pt x="4764837" y="773899"/>
                    </a:lnTo>
                    <a:lnTo>
                      <a:pt x="4762970" y="775766"/>
                    </a:lnTo>
                    <a:lnTo>
                      <a:pt x="4762500" y="776884"/>
                    </a:lnTo>
                    <a:lnTo>
                      <a:pt x="4762500" y="779513"/>
                    </a:lnTo>
                    <a:lnTo>
                      <a:pt x="4762970" y="780630"/>
                    </a:lnTo>
                    <a:lnTo>
                      <a:pt x="4764837" y="782497"/>
                    </a:lnTo>
                    <a:lnTo>
                      <a:pt x="4765954" y="782955"/>
                    </a:lnTo>
                    <a:lnTo>
                      <a:pt x="4768583" y="782955"/>
                    </a:lnTo>
                    <a:lnTo>
                      <a:pt x="4769701" y="782497"/>
                    </a:lnTo>
                    <a:lnTo>
                      <a:pt x="4771568" y="780630"/>
                    </a:lnTo>
                    <a:lnTo>
                      <a:pt x="4772025" y="779513"/>
                    </a:lnTo>
                    <a:lnTo>
                      <a:pt x="4772025" y="776884"/>
                    </a:lnTo>
                    <a:close/>
                  </a:path>
                  <a:path w="5153025" h="3103245">
                    <a:moveTo>
                      <a:pt x="4772025" y="3454"/>
                    </a:moveTo>
                    <a:lnTo>
                      <a:pt x="4771568" y="2336"/>
                    </a:lnTo>
                    <a:lnTo>
                      <a:pt x="4769701" y="469"/>
                    </a:lnTo>
                    <a:lnTo>
                      <a:pt x="4768583" y="0"/>
                    </a:lnTo>
                    <a:lnTo>
                      <a:pt x="4765954" y="0"/>
                    </a:lnTo>
                    <a:lnTo>
                      <a:pt x="4764837" y="469"/>
                    </a:lnTo>
                    <a:lnTo>
                      <a:pt x="4762970" y="2336"/>
                    </a:lnTo>
                    <a:lnTo>
                      <a:pt x="4762500" y="3454"/>
                    </a:lnTo>
                    <a:lnTo>
                      <a:pt x="4762500" y="6083"/>
                    </a:lnTo>
                    <a:lnTo>
                      <a:pt x="4762970" y="7200"/>
                    </a:lnTo>
                    <a:lnTo>
                      <a:pt x="4764837" y="9067"/>
                    </a:lnTo>
                    <a:lnTo>
                      <a:pt x="4765954" y="9525"/>
                    </a:lnTo>
                    <a:lnTo>
                      <a:pt x="4768583" y="9525"/>
                    </a:lnTo>
                    <a:lnTo>
                      <a:pt x="4769701" y="9067"/>
                    </a:lnTo>
                    <a:lnTo>
                      <a:pt x="4771568" y="7200"/>
                    </a:lnTo>
                    <a:lnTo>
                      <a:pt x="4772025" y="6083"/>
                    </a:lnTo>
                    <a:lnTo>
                      <a:pt x="4772025" y="3454"/>
                    </a:lnTo>
                    <a:close/>
                  </a:path>
                  <a:path w="5153025" h="3103245">
                    <a:moveTo>
                      <a:pt x="4819650" y="3097174"/>
                    </a:moveTo>
                    <a:lnTo>
                      <a:pt x="4819193" y="3096056"/>
                    </a:lnTo>
                    <a:lnTo>
                      <a:pt x="4817326" y="3094190"/>
                    </a:lnTo>
                    <a:lnTo>
                      <a:pt x="4816208" y="3093720"/>
                    </a:lnTo>
                    <a:lnTo>
                      <a:pt x="4813579" y="3093720"/>
                    </a:lnTo>
                    <a:lnTo>
                      <a:pt x="4812462" y="3094190"/>
                    </a:lnTo>
                    <a:lnTo>
                      <a:pt x="4810595" y="3096056"/>
                    </a:lnTo>
                    <a:lnTo>
                      <a:pt x="4810125" y="3097174"/>
                    </a:lnTo>
                    <a:lnTo>
                      <a:pt x="4810125" y="3099803"/>
                    </a:lnTo>
                    <a:lnTo>
                      <a:pt x="4810595" y="3100921"/>
                    </a:lnTo>
                    <a:lnTo>
                      <a:pt x="4812462" y="3102787"/>
                    </a:lnTo>
                    <a:lnTo>
                      <a:pt x="4813579" y="3103245"/>
                    </a:lnTo>
                    <a:lnTo>
                      <a:pt x="4816208" y="3103245"/>
                    </a:lnTo>
                    <a:lnTo>
                      <a:pt x="4817326" y="3102787"/>
                    </a:lnTo>
                    <a:lnTo>
                      <a:pt x="4819193" y="3100921"/>
                    </a:lnTo>
                    <a:lnTo>
                      <a:pt x="4819650" y="3099803"/>
                    </a:lnTo>
                    <a:lnTo>
                      <a:pt x="4819650" y="3097174"/>
                    </a:lnTo>
                    <a:close/>
                  </a:path>
                  <a:path w="5153025" h="3103245">
                    <a:moveTo>
                      <a:pt x="4819650" y="2323744"/>
                    </a:moveTo>
                    <a:lnTo>
                      <a:pt x="4819193" y="2322626"/>
                    </a:lnTo>
                    <a:lnTo>
                      <a:pt x="4817326" y="2320760"/>
                    </a:lnTo>
                    <a:lnTo>
                      <a:pt x="4816208" y="2320290"/>
                    </a:lnTo>
                    <a:lnTo>
                      <a:pt x="4813579" y="2320290"/>
                    </a:lnTo>
                    <a:lnTo>
                      <a:pt x="4812462" y="2320760"/>
                    </a:lnTo>
                    <a:lnTo>
                      <a:pt x="4810595" y="2322626"/>
                    </a:lnTo>
                    <a:lnTo>
                      <a:pt x="4810125" y="2323744"/>
                    </a:lnTo>
                    <a:lnTo>
                      <a:pt x="4810125" y="2326373"/>
                    </a:lnTo>
                    <a:lnTo>
                      <a:pt x="4810595" y="2327491"/>
                    </a:lnTo>
                    <a:lnTo>
                      <a:pt x="4812462" y="2329357"/>
                    </a:lnTo>
                    <a:lnTo>
                      <a:pt x="4813579" y="2329815"/>
                    </a:lnTo>
                    <a:lnTo>
                      <a:pt x="4816208" y="2329815"/>
                    </a:lnTo>
                    <a:lnTo>
                      <a:pt x="4817326" y="2329357"/>
                    </a:lnTo>
                    <a:lnTo>
                      <a:pt x="4819193" y="2327491"/>
                    </a:lnTo>
                    <a:lnTo>
                      <a:pt x="4819650" y="2326373"/>
                    </a:lnTo>
                    <a:lnTo>
                      <a:pt x="4819650" y="2323744"/>
                    </a:lnTo>
                    <a:close/>
                  </a:path>
                  <a:path w="5153025" h="3103245">
                    <a:moveTo>
                      <a:pt x="4819650" y="1550314"/>
                    </a:moveTo>
                    <a:lnTo>
                      <a:pt x="4819193" y="1549196"/>
                    </a:lnTo>
                    <a:lnTo>
                      <a:pt x="4817326" y="1547329"/>
                    </a:lnTo>
                    <a:lnTo>
                      <a:pt x="4816208" y="1546860"/>
                    </a:lnTo>
                    <a:lnTo>
                      <a:pt x="4813579" y="1546860"/>
                    </a:lnTo>
                    <a:lnTo>
                      <a:pt x="4812462" y="1547329"/>
                    </a:lnTo>
                    <a:lnTo>
                      <a:pt x="4810595" y="1549196"/>
                    </a:lnTo>
                    <a:lnTo>
                      <a:pt x="4810125" y="1550314"/>
                    </a:lnTo>
                    <a:lnTo>
                      <a:pt x="4810125" y="1552943"/>
                    </a:lnTo>
                    <a:lnTo>
                      <a:pt x="4810595" y="1554060"/>
                    </a:lnTo>
                    <a:lnTo>
                      <a:pt x="4812462" y="1555927"/>
                    </a:lnTo>
                    <a:lnTo>
                      <a:pt x="4813579" y="1556385"/>
                    </a:lnTo>
                    <a:lnTo>
                      <a:pt x="4816208" y="1556385"/>
                    </a:lnTo>
                    <a:lnTo>
                      <a:pt x="4817326" y="1555927"/>
                    </a:lnTo>
                    <a:lnTo>
                      <a:pt x="4819193" y="1554060"/>
                    </a:lnTo>
                    <a:lnTo>
                      <a:pt x="4819650" y="1552943"/>
                    </a:lnTo>
                    <a:lnTo>
                      <a:pt x="4819650" y="1550314"/>
                    </a:lnTo>
                    <a:close/>
                  </a:path>
                  <a:path w="5153025" h="3103245">
                    <a:moveTo>
                      <a:pt x="4819650" y="776884"/>
                    </a:moveTo>
                    <a:lnTo>
                      <a:pt x="4819193" y="775766"/>
                    </a:lnTo>
                    <a:lnTo>
                      <a:pt x="4817326" y="773899"/>
                    </a:lnTo>
                    <a:lnTo>
                      <a:pt x="4816208" y="773430"/>
                    </a:lnTo>
                    <a:lnTo>
                      <a:pt x="4813579" y="773430"/>
                    </a:lnTo>
                    <a:lnTo>
                      <a:pt x="4812462" y="773899"/>
                    </a:lnTo>
                    <a:lnTo>
                      <a:pt x="4810595" y="775766"/>
                    </a:lnTo>
                    <a:lnTo>
                      <a:pt x="4810125" y="776884"/>
                    </a:lnTo>
                    <a:lnTo>
                      <a:pt x="4810125" y="779513"/>
                    </a:lnTo>
                    <a:lnTo>
                      <a:pt x="4810595" y="780630"/>
                    </a:lnTo>
                    <a:lnTo>
                      <a:pt x="4812462" y="782497"/>
                    </a:lnTo>
                    <a:lnTo>
                      <a:pt x="4813579" y="782955"/>
                    </a:lnTo>
                    <a:lnTo>
                      <a:pt x="4816208" y="782955"/>
                    </a:lnTo>
                    <a:lnTo>
                      <a:pt x="4817326" y="782497"/>
                    </a:lnTo>
                    <a:lnTo>
                      <a:pt x="4819193" y="780630"/>
                    </a:lnTo>
                    <a:lnTo>
                      <a:pt x="4819650" y="779513"/>
                    </a:lnTo>
                    <a:lnTo>
                      <a:pt x="4819650" y="776884"/>
                    </a:lnTo>
                    <a:close/>
                  </a:path>
                  <a:path w="5153025" h="3103245">
                    <a:moveTo>
                      <a:pt x="4819650" y="3454"/>
                    </a:moveTo>
                    <a:lnTo>
                      <a:pt x="4819193" y="2336"/>
                    </a:lnTo>
                    <a:lnTo>
                      <a:pt x="4817326" y="469"/>
                    </a:lnTo>
                    <a:lnTo>
                      <a:pt x="4816208" y="0"/>
                    </a:lnTo>
                    <a:lnTo>
                      <a:pt x="4813579" y="0"/>
                    </a:lnTo>
                    <a:lnTo>
                      <a:pt x="4812462" y="469"/>
                    </a:lnTo>
                    <a:lnTo>
                      <a:pt x="4810595" y="2336"/>
                    </a:lnTo>
                    <a:lnTo>
                      <a:pt x="4810125" y="3454"/>
                    </a:lnTo>
                    <a:lnTo>
                      <a:pt x="4810125" y="6083"/>
                    </a:lnTo>
                    <a:lnTo>
                      <a:pt x="4810595" y="7200"/>
                    </a:lnTo>
                    <a:lnTo>
                      <a:pt x="4812462" y="9067"/>
                    </a:lnTo>
                    <a:lnTo>
                      <a:pt x="4813579" y="9525"/>
                    </a:lnTo>
                    <a:lnTo>
                      <a:pt x="4816208" y="9525"/>
                    </a:lnTo>
                    <a:lnTo>
                      <a:pt x="4817326" y="9067"/>
                    </a:lnTo>
                    <a:lnTo>
                      <a:pt x="4819193" y="7200"/>
                    </a:lnTo>
                    <a:lnTo>
                      <a:pt x="4819650" y="6083"/>
                    </a:lnTo>
                    <a:lnTo>
                      <a:pt x="4819650" y="3454"/>
                    </a:lnTo>
                    <a:close/>
                  </a:path>
                  <a:path w="5153025" h="3103245">
                    <a:moveTo>
                      <a:pt x="4867275" y="3097174"/>
                    </a:moveTo>
                    <a:lnTo>
                      <a:pt x="4866818" y="3096056"/>
                    </a:lnTo>
                    <a:lnTo>
                      <a:pt x="4864951" y="3094190"/>
                    </a:lnTo>
                    <a:lnTo>
                      <a:pt x="4863833" y="3093720"/>
                    </a:lnTo>
                    <a:lnTo>
                      <a:pt x="4861204" y="3093720"/>
                    </a:lnTo>
                    <a:lnTo>
                      <a:pt x="4860074" y="3094190"/>
                    </a:lnTo>
                    <a:lnTo>
                      <a:pt x="4858220" y="3096056"/>
                    </a:lnTo>
                    <a:lnTo>
                      <a:pt x="4857750" y="3097174"/>
                    </a:lnTo>
                    <a:lnTo>
                      <a:pt x="4857750" y="3099803"/>
                    </a:lnTo>
                    <a:lnTo>
                      <a:pt x="4858220" y="3100921"/>
                    </a:lnTo>
                    <a:lnTo>
                      <a:pt x="4860074" y="3102787"/>
                    </a:lnTo>
                    <a:lnTo>
                      <a:pt x="4861204" y="3103245"/>
                    </a:lnTo>
                    <a:lnTo>
                      <a:pt x="4863833" y="3103245"/>
                    </a:lnTo>
                    <a:lnTo>
                      <a:pt x="4864951" y="3102787"/>
                    </a:lnTo>
                    <a:lnTo>
                      <a:pt x="4866818" y="3100921"/>
                    </a:lnTo>
                    <a:lnTo>
                      <a:pt x="4867275" y="3099803"/>
                    </a:lnTo>
                    <a:lnTo>
                      <a:pt x="4867275" y="3097174"/>
                    </a:lnTo>
                    <a:close/>
                  </a:path>
                  <a:path w="5153025" h="3103245">
                    <a:moveTo>
                      <a:pt x="4867275" y="2323744"/>
                    </a:moveTo>
                    <a:lnTo>
                      <a:pt x="4866818" y="2322626"/>
                    </a:lnTo>
                    <a:lnTo>
                      <a:pt x="4864951" y="2320760"/>
                    </a:lnTo>
                    <a:lnTo>
                      <a:pt x="4863833" y="2320290"/>
                    </a:lnTo>
                    <a:lnTo>
                      <a:pt x="4861204" y="2320290"/>
                    </a:lnTo>
                    <a:lnTo>
                      <a:pt x="4860074" y="2320760"/>
                    </a:lnTo>
                    <a:lnTo>
                      <a:pt x="4858220" y="2322626"/>
                    </a:lnTo>
                    <a:lnTo>
                      <a:pt x="4857750" y="2323744"/>
                    </a:lnTo>
                    <a:lnTo>
                      <a:pt x="4857750" y="2326373"/>
                    </a:lnTo>
                    <a:lnTo>
                      <a:pt x="4858220" y="2327491"/>
                    </a:lnTo>
                    <a:lnTo>
                      <a:pt x="4860074" y="2329357"/>
                    </a:lnTo>
                    <a:lnTo>
                      <a:pt x="4861204" y="2329815"/>
                    </a:lnTo>
                    <a:lnTo>
                      <a:pt x="4863833" y="2329815"/>
                    </a:lnTo>
                    <a:lnTo>
                      <a:pt x="4864951" y="2329357"/>
                    </a:lnTo>
                    <a:lnTo>
                      <a:pt x="4866818" y="2327491"/>
                    </a:lnTo>
                    <a:lnTo>
                      <a:pt x="4867275" y="2326373"/>
                    </a:lnTo>
                    <a:lnTo>
                      <a:pt x="4867275" y="2323744"/>
                    </a:lnTo>
                    <a:close/>
                  </a:path>
                  <a:path w="5153025" h="3103245">
                    <a:moveTo>
                      <a:pt x="4867275" y="1550314"/>
                    </a:moveTo>
                    <a:lnTo>
                      <a:pt x="4866818" y="1549196"/>
                    </a:lnTo>
                    <a:lnTo>
                      <a:pt x="4864951" y="1547329"/>
                    </a:lnTo>
                    <a:lnTo>
                      <a:pt x="4863833" y="1546860"/>
                    </a:lnTo>
                    <a:lnTo>
                      <a:pt x="4861204" y="1546860"/>
                    </a:lnTo>
                    <a:lnTo>
                      <a:pt x="4860074" y="1547329"/>
                    </a:lnTo>
                    <a:lnTo>
                      <a:pt x="4858220" y="1549196"/>
                    </a:lnTo>
                    <a:lnTo>
                      <a:pt x="4857750" y="1550314"/>
                    </a:lnTo>
                    <a:lnTo>
                      <a:pt x="4857750" y="1552943"/>
                    </a:lnTo>
                    <a:lnTo>
                      <a:pt x="4858220" y="1554060"/>
                    </a:lnTo>
                    <a:lnTo>
                      <a:pt x="4860074" y="1555927"/>
                    </a:lnTo>
                    <a:lnTo>
                      <a:pt x="4861204" y="1556385"/>
                    </a:lnTo>
                    <a:lnTo>
                      <a:pt x="4863833" y="1556385"/>
                    </a:lnTo>
                    <a:lnTo>
                      <a:pt x="4864951" y="1555927"/>
                    </a:lnTo>
                    <a:lnTo>
                      <a:pt x="4866818" y="1554060"/>
                    </a:lnTo>
                    <a:lnTo>
                      <a:pt x="4867275" y="1552943"/>
                    </a:lnTo>
                    <a:lnTo>
                      <a:pt x="4867275" y="1550314"/>
                    </a:lnTo>
                    <a:close/>
                  </a:path>
                  <a:path w="5153025" h="3103245">
                    <a:moveTo>
                      <a:pt x="4867275" y="776884"/>
                    </a:moveTo>
                    <a:lnTo>
                      <a:pt x="4866818" y="775766"/>
                    </a:lnTo>
                    <a:lnTo>
                      <a:pt x="4864951" y="773899"/>
                    </a:lnTo>
                    <a:lnTo>
                      <a:pt x="4863833" y="773430"/>
                    </a:lnTo>
                    <a:lnTo>
                      <a:pt x="4861204" y="773430"/>
                    </a:lnTo>
                    <a:lnTo>
                      <a:pt x="4860074" y="773899"/>
                    </a:lnTo>
                    <a:lnTo>
                      <a:pt x="4858220" y="775766"/>
                    </a:lnTo>
                    <a:lnTo>
                      <a:pt x="4857750" y="776884"/>
                    </a:lnTo>
                    <a:lnTo>
                      <a:pt x="4857750" y="779513"/>
                    </a:lnTo>
                    <a:lnTo>
                      <a:pt x="4858220" y="780630"/>
                    </a:lnTo>
                    <a:lnTo>
                      <a:pt x="4860074" y="782497"/>
                    </a:lnTo>
                    <a:lnTo>
                      <a:pt x="4861204" y="782955"/>
                    </a:lnTo>
                    <a:lnTo>
                      <a:pt x="4863833" y="782955"/>
                    </a:lnTo>
                    <a:lnTo>
                      <a:pt x="4864951" y="782497"/>
                    </a:lnTo>
                    <a:lnTo>
                      <a:pt x="4866818" y="780630"/>
                    </a:lnTo>
                    <a:lnTo>
                      <a:pt x="4867275" y="779513"/>
                    </a:lnTo>
                    <a:lnTo>
                      <a:pt x="4867275" y="776884"/>
                    </a:lnTo>
                    <a:close/>
                  </a:path>
                  <a:path w="5153025" h="3103245">
                    <a:moveTo>
                      <a:pt x="4867275" y="3454"/>
                    </a:moveTo>
                    <a:lnTo>
                      <a:pt x="4866818" y="2336"/>
                    </a:lnTo>
                    <a:lnTo>
                      <a:pt x="4864951" y="469"/>
                    </a:lnTo>
                    <a:lnTo>
                      <a:pt x="4863833" y="0"/>
                    </a:lnTo>
                    <a:lnTo>
                      <a:pt x="4861204" y="0"/>
                    </a:lnTo>
                    <a:lnTo>
                      <a:pt x="4860074" y="469"/>
                    </a:lnTo>
                    <a:lnTo>
                      <a:pt x="4858220" y="2336"/>
                    </a:lnTo>
                    <a:lnTo>
                      <a:pt x="4857750" y="3454"/>
                    </a:lnTo>
                    <a:lnTo>
                      <a:pt x="4857750" y="6083"/>
                    </a:lnTo>
                    <a:lnTo>
                      <a:pt x="4858220" y="7200"/>
                    </a:lnTo>
                    <a:lnTo>
                      <a:pt x="4860074" y="9067"/>
                    </a:lnTo>
                    <a:lnTo>
                      <a:pt x="4861204" y="9525"/>
                    </a:lnTo>
                    <a:lnTo>
                      <a:pt x="4863833" y="9525"/>
                    </a:lnTo>
                    <a:lnTo>
                      <a:pt x="4864951" y="9067"/>
                    </a:lnTo>
                    <a:lnTo>
                      <a:pt x="4866818" y="7200"/>
                    </a:lnTo>
                    <a:lnTo>
                      <a:pt x="4867275" y="6083"/>
                    </a:lnTo>
                    <a:lnTo>
                      <a:pt x="4867275" y="3454"/>
                    </a:lnTo>
                    <a:close/>
                  </a:path>
                  <a:path w="5153025" h="3103245">
                    <a:moveTo>
                      <a:pt x="4914900" y="3097174"/>
                    </a:moveTo>
                    <a:lnTo>
                      <a:pt x="4914443" y="3096056"/>
                    </a:lnTo>
                    <a:lnTo>
                      <a:pt x="4912576" y="3094190"/>
                    </a:lnTo>
                    <a:lnTo>
                      <a:pt x="4911458" y="3093720"/>
                    </a:lnTo>
                    <a:lnTo>
                      <a:pt x="4908829" y="3093720"/>
                    </a:lnTo>
                    <a:lnTo>
                      <a:pt x="4907699" y="3094190"/>
                    </a:lnTo>
                    <a:lnTo>
                      <a:pt x="4905845" y="3096056"/>
                    </a:lnTo>
                    <a:lnTo>
                      <a:pt x="4905375" y="3097174"/>
                    </a:lnTo>
                    <a:lnTo>
                      <a:pt x="4905375" y="3099803"/>
                    </a:lnTo>
                    <a:lnTo>
                      <a:pt x="4905845" y="3100921"/>
                    </a:lnTo>
                    <a:lnTo>
                      <a:pt x="4907699" y="3102787"/>
                    </a:lnTo>
                    <a:lnTo>
                      <a:pt x="4908829" y="3103245"/>
                    </a:lnTo>
                    <a:lnTo>
                      <a:pt x="4911458" y="3103245"/>
                    </a:lnTo>
                    <a:lnTo>
                      <a:pt x="4912576" y="3102787"/>
                    </a:lnTo>
                    <a:lnTo>
                      <a:pt x="4914443" y="3100921"/>
                    </a:lnTo>
                    <a:lnTo>
                      <a:pt x="4914900" y="3099803"/>
                    </a:lnTo>
                    <a:lnTo>
                      <a:pt x="4914900" y="3097174"/>
                    </a:lnTo>
                    <a:close/>
                  </a:path>
                  <a:path w="5153025" h="3103245">
                    <a:moveTo>
                      <a:pt x="4914900" y="2323744"/>
                    </a:moveTo>
                    <a:lnTo>
                      <a:pt x="4914443" y="2322626"/>
                    </a:lnTo>
                    <a:lnTo>
                      <a:pt x="4912576" y="2320760"/>
                    </a:lnTo>
                    <a:lnTo>
                      <a:pt x="4911458" y="2320290"/>
                    </a:lnTo>
                    <a:lnTo>
                      <a:pt x="4908829" y="2320290"/>
                    </a:lnTo>
                    <a:lnTo>
                      <a:pt x="4907699" y="2320760"/>
                    </a:lnTo>
                    <a:lnTo>
                      <a:pt x="4905845" y="2322626"/>
                    </a:lnTo>
                    <a:lnTo>
                      <a:pt x="4905375" y="2323744"/>
                    </a:lnTo>
                    <a:lnTo>
                      <a:pt x="4905375" y="2326373"/>
                    </a:lnTo>
                    <a:lnTo>
                      <a:pt x="4905845" y="2327491"/>
                    </a:lnTo>
                    <a:lnTo>
                      <a:pt x="4907699" y="2329357"/>
                    </a:lnTo>
                    <a:lnTo>
                      <a:pt x="4908829" y="2329815"/>
                    </a:lnTo>
                    <a:lnTo>
                      <a:pt x="4911458" y="2329815"/>
                    </a:lnTo>
                    <a:lnTo>
                      <a:pt x="4912576" y="2329357"/>
                    </a:lnTo>
                    <a:lnTo>
                      <a:pt x="4914443" y="2327491"/>
                    </a:lnTo>
                    <a:lnTo>
                      <a:pt x="4914900" y="2326373"/>
                    </a:lnTo>
                    <a:lnTo>
                      <a:pt x="4914900" y="2323744"/>
                    </a:lnTo>
                    <a:close/>
                  </a:path>
                  <a:path w="5153025" h="3103245">
                    <a:moveTo>
                      <a:pt x="4914900" y="1550314"/>
                    </a:moveTo>
                    <a:lnTo>
                      <a:pt x="4914443" y="1549196"/>
                    </a:lnTo>
                    <a:lnTo>
                      <a:pt x="4912576" y="1547329"/>
                    </a:lnTo>
                    <a:lnTo>
                      <a:pt x="4911458" y="1546860"/>
                    </a:lnTo>
                    <a:lnTo>
                      <a:pt x="4908829" y="1546860"/>
                    </a:lnTo>
                    <a:lnTo>
                      <a:pt x="4907699" y="1547329"/>
                    </a:lnTo>
                    <a:lnTo>
                      <a:pt x="4905845" y="1549196"/>
                    </a:lnTo>
                    <a:lnTo>
                      <a:pt x="4905375" y="1550314"/>
                    </a:lnTo>
                    <a:lnTo>
                      <a:pt x="4905375" y="1552943"/>
                    </a:lnTo>
                    <a:lnTo>
                      <a:pt x="4905845" y="1554060"/>
                    </a:lnTo>
                    <a:lnTo>
                      <a:pt x="4907699" y="1555927"/>
                    </a:lnTo>
                    <a:lnTo>
                      <a:pt x="4908829" y="1556385"/>
                    </a:lnTo>
                    <a:lnTo>
                      <a:pt x="4911458" y="1556385"/>
                    </a:lnTo>
                    <a:lnTo>
                      <a:pt x="4912576" y="1555927"/>
                    </a:lnTo>
                    <a:lnTo>
                      <a:pt x="4914443" y="1554060"/>
                    </a:lnTo>
                    <a:lnTo>
                      <a:pt x="4914900" y="1552943"/>
                    </a:lnTo>
                    <a:lnTo>
                      <a:pt x="4914900" y="1550314"/>
                    </a:lnTo>
                    <a:close/>
                  </a:path>
                  <a:path w="5153025" h="3103245">
                    <a:moveTo>
                      <a:pt x="4914900" y="776884"/>
                    </a:moveTo>
                    <a:lnTo>
                      <a:pt x="4914443" y="775766"/>
                    </a:lnTo>
                    <a:lnTo>
                      <a:pt x="4912576" y="773899"/>
                    </a:lnTo>
                    <a:lnTo>
                      <a:pt x="4911458" y="773430"/>
                    </a:lnTo>
                    <a:lnTo>
                      <a:pt x="4908829" y="773430"/>
                    </a:lnTo>
                    <a:lnTo>
                      <a:pt x="4907699" y="773899"/>
                    </a:lnTo>
                    <a:lnTo>
                      <a:pt x="4905845" y="775766"/>
                    </a:lnTo>
                    <a:lnTo>
                      <a:pt x="4905375" y="776884"/>
                    </a:lnTo>
                    <a:lnTo>
                      <a:pt x="4905375" y="779513"/>
                    </a:lnTo>
                    <a:lnTo>
                      <a:pt x="4905845" y="780630"/>
                    </a:lnTo>
                    <a:lnTo>
                      <a:pt x="4907699" y="782497"/>
                    </a:lnTo>
                    <a:lnTo>
                      <a:pt x="4908829" y="782955"/>
                    </a:lnTo>
                    <a:lnTo>
                      <a:pt x="4911458" y="782955"/>
                    </a:lnTo>
                    <a:lnTo>
                      <a:pt x="4912576" y="782497"/>
                    </a:lnTo>
                    <a:lnTo>
                      <a:pt x="4914443" y="780630"/>
                    </a:lnTo>
                    <a:lnTo>
                      <a:pt x="4914900" y="779513"/>
                    </a:lnTo>
                    <a:lnTo>
                      <a:pt x="4914900" y="776884"/>
                    </a:lnTo>
                    <a:close/>
                  </a:path>
                  <a:path w="5153025" h="3103245">
                    <a:moveTo>
                      <a:pt x="4914900" y="3454"/>
                    </a:moveTo>
                    <a:lnTo>
                      <a:pt x="4914443" y="2336"/>
                    </a:lnTo>
                    <a:lnTo>
                      <a:pt x="4912576" y="469"/>
                    </a:lnTo>
                    <a:lnTo>
                      <a:pt x="4911458" y="0"/>
                    </a:lnTo>
                    <a:lnTo>
                      <a:pt x="4908829" y="0"/>
                    </a:lnTo>
                    <a:lnTo>
                      <a:pt x="4907699" y="469"/>
                    </a:lnTo>
                    <a:lnTo>
                      <a:pt x="4905845" y="2336"/>
                    </a:lnTo>
                    <a:lnTo>
                      <a:pt x="4905375" y="3454"/>
                    </a:lnTo>
                    <a:lnTo>
                      <a:pt x="4905375" y="6083"/>
                    </a:lnTo>
                    <a:lnTo>
                      <a:pt x="4905845" y="7200"/>
                    </a:lnTo>
                    <a:lnTo>
                      <a:pt x="4907699" y="9067"/>
                    </a:lnTo>
                    <a:lnTo>
                      <a:pt x="4908829" y="9525"/>
                    </a:lnTo>
                    <a:lnTo>
                      <a:pt x="4911458" y="9525"/>
                    </a:lnTo>
                    <a:lnTo>
                      <a:pt x="4912576" y="9067"/>
                    </a:lnTo>
                    <a:lnTo>
                      <a:pt x="4914443" y="7200"/>
                    </a:lnTo>
                    <a:lnTo>
                      <a:pt x="4914900" y="6083"/>
                    </a:lnTo>
                    <a:lnTo>
                      <a:pt x="4914900" y="3454"/>
                    </a:lnTo>
                    <a:close/>
                  </a:path>
                  <a:path w="5153025" h="3103245">
                    <a:moveTo>
                      <a:pt x="4962525" y="3097174"/>
                    </a:moveTo>
                    <a:lnTo>
                      <a:pt x="4962068" y="3096056"/>
                    </a:lnTo>
                    <a:lnTo>
                      <a:pt x="4960201" y="3094190"/>
                    </a:lnTo>
                    <a:lnTo>
                      <a:pt x="4959083" y="3093720"/>
                    </a:lnTo>
                    <a:lnTo>
                      <a:pt x="4956454" y="3093720"/>
                    </a:lnTo>
                    <a:lnTo>
                      <a:pt x="4955324" y="3094190"/>
                    </a:lnTo>
                    <a:lnTo>
                      <a:pt x="4953470" y="3096056"/>
                    </a:lnTo>
                    <a:lnTo>
                      <a:pt x="4953000" y="3097174"/>
                    </a:lnTo>
                    <a:lnTo>
                      <a:pt x="4953000" y="3099803"/>
                    </a:lnTo>
                    <a:lnTo>
                      <a:pt x="4953470" y="3100921"/>
                    </a:lnTo>
                    <a:lnTo>
                      <a:pt x="4955324" y="3102787"/>
                    </a:lnTo>
                    <a:lnTo>
                      <a:pt x="4956454" y="3103245"/>
                    </a:lnTo>
                    <a:lnTo>
                      <a:pt x="4959083" y="3103245"/>
                    </a:lnTo>
                    <a:lnTo>
                      <a:pt x="4960201" y="3102787"/>
                    </a:lnTo>
                    <a:lnTo>
                      <a:pt x="4962068" y="3100921"/>
                    </a:lnTo>
                    <a:lnTo>
                      <a:pt x="4962525" y="3099803"/>
                    </a:lnTo>
                    <a:lnTo>
                      <a:pt x="4962525" y="3097174"/>
                    </a:lnTo>
                    <a:close/>
                  </a:path>
                  <a:path w="5153025" h="3103245">
                    <a:moveTo>
                      <a:pt x="4962525" y="2323744"/>
                    </a:moveTo>
                    <a:lnTo>
                      <a:pt x="4962068" y="2322626"/>
                    </a:lnTo>
                    <a:lnTo>
                      <a:pt x="4960201" y="2320760"/>
                    </a:lnTo>
                    <a:lnTo>
                      <a:pt x="4959083" y="2320290"/>
                    </a:lnTo>
                    <a:lnTo>
                      <a:pt x="4956454" y="2320290"/>
                    </a:lnTo>
                    <a:lnTo>
                      <a:pt x="4955324" y="2320760"/>
                    </a:lnTo>
                    <a:lnTo>
                      <a:pt x="4953470" y="2322626"/>
                    </a:lnTo>
                    <a:lnTo>
                      <a:pt x="4953000" y="2323744"/>
                    </a:lnTo>
                    <a:lnTo>
                      <a:pt x="4953000" y="2326373"/>
                    </a:lnTo>
                    <a:lnTo>
                      <a:pt x="4953470" y="2327491"/>
                    </a:lnTo>
                    <a:lnTo>
                      <a:pt x="4955324" y="2329357"/>
                    </a:lnTo>
                    <a:lnTo>
                      <a:pt x="4956454" y="2329815"/>
                    </a:lnTo>
                    <a:lnTo>
                      <a:pt x="4959083" y="2329815"/>
                    </a:lnTo>
                    <a:lnTo>
                      <a:pt x="4960201" y="2329357"/>
                    </a:lnTo>
                    <a:lnTo>
                      <a:pt x="4962068" y="2327491"/>
                    </a:lnTo>
                    <a:lnTo>
                      <a:pt x="4962525" y="2326373"/>
                    </a:lnTo>
                    <a:lnTo>
                      <a:pt x="4962525" y="2323744"/>
                    </a:lnTo>
                    <a:close/>
                  </a:path>
                  <a:path w="5153025" h="3103245">
                    <a:moveTo>
                      <a:pt x="4962525" y="1550314"/>
                    </a:moveTo>
                    <a:lnTo>
                      <a:pt x="4962068" y="1549196"/>
                    </a:lnTo>
                    <a:lnTo>
                      <a:pt x="4960201" y="1547329"/>
                    </a:lnTo>
                    <a:lnTo>
                      <a:pt x="4959083" y="1546860"/>
                    </a:lnTo>
                    <a:lnTo>
                      <a:pt x="4956454" y="1546860"/>
                    </a:lnTo>
                    <a:lnTo>
                      <a:pt x="4955324" y="1547329"/>
                    </a:lnTo>
                    <a:lnTo>
                      <a:pt x="4953470" y="1549196"/>
                    </a:lnTo>
                    <a:lnTo>
                      <a:pt x="4953000" y="1550314"/>
                    </a:lnTo>
                    <a:lnTo>
                      <a:pt x="4953000" y="1552943"/>
                    </a:lnTo>
                    <a:lnTo>
                      <a:pt x="4953470" y="1554060"/>
                    </a:lnTo>
                    <a:lnTo>
                      <a:pt x="4955324" y="1555927"/>
                    </a:lnTo>
                    <a:lnTo>
                      <a:pt x="4956454" y="1556385"/>
                    </a:lnTo>
                    <a:lnTo>
                      <a:pt x="4959083" y="1556385"/>
                    </a:lnTo>
                    <a:lnTo>
                      <a:pt x="4960201" y="1555927"/>
                    </a:lnTo>
                    <a:lnTo>
                      <a:pt x="4962068" y="1554060"/>
                    </a:lnTo>
                    <a:lnTo>
                      <a:pt x="4962525" y="1552943"/>
                    </a:lnTo>
                    <a:lnTo>
                      <a:pt x="4962525" y="1550314"/>
                    </a:lnTo>
                    <a:close/>
                  </a:path>
                  <a:path w="5153025" h="3103245">
                    <a:moveTo>
                      <a:pt x="4962525" y="776884"/>
                    </a:moveTo>
                    <a:lnTo>
                      <a:pt x="4962068" y="775766"/>
                    </a:lnTo>
                    <a:lnTo>
                      <a:pt x="4960201" y="773899"/>
                    </a:lnTo>
                    <a:lnTo>
                      <a:pt x="4959083" y="773430"/>
                    </a:lnTo>
                    <a:lnTo>
                      <a:pt x="4956454" y="773430"/>
                    </a:lnTo>
                    <a:lnTo>
                      <a:pt x="4955324" y="773899"/>
                    </a:lnTo>
                    <a:lnTo>
                      <a:pt x="4953470" y="775766"/>
                    </a:lnTo>
                    <a:lnTo>
                      <a:pt x="4953000" y="776884"/>
                    </a:lnTo>
                    <a:lnTo>
                      <a:pt x="4953000" y="779513"/>
                    </a:lnTo>
                    <a:lnTo>
                      <a:pt x="4953470" y="780630"/>
                    </a:lnTo>
                    <a:lnTo>
                      <a:pt x="4955324" y="782497"/>
                    </a:lnTo>
                    <a:lnTo>
                      <a:pt x="4956454" y="782955"/>
                    </a:lnTo>
                    <a:lnTo>
                      <a:pt x="4959083" y="782955"/>
                    </a:lnTo>
                    <a:lnTo>
                      <a:pt x="4960201" y="782497"/>
                    </a:lnTo>
                    <a:lnTo>
                      <a:pt x="4962068" y="780630"/>
                    </a:lnTo>
                    <a:lnTo>
                      <a:pt x="4962525" y="779513"/>
                    </a:lnTo>
                    <a:lnTo>
                      <a:pt x="4962525" y="776884"/>
                    </a:lnTo>
                    <a:close/>
                  </a:path>
                  <a:path w="5153025" h="3103245">
                    <a:moveTo>
                      <a:pt x="4962525" y="3454"/>
                    </a:moveTo>
                    <a:lnTo>
                      <a:pt x="4962068" y="2336"/>
                    </a:lnTo>
                    <a:lnTo>
                      <a:pt x="4960201" y="469"/>
                    </a:lnTo>
                    <a:lnTo>
                      <a:pt x="4959083" y="0"/>
                    </a:lnTo>
                    <a:lnTo>
                      <a:pt x="4956454" y="0"/>
                    </a:lnTo>
                    <a:lnTo>
                      <a:pt x="4955324" y="469"/>
                    </a:lnTo>
                    <a:lnTo>
                      <a:pt x="4953470" y="2336"/>
                    </a:lnTo>
                    <a:lnTo>
                      <a:pt x="4953000" y="3454"/>
                    </a:lnTo>
                    <a:lnTo>
                      <a:pt x="4953000" y="6083"/>
                    </a:lnTo>
                    <a:lnTo>
                      <a:pt x="4953470" y="7200"/>
                    </a:lnTo>
                    <a:lnTo>
                      <a:pt x="4955324" y="9067"/>
                    </a:lnTo>
                    <a:lnTo>
                      <a:pt x="4956454" y="9525"/>
                    </a:lnTo>
                    <a:lnTo>
                      <a:pt x="4959083" y="9525"/>
                    </a:lnTo>
                    <a:lnTo>
                      <a:pt x="4960201" y="9067"/>
                    </a:lnTo>
                    <a:lnTo>
                      <a:pt x="4962068" y="7200"/>
                    </a:lnTo>
                    <a:lnTo>
                      <a:pt x="4962525" y="6083"/>
                    </a:lnTo>
                    <a:lnTo>
                      <a:pt x="4962525" y="3454"/>
                    </a:lnTo>
                    <a:close/>
                  </a:path>
                  <a:path w="5153025" h="3103245">
                    <a:moveTo>
                      <a:pt x="5010150" y="3097174"/>
                    </a:moveTo>
                    <a:lnTo>
                      <a:pt x="5009693" y="3096056"/>
                    </a:lnTo>
                    <a:lnTo>
                      <a:pt x="5007826" y="3094190"/>
                    </a:lnTo>
                    <a:lnTo>
                      <a:pt x="5006708" y="3093720"/>
                    </a:lnTo>
                    <a:lnTo>
                      <a:pt x="5004079" y="3093720"/>
                    </a:lnTo>
                    <a:lnTo>
                      <a:pt x="5002949" y="3094190"/>
                    </a:lnTo>
                    <a:lnTo>
                      <a:pt x="5001095" y="3096056"/>
                    </a:lnTo>
                    <a:lnTo>
                      <a:pt x="5000625" y="3097174"/>
                    </a:lnTo>
                    <a:lnTo>
                      <a:pt x="5000625" y="3099803"/>
                    </a:lnTo>
                    <a:lnTo>
                      <a:pt x="5001095" y="3100921"/>
                    </a:lnTo>
                    <a:lnTo>
                      <a:pt x="5002949" y="3102787"/>
                    </a:lnTo>
                    <a:lnTo>
                      <a:pt x="5004079" y="3103245"/>
                    </a:lnTo>
                    <a:lnTo>
                      <a:pt x="5006708" y="3103245"/>
                    </a:lnTo>
                    <a:lnTo>
                      <a:pt x="5007826" y="3102787"/>
                    </a:lnTo>
                    <a:lnTo>
                      <a:pt x="5009693" y="3100921"/>
                    </a:lnTo>
                    <a:lnTo>
                      <a:pt x="5010150" y="3099803"/>
                    </a:lnTo>
                    <a:lnTo>
                      <a:pt x="5010150" y="3097174"/>
                    </a:lnTo>
                    <a:close/>
                  </a:path>
                  <a:path w="5153025" h="3103245">
                    <a:moveTo>
                      <a:pt x="5010150" y="2323744"/>
                    </a:moveTo>
                    <a:lnTo>
                      <a:pt x="5009693" y="2322626"/>
                    </a:lnTo>
                    <a:lnTo>
                      <a:pt x="5007826" y="2320760"/>
                    </a:lnTo>
                    <a:lnTo>
                      <a:pt x="5006708" y="2320290"/>
                    </a:lnTo>
                    <a:lnTo>
                      <a:pt x="5004079" y="2320290"/>
                    </a:lnTo>
                    <a:lnTo>
                      <a:pt x="5002949" y="2320760"/>
                    </a:lnTo>
                    <a:lnTo>
                      <a:pt x="5001095" y="2322626"/>
                    </a:lnTo>
                    <a:lnTo>
                      <a:pt x="5000625" y="2323744"/>
                    </a:lnTo>
                    <a:lnTo>
                      <a:pt x="5000625" y="2326373"/>
                    </a:lnTo>
                    <a:lnTo>
                      <a:pt x="5001095" y="2327491"/>
                    </a:lnTo>
                    <a:lnTo>
                      <a:pt x="5002949" y="2329357"/>
                    </a:lnTo>
                    <a:lnTo>
                      <a:pt x="5004079" y="2329815"/>
                    </a:lnTo>
                    <a:lnTo>
                      <a:pt x="5006708" y="2329815"/>
                    </a:lnTo>
                    <a:lnTo>
                      <a:pt x="5007826" y="2329357"/>
                    </a:lnTo>
                    <a:lnTo>
                      <a:pt x="5009693" y="2327491"/>
                    </a:lnTo>
                    <a:lnTo>
                      <a:pt x="5010150" y="2326373"/>
                    </a:lnTo>
                    <a:lnTo>
                      <a:pt x="5010150" y="2323744"/>
                    </a:lnTo>
                    <a:close/>
                  </a:path>
                  <a:path w="5153025" h="3103245">
                    <a:moveTo>
                      <a:pt x="5010150" y="1550314"/>
                    </a:moveTo>
                    <a:lnTo>
                      <a:pt x="5009693" y="1549196"/>
                    </a:lnTo>
                    <a:lnTo>
                      <a:pt x="5007826" y="1547329"/>
                    </a:lnTo>
                    <a:lnTo>
                      <a:pt x="5006708" y="1546860"/>
                    </a:lnTo>
                    <a:lnTo>
                      <a:pt x="5004079" y="1546860"/>
                    </a:lnTo>
                    <a:lnTo>
                      <a:pt x="5002949" y="1547329"/>
                    </a:lnTo>
                    <a:lnTo>
                      <a:pt x="5001095" y="1549196"/>
                    </a:lnTo>
                    <a:lnTo>
                      <a:pt x="5000625" y="1550314"/>
                    </a:lnTo>
                    <a:lnTo>
                      <a:pt x="5000625" y="1552943"/>
                    </a:lnTo>
                    <a:lnTo>
                      <a:pt x="5001095" y="1554060"/>
                    </a:lnTo>
                    <a:lnTo>
                      <a:pt x="5002949" y="1555927"/>
                    </a:lnTo>
                    <a:lnTo>
                      <a:pt x="5004079" y="1556385"/>
                    </a:lnTo>
                    <a:lnTo>
                      <a:pt x="5006708" y="1556385"/>
                    </a:lnTo>
                    <a:lnTo>
                      <a:pt x="5007826" y="1555927"/>
                    </a:lnTo>
                    <a:lnTo>
                      <a:pt x="5009693" y="1554060"/>
                    </a:lnTo>
                    <a:lnTo>
                      <a:pt x="5010150" y="1552943"/>
                    </a:lnTo>
                    <a:lnTo>
                      <a:pt x="5010150" y="1550314"/>
                    </a:lnTo>
                    <a:close/>
                  </a:path>
                  <a:path w="5153025" h="3103245">
                    <a:moveTo>
                      <a:pt x="5010150" y="776884"/>
                    </a:moveTo>
                    <a:lnTo>
                      <a:pt x="5009693" y="775766"/>
                    </a:lnTo>
                    <a:lnTo>
                      <a:pt x="5007826" y="773899"/>
                    </a:lnTo>
                    <a:lnTo>
                      <a:pt x="5006708" y="773430"/>
                    </a:lnTo>
                    <a:lnTo>
                      <a:pt x="5004079" y="773430"/>
                    </a:lnTo>
                    <a:lnTo>
                      <a:pt x="5002949" y="773899"/>
                    </a:lnTo>
                    <a:lnTo>
                      <a:pt x="5001095" y="775766"/>
                    </a:lnTo>
                    <a:lnTo>
                      <a:pt x="5000625" y="776884"/>
                    </a:lnTo>
                    <a:lnTo>
                      <a:pt x="5000625" y="779513"/>
                    </a:lnTo>
                    <a:lnTo>
                      <a:pt x="5001095" y="780630"/>
                    </a:lnTo>
                    <a:lnTo>
                      <a:pt x="5002949" y="782497"/>
                    </a:lnTo>
                    <a:lnTo>
                      <a:pt x="5004079" y="782955"/>
                    </a:lnTo>
                    <a:lnTo>
                      <a:pt x="5006708" y="782955"/>
                    </a:lnTo>
                    <a:lnTo>
                      <a:pt x="5007826" y="782497"/>
                    </a:lnTo>
                    <a:lnTo>
                      <a:pt x="5009693" y="780630"/>
                    </a:lnTo>
                    <a:lnTo>
                      <a:pt x="5010150" y="779513"/>
                    </a:lnTo>
                    <a:lnTo>
                      <a:pt x="5010150" y="776884"/>
                    </a:lnTo>
                    <a:close/>
                  </a:path>
                  <a:path w="5153025" h="3103245">
                    <a:moveTo>
                      <a:pt x="5010150" y="3454"/>
                    </a:moveTo>
                    <a:lnTo>
                      <a:pt x="5009693" y="2336"/>
                    </a:lnTo>
                    <a:lnTo>
                      <a:pt x="5007826" y="469"/>
                    </a:lnTo>
                    <a:lnTo>
                      <a:pt x="5006708" y="0"/>
                    </a:lnTo>
                    <a:lnTo>
                      <a:pt x="5004079" y="0"/>
                    </a:lnTo>
                    <a:lnTo>
                      <a:pt x="5002949" y="469"/>
                    </a:lnTo>
                    <a:lnTo>
                      <a:pt x="5001095" y="2336"/>
                    </a:lnTo>
                    <a:lnTo>
                      <a:pt x="5000625" y="3454"/>
                    </a:lnTo>
                    <a:lnTo>
                      <a:pt x="5000625" y="6083"/>
                    </a:lnTo>
                    <a:lnTo>
                      <a:pt x="5001095" y="7200"/>
                    </a:lnTo>
                    <a:lnTo>
                      <a:pt x="5002949" y="9067"/>
                    </a:lnTo>
                    <a:lnTo>
                      <a:pt x="5004079" y="9525"/>
                    </a:lnTo>
                    <a:lnTo>
                      <a:pt x="5006708" y="9525"/>
                    </a:lnTo>
                    <a:lnTo>
                      <a:pt x="5007826" y="9067"/>
                    </a:lnTo>
                    <a:lnTo>
                      <a:pt x="5009693" y="7200"/>
                    </a:lnTo>
                    <a:lnTo>
                      <a:pt x="5010150" y="6083"/>
                    </a:lnTo>
                    <a:lnTo>
                      <a:pt x="5010150" y="3454"/>
                    </a:lnTo>
                    <a:close/>
                  </a:path>
                  <a:path w="5153025" h="3103245">
                    <a:moveTo>
                      <a:pt x="5057775" y="3097174"/>
                    </a:moveTo>
                    <a:lnTo>
                      <a:pt x="5057318" y="3096056"/>
                    </a:lnTo>
                    <a:lnTo>
                      <a:pt x="5055451" y="3094190"/>
                    </a:lnTo>
                    <a:lnTo>
                      <a:pt x="5054333" y="3093720"/>
                    </a:lnTo>
                    <a:lnTo>
                      <a:pt x="5051704" y="3093720"/>
                    </a:lnTo>
                    <a:lnTo>
                      <a:pt x="5050574" y="3094190"/>
                    </a:lnTo>
                    <a:lnTo>
                      <a:pt x="5048720" y="3096056"/>
                    </a:lnTo>
                    <a:lnTo>
                      <a:pt x="5048250" y="3097174"/>
                    </a:lnTo>
                    <a:lnTo>
                      <a:pt x="5048250" y="3099803"/>
                    </a:lnTo>
                    <a:lnTo>
                      <a:pt x="5048720" y="3100921"/>
                    </a:lnTo>
                    <a:lnTo>
                      <a:pt x="5050574" y="3102787"/>
                    </a:lnTo>
                    <a:lnTo>
                      <a:pt x="5051704" y="3103245"/>
                    </a:lnTo>
                    <a:lnTo>
                      <a:pt x="5054333" y="3103245"/>
                    </a:lnTo>
                    <a:lnTo>
                      <a:pt x="5055451" y="3102787"/>
                    </a:lnTo>
                    <a:lnTo>
                      <a:pt x="5057318" y="3100921"/>
                    </a:lnTo>
                    <a:lnTo>
                      <a:pt x="5057775" y="3099803"/>
                    </a:lnTo>
                    <a:lnTo>
                      <a:pt x="5057775" y="3097174"/>
                    </a:lnTo>
                    <a:close/>
                  </a:path>
                  <a:path w="5153025" h="3103245">
                    <a:moveTo>
                      <a:pt x="5057775" y="2323744"/>
                    </a:moveTo>
                    <a:lnTo>
                      <a:pt x="5057318" y="2322626"/>
                    </a:lnTo>
                    <a:lnTo>
                      <a:pt x="5055451" y="2320760"/>
                    </a:lnTo>
                    <a:lnTo>
                      <a:pt x="5054333" y="2320290"/>
                    </a:lnTo>
                    <a:lnTo>
                      <a:pt x="5051704" y="2320290"/>
                    </a:lnTo>
                    <a:lnTo>
                      <a:pt x="5050574" y="2320760"/>
                    </a:lnTo>
                    <a:lnTo>
                      <a:pt x="5048720" y="2322626"/>
                    </a:lnTo>
                    <a:lnTo>
                      <a:pt x="5048250" y="2323744"/>
                    </a:lnTo>
                    <a:lnTo>
                      <a:pt x="5048250" y="2326373"/>
                    </a:lnTo>
                    <a:lnTo>
                      <a:pt x="5048720" y="2327491"/>
                    </a:lnTo>
                    <a:lnTo>
                      <a:pt x="5050574" y="2329357"/>
                    </a:lnTo>
                    <a:lnTo>
                      <a:pt x="5051704" y="2329815"/>
                    </a:lnTo>
                    <a:lnTo>
                      <a:pt x="5054333" y="2329815"/>
                    </a:lnTo>
                    <a:lnTo>
                      <a:pt x="5055451" y="2329357"/>
                    </a:lnTo>
                    <a:lnTo>
                      <a:pt x="5057318" y="2327491"/>
                    </a:lnTo>
                    <a:lnTo>
                      <a:pt x="5057775" y="2326373"/>
                    </a:lnTo>
                    <a:lnTo>
                      <a:pt x="5057775" y="2323744"/>
                    </a:lnTo>
                    <a:close/>
                  </a:path>
                  <a:path w="5153025" h="3103245">
                    <a:moveTo>
                      <a:pt x="5057775" y="1550314"/>
                    </a:moveTo>
                    <a:lnTo>
                      <a:pt x="5057318" y="1549196"/>
                    </a:lnTo>
                    <a:lnTo>
                      <a:pt x="5055451" y="1547329"/>
                    </a:lnTo>
                    <a:lnTo>
                      <a:pt x="5054333" y="1546860"/>
                    </a:lnTo>
                    <a:lnTo>
                      <a:pt x="5051704" y="1546860"/>
                    </a:lnTo>
                    <a:lnTo>
                      <a:pt x="5050574" y="1547329"/>
                    </a:lnTo>
                    <a:lnTo>
                      <a:pt x="5048720" y="1549196"/>
                    </a:lnTo>
                    <a:lnTo>
                      <a:pt x="5048250" y="1550314"/>
                    </a:lnTo>
                    <a:lnTo>
                      <a:pt x="5048250" y="1552943"/>
                    </a:lnTo>
                    <a:lnTo>
                      <a:pt x="5048720" y="1554060"/>
                    </a:lnTo>
                    <a:lnTo>
                      <a:pt x="5050574" y="1555927"/>
                    </a:lnTo>
                    <a:lnTo>
                      <a:pt x="5051704" y="1556385"/>
                    </a:lnTo>
                    <a:lnTo>
                      <a:pt x="5054333" y="1556385"/>
                    </a:lnTo>
                    <a:lnTo>
                      <a:pt x="5055451" y="1555927"/>
                    </a:lnTo>
                    <a:lnTo>
                      <a:pt x="5057318" y="1554060"/>
                    </a:lnTo>
                    <a:lnTo>
                      <a:pt x="5057775" y="1552943"/>
                    </a:lnTo>
                    <a:lnTo>
                      <a:pt x="5057775" y="1550314"/>
                    </a:lnTo>
                    <a:close/>
                  </a:path>
                  <a:path w="5153025" h="3103245">
                    <a:moveTo>
                      <a:pt x="5057775" y="776884"/>
                    </a:moveTo>
                    <a:lnTo>
                      <a:pt x="5057318" y="775766"/>
                    </a:lnTo>
                    <a:lnTo>
                      <a:pt x="5055451" y="773899"/>
                    </a:lnTo>
                    <a:lnTo>
                      <a:pt x="5054333" y="773430"/>
                    </a:lnTo>
                    <a:lnTo>
                      <a:pt x="5051704" y="773430"/>
                    </a:lnTo>
                    <a:lnTo>
                      <a:pt x="5050574" y="773899"/>
                    </a:lnTo>
                    <a:lnTo>
                      <a:pt x="5048720" y="775766"/>
                    </a:lnTo>
                    <a:lnTo>
                      <a:pt x="5048250" y="776884"/>
                    </a:lnTo>
                    <a:lnTo>
                      <a:pt x="5048250" y="779513"/>
                    </a:lnTo>
                    <a:lnTo>
                      <a:pt x="5048720" y="780630"/>
                    </a:lnTo>
                    <a:lnTo>
                      <a:pt x="5050574" y="782497"/>
                    </a:lnTo>
                    <a:lnTo>
                      <a:pt x="5051704" y="782955"/>
                    </a:lnTo>
                    <a:lnTo>
                      <a:pt x="5054333" y="782955"/>
                    </a:lnTo>
                    <a:lnTo>
                      <a:pt x="5055451" y="782497"/>
                    </a:lnTo>
                    <a:lnTo>
                      <a:pt x="5057318" y="780630"/>
                    </a:lnTo>
                    <a:lnTo>
                      <a:pt x="5057775" y="779513"/>
                    </a:lnTo>
                    <a:lnTo>
                      <a:pt x="5057775" y="776884"/>
                    </a:lnTo>
                    <a:close/>
                  </a:path>
                  <a:path w="5153025" h="3103245">
                    <a:moveTo>
                      <a:pt x="5057775" y="3454"/>
                    </a:moveTo>
                    <a:lnTo>
                      <a:pt x="5057318" y="2336"/>
                    </a:lnTo>
                    <a:lnTo>
                      <a:pt x="5055451" y="469"/>
                    </a:lnTo>
                    <a:lnTo>
                      <a:pt x="5054333" y="0"/>
                    </a:lnTo>
                    <a:lnTo>
                      <a:pt x="5051704" y="0"/>
                    </a:lnTo>
                    <a:lnTo>
                      <a:pt x="5050574" y="469"/>
                    </a:lnTo>
                    <a:lnTo>
                      <a:pt x="5048720" y="2336"/>
                    </a:lnTo>
                    <a:lnTo>
                      <a:pt x="5048250" y="3454"/>
                    </a:lnTo>
                    <a:lnTo>
                      <a:pt x="5048250" y="6083"/>
                    </a:lnTo>
                    <a:lnTo>
                      <a:pt x="5048720" y="7200"/>
                    </a:lnTo>
                    <a:lnTo>
                      <a:pt x="5050574" y="9067"/>
                    </a:lnTo>
                    <a:lnTo>
                      <a:pt x="5051704" y="9525"/>
                    </a:lnTo>
                    <a:lnTo>
                      <a:pt x="5054333" y="9525"/>
                    </a:lnTo>
                    <a:lnTo>
                      <a:pt x="5055451" y="9067"/>
                    </a:lnTo>
                    <a:lnTo>
                      <a:pt x="5057318" y="7200"/>
                    </a:lnTo>
                    <a:lnTo>
                      <a:pt x="5057775" y="6083"/>
                    </a:lnTo>
                    <a:lnTo>
                      <a:pt x="5057775" y="3454"/>
                    </a:lnTo>
                    <a:close/>
                  </a:path>
                  <a:path w="5153025" h="3103245">
                    <a:moveTo>
                      <a:pt x="5105400" y="3097174"/>
                    </a:moveTo>
                    <a:lnTo>
                      <a:pt x="5104943" y="3096056"/>
                    </a:lnTo>
                    <a:lnTo>
                      <a:pt x="5103076" y="3094190"/>
                    </a:lnTo>
                    <a:lnTo>
                      <a:pt x="5101958" y="3093720"/>
                    </a:lnTo>
                    <a:lnTo>
                      <a:pt x="5099329" y="3093720"/>
                    </a:lnTo>
                    <a:lnTo>
                      <a:pt x="5098212" y="3094190"/>
                    </a:lnTo>
                    <a:lnTo>
                      <a:pt x="5096345" y="3096056"/>
                    </a:lnTo>
                    <a:lnTo>
                      <a:pt x="5095875" y="3097174"/>
                    </a:lnTo>
                    <a:lnTo>
                      <a:pt x="5095875" y="3099803"/>
                    </a:lnTo>
                    <a:lnTo>
                      <a:pt x="5096345" y="3100921"/>
                    </a:lnTo>
                    <a:lnTo>
                      <a:pt x="5098212" y="3102787"/>
                    </a:lnTo>
                    <a:lnTo>
                      <a:pt x="5099329" y="3103245"/>
                    </a:lnTo>
                    <a:lnTo>
                      <a:pt x="5101958" y="3103245"/>
                    </a:lnTo>
                    <a:lnTo>
                      <a:pt x="5103076" y="3102787"/>
                    </a:lnTo>
                    <a:lnTo>
                      <a:pt x="5104943" y="3100921"/>
                    </a:lnTo>
                    <a:lnTo>
                      <a:pt x="5105400" y="3099803"/>
                    </a:lnTo>
                    <a:lnTo>
                      <a:pt x="5105400" y="3097174"/>
                    </a:lnTo>
                    <a:close/>
                  </a:path>
                  <a:path w="5153025" h="3103245">
                    <a:moveTo>
                      <a:pt x="5105400" y="2323744"/>
                    </a:moveTo>
                    <a:lnTo>
                      <a:pt x="5104943" y="2322626"/>
                    </a:lnTo>
                    <a:lnTo>
                      <a:pt x="5103076" y="2320760"/>
                    </a:lnTo>
                    <a:lnTo>
                      <a:pt x="5101958" y="2320290"/>
                    </a:lnTo>
                    <a:lnTo>
                      <a:pt x="5099329" y="2320290"/>
                    </a:lnTo>
                    <a:lnTo>
                      <a:pt x="5098212" y="2320760"/>
                    </a:lnTo>
                    <a:lnTo>
                      <a:pt x="5096345" y="2322626"/>
                    </a:lnTo>
                    <a:lnTo>
                      <a:pt x="5095875" y="2323744"/>
                    </a:lnTo>
                    <a:lnTo>
                      <a:pt x="5095875" y="2326373"/>
                    </a:lnTo>
                    <a:lnTo>
                      <a:pt x="5096345" y="2327491"/>
                    </a:lnTo>
                    <a:lnTo>
                      <a:pt x="5098212" y="2329357"/>
                    </a:lnTo>
                    <a:lnTo>
                      <a:pt x="5099329" y="2329815"/>
                    </a:lnTo>
                    <a:lnTo>
                      <a:pt x="5101958" y="2329815"/>
                    </a:lnTo>
                    <a:lnTo>
                      <a:pt x="5103076" y="2329357"/>
                    </a:lnTo>
                    <a:lnTo>
                      <a:pt x="5104943" y="2327491"/>
                    </a:lnTo>
                    <a:lnTo>
                      <a:pt x="5105400" y="2326373"/>
                    </a:lnTo>
                    <a:lnTo>
                      <a:pt x="5105400" y="2323744"/>
                    </a:lnTo>
                    <a:close/>
                  </a:path>
                  <a:path w="5153025" h="3103245">
                    <a:moveTo>
                      <a:pt x="5105400" y="1550314"/>
                    </a:moveTo>
                    <a:lnTo>
                      <a:pt x="5104943" y="1549196"/>
                    </a:lnTo>
                    <a:lnTo>
                      <a:pt x="5103076" y="1547329"/>
                    </a:lnTo>
                    <a:lnTo>
                      <a:pt x="5101958" y="1546860"/>
                    </a:lnTo>
                    <a:lnTo>
                      <a:pt x="5099329" y="1546860"/>
                    </a:lnTo>
                    <a:lnTo>
                      <a:pt x="5098212" y="1547329"/>
                    </a:lnTo>
                    <a:lnTo>
                      <a:pt x="5096345" y="1549196"/>
                    </a:lnTo>
                    <a:lnTo>
                      <a:pt x="5095875" y="1550314"/>
                    </a:lnTo>
                    <a:lnTo>
                      <a:pt x="5095875" y="1552943"/>
                    </a:lnTo>
                    <a:lnTo>
                      <a:pt x="5096345" y="1554060"/>
                    </a:lnTo>
                    <a:lnTo>
                      <a:pt x="5098212" y="1555927"/>
                    </a:lnTo>
                    <a:lnTo>
                      <a:pt x="5099329" y="1556385"/>
                    </a:lnTo>
                    <a:lnTo>
                      <a:pt x="5101958" y="1556385"/>
                    </a:lnTo>
                    <a:lnTo>
                      <a:pt x="5103076" y="1555927"/>
                    </a:lnTo>
                    <a:lnTo>
                      <a:pt x="5104943" y="1554060"/>
                    </a:lnTo>
                    <a:lnTo>
                      <a:pt x="5105400" y="1552943"/>
                    </a:lnTo>
                    <a:lnTo>
                      <a:pt x="5105400" y="1550314"/>
                    </a:lnTo>
                    <a:close/>
                  </a:path>
                  <a:path w="5153025" h="3103245">
                    <a:moveTo>
                      <a:pt x="5105400" y="776884"/>
                    </a:moveTo>
                    <a:lnTo>
                      <a:pt x="5104943" y="775766"/>
                    </a:lnTo>
                    <a:lnTo>
                      <a:pt x="5103076" y="773899"/>
                    </a:lnTo>
                    <a:lnTo>
                      <a:pt x="5101958" y="773430"/>
                    </a:lnTo>
                    <a:lnTo>
                      <a:pt x="5099329" y="773430"/>
                    </a:lnTo>
                    <a:lnTo>
                      <a:pt x="5098212" y="773899"/>
                    </a:lnTo>
                    <a:lnTo>
                      <a:pt x="5096345" y="775766"/>
                    </a:lnTo>
                    <a:lnTo>
                      <a:pt x="5095875" y="776884"/>
                    </a:lnTo>
                    <a:lnTo>
                      <a:pt x="5095875" y="779513"/>
                    </a:lnTo>
                    <a:lnTo>
                      <a:pt x="5096345" y="780630"/>
                    </a:lnTo>
                    <a:lnTo>
                      <a:pt x="5098212" y="782497"/>
                    </a:lnTo>
                    <a:lnTo>
                      <a:pt x="5099329" y="782955"/>
                    </a:lnTo>
                    <a:lnTo>
                      <a:pt x="5101958" y="782955"/>
                    </a:lnTo>
                    <a:lnTo>
                      <a:pt x="5103076" y="782497"/>
                    </a:lnTo>
                    <a:lnTo>
                      <a:pt x="5104943" y="780630"/>
                    </a:lnTo>
                    <a:lnTo>
                      <a:pt x="5105400" y="779513"/>
                    </a:lnTo>
                    <a:lnTo>
                      <a:pt x="5105400" y="776884"/>
                    </a:lnTo>
                    <a:close/>
                  </a:path>
                  <a:path w="5153025" h="3103245">
                    <a:moveTo>
                      <a:pt x="5105400" y="3454"/>
                    </a:moveTo>
                    <a:lnTo>
                      <a:pt x="5104943" y="2336"/>
                    </a:lnTo>
                    <a:lnTo>
                      <a:pt x="5103076" y="469"/>
                    </a:lnTo>
                    <a:lnTo>
                      <a:pt x="5101958" y="0"/>
                    </a:lnTo>
                    <a:lnTo>
                      <a:pt x="5099329" y="0"/>
                    </a:lnTo>
                    <a:lnTo>
                      <a:pt x="5098212" y="469"/>
                    </a:lnTo>
                    <a:lnTo>
                      <a:pt x="5096345" y="2336"/>
                    </a:lnTo>
                    <a:lnTo>
                      <a:pt x="5095875" y="3454"/>
                    </a:lnTo>
                    <a:lnTo>
                      <a:pt x="5095875" y="6083"/>
                    </a:lnTo>
                    <a:lnTo>
                      <a:pt x="5096345" y="7200"/>
                    </a:lnTo>
                    <a:lnTo>
                      <a:pt x="5098212" y="9067"/>
                    </a:lnTo>
                    <a:lnTo>
                      <a:pt x="5099329" y="9525"/>
                    </a:lnTo>
                    <a:lnTo>
                      <a:pt x="5101958" y="9525"/>
                    </a:lnTo>
                    <a:lnTo>
                      <a:pt x="5103076" y="9067"/>
                    </a:lnTo>
                    <a:lnTo>
                      <a:pt x="5104943" y="7200"/>
                    </a:lnTo>
                    <a:lnTo>
                      <a:pt x="5105400" y="6083"/>
                    </a:lnTo>
                    <a:lnTo>
                      <a:pt x="5105400" y="3454"/>
                    </a:lnTo>
                    <a:close/>
                  </a:path>
                  <a:path w="5153025" h="3103245">
                    <a:moveTo>
                      <a:pt x="5153025" y="3097174"/>
                    </a:moveTo>
                    <a:lnTo>
                      <a:pt x="5152568" y="3096056"/>
                    </a:lnTo>
                    <a:lnTo>
                      <a:pt x="5150701" y="3094190"/>
                    </a:lnTo>
                    <a:lnTo>
                      <a:pt x="5149583" y="3093720"/>
                    </a:lnTo>
                    <a:lnTo>
                      <a:pt x="5146954" y="3093720"/>
                    </a:lnTo>
                    <a:lnTo>
                      <a:pt x="5145824" y="3094190"/>
                    </a:lnTo>
                    <a:lnTo>
                      <a:pt x="5143970" y="3096056"/>
                    </a:lnTo>
                    <a:lnTo>
                      <a:pt x="5143500" y="3097174"/>
                    </a:lnTo>
                    <a:lnTo>
                      <a:pt x="5143500" y="3099803"/>
                    </a:lnTo>
                    <a:lnTo>
                      <a:pt x="5143970" y="3100921"/>
                    </a:lnTo>
                    <a:lnTo>
                      <a:pt x="5145824" y="3102787"/>
                    </a:lnTo>
                    <a:lnTo>
                      <a:pt x="5146954" y="3103245"/>
                    </a:lnTo>
                    <a:lnTo>
                      <a:pt x="5149583" y="3103245"/>
                    </a:lnTo>
                    <a:lnTo>
                      <a:pt x="5150701" y="3102787"/>
                    </a:lnTo>
                    <a:lnTo>
                      <a:pt x="5152568" y="3100921"/>
                    </a:lnTo>
                    <a:lnTo>
                      <a:pt x="5153025" y="3099803"/>
                    </a:lnTo>
                    <a:lnTo>
                      <a:pt x="5153025" y="3097174"/>
                    </a:lnTo>
                    <a:close/>
                  </a:path>
                  <a:path w="5153025" h="3103245">
                    <a:moveTo>
                      <a:pt x="5153025" y="2323744"/>
                    </a:moveTo>
                    <a:lnTo>
                      <a:pt x="5152568" y="2322626"/>
                    </a:lnTo>
                    <a:lnTo>
                      <a:pt x="5150701" y="2320760"/>
                    </a:lnTo>
                    <a:lnTo>
                      <a:pt x="5149583" y="2320290"/>
                    </a:lnTo>
                    <a:lnTo>
                      <a:pt x="5146954" y="2320290"/>
                    </a:lnTo>
                    <a:lnTo>
                      <a:pt x="5145824" y="2320760"/>
                    </a:lnTo>
                    <a:lnTo>
                      <a:pt x="5143970" y="2322626"/>
                    </a:lnTo>
                    <a:lnTo>
                      <a:pt x="5143500" y="2323744"/>
                    </a:lnTo>
                    <a:lnTo>
                      <a:pt x="5143500" y="2326373"/>
                    </a:lnTo>
                    <a:lnTo>
                      <a:pt x="5143970" y="2327491"/>
                    </a:lnTo>
                    <a:lnTo>
                      <a:pt x="5145824" y="2329357"/>
                    </a:lnTo>
                    <a:lnTo>
                      <a:pt x="5146954" y="2329815"/>
                    </a:lnTo>
                    <a:lnTo>
                      <a:pt x="5149583" y="2329815"/>
                    </a:lnTo>
                    <a:lnTo>
                      <a:pt x="5150701" y="2329357"/>
                    </a:lnTo>
                    <a:lnTo>
                      <a:pt x="5152568" y="2327491"/>
                    </a:lnTo>
                    <a:lnTo>
                      <a:pt x="5153025" y="2326373"/>
                    </a:lnTo>
                    <a:lnTo>
                      <a:pt x="5153025" y="2323744"/>
                    </a:lnTo>
                    <a:close/>
                  </a:path>
                  <a:path w="5153025" h="3103245">
                    <a:moveTo>
                      <a:pt x="5153025" y="1550314"/>
                    </a:moveTo>
                    <a:lnTo>
                      <a:pt x="5152568" y="1549196"/>
                    </a:lnTo>
                    <a:lnTo>
                      <a:pt x="5150701" y="1547329"/>
                    </a:lnTo>
                    <a:lnTo>
                      <a:pt x="5149583" y="1546860"/>
                    </a:lnTo>
                    <a:lnTo>
                      <a:pt x="5146954" y="1546860"/>
                    </a:lnTo>
                    <a:lnTo>
                      <a:pt x="5145824" y="1547329"/>
                    </a:lnTo>
                    <a:lnTo>
                      <a:pt x="5143970" y="1549196"/>
                    </a:lnTo>
                    <a:lnTo>
                      <a:pt x="5143500" y="1550314"/>
                    </a:lnTo>
                    <a:lnTo>
                      <a:pt x="5143500" y="1552943"/>
                    </a:lnTo>
                    <a:lnTo>
                      <a:pt x="5143970" y="1554060"/>
                    </a:lnTo>
                    <a:lnTo>
                      <a:pt x="5145824" y="1555927"/>
                    </a:lnTo>
                    <a:lnTo>
                      <a:pt x="5146954" y="1556385"/>
                    </a:lnTo>
                    <a:lnTo>
                      <a:pt x="5149583" y="1556385"/>
                    </a:lnTo>
                    <a:lnTo>
                      <a:pt x="5150701" y="1555927"/>
                    </a:lnTo>
                    <a:lnTo>
                      <a:pt x="5152568" y="1554060"/>
                    </a:lnTo>
                    <a:lnTo>
                      <a:pt x="5153025" y="1552943"/>
                    </a:lnTo>
                    <a:lnTo>
                      <a:pt x="5153025" y="1550314"/>
                    </a:lnTo>
                    <a:close/>
                  </a:path>
                  <a:path w="5153025" h="3103245">
                    <a:moveTo>
                      <a:pt x="5153025" y="776884"/>
                    </a:moveTo>
                    <a:lnTo>
                      <a:pt x="5152568" y="775766"/>
                    </a:lnTo>
                    <a:lnTo>
                      <a:pt x="5150701" y="773899"/>
                    </a:lnTo>
                    <a:lnTo>
                      <a:pt x="5149583" y="773430"/>
                    </a:lnTo>
                    <a:lnTo>
                      <a:pt x="5146954" y="773430"/>
                    </a:lnTo>
                    <a:lnTo>
                      <a:pt x="5145824" y="773899"/>
                    </a:lnTo>
                    <a:lnTo>
                      <a:pt x="5143970" y="775766"/>
                    </a:lnTo>
                    <a:lnTo>
                      <a:pt x="5143500" y="776884"/>
                    </a:lnTo>
                    <a:lnTo>
                      <a:pt x="5143500" y="779513"/>
                    </a:lnTo>
                    <a:lnTo>
                      <a:pt x="5143970" y="780630"/>
                    </a:lnTo>
                    <a:lnTo>
                      <a:pt x="5145824" y="782497"/>
                    </a:lnTo>
                    <a:lnTo>
                      <a:pt x="5146954" y="782955"/>
                    </a:lnTo>
                    <a:lnTo>
                      <a:pt x="5149583" y="782955"/>
                    </a:lnTo>
                    <a:lnTo>
                      <a:pt x="5150701" y="782497"/>
                    </a:lnTo>
                    <a:lnTo>
                      <a:pt x="5152568" y="780630"/>
                    </a:lnTo>
                    <a:lnTo>
                      <a:pt x="5153025" y="779513"/>
                    </a:lnTo>
                    <a:lnTo>
                      <a:pt x="5153025" y="776884"/>
                    </a:lnTo>
                    <a:close/>
                  </a:path>
                  <a:path w="5153025" h="3103245">
                    <a:moveTo>
                      <a:pt x="5153025" y="3454"/>
                    </a:moveTo>
                    <a:lnTo>
                      <a:pt x="5152568" y="2336"/>
                    </a:lnTo>
                    <a:lnTo>
                      <a:pt x="5150701" y="469"/>
                    </a:lnTo>
                    <a:lnTo>
                      <a:pt x="5149583" y="0"/>
                    </a:lnTo>
                    <a:lnTo>
                      <a:pt x="5146954" y="0"/>
                    </a:lnTo>
                    <a:lnTo>
                      <a:pt x="5145824" y="469"/>
                    </a:lnTo>
                    <a:lnTo>
                      <a:pt x="5143970" y="2336"/>
                    </a:lnTo>
                    <a:lnTo>
                      <a:pt x="5143500" y="3454"/>
                    </a:lnTo>
                    <a:lnTo>
                      <a:pt x="5143500" y="6083"/>
                    </a:lnTo>
                    <a:lnTo>
                      <a:pt x="5143970" y="7200"/>
                    </a:lnTo>
                    <a:lnTo>
                      <a:pt x="5145824" y="9067"/>
                    </a:lnTo>
                    <a:lnTo>
                      <a:pt x="5146954" y="9525"/>
                    </a:lnTo>
                    <a:lnTo>
                      <a:pt x="5149583" y="9525"/>
                    </a:lnTo>
                    <a:lnTo>
                      <a:pt x="5150701" y="9067"/>
                    </a:lnTo>
                    <a:lnTo>
                      <a:pt x="5152568" y="7200"/>
                    </a:lnTo>
                    <a:lnTo>
                      <a:pt x="5153025" y="6083"/>
                    </a:lnTo>
                    <a:lnTo>
                      <a:pt x="5153025" y="3454"/>
                    </a:lnTo>
                    <a:close/>
                  </a:path>
                </a:pathLst>
              </a:custGeom>
              <a:solidFill>
                <a:srgbClr val="C7C6C3"/>
              </a:solidFill>
            </p:spPr>
            <p:txBody>
              <a:bodyPr wrap="square" lIns="0" tIns="0" rIns="0" bIns="0" rtlCol="0"/>
              <a:lstStyle/>
              <a:p>
                <a:endParaRPr sz="1266"/>
              </a:p>
            </p:txBody>
          </p:sp>
          <p:sp>
            <p:nvSpPr>
              <p:cNvPr id="27" name="object 5"/>
              <p:cNvSpPr txBox="1"/>
              <p:nvPr/>
            </p:nvSpPr>
            <p:spPr>
              <a:xfrm>
                <a:off x="505490" y="2080240"/>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GH₵4K</a:t>
                </a:r>
                <a:endParaRPr sz="633">
                  <a:latin typeface="Segoe UI"/>
                  <a:cs typeface="Segoe UI"/>
                </a:endParaRPr>
              </a:p>
            </p:txBody>
          </p:sp>
          <p:sp>
            <p:nvSpPr>
              <p:cNvPr id="28" name="object 6"/>
              <p:cNvSpPr txBox="1"/>
              <p:nvPr/>
            </p:nvSpPr>
            <p:spPr>
              <a:xfrm>
                <a:off x="505490" y="1536422"/>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GH₵6K</a:t>
                </a:r>
                <a:endParaRPr sz="633">
                  <a:latin typeface="Segoe UI"/>
                  <a:cs typeface="Segoe UI"/>
                </a:endParaRPr>
              </a:p>
            </p:txBody>
          </p:sp>
          <p:sp>
            <p:nvSpPr>
              <p:cNvPr id="29" name="object 7"/>
              <p:cNvSpPr txBox="1"/>
              <p:nvPr/>
            </p:nvSpPr>
            <p:spPr>
              <a:xfrm>
                <a:off x="505490" y="992605"/>
                <a:ext cx="263426"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GH₵8K</a:t>
                </a:r>
                <a:endParaRPr sz="633">
                  <a:latin typeface="Segoe UI"/>
                  <a:cs typeface="Segoe UI"/>
                </a:endParaRPr>
              </a:p>
            </p:txBody>
          </p:sp>
          <p:sp>
            <p:nvSpPr>
              <p:cNvPr id="30" name="object 8"/>
              <p:cNvSpPr txBox="1"/>
              <p:nvPr/>
            </p:nvSpPr>
            <p:spPr>
              <a:xfrm>
                <a:off x="310307" y="133990"/>
                <a:ext cx="3725019" cy="424361"/>
              </a:xfrm>
              <a:prstGeom prst="rect">
                <a:avLst/>
              </a:prstGeom>
            </p:spPr>
            <p:txBody>
              <a:bodyPr vert="horz" wrap="square" lIns="0" tIns="31700" rIns="0" bIns="0" rtlCol="0">
                <a:spAutoFit/>
              </a:bodyPr>
              <a:lstStyle/>
              <a:p>
                <a:pPr marL="8929" marR="3572">
                  <a:lnSpc>
                    <a:spcPts val="1005"/>
                  </a:lnSpc>
                  <a:spcBef>
                    <a:spcPts val="250"/>
                  </a:spcBef>
                </a:pPr>
                <a:r>
                  <a:rPr sz="984" spc="-53" dirty="0">
                    <a:solidFill>
                      <a:srgbClr val="252423"/>
                    </a:solidFill>
                    <a:latin typeface="Trebuchet MS"/>
                    <a:cs typeface="Trebuchet MS"/>
                  </a:rPr>
                  <a:t>Average</a:t>
                </a:r>
                <a:r>
                  <a:rPr sz="984" spc="-28" dirty="0">
                    <a:solidFill>
                      <a:srgbClr val="252423"/>
                    </a:solidFill>
                    <a:latin typeface="Trebuchet MS"/>
                    <a:cs typeface="Trebuchet MS"/>
                  </a:rPr>
                  <a:t> </a:t>
                </a:r>
                <a:r>
                  <a:rPr sz="984" spc="-74" dirty="0">
                    <a:solidFill>
                      <a:srgbClr val="252423"/>
                    </a:solidFill>
                    <a:latin typeface="Trebuchet MS"/>
                    <a:cs typeface="Trebuchet MS"/>
                  </a:rPr>
                  <a:t>of</a:t>
                </a:r>
                <a:r>
                  <a:rPr sz="984" spc="-28" dirty="0">
                    <a:solidFill>
                      <a:srgbClr val="252423"/>
                    </a:solidFill>
                    <a:latin typeface="Trebuchet MS"/>
                    <a:cs typeface="Trebuchet MS"/>
                  </a:rPr>
                  <a:t> </a:t>
                </a:r>
                <a:r>
                  <a:rPr sz="984" spc="-53" dirty="0">
                    <a:solidFill>
                      <a:srgbClr val="252423"/>
                    </a:solidFill>
                    <a:latin typeface="Trebuchet MS"/>
                    <a:cs typeface="Trebuchet MS"/>
                  </a:rPr>
                  <a:t>Customer_Feedback_Score</a:t>
                </a:r>
                <a:r>
                  <a:rPr sz="984" spc="-28" dirty="0">
                    <a:solidFill>
                      <a:srgbClr val="252423"/>
                    </a:solidFill>
                    <a:latin typeface="Trebuchet MS"/>
                    <a:cs typeface="Trebuchet MS"/>
                  </a:rPr>
                  <a:t> </a:t>
                </a:r>
                <a:r>
                  <a:rPr sz="984" spc="-63" dirty="0">
                    <a:solidFill>
                      <a:srgbClr val="252423"/>
                    </a:solidFill>
                    <a:latin typeface="Trebuchet MS"/>
                    <a:cs typeface="Trebuchet MS"/>
                  </a:rPr>
                  <a:t>and</a:t>
                </a:r>
                <a:r>
                  <a:rPr sz="984" spc="-28" dirty="0">
                    <a:solidFill>
                      <a:srgbClr val="252423"/>
                    </a:solidFill>
                    <a:latin typeface="Trebuchet MS"/>
                    <a:cs typeface="Trebuchet MS"/>
                  </a:rPr>
                  <a:t> </a:t>
                </a:r>
                <a:r>
                  <a:rPr sz="984" spc="-53" dirty="0">
                    <a:solidFill>
                      <a:srgbClr val="252423"/>
                    </a:solidFill>
                    <a:latin typeface="Trebuchet MS"/>
                    <a:cs typeface="Trebuchet MS"/>
                  </a:rPr>
                  <a:t>Average</a:t>
                </a:r>
                <a:r>
                  <a:rPr sz="984" spc="-25" dirty="0">
                    <a:solidFill>
                      <a:srgbClr val="252423"/>
                    </a:solidFill>
                    <a:latin typeface="Trebuchet MS"/>
                    <a:cs typeface="Trebuchet MS"/>
                  </a:rPr>
                  <a:t> </a:t>
                </a:r>
                <a:r>
                  <a:rPr sz="984" spc="-74" dirty="0">
                    <a:solidFill>
                      <a:srgbClr val="252423"/>
                    </a:solidFill>
                    <a:latin typeface="Trebuchet MS"/>
                    <a:cs typeface="Trebuchet MS"/>
                  </a:rPr>
                  <a:t>of</a:t>
                </a:r>
                <a:r>
                  <a:rPr sz="984" spc="-28" dirty="0">
                    <a:solidFill>
                      <a:srgbClr val="252423"/>
                    </a:solidFill>
                    <a:latin typeface="Trebuchet MS"/>
                    <a:cs typeface="Trebuchet MS"/>
                  </a:rPr>
                  <a:t> </a:t>
                </a:r>
                <a:r>
                  <a:rPr sz="984" spc="-60" dirty="0">
                    <a:solidFill>
                      <a:srgbClr val="252423"/>
                    </a:solidFill>
                    <a:latin typeface="Trebuchet MS"/>
                    <a:cs typeface="Trebuchet MS"/>
                  </a:rPr>
                  <a:t>Total_Sales_GHS</a:t>
                </a:r>
                <a:r>
                  <a:rPr sz="984" spc="-28" dirty="0">
                    <a:solidFill>
                      <a:srgbClr val="252423"/>
                    </a:solidFill>
                    <a:latin typeface="Trebuchet MS"/>
                    <a:cs typeface="Trebuchet MS"/>
                  </a:rPr>
                  <a:t> </a:t>
                </a:r>
                <a:r>
                  <a:rPr sz="984" spc="-18" dirty="0">
                    <a:solidFill>
                      <a:srgbClr val="252423"/>
                    </a:solidFill>
                    <a:latin typeface="Trebuchet MS"/>
                    <a:cs typeface="Trebuchet MS"/>
                  </a:rPr>
                  <a:t>by </a:t>
                </a:r>
                <a:r>
                  <a:rPr sz="984" spc="-7" dirty="0">
                    <a:solidFill>
                      <a:srgbClr val="252423"/>
                    </a:solidFill>
                    <a:latin typeface="Trebuchet MS"/>
                    <a:cs typeface="Trebuchet MS"/>
                  </a:rPr>
                  <a:t>Record_ID</a:t>
                </a:r>
                <a:endParaRPr sz="984" dirty="0">
                  <a:latin typeface="Trebuchet MS"/>
                  <a:cs typeface="Trebuchet MS"/>
                </a:endParaRPr>
              </a:p>
              <a:p>
                <a:pPr marL="160729">
                  <a:spcBef>
                    <a:spcPts val="288"/>
                  </a:spcBef>
                </a:pPr>
                <a:r>
                  <a:rPr sz="633" spc="-7" dirty="0">
                    <a:solidFill>
                      <a:srgbClr val="605D5C"/>
                    </a:solidFill>
                    <a:latin typeface="Segoe UI"/>
                    <a:cs typeface="Segoe UI"/>
                  </a:rPr>
                  <a:t>GH₵10K</a:t>
                </a:r>
                <a:endParaRPr sz="633" dirty="0">
                  <a:latin typeface="Segoe UI"/>
                  <a:cs typeface="Segoe UI"/>
                </a:endParaRPr>
              </a:p>
            </p:txBody>
          </p:sp>
          <p:sp>
            <p:nvSpPr>
              <p:cNvPr id="31" name="object 9"/>
              <p:cNvSpPr txBox="1"/>
              <p:nvPr/>
            </p:nvSpPr>
            <p:spPr>
              <a:xfrm>
                <a:off x="313893" y="989015"/>
                <a:ext cx="115416" cy="1215330"/>
              </a:xfrm>
              <a:prstGeom prst="rect">
                <a:avLst/>
              </a:prstGeom>
            </p:spPr>
            <p:txBody>
              <a:bodyPr vert="vert270" wrap="square" lIns="0" tIns="0" rIns="0" bIns="0" rtlCol="0">
                <a:spAutoFit/>
              </a:bodyPr>
              <a:lstStyle/>
              <a:p>
                <a:pPr marL="8929">
                  <a:lnSpc>
                    <a:spcPts val="896"/>
                  </a:lnSpc>
                </a:pPr>
                <a:r>
                  <a:rPr sz="844" spc="-42" dirty="0">
                    <a:solidFill>
                      <a:srgbClr val="252423"/>
                    </a:solidFill>
                    <a:latin typeface="Trebuchet MS"/>
                    <a:cs typeface="Trebuchet MS"/>
                  </a:rPr>
                  <a:t>Average</a:t>
                </a:r>
                <a:r>
                  <a:rPr sz="844" spc="-46" dirty="0">
                    <a:solidFill>
                      <a:srgbClr val="252423"/>
                    </a:solidFill>
                    <a:latin typeface="Trebuchet MS"/>
                    <a:cs typeface="Trebuchet MS"/>
                  </a:rPr>
                  <a:t> </a:t>
                </a:r>
                <a:r>
                  <a:rPr sz="844" spc="-67" dirty="0">
                    <a:solidFill>
                      <a:srgbClr val="252423"/>
                    </a:solidFill>
                    <a:latin typeface="Trebuchet MS"/>
                    <a:cs typeface="Trebuchet MS"/>
                  </a:rPr>
                  <a:t>of</a:t>
                </a:r>
                <a:r>
                  <a:rPr sz="844" spc="-46" dirty="0">
                    <a:solidFill>
                      <a:srgbClr val="252423"/>
                    </a:solidFill>
                    <a:latin typeface="Trebuchet MS"/>
                    <a:cs typeface="Trebuchet MS"/>
                  </a:rPr>
                  <a:t> </a:t>
                </a:r>
                <a:r>
                  <a:rPr sz="844" spc="-42" dirty="0">
                    <a:solidFill>
                      <a:srgbClr val="252423"/>
                    </a:solidFill>
                    <a:latin typeface="Trebuchet MS"/>
                    <a:cs typeface="Trebuchet MS"/>
                  </a:rPr>
                  <a:t>Total_Sales_GHS</a:t>
                </a:r>
                <a:endParaRPr sz="844">
                  <a:latin typeface="Trebuchet MS"/>
                  <a:cs typeface="Trebuchet MS"/>
                </a:endParaRPr>
              </a:p>
            </p:txBody>
          </p:sp>
          <p:sp>
            <p:nvSpPr>
              <p:cNvPr id="32" name="object 10"/>
              <p:cNvSpPr/>
              <p:nvPr/>
            </p:nvSpPr>
            <p:spPr>
              <a:xfrm>
                <a:off x="826889" y="511001"/>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5"/>
                    </a:lnTo>
                    <a:lnTo>
                      <a:pt x="464" y="2150325"/>
                    </a:lnTo>
                    <a:lnTo>
                      <a:pt x="0" y="2149202"/>
                    </a:lnTo>
                    <a:lnTo>
                      <a:pt x="0" y="2146572"/>
                    </a:lnTo>
                    <a:lnTo>
                      <a:pt x="464" y="2145449"/>
                    </a:lnTo>
                    <a:lnTo>
                      <a:pt x="2324" y="2143590"/>
                    </a:lnTo>
                    <a:lnTo>
                      <a:pt x="3447" y="2143125"/>
                    </a:lnTo>
                    <a:lnTo>
                      <a:pt x="6077" y="2143125"/>
                    </a:lnTo>
                    <a:lnTo>
                      <a:pt x="7200" y="2143590"/>
                    </a:lnTo>
                    <a:lnTo>
                      <a:pt x="9060" y="2145449"/>
                    </a:lnTo>
                    <a:lnTo>
                      <a:pt x="9524" y="2146572"/>
                    </a:lnTo>
                    <a:lnTo>
                      <a:pt x="9524" y="2149202"/>
                    </a:lnTo>
                    <a:lnTo>
                      <a:pt x="9060" y="2150325"/>
                    </a:lnTo>
                    <a:lnTo>
                      <a:pt x="7200" y="2152185"/>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10"/>
                    </a:lnTo>
                    <a:lnTo>
                      <a:pt x="464" y="1435950"/>
                    </a:lnTo>
                    <a:lnTo>
                      <a:pt x="0" y="1434827"/>
                    </a:lnTo>
                    <a:lnTo>
                      <a:pt x="0" y="1432197"/>
                    </a:lnTo>
                    <a:lnTo>
                      <a:pt x="464" y="1431074"/>
                    </a:lnTo>
                    <a:lnTo>
                      <a:pt x="2324" y="1429215"/>
                    </a:lnTo>
                    <a:lnTo>
                      <a:pt x="3447" y="1428750"/>
                    </a:lnTo>
                    <a:lnTo>
                      <a:pt x="6077" y="1428750"/>
                    </a:lnTo>
                    <a:lnTo>
                      <a:pt x="7200" y="1429215"/>
                    </a:lnTo>
                    <a:lnTo>
                      <a:pt x="9060" y="1431074"/>
                    </a:lnTo>
                    <a:lnTo>
                      <a:pt x="9524" y="1432197"/>
                    </a:lnTo>
                    <a:lnTo>
                      <a:pt x="9524" y="1434827"/>
                    </a:lnTo>
                    <a:lnTo>
                      <a:pt x="9060" y="1435950"/>
                    </a:lnTo>
                    <a:lnTo>
                      <a:pt x="7200" y="1437810"/>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10"/>
                    </a:lnTo>
                    <a:lnTo>
                      <a:pt x="464" y="1245450"/>
                    </a:lnTo>
                    <a:lnTo>
                      <a:pt x="0" y="1244327"/>
                    </a:lnTo>
                    <a:lnTo>
                      <a:pt x="0" y="1241697"/>
                    </a:lnTo>
                    <a:lnTo>
                      <a:pt x="464" y="1240574"/>
                    </a:lnTo>
                    <a:lnTo>
                      <a:pt x="2324" y="1238715"/>
                    </a:lnTo>
                    <a:lnTo>
                      <a:pt x="3447" y="1238250"/>
                    </a:lnTo>
                    <a:lnTo>
                      <a:pt x="6077" y="1238250"/>
                    </a:lnTo>
                    <a:lnTo>
                      <a:pt x="7200" y="1238715"/>
                    </a:lnTo>
                    <a:lnTo>
                      <a:pt x="9060" y="1240574"/>
                    </a:lnTo>
                    <a:lnTo>
                      <a:pt x="9524" y="1241697"/>
                    </a:lnTo>
                    <a:lnTo>
                      <a:pt x="9524" y="1244327"/>
                    </a:lnTo>
                    <a:lnTo>
                      <a:pt x="9060" y="1245450"/>
                    </a:lnTo>
                    <a:lnTo>
                      <a:pt x="7200" y="1247310"/>
                    </a:lnTo>
                    <a:lnTo>
                      <a:pt x="6077" y="1247774"/>
                    </a:lnTo>
                    <a:close/>
                  </a:path>
                  <a:path w="9525" h="3105150">
                    <a:moveTo>
                      <a:pt x="6077" y="1200150"/>
                    </a:moveTo>
                    <a:lnTo>
                      <a:pt x="3447" y="1200150"/>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50"/>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05150">
                    <a:moveTo>
                      <a:pt x="6077" y="866774"/>
                    </a:moveTo>
                    <a:lnTo>
                      <a:pt x="3447" y="866774"/>
                    </a:lnTo>
                    <a:lnTo>
                      <a:pt x="2324" y="866310"/>
                    </a:lnTo>
                    <a:lnTo>
                      <a:pt x="464" y="864450"/>
                    </a:lnTo>
                    <a:lnTo>
                      <a:pt x="0" y="863327"/>
                    </a:lnTo>
                    <a:lnTo>
                      <a:pt x="0" y="860697"/>
                    </a:lnTo>
                    <a:lnTo>
                      <a:pt x="464" y="859574"/>
                    </a:lnTo>
                    <a:lnTo>
                      <a:pt x="2324" y="857715"/>
                    </a:lnTo>
                    <a:lnTo>
                      <a:pt x="3447" y="857250"/>
                    </a:lnTo>
                    <a:lnTo>
                      <a:pt x="6077" y="857250"/>
                    </a:lnTo>
                    <a:lnTo>
                      <a:pt x="7200" y="857715"/>
                    </a:lnTo>
                    <a:lnTo>
                      <a:pt x="9060" y="859574"/>
                    </a:lnTo>
                    <a:lnTo>
                      <a:pt x="9524" y="860697"/>
                    </a:lnTo>
                    <a:lnTo>
                      <a:pt x="9524" y="863327"/>
                    </a:lnTo>
                    <a:lnTo>
                      <a:pt x="9060" y="864450"/>
                    </a:lnTo>
                    <a:lnTo>
                      <a:pt x="7200" y="866310"/>
                    </a:lnTo>
                    <a:lnTo>
                      <a:pt x="6077" y="866774"/>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33" name="object 11"/>
              <p:cNvSpPr txBox="1"/>
              <p:nvPr/>
            </p:nvSpPr>
            <p:spPr>
              <a:xfrm>
                <a:off x="505490" y="2624058"/>
                <a:ext cx="385763" cy="188554"/>
              </a:xfrm>
              <a:prstGeom prst="rect">
                <a:avLst/>
              </a:prstGeom>
            </p:spPr>
            <p:txBody>
              <a:bodyPr vert="horz" wrap="square" lIns="0" tIns="8930" rIns="0" bIns="0" rtlCol="0">
                <a:spAutoFit/>
              </a:bodyPr>
              <a:lstStyle/>
              <a:p>
                <a:pPr marL="8929">
                  <a:lnSpc>
                    <a:spcPts val="686"/>
                  </a:lnSpc>
                  <a:spcBef>
                    <a:spcPts val="70"/>
                  </a:spcBef>
                </a:pPr>
                <a:r>
                  <a:rPr sz="633" spc="-7" dirty="0">
                    <a:solidFill>
                      <a:srgbClr val="605D5C"/>
                    </a:solidFill>
                    <a:latin typeface="Segoe UI"/>
                    <a:cs typeface="Segoe UI"/>
                  </a:rPr>
                  <a:t>GH₵2K</a:t>
                </a:r>
                <a:endParaRPr sz="633">
                  <a:latin typeface="Segoe UI"/>
                  <a:cs typeface="Segoe UI"/>
                </a:endParaRPr>
              </a:p>
              <a:p>
                <a:pPr marR="3572" algn="r">
                  <a:lnSpc>
                    <a:spcPts val="686"/>
                  </a:lnSpc>
                </a:pPr>
                <a:r>
                  <a:rPr sz="633" spc="-18" dirty="0">
                    <a:solidFill>
                      <a:srgbClr val="605D5C"/>
                    </a:solidFill>
                    <a:latin typeface="Segoe UI"/>
                    <a:cs typeface="Segoe UI"/>
                  </a:rPr>
                  <a:t>3.6</a:t>
                </a:r>
                <a:endParaRPr sz="633">
                  <a:latin typeface="Segoe UI"/>
                  <a:cs typeface="Segoe UI"/>
                </a:endParaRPr>
              </a:p>
            </p:txBody>
          </p:sp>
          <p:sp>
            <p:nvSpPr>
              <p:cNvPr id="34" name="object 12"/>
              <p:cNvSpPr/>
              <p:nvPr/>
            </p:nvSpPr>
            <p:spPr>
              <a:xfrm>
                <a:off x="1347554" y="511001"/>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5"/>
                    </a:lnTo>
                    <a:lnTo>
                      <a:pt x="464" y="2150325"/>
                    </a:lnTo>
                    <a:lnTo>
                      <a:pt x="0" y="2149202"/>
                    </a:lnTo>
                    <a:lnTo>
                      <a:pt x="0" y="2146572"/>
                    </a:lnTo>
                    <a:lnTo>
                      <a:pt x="464" y="2145449"/>
                    </a:lnTo>
                    <a:lnTo>
                      <a:pt x="2324" y="2143590"/>
                    </a:lnTo>
                    <a:lnTo>
                      <a:pt x="3447" y="2143125"/>
                    </a:lnTo>
                    <a:lnTo>
                      <a:pt x="6077" y="2143125"/>
                    </a:lnTo>
                    <a:lnTo>
                      <a:pt x="7200" y="2143590"/>
                    </a:lnTo>
                    <a:lnTo>
                      <a:pt x="9060" y="2145449"/>
                    </a:lnTo>
                    <a:lnTo>
                      <a:pt x="9524" y="2146572"/>
                    </a:lnTo>
                    <a:lnTo>
                      <a:pt x="9524" y="2149202"/>
                    </a:lnTo>
                    <a:lnTo>
                      <a:pt x="9060" y="2150325"/>
                    </a:lnTo>
                    <a:lnTo>
                      <a:pt x="7200" y="2152185"/>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10"/>
                    </a:lnTo>
                    <a:lnTo>
                      <a:pt x="464" y="1435950"/>
                    </a:lnTo>
                    <a:lnTo>
                      <a:pt x="0" y="1434827"/>
                    </a:lnTo>
                    <a:lnTo>
                      <a:pt x="0" y="1432197"/>
                    </a:lnTo>
                    <a:lnTo>
                      <a:pt x="464" y="1431074"/>
                    </a:lnTo>
                    <a:lnTo>
                      <a:pt x="2324" y="1429215"/>
                    </a:lnTo>
                    <a:lnTo>
                      <a:pt x="3447" y="1428750"/>
                    </a:lnTo>
                    <a:lnTo>
                      <a:pt x="6077" y="1428750"/>
                    </a:lnTo>
                    <a:lnTo>
                      <a:pt x="7200" y="1429215"/>
                    </a:lnTo>
                    <a:lnTo>
                      <a:pt x="9060" y="1431074"/>
                    </a:lnTo>
                    <a:lnTo>
                      <a:pt x="9524" y="1432197"/>
                    </a:lnTo>
                    <a:lnTo>
                      <a:pt x="9524" y="1434827"/>
                    </a:lnTo>
                    <a:lnTo>
                      <a:pt x="9060" y="1435950"/>
                    </a:lnTo>
                    <a:lnTo>
                      <a:pt x="7200" y="1437810"/>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10"/>
                    </a:lnTo>
                    <a:lnTo>
                      <a:pt x="464" y="1245450"/>
                    </a:lnTo>
                    <a:lnTo>
                      <a:pt x="0" y="1244327"/>
                    </a:lnTo>
                    <a:lnTo>
                      <a:pt x="0" y="1241697"/>
                    </a:lnTo>
                    <a:lnTo>
                      <a:pt x="464" y="1240574"/>
                    </a:lnTo>
                    <a:lnTo>
                      <a:pt x="2324" y="1238715"/>
                    </a:lnTo>
                    <a:lnTo>
                      <a:pt x="3447" y="1238250"/>
                    </a:lnTo>
                    <a:lnTo>
                      <a:pt x="6077" y="1238250"/>
                    </a:lnTo>
                    <a:lnTo>
                      <a:pt x="7200" y="1238715"/>
                    </a:lnTo>
                    <a:lnTo>
                      <a:pt x="9060" y="1240574"/>
                    </a:lnTo>
                    <a:lnTo>
                      <a:pt x="9524" y="1241697"/>
                    </a:lnTo>
                    <a:lnTo>
                      <a:pt x="9524" y="1244327"/>
                    </a:lnTo>
                    <a:lnTo>
                      <a:pt x="9060" y="1245450"/>
                    </a:lnTo>
                    <a:lnTo>
                      <a:pt x="7200" y="1247310"/>
                    </a:lnTo>
                    <a:lnTo>
                      <a:pt x="6077" y="1247774"/>
                    </a:lnTo>
                    <a:close/>
                  </a:path>
                  <a:path w="9525" h="3105150">
                    <a:moveTo>
                      <a:pt x="6077" y="1200150"/>
                    </a:moveTo>
                    <a:lnTo>
                      <a:pt x="3447" y="1200150"/>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50"/>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05150">
                    <a:moveTo>
                      <a:pt x="6077" y="866774"/>
                    </a:moveTo>
                    <a:lnTo>
                      <a:pt x="3447" y="866774"/>
                    </a:lnTo>
                    <a:lnTo>
                      <a:pt x="2324" y="866310"/>
                    </a:lnTo>
                    <a:lnTo>
                      <a:pt x="464" y="864450"/>
                    </a:lnTo>
                    <a:lnTo>
                      <a:pt x="0" y="863327"/>
                    </a:lnTo>
                    <a:lnTo>
                      <a:pt x="0" y="860697"/>
                    </a:lnTo>
                    <a:lnTo>
                      <a:pt x="464" y="859574"/>
                    </a:lnTo>
                    <a:lnTo>
                      <a:pt x="2324" y="857715"/>
                    </a:lnTo>
                    <a:lnTo>
                      <a:pt x="3447" y="857250"/>
                    </a:lnTo>
                    <a:lnTo>
                      <a:pt x="6077" y="857250"/>
                    </a:lnTo>
                    <a:lnTo>
                      <a:pt x="7200" y="857715"/>
                    </a:lnTo>
                    <a:lnTo>
                      <a:pt x="9060" y="859574"/>
                    </a:lnTo>
                    <a:lnTo>
                      <a:pt x="9524" y="860697"/>
                    </a:lnTo>
                    <a:lnTo>
                      <a:pt x="9524" y="863327"/>
                    </a:lnTo>
                    <a:lnTo>
                      <a:pt x="9060" y="864450"/>
                    </a:lnTo>
                    <a:lnTo>
                      <a:pt x="7200" y="866310"/>
                    </a:lnTo>
                    <a:lnTo>
                      <a:pt x="6077" y="866774"/>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35" name="object 13"/>
              <p:cNvSpPr txBox="1"/>
              <p:nvPr/>
            </p:nvSpPr>
            <p:spPr>
              <a:xfrm>
                <a:off x="1289964" y="2702123"/>
                <a:ext cx="122337"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3.8</a:t>
                </a:r>
                <a:endParaRPr sz="633">
                  <a:latin typeface="Segoe UI"/>
                  <a:cs typeface="Segoe UI"/>
                </a:endParaRPr>
              </a:p>
            </p:txBody>
          </p:sp>
          <p:sp>
            <p:nvSpPr>
              <p:cNvPr id="36" name="object 14"/>
              <p:cNvSpPr/>
              <p:nvPr/>
            </p:nvSpPr>
            <p:spPr>
              <a:xfrm>
                <a:off x="1868215" y="511001"/>
                <a:ext cx="1568946" cy="2183309"/>
              </a:xfrm>
              <a:custGeom>
                <a:avLst/>
                <a:gdLst/>
                <a:ahLst/>
                <a:cxnLst/>
                <a:rect l="l" t="t" r="r" b="b"/>
                <a:pathLst>
                  <a:path w="2231390" h="3105150">
                    <a:moveTo>
                      <a:pt x="9525" y="3099079"/>
                    </a:moveTo>
                    <a:lnTo>
                      <a:pt x="9055" y="3097961"/>
                    </a:lnTo>
                    <a:lnTo>
                      <a:pt x="7200" y="3096095"/>
                    </a:lnTo>
                    <a:lnTo>
                      <a:pt x="6070" y="3095625"/>
                    </a:lnTo>
                    <a:lnTo>
                      <a:pt x="3441" y="3095625"/>
                    </a:lnTo>
                    <a:lnTo>
                      <a:pt x="2324" y="3096095"/>
                    </a:lnTo>
                    <a:lnTo>
                      <a:pt x="457" y="3097961"/>
                    </a:lnTo>
                    <a:lnTo>
                      <a:pt x="0" y="3099079"/>
                    </a:lnTo>
                    <a:lnTo>
                      <a:pt x="0" y="3101708"/>
                    </a:lnTo>
                    <a:lnTo>
                      <a:pt x="457" y="3102826"/>
                    </a:lnTo>
                    <a:lnTo>
                      <a:pt x="2324" y="3104692"/>
                    </a:lnTo>
                    <a:lnTo>
                      <a:pt x="3441" y="3105150"/>
                    </a:lnTo>
                    <a:lnTo>
                      <a:pt x="6070" y="3105150"/>
                    </a:lnTo>
                    <a:lnTo>
                      <a:pt x="7200" y="3104692"/>
                    </a:lnTo>
                    <a:lnTo>
                      <a:pt x="9055" y="3102826"/>
                    </a:lnTo>
                    <a:lnTo>
                      <a:pt x="9525" y="3101708"/>
                    </a:lnTo>
                    <a:lnTo>
                      <a:pt x="9525" y="3099079"/>
                    </a:lnTo>
                    <a:close/>
                  </a:path>
                  <a:path w="2231390" h="3105150">
                    <a:moveTo>
                      <a:pt x="9525" y="3051454"/>
                    </a:moveTo>
                    <a:lnTo>
                      <a:pt x="9055" y="3050336"/>
                    </a:lnTo>
                    <a:lnTo>
                      <a:pt x="7200" y="3048470"/>
                    </a:lnTo>
                    <a:lnTo>
                      <a:pt x="6070" y="3048000"/>
                    </a:lnTo>
                    <a:lnTo>
                      <a:pt x="3441" y="3048000"/>
                    </a:lnTo>
                    <a:lnTo>
                      <a:pt x="2324" y="3048470"/>
                    </a:lnTo>
                    <a:lnTo>
                      <a:pt x="457" y="3050336"/>
                    </a:lnTo>
                    <a:lnTo>
                      <a:pt x="0" y="3051454"/>
                    </a:lnTo>
                    <a:lnTo>
                      <a:pt x="0" y="3054083"/>
                    </a:lnTo>
                    <a:lnTo>
                      <a:pt x="457" y="3055201"/>
                    </a:lnTo>
                    <a:lnTo>
                      <a:pt x="2324" y="3057067"/>
                    </a:lnTo>
                    <a:lnTo>
                      <a:pt x="3441" y="3057525"/>
                    </a:lnTo>
                    <a:lnTo>
                      <a:pt x="6070" y="3057525"/>
                    </a:lnTo>
                    <a:lnTo>
                      <a:pt x="7200" y="3057067"/>
                    </a:lnTo>
                    <a:lnTo>
                      <a:pt x="9055" y="3055201"/>
                    </a:lnTo>
                    <a:lnTo>
                      <a:pt x="9525" y="3054083"/>
                    </a:lnTo>
                    <a:lnTo>
                      <a:pt x="9525" y="3051454"/>
                    </a:lnTo>
                    <a:close/>
                  </a:path>
                  <a:path w="2231390" h="3105150">
                    <a:moveTo>
                      <a:pt x="9525" y="3003829"/>
                    </a:moveTo>
                    <a:lnTo>
                      <a:pt x="9055" y="3002711"/>
                    </a:lnTo>
                    <a:lnTo>
                      <a:pt x="7200" y="3000845"/>
                    </a:lnTo>
                    <a:lnTo>
                      <a:pt x="6070" y="3000375"/>
                    </a:lnTo>
                    <a:lnTo>
                      <a:pt x="3441" y="3000375"/>
                    </a:lnTo>
                    <a:lnTo>
                      <a:pt x="2324" y="3000845"/>
                    </a:lnTo>
                    <a:lnTo>
                      <a:pt x="457" y="3002711"/>
                    </a:lnTo>
                    <a:lnTo>
                      <a:pt x="0" y="3003829"/>
                    </a:lnTo>
                    <a:lnTo>
                      <a:pt x="0" y="3006458"/>
                    </a:lnTo>
                    <a:lnTo>
                      <a:pt x="457" y="3007576"/>
                    </a:lnTo>
                    <a:lnTo>
                      <a:pt x="2324" y="3009442"/>
                    </a:lnTo>
                    <a:lnTo>
                      <a:pt x="3441" y="3009900"/>
                    </a:lnTo>
                    <a:lnTo>
                      <a:pt x="6070" y="3009900"/>
                    </a:lnTo>
                    <a:lnTo>
                      <a:pt x="7200" y="3009442"/>
                    </a:lnTo>
                    <a:lnTo>
                      <a:pt x="9055" y="3007576"/>
                    </a:lnTo>
                    <a:lnTo>
                      <a:pt x="9525" y="3006458"/>
                    </a:lnTo>
                    <a:lnTo>
                      <a:pt x="9525" y="3003829"/>
                    </a:lnTo>
                    <a:close/>
                  </a:path>
                  <a:path w="2231390" h="3105150">
                    <a:moveTo>
                      <a:pt x="9525" y="2956204"/>
                    </a:moveTo>
                    <a:lnTo>
                      <a:pt x="9055" y="2955086"/>
                    </a:lnTo>
                    <a:lnTo>
                      <a:pt x="7200" y="2953220"/>
                    </a:lnTo>
                    <a:lnTo>
                      <a:pt x="6070" y="2952750"/>
                    </a:lnTo>
                    <a:lnTo>
                      <a:pt x="3441" y="2952750"/>
                    </a:lnTo>
                    <a:lnTo>
                      <a:pt x="2324" y="2953220"/>
                    </a:lnTo>
                    <a:lnTo>
                      <a:pt x="457" y="2955086"/>
                    </a:lnTo>
                    <a:lnTo>
                      <a:pt x="0" y="2956204"/>
                    </a:lnTo>
                    <a:lnTo>
                      <a:pt x="0" y="2958833"/>
                    </a:lnTo>
                    <a:lnTo>
                      <a:pt x="457" y="2959951"/>
                    </a:lnTo>
                    <a:lnTo>
                      <a:pt x="2324" y="2961817"/>
                    </a:lnTo>
                    <a:lnTo>
                      <a:pt x="3441" y="2962275"/>
                    </a:lnTo>
                    <a:lnTo>
                      <a:pt x="6070" y="2962275"/>
                    </a:lnTo>
                    <a:lnTo>
                      <a:pt x="7200" y="2961817"/>
                    </a:lnTo>
                    <a:lnTo>
                      <a:pt x="9055" y="2959951"/>
                    </a:lnTo>
                    <a:lnTo>
                      <a:pt x="9525" y="2958833"/>
                    </a:lnTo>
                    <a:lnTo>
                      <a:pt x="9525" y="2956204"/>
                    </a:lnTo>
                    <a:close/>
                  </a:path>
                  <a:path w="2231390" h="3105150">
                    <a:moveTo>
                      <a:pt x="9525" y="2908579"/>
                    </a:moveTo>
                    <a:lnTo>
                      <a:pt x="9055" y="2907461"/>
                    </a:lnTo>
                    <a:lnTo>
                      <a:pt x="7200" y="2905595"/>
                    </a:lnTo>
                    <a:lnTo>
                      <a:pt x="6070" y="2905125"/>
                    </a:lnTo>
                    <a:lnTo>
                      <a:pt x="3441" y="2905125"/>
                    </a:lnTo>
                    <a:lnTo>
                      <a:pt x="2324" y="2905595"/>
                    </a:lnTo>
                    <a:lnTo>
                      <a:pt x="457" y="2907461"/>
                    </a:lnTo>
                    <a:lnTo>
                      <a:pt x="0" y="2908579"/>
                    </a:lnTo>
                    <a:lnTo>
                      <a:pt x="0" y="2911208"/>
                    </a:lnTo>
                    <a:lnTo>
                      <a:pt x="457" y="2912326"/>
                    </a:lnTo>
                    <a:lnTo>
                      <a:pt x="2324" y="2914192"/>
                    </a:lnTo>
                    <a:lnTo>
                      <a:pt x="3441" y="2914650"/>
                    </a:lnTo>
                    <a:lnTo>
                      <a:pt x="6070" y="2914650"/>
                    </a:lnTo>
                    <a:lnTo>
                      <a:pt x="7200" y="2914192"/>
                    </a:lnTo>
                    <a:lnTo>
                      <a:pt x="9055" y="2912326"/>
                    </a:lnTo>
                    <a:lnTo>
                      <a:pt x="9525" y="2911208"/>
                    </a:lnTo>
                    <a:lnTo>
                      <a:pt x="9525" y="2908579"/>
                    </a:lnTo>
                    <a:close/>
                  </a:path>
                  <a:path w="2231390" h="3105150">
                    <a:moveTo>
                      <a:pt x="9525" y="2860954"/>
                    </a:moveTo>
                    <a:lnTo>
                      <a:pt x="9055" y="2859836"/>
                    </a:lnTo>
                    <a:lnTo>
                      <a:pt x="7200" y="2857970"/>
                    </a:lnTo>
                    <a:lnTo>
                      <a:pt x="6070" y="2857500"/>
                    </a:lnTo>
                    <a:lnTo>
                      <a:pt x="3441" y="2857500"/>
                    </a:lnTo>
                    <a:lnTo>
                      <a:pt x="2324" y="2857970"/>
                    </a:lnTo>
                    <a:lnTo>
                      <a:pt x="457" y="2859836"/>
                    </a:lnTo>
                    <a:lnTo>
                      <a:pt x="0" y="2860954"/>
                    </a:lnTo>
                    <a:lnTo>
                      <a:pt x="0" y="2863583"/>
                    </a:lnTo>
                    <a:lnTo>
                      <a:pt x="457" y="2864701"/>
                    </a:lnTo>
                    <a:lnTo>
                      <a:pt x="2324" y="2866567"/>
                    </a:lnTo>
                    <a:lnTo>
                      <a:pt x="3441" y="2867025"/>
                    </a:lnTo>
                    <a:lnTo>
                      <a:pt x="6070" y="2867025"/>
                    </a:lnTo>
                    <a:lnTo>
                      <a:pt x="7200" y="2866567"/>
                    </a:lnTo>
                    <a:lnTo>
                      <a:pt x="9055" y="2864701"/>
                    </a:lnTo>
                    <a:lnTo>
                      <a:pt x="9525" y="2863583"/>
                    </a:lnTo>
                    <a:lnTo>
                      <a:pt x="9525" y="2860954"/>
                    </a:lnTo>
                    <a:close/>
                  </a:path>
                  <a:path w="2231390" h="3105150">
                    <a:moveTo>
                      <a:pt x="9525" y="2813329"/>
                    </a:moveTo>
                    <a:lnTo>
                      <a:pt x="9055" y="2812211"/>
                    </a:lnTo>
                    <a:lnTo>
                      <a:pt x="7200" y="2810345"/>
                    </a:lnTo>
                    <a:lnTo>
                      <a:pt x="6070" y="2809875"/>
                    </a:lnTo>
                    <a:lnTo>
                      <a:pt x="3441" y="2809875"/>
                    </a:lnTo>
                    <a:lnTo>
                      <a:pt x="2324" y="2810345"/>
                    </a:lnTo>
                    <a:lnTo>
                      <a:pt x="457" y="2812211"/>
                    </a:lnTo>
                    <a:lnTo>
                      <a:pt x="0" y="2813329"/>
                    </a:lnTo>
                    <a:lnTo>
                      <a:pt x="0" y="2815958"/>
                    </a:lnTo>
                    <a:lnTo>
                      <a:pt x="457" y="2817076"/>
                    </a:lnTo>
                    <a:lnTo>
                      <a:pt x="2324" y="2818942"/>
                    </a:lnTo>
                    <a:lnTo>
                      <a:pt x="3441" y="2819400"/>
                    </a:lnTo>
                    <a:lnTo>
                      <a:pt x="6070" y="2819400"/>
                    </a:lnTo>
                    <a:lnTo>
                      <a:pt x="7200" y="2818942"/>
                    </a:lnTo>
                    <a:lnTo>
                      <a:pt x="9055" y="2817076"/>
                    </a:lnTo>
                    <a:lnTo>
                      <a:pt x="9525" y="2815958"/>
                    </a:lnTo>
                    <a:lnTo>
                      <a:pt x="9525" y="2813329"/>
                    </a:lnTo>
                    <a:close/>
                  </a:path>
                  <a:path w="2231390" h="3105150">
                    <a:moveTo>
                      <a:pt x="9525" y="2765704"/>
                    </a:moveTo>
                    <a:lnTo>
                      <a:pt x="9055" y="2764586"/>
                    </a:lnTo>
                    <a:lnTo>
                      <a:pt x="7200" y="2762720"/>
                    </a:lnTo>
                    <a:lnTo>
                      <a:pt x="6070" y="2762250"/>
                    </a:lnTo>
                    <a:lnTo>
                      <a:pt x="3441" y="2762250"/>
                    </a:lnTo>
                    <a:lnTo>
                      <a:pt x="2324" y="2762720"/>
                    </a:lnTo>
                    <a:lnTo>
                      <a:pt x="457" y="2764586"/>
                    </a:lnTo>
                    <a:lnTo>
                      <a:pt x="0" y="2765704"/>
                    </a:lnTo>
                    <a:lnTo>
                      <a:pt x="0" y="2768333"/>
                    </a:lnTo>
                    <a:lnTo>
                      <a:pt x="457" y="2769451"/>
                    </a:lnTo>
                    <a:lnTo>
                      <a:pt x="2324" y="2771317"/>
                    </a:lnTo>
                    <a:lnTo>
                      <a:pt x="3441" y="2771775"/>
                    </a:lnTo>
                    <a:lnTo>
                      <a:pt x="6070" y="2771775"/>
                    </a:lnTo>
                    <a:lnTo>
                      <a:pt x="7200" y="2771317"/>
                    </a:lnTo>
                    <a:lnTo>
                      <a:pt x="9055" y="2769451"/>
                    </a:lnTo>
                    <a:lnTo>
                      <a:pt x="9525" y="2768333"/>
                    </a:lnTo>
                    <a:lnTo>
                      <a:pt x="9525" y="2765704"/>
                    </a:lnTo>
                    <a:close/>
                  </a:path>
                  <a:path w="2231390" h="3105150">
                    <a:moveTo>
                      <a:pt x="9525" y="2718079"/>
                    </a:moveTo>
                    <a:lnTo>
                      <a:pt x="9055" y="2716961"/>
                    </a:lnTo>
                    <a:lnTo>
                      <a:pt x="7200" y="2715095"/>
                    </a:lnTo>
                    <a:lnTo>
                      <a:pt x="6070" y="2714625"/>
                    </a:lnTo>
                    <a:lnTo>
                      <a:pt x="3441" y="2714625"/>
                    </a:lnTo>
                    <a:lnTo>
                      <a:pt x="2324" y="2715095"/>
                    </a:lnTo>
                    <a:lnTo>
                      <a:pt x="457" y="2716961"/>
                    </a:lnTo>
                    <a:lnTo>
                      <a:pt x="0" y="2718079"/>
                    </a:lnTo>
                    <a:lnTo>
                      <a:pt x="0" y="2720708"/>
                    </a:lnTo>
                    <a:lnTo>
                      <a:pt x="457" y="2721826"/>
                    </a:lnTo>
                    <a:lnTo>
                      <a:pt x="2324" y="2723692"/>
                    </a:lnTo>
                    <a:lnTo>
                      <a:pt x="3441" y="2724150"/>
                    </a:lnTo>
                    <a:lnTo>
                      <a:pt x="6070" y="2724150"/>
                    </a:lnTo>
                    <a:lnTo>
                      <a:pt x="7200" y="2723692"/>
                    </a:lnTo>
                    <a:lnTo>
                      <a:pt x="9055" y="2721826"/>
                    </a:lnTo>
                    <a:lnTo>
                      <a:pt x="9525" y="2720708"/>
                    </a:lnTo>
                    <a:lnTo>
                      <a:pt x="9525" y="2718079"/>
                    </a:lnTo>
                    <a:close/>
                  </a:path>
                  <a:path w="2231390" h="3105150">
                    <a:moveTo>
                      <a:pt x="9525" y="2670454"/>
                    </a:moveTo>
                    <a:lnTo>
                      <a:pt x="9055" y="2669336"/>
                    </a:lnTo>
                    <a:lnTo>
                      <a:pt x="7200" y="2667470"/>
                    </a:lnTo>
                    <a:lnTo>
                      <a:pt x="6070" y="2667000"/>
                    </a:lnTo>
                    <a:lnTo>
                      <a:pt x="3441" y="2667000"/>
                    </a:lnTo>
                    <a:lnTo>
                      <a:pt x="2324" y="2667470"/>
                    </a:lnTo>
                    <a:lnTo>
                      <a:pt x="457" y="2669336"/>
                    </a:lnTo>
                    <a:lnTo>
                      <a:pt x="0" y="2670454"/>
                    </a:lnTo>
                    <a:lnTo>
                      <a:pt x="0" y="2673083"/>
                    </a:lnTo>
                    <a:lnTo>
                      <a:pt x="457" y="2674201"/>
                    </a:lnTo>
                    <a:lnTo>
                      <a:pt x="2324" y="2676067"/>
                    </a:lnTo>
                    <a:lnTo>
                      <a:pt x="3441" y="2676525"/>
                    </a:lnTo>
                    <a:lnTo>
                      <a:pt x="6070" y="2676525"/>
                    </a:lnTo>
                    <a:lnTo>
                      <a:pt x="7200" y="2676067"/>
                    </a:lnTo>
                    <a:lnTo>
                      <a:pt x="9055" y="2674201"/>
                    </a:lnTo>
                    <a:lnTo>
                      <a:pt x="9525" y="2673083"/>
                    </a:lnTo>
                    <a:lnTo>
                      <a:pt x="9525" y="2670454"/>
                    </a:lnTo>
                    <a:close/>
                  </a:path>
                  <a:path w="2231390" h="3105150">
                    <a:moveTo>
                      <a:pt x="9525" y="2622829"/>
                    </a:moveTo>
                    <a:lnTo>
                      <a:pt x="9055" y="2621711"/>
                    </a:lnTo>
                    <a:lnTo>
                      <a:pt x="7200" y="2619845"/>
                    </a:lnTo>
                    <a:lnTo>
                      <a:pt x="6070" y="2619375"/>
                    </a:lnTo>
                    <a:lnTo>
                      <a:pt x="3441" y="2619375"/>
                    </a:lnTo>
                    <a:lnTo>
                      <a:pt x="2324" y="2619845"/>
                    </a:lnTo>
                    <a:lnTo>
                      <a:pt x="457" y="2621711"/>
                    </a:lnTo>
                    <a:lnTo>
                      <a:pt x="0" y="2622829"/>
                    </a:lnTo>
                    <a:lnTo>
                      <a:pt x="0" y="2625458"/>
                    </a:lnTo>
                    <a:lnTo>
                      <a:pt x="457" y="2626576"/>
                    </a:lnTo>
                    <a:lnTo>
                      <a:pt x="2324" y="2628442"/>
                    </a:lnTo>
                    <a:lnTo>
                      <a:pt x="3441" y="2628900"/>
                    </a:lnTo>
                    <a:lnTo>
                      <a:pt x="6070" y="2628900"/>
                    </a:lnTo>
                    <a:lnTo>
                      <a:pt x="7200" y="2628442"/>
                    </a:lnTo>
                    <a:lnTo>
                      <a:pt x="9055" y="2626576"/>
                    </a:lnTo>
                    <a:lnTo>
                      <a:pt x="9525" y="2625458"/>
                    </a:lnTo>
                    <a:lnTo>
                      <a:pt x="9525" y="2622829"/>
                    </a:lnTo>
                    <a:close/>
                  </a:path>
                  <a:path w="2231390" h="3105150">
                    <a:moveTo>
                      <a:pt x="9525" y="2575204"/>
                    </a:moveTo>
                    <a:lnTo>
                      <a:pt x="9055" y="2574086"/>
                    </a:lnTo>
                    <a:lnTo>
                      <a:pt x="7200" y="2572220"/>
                    </a:lnTo>
                    <a:lnTo>
                      <a:pt x="6070" y="2571750"/>
                    </a:lnTo>
                    <a:lnTo>
                      <a:pt x="3441" y="2571750"/>
                    </a:lnTo>
                    <a:lnTo>
                      <a:pt x="2324" y="2572220"/>
                    </a:lnTo>
                    <a:lnTo>
                      <a:pt x="457" y="2574086"/>
                    </a:lnTo>
                    <a:lnTo>
                      <a:pt x="0" y="2575204"/>
                    </a:lnTo>
                    <a:lnTo>
                      <a:pt x="0" y="2577833"/>
                    </a:lnTo>
                    <a:lnTo>
                      <a:pt x="457" y="2578951"/>
                    </a:lnTo>
                    <a:lnTo>
                      <a:pt x="2324" y="2580817"/>
                    </a:lnTo>
                    <a:lnTo>
                      <a:pt x="3441" y="2581275"/>
                    </a:lnTo>
                    <a:lnTo>
                      <a:pt x="6070" y="2581275"/>
                    </a:lnTo>
                    <a:lnTo>
                      <a:pt x="7200" y="2580817"/>
                    </a:lnTo>
                    <a:lnTo>
                      <a:pt x="9055" y="2578951"/>
                    </a:lnTo>
                    <a:lnTo>
                      <a:pt x="9525" y="2577833"/>
                    </a:lnTo>
                    <a:lnTo>
                      <a:pt x="9525" y="2575204"/>
                    </a:lnTo>
                    <a:close/>
                  </a:path>
                  <a:path w="2231390" h="3105150">
                    <a:moveTo>
                      <a:pt x="9525" y="2527579"/>
                    </a:moveTo>
                    <a:lnTo>
                      <a:pt x="9055" y="2526461"/>
                    </a:lnTo>
                    <a:lnTo>
                      <a:pt x="7200" y="2524595"/>
                    </a:lnTo>
                    <a:lnTo>
                      <a:pt x="6070" y="2524125"/>
                    </a:lnTo>
                    <a:lnTo>
                      <a:pt x="3441" y="2524125"/>
                    </a:lnTo>
                    <a:lnTo>
                      <a:pt x="2324" y="2524595"/>
                    </a:lnTo>
                    <a:lnTo>
                      <a:pt x="457" y="2526461"/>
                    </a:lnTo>
                    <a:lnTo>
                      <a:pt x="0" y="2527579"/>
                    </a:lnTo>
                    <a:lnTo>
                      <a:pt x="0" y="2530208"/>
                    </a:lnTo>
                    <a:lnTo>
                      <a:pt x="457" y="2531326"/>
                    </a:lnTo>
                    <a:lnTo>
                      <a:pt x="2324" y="2533192"/>
                    </a:lnTo>
                    <a:lnTo>
                      <a:pt x="3441" y="2533650"/>
                    </a:lnTo>
                    <a:lnTo>
                      <a:pt x="6070" y="2533650"/>
                    </a:lnTo>
                    <a:lnTo>
                      <a:pt x="7200" y="2533192"/>
                    </a:lnTo>
                    <a:lnTo>
                      <a:pt x="9055" y="2531326"/>
                    </a:lnTo>
                    <a:lnTo>
                      <a:pt x="9525" y="2530208"/>
                    </a:lnTo>
                    <a:lnTo>
                      <a:pt x="9525" y="2527579"/>
                    </a:lnTo>
                    <a:close/>
                  </a:path>
                  <a:path w="2231390" h="3105150">
                    <a:moveTo>
                      <a:pt x="9525" y="2479954"/>
                    </a:moveTo>
                    <a:lnTo>
                      <a:pt x="9055" y="2478836"/>
                    </a:lnTo>
                    <a:lnTo>
                      <a:pt x="7200" y="2476970"/>
                    </a:lnTo>
                    <a:lnTo>
                      <a:pt x="6070" y="2476500"/>
                    </a:lnTo>
                    <a:lnTo>
                      <a:pt x="3441" y="2476500"/>
                    </a:lnTo>
                    <a:lnTo>
                      <a:pt x="2324" y="2476970"/>
                    </a:lnTo>
                    <a:lnTo>
                      <a:pt x="457" y="2478836"/>
                    </a:lnTo>
                    <a:lnTo>
                      <a:pt x="0" y="2479954"/>
                    </a:lnTo>
                    <a:lnTo>
                      <a:pt x="0" y="2482583"/>
                    </a:lnTo>
                    <a:lnTo>
                      <a:pt x="457" y="2483701"/>
                    </a:lnTo>
                    <a:lnTo>
                      <a:pt x="2324" y="2485567"/>
                    </a:lnTo>
                    <a:lnTo>
                      <a:pt x="3441" y="2486025"/>
                    </a:lnTo>
                    <a:lnTo>
                      <a:pt x="6070" y="2486025"/>
                    </a:lnTo>
                    <a:lnTo>
                      <a:pt x="7200" y="2485567"/>
                    </a:lnTo>
                    <a:lnTo>
                      <a:pt x="9055" y="2483701"/>
                    </a:lnTo>
                    <a:lnTo>
                      <a:pt x="9525" y="2482583"/>
                    </a:lnTo>
                    <a:lnTo>
                      <a:pt x="9525" y="2479954"/>
                    </a:lnTo>
                    <a:close/>
                  </a:path>
                  <a:path w="2231390" h="3105150">
                    <a:moveTo>
                      <a:pt x="9525" y="2432329"/>
                    </a:moveTo>
                    <a:lnTo>
                      <a:pt x="9055" y="2431211"/>
                    </a:lnTo>
                    <a:lnTo>
                      <a:pt x="7200" y="2429345"/>
                    </a:lnTo>
                    <a:lnTo>
                      <a:pt x="6070" y="2428875"/>
                    </a:lnTo>
                    <a:lnTo>
                      <a:pt x="3441" y="2428875"/>
                    </a:lnTo>
                    <a:lnTo>
                      <a:pt x="2324" y="2429345"/>
                    </a:lnTo>
                    <a:lnTo>
                      <a:pt x="457" y="2431211"/>
                    </a:lnTo>
                    <a:lnTo>
                      <a:pt x="0" y="2432329"/>
                    </a:lnTo>
                    <a:lnTo>
                      <a:pt x="0" y="2434958"/>
                    </a:lnTo>
                    <a:lnTo>
                      <a:pt x="457" y="2436076"/>
                    </a:lnTo>
                    <a:lnTo>
                      <a:pt x="2324" y="2437942"/>
                    </a:lnTo>
                    <a:lnTo>
                      <a:pt x="3441" y="2438400"/>
                    </a:lnTo>
                    <a:lnTo>
                      <a:pt x="6070" y="2438400"/>
                    </a:lnTo>
                    <a:lnTo>
                      <a:pt x="7200" y="2437942"/>
                    </a:lnTo>
                    <a:lnTo>
                      <a:pt x="9055" y="2436076"/>
                    </a:lnTo>
                    <a:lnTo>
                      <a:pt x="9525" y="2434958"/>
                    </a:lnTo>
                    <a:lnTo>
                      <a:pt x="9525" y="2432329"/>
                    </a:lnTo>
                    <a:close/>
                  </a:path>
                  <a:path w="2231390" h="3105150">
                    <a:moveTo>
                      <a:pt x="9525" y="2384704"/>
                    </a:moveTo>
                    <a:lnTo>
                      <a:pt x="9055" y="2383586"/>
                    </a:lnTo>
                    <a:lnTo>
                      <a:pt x="7200" y="2381720"/>
                    </a:lnTo>
                    <a:lnTo>
                      <a:pt x="6070" y="2381250"/>
                    </a:lnTo>
                    <a:lnTo>
                      <a:pt x="3441" y="2381250"/>
                    </a:lnTo>
                    <a:lnTo>
                      <a:pt x="2324" y="2381720"/>
                    </a:lnTo>
                    <a:lnTo>
                      <a:pt x="457" y="2383586"/>
                    </a:lnTo>
                    <a:lnTo>
                      <a:pt x="0" y="2384704"/>
                    </a:lnTo>
                    <a:lnTo>
                      <a:pt x="0" y="2387333"/>
                    </a:lnTo>
                    <a:lnTo>
                      <a:pt x="457" y="2388451"/>
                    </a:lnTo>
                    <a:lnTo>
                      <a:pt x="2324" y="2390317"/>
                    </a:lnTo>
                    <a:lnTo>
                      <a:pt x="3441" y="2390775"/>
                    </a:lnTo>
                    <a:lnTo>
                      <a:pt x="6070" y="2390775"/>
                    </a:lnTo>
                    <a:lnTo>
                      <a:pt x="7200" y="2390317"/>
                    </a:lnTo>
                    <a:lnTo>
                      <a:pt x="9055" y="2388451"/>
                    </a:lnTo>
                    <a:lnTo>
                      <a:pt x="9525" y="2387333"/>
                    </a:lnTo>
                    <a:lnTo>
                      <a:pt x="9525" y="2384704"/>
                    </a:lnTo>
                    <a:close/>
                  </a:path>
                  <a:path w="2231390" h="3105150">
                    <a:moveTo>
                      <a:pt x="9525" y="2337079"/>
                    </a:moveTo>
                    <a:lnTo>
                      <a:pt x="9055" y="2335961"/>
                    </a:lnTo>
                    <a:lnTo>
                      <a:pt x="7200" y="2334095"/>
                    </a:lnTo>
                    <a:lnTo>
                      <a:pt x="6070" y="2333625"/>
                    </a:lnTo>
                    <a:lnTo>
                      <a:pt x="3441" y="2333625"/>
                    </a:lnTo>
                    <a:lnTo>
                      <a:pt x="2324" y="2334095"/>
                    </a:lnTo>
                    <a:lnTo>
                      <a:pt x="457" y="2335961"/>
                    </a:lnTo>
                    <a:lnTo>
                      <a:pt x="0" y="2337079"/>
                    </a:lnTo>
                    <a:lnTo>
                      <a:pt x="0" y="2339708"/>
                    </a:lnTo>
                    <a:lnTo>
                      <a:pt x="457" y="2340826"/>
                    </a:lnTo>
                    <a:lnTo>
                      <a:pt x="2324" y="2342692"/>
                    </a:lnTo>
                    <a:lnTo>
                      <a:pt x="3441" y="2343150"/>
                    </a:lnTo>
                    <a:lnTo>
                      <a:pt x="6070" y="2343150"/>
                    </a:lnTo>
                    <a:lnTo>
                      <a:pt x="7200" y="2342692"/>
                    </a:lnTo>
                    <a:lnTo>
                      <a:pt x="9055" y="2340826"/>
                    </a:lnTo>
                    <a:lnTo>
                      <a:pt x="9525" y="2339708"/>
                    </a:lnTo>
                    <a:lnTo>
                      <a:pt x="9525" y="2337079"/>
                    </a:lnTo>
                    <a:close/>
                  </a:path>
                  <a:path w="2231390" h="3105150">
                    <a:moveTo>
                      <a:pt x="9525" y="2289454"/>
                    </a:moveTo>
                    <a:lnTo>
                      <a:pt x="9055" y="2288336"/>
                    </a:lnTo>
                    <a:lnTo>
                      <a:pt x="7200" y="2286470"/>
                    </a:lnTo>
                    <a:lnTo>
                      <a:pt x="6070" y="2286000"/>
                    </a:lnTo>
                    <a:lnTo>
                      <a:pt x="3441" y="2286000"/>
                    </a:lnTo>
                    <a:lnTo>
                      <a:pt x="2324" y="2286470"/>
                    </a:lnTo>
                    <a:lnTo>
                      <a:pt x="457" y="2288336"/>
                    </a:lnTo>
                    <a:lnTo>
                      <a:pt x="0" y="2289454"/>
                    </a:lnTo>
                    <a:lnTo>
                      <a:pt x="0" y="2292083"/>
                    </a:lnTo>
                    <a:lnTo>
                      <a:pt x="457" y="2293201"/>
                    </a:lnTo>
                    <a:lnTo>
                      <a:pt x="2324" y="2295067"/>
                    </a:lnTo>
                    <a:lnTo>
                      <a:pt x="3441" y="2295525"/>
                    </a:lnTo>
                    <a:lnTo>
                      <a:pt x="6070" y="2295525"/>
                    </a:lnTo>
                    <a:lnTo>
                      <a:pt x="7200" y="2295067"/>
                    </a:lnTo>
                    <a:lnTo>
                      <a:pt x="9055" y="2293201"/>
                    </a:lnTo>
                    <a:lnTo>
                      <a:pt x="9525" y="2292083"/>
                    </a:lnTo>
                    <a:lnTo>
                      <a:pt x="9525" y="2289454"/>
                    </a:lnTo>
                    <a:close/>
                  </a:path>
                  <a:path w="2231390" h="3105150">
                    <a:moveTo>
                      <a:pt x="9525" y="2241829"/>
                    </a:moveTo>
                    <a:lnTo>
                      <a:pt x="9055" y="2240711"/>
                    </a:lnTo>
                    <a:lnTo>
                      <a:pt x="7200" y="2238845"/>
                    </a:lnTo>
                    <a:lnTo>
                      <a:pt x="6070" y="2238375"/>
                    </a:lnTo>
                    <a:lnTo>
                      <a:pt x="3441" y="2238375"/>
                    </a:lnTo>
                    <a:lnTo>
                      <a:pt x="2324" y="2238845"/>
                    </a:lnTo>
                    <a:lnTo>
                      <a:pt x="457" y="2240711"/>
                    </a:lnTo>
                    <a:lnTo>
                      <a:pt x="0" y="2241829"/>
                    </a:lnTo>
                    <a:lnTo>
                      <a:pt x="0" y="2244458"/>
                    </a:lnTo>
                    <a:lnTo>
                      <a:pt x="457" y="2245576"/>
                    </a:lnTo>
                    <a:lnTo>
                      <a:pt x="2324" y="2247442"/>
                    </a:lnTo>
                    <a:lnTo>
                      <a:pt x="3441" y="2247900"/>
                    </a:lnTo>
                    <a:lnTo>
                      <a:pt x="6070" y="2247900"/>
                    </a:lnTo>
                    <a:lnTo>
                      <a:pt x="7200" y="2247442"/>
                    </a:lnTo>
                    <a:lnTo>
                      <a:pt x="9055" y="2245576"/>
                    </a:lnTo>
                    <a:lnTo>
                      <a:pt x="9525" y="2244458"/>
                    </a:lnTo>
                    <a:lnTo>
                      <a:pt x="9525" y="2241829"/>
                    </a:lnTo>
                    <a:close/>
                  </a:path>
                  <a:path w="2231390" h="3105150">
                    <a:moveTo>
                      <a:pt x="9525" y="2194204"/>
                    </a:moveTo>
                    <a:lnTo>
                      <a:pt x="9055" y="2193086"/>
                    </a:lnTo>
                    <a:lnTo>
                      <a:pt x="7200" y="2191220"/>
                    </a:lnTo>
                    <a:lnTo>
                      <a:pt x="6070" y="2190750"/>
                    </a:lnTo>
                    <a:lnTo>
                      <a:pt x="3441" y="2190750"/>
                    </a:lnTo>
                    <a:lnTo>
                      <a:pt x="2324" y="2191220"/>
                    </a:lnTo>
                    <a:lnTo>
                      <a:pt x="457" y="2193086"/>
                    </a:lnTo>
                    <a:lnTo>
                      <a:pt x="0" y="2194204"/>
                    </a:lnTo>
                    <a:lnTo>
                      <a:pt x="0" y="2196833"/>
                    </a:lnTo>
                    <a:lnTo>
                      <a:pt x="457" y="2197951"/>
                    </a:lnTo>
                    <a:lnTo>
                      <a:pt x="2324" y="2199817"/>
                    </a:lnTo>
                    <a:lnTo>
                      <a:pt x="3441" y="2200275"/>
                    </a:lnTo>
                    <a:lnTo>
                      <a:pt x="6070" y="2200275"/>
                    </a:lnTo>
                    <a:lnTo>
                      <a:pt x="7200" y="2199817"/>
                    </a:lnTo>
                    <a:lnTo>
                      <a:pt x="9055" y="2197951"/>
                    </a:lnTo>
                    <a:lnTo>
                      <a:pt x="9525" y="2196833"/>
                    </a:lnTo>
                    <a:lnTo>
                      <a:pt x="9525" y="2194204"/>
                    </a:lnTo>
                    <a:close/>
                  </a:path>
                  <a:path w="2231390" h="3105150">
                    <a:moveTo>
                      <a:pt x="9525" y="2146579"/>
                    </a:moveTo>
                    <a:lnTo>
                      <a:pt x="9055" y="2145461"/>
                    </a:lnTo>
                    <a:lnTo>
                      <a:pt x="7200" y="2143595"/>
                    </a:lnTo>
                    <a:lnTo>
                      <a:pt x="6070" y="2143137"/>
                    </a:lnTo>
                    <a:lnTo>
                      <a:pt x="3441" y="2143137"/>
                    </a:lnTo>
                    <a:lnTo>
                      <a:pt x="2324" y="2143595"/>
                    </a:lnTo>
                    <a:lnTo>
                      <a:pt x="457" y="2145461"/>
                    </a:lnTo>
                    <a:lnTo>
                      <a:pt x="0" y="2146579"/>
                    </a:lnTo>
                    <a:lnTo>
                      <a:pt x="0" y="2149208"/>
                    </a:lnTo>
                    <a:lnTo>
                      <a:pt x="457" y="2150326"/>
                    </a:lnTo>
                    <a:lnTo>
                      <a:pt x="2324" y="2152192"/>
                    </a:lnTo>
                    <a:lnTo>
                      <a:pt x="3441" y="2152650"/>
                    </a:lnTo>
                    <a:lnTo>
                      <a:pt x="6070" y="2152650"/>
                    </a:lnTo>
                    <a:lnTo>
                      <a:pt x="7200" y="2152192"/>
                    </a:lnTo>
                    <a:lnTo>
                      <a:pt x="9055" y="2150326"/>
                    </a:lnTo>
                    <a:lnTo>
                      <a:pt x="9525" y="2149208"/>
                    </a:lnTo>
                    <a:lnTo>
                      <a:pt x="9525" y="2146579"/>
                    </a:lnTo>
                    <a:close/>
                  </a:path>
                  <a:path w="2231390" h="3105150">
                    <a:moveTo>
                      <a:pt x="9525" y="2098954"/>
                    </a:moveTo>
                    <a:lnTo>
                      <a:pt x="9055" y="2097836"/>
                    </a:lnTo>
                    <a:lnTo>
                      <a:pt x="7200" y="2095969"/>
                    </a:lnTo>
                    <a:lnTo>
                      <a:pt x="6070" y="2095500"/>
                    </a:lnTo>
                    <a:lnTo>
                      <a:pt x="3441" y="2095500"/>
                    </a:lnTo>
                    <a:lnTo>
                      <a:pt x="2324" y="2095969"/>
                    </a:lnTo>
                    <a:lnTo>
                      <a:pt x="457" y="2097836"/>
                    </a:lnTo>
                    <a:lnTo>
                      <a:pt x="0" y="2098954"/>
                    </a:lnTo>
                    <a:lnTo>
                      <a:pt x="0" y="2101583"/>
                    </a:lnTo>
                    <a:lnTo>
                      <a:pt x="457" y="2102700"/>
                    </a:lnTo>
                    <a:lnTo>
                      <a:pt x="2324" y="2104567"/>
                    </a:lnTo>
                    <a:lnTo>
                      <a:pt x="3441" y="2105025"/>
                    </a:lnTo>
                    <a:lnTo>
                      <a:pt x="6070" y="2105025"/>
                    </a:lnTo>
                    <a:lnTo>
                      <a:pt x="7200" y="2104567"/>
                    </a:lnTo>
                    <a:lnTo>
                      <a:pt x="9055" y="2102700"/>
                    </a:lnTo>
                    <a:lnTo>
                      <a:pt x="9525" y="2101583"/>
                    </a:lnTo>
                    <a:lnTo>
                      <a:pt x="9525" y="2098954"/>
                    </a:lnTo>
                    <a:close/>
                  </a:path>
                  <a:path w="2231390" h="3105150">
                    <a:moveTo>
                      <a:pt x="9525" y="2051329"/>
                    </a:moveTo>
                    <a:lnTo>
                      <a:pt x="9055" y="2050211"/>
                    </a:lnTo>
                    <a:lnTo>
                      <a:pt x="7200" y="2048344"/>
                    </a:lnTo>
                    <a:lnTo>
                      <a:pt x="6070" y="2047875"/>
                    </a:lnTo>
                    <a:lnTo>
                      <a:pt x="3441" y="2047875"/>
                    </a:lnTo>
                    <a:lnTo>
                      <a:pt x="2324" y="2048344"/>
                    </a:lnTo>
                    <a:lnTo>
                      <a:pt x="457" y="2050211"/>
                    </a:lnTo>
                    <a:lnTo>
                      <a:pt x="0" y="2051329"/>
                    </a:lnTo>
                    <a:lnTo>
                      <a:pt x="0" y="2053958"/>
                    </a:lnTo>
                    <a:lnTo>
                      <a:pt x="457" y="2055075"/>
                    </a:lnTo>
                    <a:lnTo>
                      <a:pt x="2324" y="2056942"/>
                    </a:lnTo>
                    <a:lnTo>
                      <a:pt x="3441" y="2057400"/>
                    </a:lnTo>
                    <a:lnTo>
                      <a:pt x="6070" y="2057400"/>
                    </a:lnTo>
                    <a:lnTo>
                      <a:pt x="7200" y="2056942"/>
                    </a:lnTo>
                    <a:lnTo>
                      <a:pt x="9055" y="2055075"/>
                    </a:lnTo>
                    <a:lnTo>
                      <a:pt x="9525" y="2053958"/>
                    </a:lnTo>
                    <a:lnTo>
                      <a:pt x="9525" y="2051329"/>
                    </a:lnTo>
                    <a:close/>
                  </a:path>
                  <a:path w="2231390" h="3105150">
                    <a:moveTo>
                      <a:pt x="9525" y="2003704"/>
                    </a:moveTo>
                    <a:lnTo>
                      <a:pt x="9055" y="2002586"/>
                    </a:lnTo>
                    <a:lnTo>
                      <a:pt x="7200" y="2000719"/>
                    </a:lnTo>
                    <a:lnTo>
                      <a:pt x="6070" y="2000250"/>
                    </a:lnTo>
                    <a:lnTo>
                      <a:pt x="3441" y="2000250"/>
                    </a:lnTo>
                    <a:lnTo>
                      <a:pt x="2324" y="2000719"/>
                    </a:lnTo>
                    <a:lnTo>
                      <a:pt x="457" y="2002586"/>
                    </a:lnTo>
                    <a:lnTo>
                      <a:pt x="0" y="2003704"/>
                    </a:lnTo>
                    <a:lnTo>
                      <a:pt x="0" y="2006333"/>
                    </a:lnTo>
                    <a:lnTo>
                      <a:pt x="457" y="2007450"/>
                    </a:lnTo>
                    <a:lnTo>
                      <a:pt x="2324" y="2009317"/>
                    </a:lnTo>
                    <a:lnTo>
                      <a:pt x="3441" y="2009775"/>
                    </a:lnTo>
                    <a:lnTo>
                      <a:pt x="6070" y="2009775"/>
                    </a:lnTo>
                    <a:lnTo>
                      <a:pt x="7200" y="2009317"/>
                    </a:lnTo>
                    <a:lnTo>
                      <a:pt x="9055" y="2007450"/>
                    </a:lnTo>
                    <a:lnTo>
                      <a:pt x="9525" y="2006333"/>
                    </a:lnTo>
                    <a:lnTo>
                      <a:pt x="9525" y="2003704"/>
                    </a:lnTo>
                    <a:close/>
                  </a:path>
                  <a:path w="2231390" h="3105150">
                    <a:moveTo>
                      <a:pt x="9525" y="1956079"/>
                    </a:moveTo>
                    <a:lnTo>
                      <a:pt x="9055" y="1954961"/>
                    </a:lnTo>
                    <a:lnTo>
                      <a:pt x="7200" y="1953094"/>
                    </a:lnTo>
                    <a:lnTo>
                      <a:pt x="6070" y="1952625"/>
                    </a:lnTo>
                    <a:lnTo>
                      <a:pt x="3441" y="1952625"/>
                    </a:lnTo>
                    <a:lnTo>
                      <a:pt x="2324" y="1953094"/>
                    </a:lnTo>
                    <a:lnTo>
                      <a:pt x="457" y="1954961"/>
                    </a:lnTo>
                    <a:lnTo>
                      <a:pt x="0" y="1956079"/>
                    </a:lnTo>
                    <a:lnTo>
                      <a:pt x="0" y="1958708"/>
                    </a:lnTo>
                    <a:lnTo>
                      <a:pt x="457" y="1959825"/>
                    </a:lnTo>
                    <a:lnTo>
                      <a:pt x="2324" y="1961692"/>
                    </a:lnTo>
                    <a:lnTo>
                      <a:pt x="3441" y="1962150"/>
                    </a:lnTo>
                    <a:lnTo>
                      <a:pt x="6070" y="1962150"/>
                    </a:lnTo>
                    <a:lnTo>
                      <a:pt x="7200" y="1961692"/>
                    </a:lnTo>
                    <a:lnTo>
                      <a:pt x="9055" y="1959825"/>
                    </a:lnTo>
                    <a:lnTo>
                      <a:pt x="9525" y="1958708"/>
                    </a:lnTo>
                    <a:lnTo>
                      <a:pt x="9525" y="1956079"/>
                    </a:lnTo>
                    <a:close/>
                  </a:path>
                  <a:path w="2231390" h="3105150">
                    <a:moveTo>
                      <a:pt x="9525" y="1908454"/>
                    </a:moveTo>
                    <a:lnTo>
                      <a:pt x="9055" y="1907336"/>
                    </a:lnTo>
                    <a:lnTo>
                      <a:pt x="7200" y="1905469"/>
                    </a:lnTo>
                    <a:lnTo>
                      <a:pt x="6070" y="1905000"/>
                    </a:lnTo>
                    <a:lnTo>
                      <a:pt x="3441" y="1905000"/>
                    </a:lnTo>
                    <a:lnTo>
                      <a:pt x="2324" y="1905469"/>
                    </a:lnTo>
                    <a:lnTo>
                      <a:pt x="457" y="1907336"/>
                    </a:lnTo>
                    <a:lnTo>
                      <a:pt x="0" y="1908454"/>
                    </a:lnTo>
                    <a:lnTo>
                      <a:pt x="0" y="1911083"/>
                    </a:lnTo>
                    <a:lnTo>
                      <a:pt x="457" y="1912200"/>
                    </a:lnTo>
                    <a:lnTo>
                      <a:pt x="2324" y="1914067"/>
                    </a:lnTo>
                    <a:lnTo>
                      <a:pt x="3441" y="1914525"/>
                    </a:lnTo>
                    <a:lnTo>
                      <a:pt x="6070" y="1914525"/>
                    </a:lnTo>
                    <a:lnTo>
                      <a:pt x="7200" y="1914067"/>
                    </a:lnTo>
                    <a:lnTo>
                      <a:pt x="9055" y="1912200"/>
                    </a:lnTo>
                    <a:lnTo>
                      <a:pt x="9525" y="1911083"/>
                    </a:lnTo>
                    <a:lnTo>
                      <a:pt x="9525" y="1908454"/>
                    </a:lnTo>
                    <a:close/>
                  </a:path>
                  <a:path w="2231390" h="3105150">
                    <a:moveTo>
                      <a:pt x="9525" y="1860829"/>
                    </a:moveTo>
                    <a:lnTo>
                      <a:pt x="9055" y="1859711"/>
                    </a:lnTo>
                    <a:lnTo>
                      <a:pt x="7200" y="1857844"/>
                    </a:lnTo>
                    <a:lnTo>
                      <a:pt x="6070" y="1857387"/>
                    </a:lnTo>
                    <a:lnTo>
                      <a:pt x="3441" y="1857387"/>
                    </a:lnTo>
                    <a:lnTo>
                      <a:pt x="2324" y="1857844"/>
                    </a:lnTo>
                    <a:lnTo>
                      <a:pt x="457" y="1859711"/>
                    </a:lnTo>
                    <a:lnTo>
                      <a:pt x="0" y="1860829"/>
                    </a:lnTo>
                    <a:lnTo>
                      <a:pt x="0" y="1863458"/>
                    </a:lnTo>
                    <a:lnTo>
                      <a:pt x="457" y="1864575"/>
                    </a:lnTo>
                    <a:lnTo>
                      <a:pt x="2324" y="1866442"/>
                    </a:lnTo>
                    <a:lnTo>
                      <a:pt x="3441" y="1866900"/>
                    </a:lnTo>
                    <a:lnTo>
                      <a:pt x="6070" y="1866900"/>
                    </a:lnTo>
                    <a:lnTo>
                      <a:pt x="7200" y="1866442"/>
                    </a:lnTo>
                    <a:lnTo>
                      <a:pt x="9055" y="1864575"/>
                    </a:lnTo>
                    <a:lnTo>
                      <a:pt x="9525" y="1863458"/>
                    </a:lnTo>
                    <a:lnTo>
                      <a:pt x="9525" y="1860829"/>
                    </a:lnTo>
                    <a:close/>
                  </a:path>
                  <a:path w="2231390" h="3105150">
                    <a:moveTo>
                      <a:pt x="9525" y="1813204"/>
                    </a:moveTo>
                    <a:lnTo>
                      <a:pt x="9055" y="1812086"/>
                    </a:lnTo>
                    <a:lnTo>
                      <a:pt x="7200" y="1810219"/>
                    </a:lnTo>
                    <a:lnTo>
                      <a:pt x="6070" y="1809762"/>
                    </a:lnTo>
                    <a:lnTo>
                      <a:pt x="3441" y="1809762"/>
                    </a:lnTo>
                    <a:lnTo>
                      <a:pt x="2324" y="1810219"/>
                    </a:lnTo>
                    <a:lnTo>
                      <a:pt x="457" y="1812086"/>
                    </a:lnTo>
                    <a:lnTo>
                      <a:pt x="0" y="1813204"/>
                    </a:lnTo>
                    <a:lnTo>
                      <a:pt x="0" y="1815833"/>
                    </a:lnTo>
                    <a:lnTo>
                      <a:pt x="457" y="1816950"/>
                    </a:lnTo>
                    <a:lnTo>
                      <a:pt x="2324" y="1818817"/>
                    </a:lnTo>
                    <a:lnTo>
                      <a:pt x="3441" y="1819275"/>
                    </a:lnTo>
                    <a:lnTo>
                      <a:pt x="6070" y="1819275"/>
                    </a:lnTo>
                    <a:lnTo>
                      <a:pt x="7200" y="1818817"/>
                    </a:lnTo>
                    <a:lnTo>
                      <a:pt x="9055" y="1816950"/>
                    </a:lnTo>
                    <a:lnTo>
                      <a:pt x="9525" y="1815833"/>
                    </a:lnTo>
                    <a:lnTo>
                      <a:pt x="9525" y="1813204"/>
                    </a:lnTo>
                    <a:close/>
                  </a:path>
                  <a:path w="2231390" h="3105150">
                    <a:moveTo>
                      <a:pt x="9525" y="1765579"/>
                    </a:moveTo>
                    <a:lnTo>
                      <a:pt x="9055" y="1764461"/>
                    </a:lnTo>
                    <a:lnTo>
                      <a:pt x="7200" y="1762594"/>
                    </a:lnTo>
                    <a:lnTo>
                      <a:pt x="6070" y="1762125"/>
                    </a:lnTo>
                    <a:lnTo>
                      <a:pt x="3441" y="1762125"/>
                    </a:lnTo>
                    <a:lnTo>
                      <a:pt x="2324" y="1762594"/>
                    </a:lnTo>
                    <a:lnTo>
                      <a:pt x="457" y="1764461"/>
                    </a:lnTo>
                    <a:lnTo>
                      <a:pt x="0" y="1765579"/>
                    </a:lnTo>
                    <a:lnTo>
                      <a:pt x="0" y="1768208"/>
                    </a:lnTo>
                    <a:lnTo>
                      <a:pt x="457" y="1769325"/>
                    </a:lnTo>
                    <a:lnTo>
                      <a:pt x="2324" y="1771192"/>
                    </a:lnTo>
                    <a:lnTo>
                      <a:pt x="3441" y="1771650"/>
                    </a:lnTo>
                    <a:lnTo>
                      <a:pt x="6070" y="1771650"/>
                    </a:lnTo>
                    <a:lnTo>
                      <a:pt x="7200" y="1771192"/>
                    </a:lnTo>
                    <a:lnTo>
                      <a:pt x="9055" y="1769325"/>
                    </a:lnTo>
                    <a:lnTo>
                      <a:pt x="9525" y="1768208"/>
                    </a:lnTo>
                    <a:lnTo>
                      <a:pt x="9525" y="1765579"/>
                    </a:lnTo>
                    <a:close/>
                  </a:path>
                  <a:path w="2231390" h="3105150">
                    <a:moveTo>
                      <a:pt x="9525" y="1717954"/>
                    </a:moveTo>
                    <a:lnTo>
                      <a:pt x="9055" y="1716836"/>
                    </a:lnTo>
                    <a:lnTo>
                      <a:pt x="7200" y="1714969"/>
                    </a:lnTo>
                    <a:lnTo>
                      <a:pt x="6070" y="1714512"/>
                    </a:lnTo>
                    <a:lnTo>
                      <a:pt x="3441" y="1714512"/>
                    </a:lnTo>
                    <a:lnTo>
                      <a:pt x="2324" y="1714969"/>
                    </a:lnTo>
                    <a:lnTo>
                      <a:pt x="457" y="1716836"/>
                    </a:lnTo>
                    <a:lnTo>
                      <a:pt x="0" y="1717954"/>
                    </a:lnTo>
                    <a:lnTo>
                      <a:pt x="0" y="1720583"/>
                    </a:lnTo>
                    <a:lnTo>
                      <a:pt x="457" y="1721700"/>
                    </a:lnTo>
                    <a:lnTo>
                      <a:pt x="2324" y="1723567"/>
                    </a:lnTo>
                    <a:lnTo>
                      <a:pt x="3441" y="1724025"/>
                    </a:lnTo>
                    <a:lnTo>
                      <a:pt x="6070" y="1724025"/>
                    </a:lnTo>
                    <a:lnTo>
                      <a:pt x="7200" y="1723567"/>
                    </a:lnTo>
                    <a:lnTo>
                      <a:pt x="9055" y="1721700"/>
                    </a:lnTo>
                    <a:lnTo>
                      <a:pt x="9525" y="1720583"/>
                    </a:lnTo>
                    <a:lnTo>
                      <a:pt x="9525" y="1717954"/>
                    </a:lnTo>
                    <a:close/>
                  </a:path>
                  <a:path w="2231390" h="3105150">
                    <a:moveTo>
                      <a:pt x="9525" y="1670329"/>
                    </a:moveTo>
                    <a:lnTo>
                      <a:pt x="9055" y="1669211"/>
                    </a:lnTo>
                    <a:lnTo>
                      <a:pt x="7200" y="1667344"/>
                    </a:lnTo>
                    <a:lnTo>
                      <a:pt x="6070" y="1666887"/>
                    </a:lnTo>
                    <a:lnTo>
                      <a:pt x="3441" y="1666887"/>
                    </a:lnTo>
                    <a:lnTo>
                      <a:pt x="2324" y="1667344"/>
                    </a:lnTo>
                    <a:lnTo>
                      <a:pt x="457" y="1669211"/>
                    </a:lnTo>
                    <a:lnTo>
                      <a:pt x="0" y="1670329"/>
                    </a:lnTo>
                    <a:lnTo>
                      <a:pt x="0" y="1672958"/>
                    </a:lnTo>
                    <a:lnTo>
                      <a:pt x="457" y="1674075"/>
                    </a:lnTo>
                    <a:lnTo>
                      <a:pt x="2324" y="1675942"/>
                    </a:lnTo>
                    <a:lnTo>
                      <a:pt x="3441" y="1676400"/>
                    </a:lnTo>
                    <a:lnTo>
                      <a:pt x="6070" y="1676400"/>
                    </a:lnTo>
                    <a:lnTo>
                      <a:pt x="7200" y="1675942"/>
                    </a:lnTo>
                    <a:lnTo>
                      <a:pt x="9055" y="1674075"/>
                    </a:lnTo>
                    <a:lnTo>
                      <a:pt x="9525" y="1672958"/>
                    </a:lnTo>
                    <a:lnTo>
                      <a:pt x="9525" y="1670329"/>
                    </a:lnTo>
                    <a:close/>
                  </a:path>
                  <a:path w="2231390" h="3105150">
                    <a:moveTo>
                      <a:pt x="9525" y="1622704"/>
                    </a:moveTo>
                    <a:lnTo>
                      <a:pt x="9055" y="1621586"/>
                    </a:lnTo>
                    <a:lnTo>
                      <a:pt x="7200" y="1619719"/>
                    </a:lnTo>
                    <a:lnTo>
                      <a:pt x="6070" y="1619250"/>
                    </a:lnTo>
                    <a:lnTo>
                      <a:pt x="3441" y="1619250"/>
                    </a:lnTo>
                    <a:lnTo>
                      <a:pt x="2324" y="1619719"/>
                    </a:lnTo>
                    <a:lnTo>
                      <a:pt x="457" y="1621586"/>
                    </a:lnTo>
                    <a:lnTo>
                      <a:pt x="0" y="1622704"/>
                    </a:lnTo>
                    <a:lnTo>
                      <a:pt x="0" y="1625333"/>
                    </a:lnTo>
                    <a:lnTo>
                      <a:pt x="457" y="1626450"/>
                    </a:lnTo>
                    <a:lnTo>
                      <a:pt x="2324" y="1628317"/>
                    </a:lnTo>
                    <a:lnTo>
                      <a:pt x="3441" y="1628775"/>
                    </a:lnTo>
                    <a:lnTo>
                      <a:pt x="6070" y="1628775"/>
                    </a:lnTo>
                    <a:lnTo>
                      <a:pt x="7200" y="1628317"/>
                    </a:lnTo>
                    <a:lnTo>
                      <a:pt x="9055" y="1626450"/>
                    </a:lnTo>
                    <a:lnTo>
                      <a:pt x="9525" y="1625333"/>
                    </a:lnTo>
                    <a:lnTo>
                      <a:pt x="9525" y="1622704"/>
                    </a:lnTo>
                    <a:close/>
                  </a:path>
                  <a:path w="2231390" h="3105150">
                    <a:moveTo>
                      <a:pt x="9525" y="1575079"/>
                    </a:moveTo>
                    <a:lnTo>
                      <a:pt x="9055" y="1573961"/>
                    </a:lnTo>
                    <a:lnTo>
                      <a:pt x="7200" y="1572094"/>
                    </a:lnTo>
                    <a:lnTo>
                      <a:pt x="6070" y="1571637"/>
                    </a:lnTo>
                    <a:lnTo>
                      <a:pt x="3441" y="1571637"/>
                    </a:lnTo>
                    <a:lnTo>
                      <a:pt x="2324" y="1572094"/>
                    </a:lnTo>
                    <a:lnTo>
                      <a:pt x="457" y="1573961"/>
                    </a:lnTo>
                    <a:lnTo>
                      <a:pt x="0" y="1575079"/>
                    </a:lnTo>
                    <a:lnTo>
                      <a:pt x="0" y="1577708"/>
                    </a:lnTo>
                    <a:lnTo>
                      <a:pt x="457" y="1578825"/>
                    </a:lnTo>
                    <a:lnTo>
                      <a:pt x="2324" y="1580692"/>
                    </a:lnTo>
                    <a:lnTo>
                      <a:pt x="3441" y="1581150"/>
                    </a:lnTo>
                    <a:lnTo>
                      <a:pt x="6070" y="1581150"/>
                    </a:lnTo>
                    <a:lnTo>
                      <a:pt x="7200" y="1580692"/>
                    </a:lnTo>
                    <a:lnTo>
                      <a:pt x="9055" y="1578825"/>
                    </a:lnTo>
                    <a:lnTo>
                      <a:pt x="9525" y="1577708"/>
                    </a:lnTo>
                    <a:lnTo>
                      <a:pt x="9525" y="1575079"/>
                    </a:lnTo>
                    <a:close/>
                  </a:path>
                  <a:path w="2231390" h="3105150">
                    <a:moveTo>
                      <a:pt x="9525" y="1527454"/>
                    </a:moveTo>
                    <a:lnTo>
                      <a:pt x="9055" y="1526336"/>
                    </a:lnTo>
                    <a:lnTo>
                      <a:pt x="7200" y="1524469"/>
                    </a:lnTo>
                    <a:lnTo>
                      <a:pt x="6070" y="1524000"/>
                    </a:lnTo>
                    <a:lnTo>
                      <a:pt x="3441" y="1524000"/>
                    </a:lnTo>
                    <a:lnTo>
                      <a:pt x="2324" y="1524469"/>
                    </a:lnTo>
                    <a:lnTo>
                      <a:pt x="457" y="1526336"/>
                    </a:lnTo>
                    <a:lnTo>
                      <a:pt x="0" y="1527454"/>
                    </a:lnTo>
                    <a:lnTo>
                      <a:pt x="0" y="1530083"/>
                    </a:lnTo>
                    <a:lnTo>
                      <a:pt x="457" y="1531200"/>
                    </a:lnTo>
                    <a:lnTo>
                      <a:pt x="2324" y="1533067"/>
                    </a:lnTo>
                    <a:lnTo>
                      <a:pt x="3441" y="1533525"/>
                    </a:lnTo>
                    <a:lnTo>
                      <a:pt x="6070" y="1533525"/>
                    </a:lnTo>
                    <a:lnTo>
                      <a:pt x="7200" y="1533067"/>
                    </a:lnTo>
                    <a:lnTo>
                      <a:pt x="9055" y="1531200"/>
                    </a:lnTo>
                    <a:lnTo>
                      <a:pt x="9525" y="1530083"/>
                    </a:lnTo>
                    <a:lnTo>
                      <a:pt x="9525" y="1527454"/>
                    </a:lnTo>
                    <a:close/>
                  </a:path>
                  <a:path w="2231390" h="3105150">
                    <a:moveTo>
                      <a:pt x="9525" y="1479829"/>
                    </a:moveTo>
                    <a:lnTo>
                      <a:pt x="9055" y="1478711"/>
                    </a:lnTo>
                    <a:lnTo>
                      <a:pt x="7200" y="1476844"/>
                    </a:lnTo>
                    <a:lnTo>
                      <a:pt x="6070" y="1476387"/>
                    </a:lnTo>
                    <a:lnTo>
                      <a:pt x="3441" y="1476387"/>
                    </a:lnTo>
                    <a:lnTo>
                      <a:pt x="2324" y="1476844"/>
                    </a:lnTo>
                    <a:lnTo>
                      <a:pt x="457" y="1478711"/>
                    </a:lnTo>
                    <a:lnTo>
                      <a:pt x="0" y="1479829"/>
                    </a:lnTo>
                    <a:lnTo>
                      <a:pt x="0" y="1482458"/>
                    </a:lnTo>
                    <a:lnTo>
                      <a:pt x="457" y="1483575"/>
                    </a:lnTo>
                    <a:lnTo>
                      <a:pt x="2324" y="1485442"/>
                    </a:lnTo>
                    <a:lnTo>
                      <a:pt x="3441" y="1485900"/>
                    </a:lnTo>
                    <a:lnTo>
                      <a:pt x="6070" y="1485900"/>
                    </a:lnTo>
                    <a:lnTo>
                      <a:pt x="7200" y="1485442"/>
                    </a:lnTo>
                    <a:lnTo>
                      <a:pt x="9055" y="1483575"/>
                    </a:lnTo>
                    <a:lnTo>
                      <a:pt x="9525" y="1482458"/>
                    </a:lnTo>
                    <a:lnTo>
                      <a:pt x="9525" y="1479829"/>
                    </a:lnTo>
                    <a:close/>
                  </a:path>
                  <a:path w="2231390" h="3105150">
                    <a:moveTo>
                      <a:pt x="9525" y="1432204"/>
                    </a:moveTo>
                    <a:lnTo>
                      <a:pt x="9055" y="1431086"/>
                    </a:lnTo>
                    <a:lnTo>
                      <a:pt x="7200" y="1429219"/>
                    </a:lnTo>
                    <a:lnTo>
                      <a:pt x="6070" y="1428762"/>
                    </a:lnTo>
                    <a:lnTo>
                      <a:pt x="3441" y="1428762"/>
                    </a:lnTo>
                    <a:lnTo>
                      <a:pt x="2324" y="1429219"/>
                    </a:lnTo>
                    <a:lnTo>
                      <a:pt x="457" y="1431086"/>
                    </a:lnTo>
                    <a:lnTo>
                      <a:pt x="0" y="1432204"/>
                    </a:lnTo>
                    <a:lnTo>
                      <a:pt x="0" y="1434833"/>
                    </a:lnTo>
                    <a:lnTo>
                      <a:pt x="457" y="1435950"/>
                    </a:lnTo>
                    <a:lnTo>
                      <a:pt x="2324" y="1437817"/>
                    </a:lnTo>
                    <a:lnTo>
                      <a:pt x="3441" y="1438275"/>
                    </a:lnTo>
                    <a:lnTo>
                      <a:pt x="6070" y="1438275"/>
                    </a:lnTo>
                    <a:lnTo>
                      <a:pt x="7200" y="1437817"/>
                    </a:lnTo>
                    <a:lnTo>
                      <a:pt x="9055" y="1435950"/>
                    </a:lnTo>
                    <a:lnTo>
                      <a:pt x="9525" y="1434833"/>
                    </a:lnTo>
                    <a:lnTo>
                      <a:pt x="9525" y="1432204"/>
                    </a:lnTo>
                    <a:close/>
                  </a:path>
                  <a:path w="2231390" h="3105150">
                    <a:moveTo>
                      <a:pt x="9525" y="1384579"/>
                    </a:moveTo>
                    <a:lnTo>
                      <a:pt x="9055" y="1383461"/>
                    </a:lnTo>
                    <a:lnTo>
                      <a:pt x="7200" y="1381594"/>
                    </a:lnTo>
                    <a:lnTo>
                      <a:pt x="6070" y="1381125"/>
                    </a:lnTo>
                    <a:lnTo>
                      <a:pt x="3441" y="1381125"/>
                    </a:lnTo>
                    <a:lnTo>
                      <a:pt x="2324" y="1381594"/>
                    </a:lnTo>
                    <a:lnTo>
                      <a:pt x="457" y="1383461"/>
                    </a:lnTo>
                    <a:lnTo>
                      <a:pt x="0" y="1384579"/>
                    </a:lnTo>
                    <a:lnTo>
                      <a:pt x="0" y="1387208"/>
                    </a:lnTo>
                    <a:lnTo>
                      <a:pt x="457" y="1388325"/>
                    </a:lnTo>
                    <a:lnTo>
                      <a:pt x="2324" y="1390192"/>
                    </a:lnTo>
                    <a:lnTo>
                      <a:pt x="3441" y="1390650"/>
                    </a:lnTo>
                    <a:lnTo>
                      <a:pt x="6070" y="1390650"/>
                    </a:lnTo>
                    <a:lnTo>
                      <a:pt x="7200" y="1390192"/>
                    </a:lnTo>
                    <a:lnTo>
                      <a:pt x="9055" y="1388325"/>
                    </a:lnTo>
                    <a:lnTo>
                      <a:pt x="9525" y="1387208"/>
                    </a:lnTo>
                    <a:lnTo>
                      <a:pt x="9525" y="1384579"/>
                    </a:lnTo>
                    <a:close/>
                  </a:path>
                  <a:path w="2231390" h="3105150">
                    <a:moveTo>
                      <a:pt x="9525" y="1336954"/>
                    </a:moveTo>
                    <a:lnTo>
                      <a:pt x="9055" y="1335836"/>
                    </a:lnTo>
                    <a:lnTo>
                      <a:pt x="7200" y="1333969"/>
                    </a:lnTo>
                    <a:lnTo>
                      <a:pt x="6070" y="1333512"/>
                    </a:lnTo>
                    <a:lnTo>
                      <a:pt x="3441" y="1333512"/>
                    </a:lnTo>
                    <a:lnTo>
                      <a:pt x="2324" y="1333969"/>
                    </a:lnTo>
                    <a:lnTo>
                      <a:pt x="457" y="1335836"/>
                    </a:lnTo>
                    <a:lnTo>
                      <a:pt x="0" y="1336954"/>
                    </a:lnTo>
                    <a:lnTo>
                      <a:pt x="0" y="1339583"/>
                    </a:lnTo>
                    <a:lnTo>
                      <a:pt x="457" y="1340700"/>
                    </a:lnTo>
                    <a:lnTo>
                      <a:pt x="2324" y="1342567"/>
                    </a:lnTo>
                    <a:lnTo>
                      <a:pt x="3441" y="1343025"/>
                    </a:lnTo>
                    <a:lnTo>
                      <a:pt x="6070" y="1343025"/>
                    </a:lnTo>
                    <a:lnTo>
                      <a:pt x="7200" y="1342567"/>
                    </a:lnTo>
                    <a:lnTo>
                      <a:pt x="9055" y="1340700"/>
                    </a:lnTo>
                    <a:lnTo>
                      <a:pt x="9525" y="1339583"/>
                    </a:lnTo>
                    <a:lnTo>
                      <a:pt x="9525" y="1336954"/>
                    </a:lnTo>
                    <a:close/>
                  </a:path>
                  <a:path w="2231390" h="3105150">
                    <a:moveTo>
                      <a:pt x="9525" y="1289329"/>
                    </a:moveTo>
                    <a:lnTo>
                      <a:pt x="9055" y="1288211"/>
                    </a:lnTo>
                    <a:lnTo>
                      <a:pt x="7200" y="1286344"/>
                    </a:lnTo>
                    <a:lnTo>
                      <a:pt x="6070" y="1285875"/>
                    </a:lnTo>
                    <a:lnTo>
                      <a:pt x="3441" y="1285875"/>
                    </a:lnTo>
                    <a:lnTo>
                      <a:pt x="2324" y="1286344"/>
                    </a:lnTo>
                    <a:lnTo>
                      <a:pt x="457" y="1288211"/>
                    </a:lnTo>
                    <a:lnTo>
                      <a:pt x="0" y="1289329"/>
                    </a:lnTo>
                    <a:lnTo>
                      <a:pt x="0" y="1291958"/>
                    </a:lnTo>
                    <a:lnTo>
                      <a:pt x="457" y="1293075"/>
                    </a:lnTo>
                    <a:lnTo>
                      <a:pt x="2324" y="1294942"/>
                    </a:lnTo>
                    <a:lnTo>
                      <a:pt x="3441" y="1295400"/>
                    </a:lnTo>
                    <a:lnTo>
                      <a:pt x="6070" y="1295400"/>
                    </a:lnTo>
                    <a:lnTo>
                      <a:pt x="7200" y="1294942"/>
                    </a:lnTo>
                    <a:lnTo>
                      <a:pt x="9055" y="1293075"/>
                    </a:lnTo>
                    <a:lnTo>
                      <a:pt x="9525" y="1291958"/>
                    </a:lnTo>
                    <a:lnTo>
                      <a:pt x="9525" y="1289329"/>
                    </a:lnTo>
                    <a:close/>
                  </a:path>
                  <a:path w="2231390" h="3105150">
                    <a:moveTo>
                      <a:pt x="9525" y="1241704"/>
                    </a:moveTo>
                    <a:lnTo>
                      <a:pt x="9055" y="1240586"/>
                    </a:lnTo>
                    <a:lnTo>
                      <a:pt x="7200" y="1238719"/>
                    </a:lnTo>
                    <a:lnTo>
                      <a:pt x="6070" y="1238262"/>
                    </a:lnTo>
                    <a:lnTo>
                      <a:pt x="3441" y="1238262"/>
                    </a:lnTo>
                    <a:lnTo>
                      <a:pt x="2324" y="1238719"/>
                    </a:lnTo>
                    <a:lnTo>
                      <a:pt x="457" y="1240586"/>
                    </a:lnTo>
                    <a:lnTo>
                      <a:pt x="0" y="1241704"/>
                    </a:lnTo>
                    <a:lnTo>
                      <a:pt x="0" y="1244333"/>
                    </a:lnTo>
                    <a:lnTo>
                      <a:pt x="457" y="1245450"/>
                    </a:lnTo>
                    <a:lnTo>
                      <a:pt x="2324" y="1247317"/>
                    </a:lnTo>
                    <a:lnTo>
                      <a:pt x="3441" y="1247775"/>
                    </a:lnTo>
                    <a:lnTo>
                      <a:pt x="6070" y="1247775"/>
                    </a:lnTo>
                    <a:lnTo>
                      <a:pt x="7200" y="1247317"/>
                    </a:lnTo>
                    <a:lnTo>
                      <a:pt x="9055" y="1245450"/>
                    </a:lnTo>
                    <a:lnTo>
                      <a:pt x="9525" y="1244333"/>
                    </a:lnTo>
                    <a:lnTo>
                      <a:pt x="9525" y="1241704"/>
                    </a:lnTo>
                    <a:close/>
                  </a:path>
                  <a:path w="2231390" h="3105150">
                    <a:moveTo>
                      <a:pt x="9525" y="1194079"/>
                    </a:moveTo>
                    <a:lnTo>
                      <a:pt x="9055" y="1192961"/>
                    </a:lnTo>
                    <a:lnTo>
                      <a:pt x="7200" y="1191094"/>
                    </a:lnTo>
                    <a:lnTo>
                      <a:pt x="6070" y="1190637"/>
                    </a:lnTo>
                    <a:lnTo>
                      <a:pt x="3441" y="1190637"/>
                    </a:lnTo>
                    <a:lnTo>
                      <a:pt x="2324" y="1191094"/>
                    </a:lnTo>
                    <a:lnTo>
                      <a:pt x="457" y="1192961"/>
                    </a:lnTo>
                    <a:lnTo>
                      <a:pt x="0" y="1194079"/>
                    </a:lnTo>
                    <a:lnTo>
                      <a:pt x="0" y="1196708"/>
                    </a:lnTo>
                    <a:lnTo>
                      <a:pt x="457" y="1197825"/>
                    </a:lnTo>
                    <a:lnTo>
                      <a:pt x="2324" y="1199692"/>
                    </a:lnTo>
                    <a:lnTo>
                      <a:pt x="3441" y="1200162"/>
                    </a:lnTo>
                    <a:lnTo>
                      <a:pt x="6070" y="1200162"/>
                    </a:lnTo>
                    <a:lnTo>
                      <a:pt x="7200" y="1199692"/>
                    </a:lnTo>
                    <a:lnTo>
                      <a:pt x="9055" y="1197825"/>
                    </a:lnTo>
                    <a:lnTo>
                      <a:pt x="9525" y="1196708"/>
                    </a:lnTo>
                    <a:lnTo>
                      <a:pt x="9525" y="1194079"/>
                    </a:lnTo>
                    <a:close/>
                  </a:path>
                  <a:path w="2231390" h="3105150">
                    <a:moveTo>
                      <a:pt x="9525" y="1146454"/>
                    </a:moveTo>
                    <a:lnTo>
                      <a:pt x="9055" y="1145336"/>
                    </a:lnTo>
                    <a:lnTo>
                      <a:pt x="7200" y="1143469"/>
                    </a:lnTo>
                    <a:lnTo>
                      <a:pt x="6070" y="1143012"/>
                    </a:lnTo>
                    <a:lnTo>
                      <a:pt x="3441" y="1143012"/>
                    </a:lnTo>
                    <a:lnTo>
                      <a:pt x="2324" y="1143469"/>
                    </a:lnTo>
                    <a:lnTo>
                      <a:pt x="457" y="1145336"/>
                    </a:lnTo>
                    <a:lnTo>
                      <a:pt x="0" y="1146454"/>
                    </a:lnTo>
                    <a:lnTo>
                      <a:pt x="0" y="1149083"/>
                    </a:lnTo>
                    <a:lnTo>
                      <a:pt x="457" y="1150200"/>
                    </a:lnTo>
                    <a:lnTo>
                      <a:pt x="2324" y="1152067"/>
                    </a:lnTo>
                    <a:lnTo>
                      <a:pt x="3441" y="1152525"/>
                    </a:lnTo>
                    <a:lnTo>
                      <a:pt x="6070" y="1152525"/>
                    </a:lnTo>
                    <a:lnTo>
                      <a:pt x="7200" y="1152067"/>
                    </a:lnTo>
                    <a:lnTo>
                      <a:pt x="9055" y="1150200"/>
                    </a:lnTo>
                    <a:lnTo>
                      <a:pt x="9525" y="1149083"/>
                    </a:lnTo>
                    <a:lnTo>
                      <a:pt x="9525" y="1146454"/>
                    </a:lnTo>
                    <a:close/>
                  </a:path>
                  <a:path w="2231390" h="3105150">
                    <a:moveTo>
                      <a:pt x="9525" y="1098829"/>
                    </a:moveTo>
                    <a:lnTo>
                      <a:pt x="9055" y="1097711"/>
                    </a:lnTo>
                    <a:lnTo>
                      <a:pt x="7200" y="1095844"/>
                    </a:lnTo>
                    <a:lnTo>
                      <a:pt x="6070" y="1095387"/>
                    </a:lnTo>
                    <a:lnTo>
                      <a:pt x="3441" y="1095387"/>
                    </a:lnTo>
                    <a:lnTo>
                      <a:pt x="2324" y="1095844"/>
                    </a:lnTo>
                    <a:lnTo>
                      <a:pt x="457" y="1097711"/>
                    </a:lnTo>
                    <a:lnTo>
                      <a:pt x="0" y="1098829"/>
                    </a:lnTo>
                    <a:lnTo>
                      <a:pt x="0" y="1101458"/>
                    </a:lnTo>
                    <a:lnTo>
                      <a:pt x="457" y="1102575"/>
                    </a:lnTo>
                    <a:lnTo>
                      <a:pt x="2324" y="1104442"/>
                    </a:lnTo>
                    <a:lnTo>
                      <a:pt x="3441" y="1104900"/>
                    </a:lnTo>
                    <a:lnTo>
                      <a:pt x="6070" y="1104900"/>
                    </a:lnTo>
                    <a:lnTo>
                      <a:pt x="7200" y="1104442"/>
                    </a:lnTo>
                    <a:lnTo>
                      <a:pt x="9055" y="1102575"/>
                    </a:lnTo>
                    <a:lnTo>
                      <a:pt x="9525" y="1101458"/>
                    </a:lnTo>
                    <a:lnTo>
                      <a:pt x="9525" y="1098829"/>
                    </a:lnTo>
                    <a:close/>
                  </a:path>
                  <a:path w="2231390" h="3105150">
                    <a:moveTo>
                      <a:pt x="9525" y="1051204"/>
                    </a:moveTo>
                    <a:lnTo>
                      <a:pt x="9055" y="1050086"/>
                    </a:lnTo>
                    <a:lnTo>
                      <a:pt x="7200" y="1048219"/>
                    </a:lnTo>
                    <a:lnTo>
                      <a:pt x="6070" y="1047750"/>
                    </a:lnTo>
                    <a:lnTo>
                      <a:pt x="3441" y="1047750"/>
                    </a:lnTo>
                    <a:lnTo>
                      <a:pt x="2324" y="1048219"/>
                    </a:lnTo>
                    <a:lnTo>
                      <a:pt x="457" y="1050086"/>
                    </a:lnTo>
                    <a:lnTo>
                      <a:pt x="0" y="1051204"/>
                    </a:lnTo>
                    <a:lnTo>
                      <a:pt x="0" y="1053833"/>
                    </a:lnTo>
                    <a:lnTo>
                      <a:pt x="457" y="1054950"/>
                    </a:lnTo>
                    <a:lnTo>
                      <a:pt x="2324" y="1056817"/>
                    </a:lnTo>
                    <a:lnTo>
                      <a:pt x="3441" y="1057275"/>
                    </a:lnTo>
                    <a:lnTo>
                      <a:pt x="6070" y="1057275"/>
                    </a:lnTo>
                    <a:lnTo>
                      <a:pt x="7200" y="1056817"/>
                    </a:lnTo>
                    <a:lnTo>
                      <a:pt x="9055" y="1054950"/>
                    </a:lnTo>
                    <a:lnTo>
                      <a:pt x="9525" y="1053833"/>
                    </a:lnTo>
                    <a:lnTo>
                      <a:pt x="9525" y="1051204"/>
                    </a:lnTo>
                    <a:close/>
                  </a:path>
                  <a:path w="2231390" h="3105150">
                    <a:moveTo>
                      <a:pt x="9525" y="1003579"/>
                    </a:moveTo>
                    <a:lnTo>
                      <a:pt x="9055" y="1002461"/>
                    </a:lnTo>
                    <a:lnTo>
                      <a:pt x="7200" y="1000594"/>
                    </a:lnTo>
                    <a:lnTo>
                      <a:pt x="6070" y="1000137"/>
                    </a:lnTo>
                    <a:lnTo>
                      <a:pt x="3441" y="1000137"/>
                    </a:lnTo>
                    <a:lnTo>
                      <a:pt x="2324" y="1000594"/>
                    </a:lnTo>
                    <a:lnTo>
                      <a:pt x="457" y="1002461"/>
                    </a:lnTo>
                    <a:lnTo>
                      <a:pt x="0" y="1003579"/>
                    </a:lnTo>
                    <a:lnTo>
                      <a:pt x="0" y="1006208"/>
                    </a:lnTo>
                    <a:lnTo>
                      <a:pt x="457" y="1007325"/>
                    </a:lnTo>
                    <a:lnTo>
                      <a:pt x="2324" y="1009192"/>
                    </a:lnTo>
                    <a:lnTo>
                      <a:pt x="3441" y="1009650"/>
                    </a:lnTo>
                    <a:lnTo>
                      <a:pt x="6070" y="1009650"/>
                    </a:lnTo>
                    <a:lnTo>
                      <a:pt x="7200" y="1009192"/>
                    </a:lnTo>
                    <a:lnTo>
                      <a:pt x="9055" y="1007325"/>
                    </a:lnTo>
                    <a:lnTo>
                      <a:pt x="9525" y="1006208"/>
                    </a:lnTo>
                    <a:lnTo>
                      <a:pt x="9525" y="1003579"/>
                    </a:lnTo>
                    <a:close/>
                  </a:path>
                  <a:path w="2231390" h="3105150">
                    <a:moveTo>
                      <a:pt x="9525" y="955954"/>
                    </a:moveTo>
                    <a:lnTo>
                      <a:pt x="9055" y="954836"/>
                    </a:lnTo>
                    <a:lnTo>
                      <a:pt x="7200" y="952969"/>
                    </a:lnTo>
                    <a:lnTo>
                      <a:pt x="6070" y="952512"/>
                    </a:lnTo>
                    <a:lnTo>
                      <a:pt x="3441" y="952512"/>
                    </a:lnTo>
                    <a:lnTo>
                      <a:pt x="2324" y="952969"/>
                    </a:lnTo>
                    <a:lnTo>
                      <a:pt x="457" y="954836"/>
                    </a:lnTo>
                    <a:lnTo>
                      <a:pt x="0" y="955954"/>
                    </a:lnTo>
                    <a:lnTo>
                      <a:pt x="0" y="958583"/>
                    </a:lnTo>
                    <a:lnTo>
                      <a:pt x="457" y="959700"/>
                    </a:lnTo>
                    <a:lnTo>
                      <a:pt x="2324" y="961567"/>
                    </a:lnTo>
                    <a:lnTo>
                      <a:pt x="3441" y="962025"/>
                    </a:lnTo>
                    <a:lnTo>
                      <a:pt x="6070" y="962025"/>
                    </a:lnTo>
                    <a:lnTo>
                      <a:pt x="7200" y="961567"/>
                    </a:lnTo>
                    <a:lnTo>
                      <a:pt x="9055" y="959700"/>
                    </a:lnTo>
                    <a:lnTo>
                      <a:pt x="9525" y="958583"/>
                    </a:lnTo>
                    <a:lnTo>
                      <a:pt x="9525" y="955954"/>
                    </a:lnTo>
                    <a:close/>
                  </a:path>
                  <a:path w="2231390" h="3105150">
                    <a:moveTo>
                      <a:pt x="9525" y="908329"/>
                    </a:moveTo>
                    <a:lnTo>
                      <a:pt x="9055" y="907211"/>
                    </a:lnTo>
                    <a:lnTo>
                      <a:pt x="7200" y="905344"/>
                    </a:lnTo>
                    <a:lnTo>
                      <a:pt x="6070" y="904875"/>
                    </a:lnTo>
                    <a:lnTo>
                      <a:pt x="3441" y="904875"/>
                    </a:lnTo>
                    <a:lnTo>
                      <a:pt x="2324" y="905344"/>
                    </a:lnTo>
                    <a:lnTo>
                      <a:pt x="457" y="907211"/>
                    </a:lnTo>
                    <a:lnTo>
                      <a:pt x="0" y="908329"/>
                    </a:lnTo>
                    <a:lnTo>
                      <a:pt x="0" y="910958"/>
                    </a:lnTo>
                    <a:lnTo>
                      <a:pt x="457" y="912075"/>
                    </a:lnTo>
                    <a:lnTo>
                      <a:pt x="2324" y="913942"/>
                    </a:lnTo>
                    <a:lnTo>
                      <a:pt x="3441" y="914400"/>
                    </a:lnTo>
                    <a:lnTo>
                      <a:pt x="6070" y="914400"/>
                    </a:lnTo>
                    <a:lnTo>
                      <a:pt x="7200" y="913942"/>
                    </a:lnTo>
                    <a:lnTo>
                      <a:pt x="9055" y="912075"/>
                    </a:lnTo>
                    <a:lnTo>
                      <a:pt x="9525" y="910958"/>
                    </a:lnTo>
                    <a:lnTo>
                      <a:pt x="9525" y="908329"/>
                    </a:lnTo>
                    <a:close/>
                  </a:path>
                  <a:path w="2231390" h="3105150">
                    <a:moveTo>
                      <a:pt x="9525" y="860704"/>
                    </a:moveTo>
                    <a:lnTo>
                      <a:pt x="9055" y="859586"/>
                    </a:lnTo>
                    <a:lnTo>
                      <a:pt x="7200" y="857719"/>
                    </a:lnTo>
                    <a:lnTo>
                      <a:pt x="6070" y="857262"/>
                    </a:lnTo>
                    <a:lnTo>
                      <a:pt x="3441" y="857262"/>
                    </a:lnTo>
                    <a:lnTo>
                      <a:pt x="2324" y="857719"/>
                    </a:lnTo>
                    <a:lnTo>
                      <a:pt x="457" y="859586"/>
                    </a:lnTo>
                    <a:lnTo>
                      <a:pt x="0" y="860704"/>
                    </a:lnTo>
                    <a:lnTo>
                      <a:pt x="0" y="863333"/>
                    </a:lnTo>
                    <a:lnTo>
                      <a:pt x="457" y="864450"/>
                    </a:lnTo>
                    <a:lnTo>
                      <a:pt x="2324" y="866317"/>
                    </a:lnTo>
                    <a:lnTo>
                      <a:pt x="3441" y="866775"/>
                    </a:lnTo>
                    <a:lnTo>
                      <a:pt x="6070" y="866775"/>
                    </a:lnTo>
                    <a:lnTo>
                      <a:pt x="7200" y="866317"/>
                    </a:lnTo>
                    <a:lnTo>
                      <a:pt x="9055" y="864450"/>
                    </a:lnTo>
                    <a:lnTo>
                      <a:pt x="9525" y="863333"/>
                    </a:lnTo>
                    <a:lnTo>
                      <a:pt x="9525" y="860704"/>
                    </a:lnTo>
                    <a:close/>
                  </a:path>
                  <a:path w="2231390" h="3105150">
                    <a:moveTo>
                      <a:pt x="9525" y="813079"/>
                    </a:moveTo>
                    <a:lnTo>
                      <a:pt x="9055" y="811961"/>
                    </a:lnTo>
                    <a:lnTo>
                      <a:pt x="7200" y="810094"/>
                    </a:lnTo>
                    <a:lnTo>
                      <a:pt x="6070" y="809637"/>
                    </a:lnTo>
                    <a:lnTo>
                      <a:pt x="3441" y="809637"/>
                    </a:lnTo>
                    <a:lnTo>
                      <a:pt x="2324" y="810094"/>
                    </a:lnTo>
                    <a:lnTo>
                      <a:pt x="457" y="811961"/>
                    </a:lnTo>
                    <a:lnTo>
                      <a:pt x="0" y="813079"/>
                    </a:lnTo>
                    <a:lnTo>
                      <a:pt x="0" y="815708"/>
                    </a:lnTo>
                    <a:lnTo>
                      <a:pt x="457" y="816825"/>
                    </a:lnTo>
                    <a:lnTo>
                      <a:pt x="2324" y="818692"/>
                    </a:lnTo>
                    <a:lnTo>
                      <a:pt x="3441" y="819150"/>
                    </a:lnTo>
                    <a:lnTo>
                      <a:pt x="6070" y="819150"/>
                    </a:lnTo>
                    <a:lnTo>
                      <a:pt x="7200" y="818692"/>
                    </a:lnTo>
                    <a:lnTo>
                      <a:pt x="9055" y="816825"/>
                    </a:lnTo>
                    <a:lnTo>
                      <a:pt x="9525" y="815708"/>
                    </a:lnTo>
                    <a:lnTo>
                      <a:pt x="9525" y="813079"/>
                    </a:lnTo>
                    <a:close/>
                  </a:path>
                  <a:path w="2231390" h="3105150">
                    <a:moveTo>
                      <a:pt x="9525" y="765454"/>
                    </a:moveTo>
                    <a:lnTo>
                      <a:pt x="9055" y="764336"/>
                    </a:lnTo>
                    <a:lnTo>
                      <a:pt x="7200" y="762469"/>
                    </a:lnTo>
                    <a:lnTo>
                      <a:pt x="6070" y="762012"/>
                    </a:lnTo>
                    <a:lnTo>
                      <a:pt x="3441" y="762012"/>
                    </a:lnTo>
                    <a:lnTo>
                      <a:pt x="2324" y="762469"/>
                    </a:lnTo>
                    <a:lnTo>
                      <a:pt x="457" y="764336"/>
                    </a:lnTo>
                    <a:lnTo>
                      <a:pt x="0" y="765454"/>
                    </a:lnTo>
                    <a:lnTo>
                      <a:pt x="0" y="768083"/>
                    </a:lnTo>
                    <a:lnTo>
                      <a:pt x="457" y="769200"/>
                    </a:lnTo>
                    <a:lnTo>
                      <a:pt x="2324" y="771067"/>
                    </a:lnTo>
                    <a:lnTo>
                      <a:pt x="3441" y="771525"/>
                    </a:lnTo>
                    <a:lnTo>
                      <a:pt x="6070" y="771525"/>
                    </a:lnTo>
                    <a:lnTo>
                      <a:pt x="7200" y="771067"/>
                    </a:lnTo>
                    <a:lnTo>
                      <a:pt x="9055" y="769200"/>
                    </a:lnTo>
                    <a:lnTo>
                      <a:pt x="9525" y="768083"/>
                    </a:lnTo>
                    <a:lnTo>
                      <a:pt x="9525" y="765454"/>
                    </a:lnTo>
                    <a:close/>
                  </a:path>
                  <a:path w="2231390" h="3105150">
                    <a:moveTo>
                      <a:pt x="9525" y="717829"/>
                    </a:moveTo>
                    <a:lnTo>
                      <a:pt x="9055" y="716711"/>
                    </a:lnTo>
                    <a:lnTo>
                      <a:pt x="7200" y="714844"/>
                    </a:lnTo>
                    <a:lnTo>
                      <a:pt x="6070" y="714387"/>
                    </a:lnTo>
                    <a:lnTo>
                      <a:pt x="3441" y="714387"/>
                    </a:lnTo>
                    <a:lnTo>
                      <a:pt x="2324" y="714844"/>
                    </a:lnTo>
                    <a:lnTo>
                      <a:pt x="457" y="716711"/>
                    </a:lnTo>
                    <a:lnTo>
                      <a:pt x="0" y="717829"/>
                    </a:lnTo>
                    <a:lnTo>
                      <a:pt x="0" y="720458"/>
                    </a:lnTo>
                    <a:lnTo>
                      <a:pt x="457" y="721575"/>
                    </a:lnTo>
                    <a:lnTo>
                      <a:pt x="2324" y="723442"/>
                    </a:lnTo>
                    <a:lnTo>
                      <a:pt x="3441" y="723900"/>
                    </a:lnTo>
                    <a:lnTo>
                      <a:pt x="6070" y="723900"/>
                    </a:lnTo>
                    <a:lnTo>
                      <a:pt x="7200" y="723442"/>
                    </a:lnTo>
                    <a:lnTo>
                      <a:pt x="9055" y="721575"/>
                    </a:lnTo>
                    <a:lnTo>
                      <a:pt x="9525" y="720458"/>
                    </a:lnTo>
                    <a:lnTo>
                      <a:pt x="9525" y="717829"/>
                    </a:lnTo>
                    <a:close/>
                  </a:path>
                  <a:path w="2231390" h="3105150">
                    <a:moveTo>
                      <a:pt x="9525" y="670204"/>
                    </a:moveTo>
                    <a:lnTo>
                      <a:pt x="9055" y="669086"/>
                    </a:lnTo>
                    <a:lnTo>
                      <a:pt x="7200" y="667219"/>
                    </a:lnTo>
                    <a:lnTo>
                      <a:pt x="6070" y="666762"/>
                    </a:lnTo>
                    <a:lnTo>
                      <a:pt x="3441" y="666762"/>
                    </a:lnTo>
                    <a:lnTo>
                      <a:pt x="2324" y="667219"/>
                    </a:lnTo>
                    <a:lnTo>
                      <a:pt x="457" y="669086"/>
                    </a:lnTo>
                    <a:lnTo>
                      <a:pt x="0" y="670204"/>
                    </a:lnTo>
                    <a:lnTo>
                      <a:pt x="0" y="672833"/>
                    </a:lnTo>
                    <a:lnTo>
                      <a:pt x="457" y="673950"/>
                    </a:lnTo>
                    <a:lnTo>
                      <a:pt x="2324" y="675817"/>
                    </a:lnTo>
                    <a:lnTo>
                      <a:pt x="3441" y="676287"/>
                    </a:lnTo>
                    <a:lnTo>
                      <a:pt x="6070" y="676287"/>
                    </a:lnTo>
                    <a:lnTo>
                      <a:pt x="7200" y="675817"/>
                    </a:lnTo>
                    <a:lnTo>
                      <a:pt x="9055" y="673950"/>
                    </a:lnTo>
                    <a:lnTo>
                      <a:pt x="9525" y="672833"/>
                    </a:lnTo>
                    <a:lnTo>
                      <a:pt x="9525" y="670204"/>
                    </a:lnTo>
                    <a:close/>
                  </a:path>
                  <a:path w="2231390" h="3105150">
                    <a:moveTo>
                      <a:pt x="9525" y="622579"/>
                    </a:moveTo>
                    <a:lnTo>
                      <a:pt x="9055" y="621461"/>
                    </a:lnTo>
                    <a:lnTo>
                      <a:pt x="7200" y="619594"/>
                    </a:lnTo>
                    <a:lnTo>
                      <a:pt x="6070" y="619137"/>
                    </a:lnTo>
                    <a:lnTo>
                      <a:pt x="3441" y="619137"/>
                    </a:lnTo>
                    <a:lnTo>
                      <a:pt x="2324" y="619594"/>
                    </a:lnTo>
                    <a:lnTo>
                      <a:pt x="457" y="621461"/>
                    </a:lnTo>
                    <a:lnTo>
                      <a:pt x="0" y="622579"/>
                    </a:lnTo>
                    <a:lnTo>
                      <a:pt x="0" y="625208"/>
                    </a:lnTo>
                    <a:lnTo>
                      <a:pt x="457" y="626325"/>
                    </a:lnTo>
                    <a:lnTo>
                      <a:pt x="2324" y="628192"/>
                    </a:lnTo>
                    <a:lnTo>
                      <a:pt x="3441" y="628650"/>
                    </a:lnTo>
                    <a:lnTo>
                      <a:pt x="6070" y="628650"/>
                    </a:lnTo>
                    <a:lnTo>
                      <a:pt x="7200" y="628192"/>
                    </a:lnTo>
                    <a:lnTo>
                      <a:pt x="9055" y="626325"/>
                    </a:lnTo>
                    <a:lnTo>
                      <a:pt x="9525" y="625208"/>
                    </a:lnTo>
                    <a:lnTo>
                      <a:pt x="9525" y="622579"/>
                    </a:lnTo>
                    <a:close/>
                  </a:path>
                  <a:path w="2231390" h="3105150">
                    <a:moveTo>
                      <a:pt x="9525" y="574954"/>
                    </a:moveTo>
                    <a:lnTo>
                      <a:pt x="9055" y="573836"/>
                    </a:lnTo>
                    <a:lnTo>
                      <a:pt x="7200" y="571969"/>
                    </a:lnTo>
                    <a:lnTo>
                      <a:pt x="6070" y="571512"/>
                    </a:lnTo>
                    <a:lnTo>
                      <a:pt x="3441" y="571512"/>
                    </a:lnTo>
                    <a:lnTo>
                      <a:pt x="2324" y="571969"/>
                    </a:lnTo>
                    <a:lnTo>
                      <a:pt x="457" y="573836"/>
                    </a:lnTo>
                    <a:lnTo>
                      <a:pt x="0" y="574954"/>
                    </a:lnTo>
                    <a:lnTo>
                      <a:pt x="0" y="577583"/>
                    </a:lnTo>
                    <a:lnTo>
                      <a:pt x="457" y="578700"/>
                    </a:lnTo>
                    <a:lnTo>
                      <a:pt x="2324" y="580567"/>
                    </a:lnTo>
                    <a:lnTo>
                      <a:pt x="3441" y="581025"/>
                    </a:lnTo>
                    <a:lnTo>
                      <a:pt x="6070" y="581025"/>
                    </a:lnTo>
                    <a:lnTo>
                      <a:pt x="7200" y="580567"/>
                    </a:lnTo>
                    <a:lnTo>
                      <a:pt x="9055" y="578700"/>
                    </a:lnTo>
                    <a:lnTo>
                      <a:pt x="9525" y="577583"/>
                    </a:lnTo>
                    <a:lnTo>
                      <a:pt x="9525" y="574954"/>
                    </a:lnTo>
                    <a:close/>
                  </a:path>
                  <a:path w="2231390" h="3105150">
                    <a:moveTo>
                      <a:pt x="9525" y="527329"/>
                    </a:moveTo>
                    <a:lnTo>
                      <a:pt x="9055" y="526211"/>
                    </a:lnTo>
                    <a:lnTo>
                      <a:pt x="7200" y="524344"/>
                    </a:lnTo>
                    <a:lnTo>
                      <a:pt x="6070" y="523875"/>
                    </a:lnTo>
                    <a:lnTo>
                      <a:pt x="3441" y="523875"/>
                    </a:lnTo>
                    <a:lnTo>
                      <a:pt x="2324" y="524344"/>
                    </a:lnTo>
                    <a:lnTo>
                      <a:pt x="457" y="526211"/>
                    </a:lnTo>
                    <a:lnTo>
                      <a:pt x="0" y="527329"/>
                    </a:lnTo>
                    <a:lnTo>
                      <a:pt x="0" y="529958"/>
                    </a:lnTo>
                    <a:lnTo>
                      <a:pt x="457" y="531075"/>
                    </a:lnTo>
                    <a:lnTo>
                      <a:pt x="2324" y="532942"/>
                    </a:lnTo>
                    <a:lnTo>
                      <a:pt x="3441" y="533400"/>
                    </a:lnTo>
                    <a:lnTo>
                      <a:pt x="6070" y="533400"/>
                    </a:lnTo>
                    <a:lnTo>
                      <a:pt x="7200" y="532942"/>
                    </a:lnTo>
                    <a:lnTo>
                      <a:pt x="9055" y="531075"/>
                    </a:lnTo>
                    <a:lnTo>
                      <a:pt x="9525" y="529958"/>
                    </a:lnTo>
                    <a:lnTo>
                      <a:pt x="9525" y="527329"/>
                    </a:lnTo>
                    <a:close/>
                  </a:path>
                  <a:path w="2231390" h="3105150">
                    <a:moveTo>
                      <a:pt x="9525" y="479704"/>
                    </a:moveTo>
                    <a:lnTo>
                      <a:pt x="9055" y="478586"/>
                    </a:lnTo>
                    <a:lnTo>
                      <a:pt x="7200" y="476719"/>
                    </a:lnTo>
                    <a:lnTo>
                      <a:pt x="6070" y="476250"/>
                    </a:lnTo>
                    <a:lnTo>
                      <a:pt x="3441" y="476250"/>
                    </a:lnTo>
                    <a:lnTo>
                      <a:pt x="2324" y="476719"/>
                    </a:lnTo>
                    <a:lnTo>
                      <a:pt x="457" y="478586"/>
                    </a:lnTo>
                    <a:lnTo>
                      <a:pt x="0" y="479704"/>
                    </a:lnTo>
                    <a:lnTo>
                      <a:pt x="0" y="482333"/>
                    </a:lnTo>
                    <a:lnTo>
                      <a:pt x="457" y="483450"/>
                    </a:lnTo>
                    <a:lnTo>
                      <a:pt x="2324" y="485317"/>
                    </a:lnTo>
                    <a:lnTo>
                      <a:pt x="3441" y="485775"/>
                    </a:lnTo>
                    <a:lnTo>
                      <a:pt x="6070" y="485775"/>
                    </a:lnTo>
                    <a:lnTo>
                      <a:pt x="7200" y="485317"/>
                    </a:lnTo>
                    <a:lnTo>
                      <a:pt x="9055" y="483450"/>
                    </a:lnTo>
                    <a:lnTo>
                      <a:pt x="9525" y="482333"/>
                    </a:lnTo>
                    <a:lnTo>
                      <a:pt x="9525" y="479704"/>
                    </a:lnTo>
                    <a:close/>
                  </a:path>
                  <a:path w="2231390" h="3105150">
                    <a:moveTo>
                      <a:pt x="9525" y="432079"/>
                    </a:moveTo>
                    <a:lnTo>
                      <a:pt x="9055" y="430961"/>
                    </a:lnTo>
                    <a:lnTo>
                      <a:pt x="7200" y="429094"/>
                    </a:lnTo>
                    <a:lnTo>
                      <a:pt x="6070" y="428637"/>
                    </a:lnTo>
                    <a:lnTo>
                      <a:pt x="3441" y="428637"/>
                    </a:lnTo>
                    <a:lnTo>
                      <a:pt x="2324" y="429094"/>
                    </a:lnTo>
                    <a:lnTo>
                      <a:pt x="457" y="430961"/>
                    </a:lnTo>
                    <a:lnTo>
                      <a:pt x="0" y="432079"/>
                    </a:lnTo>
                    <a:lnTo>
                      <a:pt x="0" y="434708"/>
                    </a:lnTo>
                    <a:lnTo>
                      <a:pt x="457" y="435825"/>
                    </a:lnTo>
                    <a:lnTo>
                      <a:pt x="2324" y="437692"/>
                    </a:lnTo>
                    <a:lnTo>
                      <a:pt x="3441" y="438150"/>
                    </a:lnTo>
                    <a:lnTo>
                      <a:pt x="6070" y="438150"/>
                    </a:lnTo>
                    <a:lnTo>
                      <a:pt x="7200" y="437692"/>
                    </a:lnTo>
                    <a:lnTo>
                      <a:pt x="9055" y="435825"/>
                    </a:lnTo>
                    <a:lnTo>
                      <a:pt x="9525" y="434708"/>
                    </a:lnTo>
                    <a:lnTo>
                      <a:pt x="9525" y="432079"/>
                    </a:lnTo>
                    <a:close/>
                  </a:path>
                  <a:path w="2231390" h="3105150">
                    <a:moveTo>
                      <a:pt x="9525" y="384454"/>
                    </a:moveTo>
                    <a:lnTo>
                      <a:pt x="9055" y="383336"/>
                    </a:lnTo>
                    <a:lnTo>
                      <a:pt x="7200" y="381469"/>
                    </a:lnTo>
                    <a:lnTo>
                      <a:pt x="6070" y="381012"/>
                    </a:lnTo>
                    <a:lnTo>
                      <a:pt x="3441" y="381012"/>
                    </a:lnTo>
                    <a:lnTo>
                      <a:pt x="2324" y="381469"/>
                    </a:lnTo>
                    <a:lnTo>
                      <a:pt x="457" y="383336"/>
                    </a:lnTo>
                    <a:lnTo>
                      <a:pt x="0" y="384454"/>
                    </a:lnTo>
                    <a:lnTo>
                      <a:pt x="0" y="387083"/>
                    </a:lnTo>
                    <a:lnTo>
                      <a:pt x="457" y="388200"/>
                    </a:lnTo>
                    <a:lnTo>
                      <a:pt x="2324" y="390067"/>
                    </a:lnTo>
                    <a:lnTo>
                      <a:pt x="3441" y="390525"/>
                    </a:lnTo>
                    <a:lnTo>
                      <a:pt x="6070" y="390525"/>
                    </a:lnTo>
                    <a:lnTo>
                      <a:pt x="7200" y="390067"/>
                    </a:lnTo>
                    <a:lnTo>
                      <a:pt x="9055" y="388200"/>
                    </a:lnTo>
                    <a:lnTo>
                      <a:pt x="9525" y="387083"/>
                    </a:lnTo>
                    <a:lnTo>
                      <a:pt x="9525" y="384454"/>
                    </a:lnTo>
                    <a:close/>
                  </a:path>
                  <a:path w="2231390" h="3105150">
                    <a:moveTo>
                      <a:pt x="9525" y="336829"/>
                    </a:moveTo>
                    <a:lnTo>
                      <a:pt x="9055" y="335711"/>
                    </a:lnTo>
                    <a:lnTo>
                      <a:pt x="7200" y="333844"/>
                    </a:lnTo>
                    <a:lnTo>
                      <a:pt x="6070" y="333387"/>
                    </a:lnTo>
                    <a:lnTo>
                      <a:pt x="3441" y="333387"/>
                    </a:lnTo>
                    <a:lnTo>
                      <a:pt x="2324" y="333844"/>
                    </a:lnTo>
                    <a:lnTo>
                      <a:pt x="457" y="335711"/>
                    </a:lnTo>
                    <a:lnTo>
                      <a:pt x="0" y="336829"/>
                    </a:lnTo>
                    <a:lnTo>
                      <a:pt x="0" y="339458"/>
                    </a:lnTo>
                    <a:lnTo>
                      <a:pt x="457" y="340575"/>
                    </a:lnTo>
                    <a:lnTo>
                      <a:pt x="2324" y="342442"/>
                    </a:lnTo>
                    <a:lnTo>
                      <a:pt x="3441" y="342900"/>
                    </a:lnTo>
                    <a:lnTo>
                      <a:pt x="6070" y="342900"/>
                    </a:lnTo>
                    <a:lnTo>
                      <a:pt x="7200" y="342442"/>
                    </a:lnTo>
                    <a:lnTo>
                      <a:pt x="9055" y="340575"/>
                    </a:lnTo>
                    <a:lnTo>
                      <a:pt x="9525" y="339458"/>
                    </a:lnTo>
                    <a:lnTo>
                      <a:pt x="9525" y="336829"/>
                    </a:lnTo>
                    <a:close/>
                  </a:path>
                  <a:path w="2231390" h="3105150">
                    <a:moveTo>
                      <a:pt x="9525" y="289204"/>
                    </a:moveTo>
                    <a:lnTo>
                      <a:pt x="9055" y="288086"/>
                    </a:lnTo>
                    <a:lnTo>
                      <a:pt x="7200" y="286219"/>
                    </a:lnTo>
                    <a:lnTo>
                      <a:pt x="6070" y="285762"/>
                    </a:lnTo>
                    <a:lnTo>
                      <a:pt x="3441" y="285762"/>
                    </a:lnTo>
                    <a:lnTo>
                      <a:pt x="2324" y="286219"/>
                    </a:lnTo>
                    <a:lnTo>
                      <a:pt x="457" y="288086"/>
                    </a:lnTo>
                    <a:lnTo>
                      <a:pt x="0" y="289204"/>
                    </a:lnTo>
                    <a:lnTo>
                      <a:pt x="0" y="291833"/>
                    </a:lnTo>
                    <a:lnTo>
                      <a:pt x="457" y="292950"/>
                    </a:lnTo>
                    <a:lnTo>
                      <a:pt x="2324" y="294817"/>
                    </a:lnTo>
                    <a:lnTo>
                      <a:pt x="3441" y="295275"/>
                    </a:lnTo>
                    <a:lnTo>
                      <a:pt x="6070" y="295275"/>
                    </a:lnTo>
                    <a:lnTo>
                      <a:pt x="7200" y="294817"/>
                    </a:lnTo>
                    <a:lnTo>
                      <a:pt x="9055" y="292950"/>
                    </a:lnTo>
                    <a:lnTo>
                      <a:pt x="9525" y="291833"/>
                    </a:lnTo>
                    <a:lnTo>
                      <a:pt x="9525" y="289204"/>
                    </a:lnTo>
                    <a:close/>
                  </a:path>
                  <a:path w="2231390" h="3105150">
                    <a:moveTo>
                      <a:pt x="9525" y="241579"/>
                    </a:moveTo>
                    <a:lnTo>
                      <a:pt x="9055" y="240461"/>
                    </a:lnTo>
                    <a:lnTo>
                      <a:pt x="7200" y="238594"/>
                    </a:lnTo>
                    <a:lnTo>
                      <a:pt x="6070" y="238125"/>
                    </a:lnTo>
                    <a:lnTo>
                      <a:pt x="3441" y="238125"/>
                    </a:lnTo>
                    <a:lnTo>
                      <a:pt x="2324" y="238594"/>
                    </a:lnTo>
                    <a:lnTo>
                      <a:pt x="457" y="240461"/>
                    </a:lnTo>
                    <a:lnTo>
                      <a:pt x="0" y="241579"/>
                    </a:lnTo>
                    <a:lnTo>
                      <a:pt x="0" y="244208"/>
                    </a:lnTo>
                    <a:lnTo>
                      <a:pt x="457" y="245325"/>
                    </a:lnTo>
                    <a:lnTo>
                      <a:pt x="2324" y="247192"/>
                    </a:lnTo>
                    <a:lnTo>
                      <a:pt x="3441" y="247650"/>
                    </a:lnTo>
                    <a:lnTo>
                      <a:pt x="6070" y="247650"/>
                    </a:lnTo>
                    <a:lnTo>
                      <a:pt x="7200" y="247192"/>
                    </a:lnTo>
                    <a:lnTo>
                      <a:pt x="9055" y="245325"/>
                    </a:lnTo>
                    <a:lnTo>
                      <a:pt x="9525" y="244208"/>
                    </a:lnTo>
                    <a:lnTo>
                      <a:pt x="9525" y="241579"/>
                    </a:lnTo>
                    <a:close/>
                  </a:path>
                  <a:path w="2231390" h="3105150">
                    <a:moveTo>
                      <a:pt x="9525" y="193954"/>
                    </a:moveTo>
                    <a:lnTo>
                      <a:pt x="9055" y="192836"/>
                    </a:lnTo>
                    <a:lnTo>
                      <a:pt x="7200" y="190969"/>
                    </a:lnTo>
                    <a:lnTo>
                      <a:pt x="6070" y="190512"/>
                    </a:lnTo>
                    <a:lnTo>
                      <a:pt x="3441" y="190512"/>
                    </a:lnTo>
                    <a:lnTo>
                      <a:pt x="2324" y="190969"/>
                    </a:lnTo>
                    <a:lnTo>
                      <a:pt x="457" y="192836"/>
                    </a:lnTo>
                    <a:lnTo>
                      <a:pt x="0" y="193954"/>
                    </a:lnTo>
                    <a:lnTo>
                      <a:pt x="0" y="196583"/>
                    </a:lnTo>
                    <a:lnTo>
                      <a:pt x="457" y="197700"/>
                    </a:lnTo>
                    <a:lnTo>
                      <a:pt x="2324" y="199567"/>
                    </a:lnTo>
                    <a:lnTo>
                      <a:pt x="3441" y="200025"/>
                    </a:lnTo>
                    <a:lnTo>
                      <a:pt x="6070" y="200025"/>
                    </a:lnTo>
                    <a:lnTo>
                      <a:pt x="7200" y="199567"/>
                    </a:lnTo>
                    <a:lnTo>
                      <a:pt x="9055" y="197700"/>
                    </a:lnTo>
                    <a:lnTo>
                      <a:pt x="9525" y="196583"/>
                    </a:lnTo>
                    <a:lnTo>
                      <a:pt x="9525" y="193954"/>
                    </a:lnTo>
                    <a:close/>
                  </a:path>
                  <a:path w="2231390" h="3105150">
                    <a:moveTo>
                      <a:pt x="9525" y="146329"/>
                    </a:moveTo>
                    <a:lnTo>
                      <a:pt x="9055" y="145211"/>
                    </a:lnTo>
                    <a:lnTo>
                      <a:pt x="7200" y="143344"/>
                    </a:lnTo>
                    <a:lnTo>
                      <a:pt x="6070" y="142887"/>
                    </a:lnTo>
                    <a:lnTo>
                      <a:pt x="3441" y="142887"/>
                    </a:lnTo>
                    <a:lnTo>
                      <a:pt x="2324" y="143344"/>
                    </a:lnTo>
                    <a:lnTo>
                      <a:pt x="457" y="145211"/>
                    </a:lnTo>
                    <a:lnTo>
                      <a:pt x="0" y="146329"/>
                    </a:lnTo>
                    <a:lnTo>
                      <a:pt x="0" y="148958"/>
                    </a:lnTo>
                    <a:lnTo>
                      <a:pt x="457" y="150075"/>
                    </a:lnTo>
                    <a:lnTo>
                      <a:pt x="2324" y="151942"/>
                    </a:lnTo>
                    <a:lnTo>
                      <a:pt x="3441" y="152400"/>
                    </a:lnTo>
                    <a:lnTo>
                      <a:pt x="6070" y="152400"/>
                    </a:lnTo>
                    <a:lnTo>
                      <a:pt x="7200" y="151942"/>
                    </a:lnTo>
                    <a:lnTo>
                      <a:pt x="9055" y="150075"/>
                    </a:lnTo>
                    <a:lnTo>
                      <a:pt x="9525" y="148958"/>
                    </a:lnTo>
                    <a:lnTo>
                      <a:pt x="9525" y="146329"/>
                    </a:lnTo>
                    <a:close/>
                  </a:path>
                  <a:path w="2231390" h="3105150">
                    <a:moveTo>
                      <a:pt x="9525" y="98704"/>
                    </a:moveTo>
                    <a:lnTo>
                      <a:pt x="9055" y="97586"/>
                    </a:lnTo>
                    <a:lnTo>
                      <a:pt x="7200" y="95719"/>
                    </a:lnTo>
                    <a:lnTo>
                      <a:pt x="6070" y="95262"/>
                    </a:lnTo>
                    <a:lnTo>
                      <a:pt x="3441" y="95262"/>
                    </a:lnTo>
                    <a:lnTo>
                      <a:pt x="2324" y="95719"/>
                    </a:lnTo>
                    <a:lnTo>
                      <a:pt x="457" y="97586"/>
                    </a:lnTo>
                    <a:lnTo>
                      <a:pt x="0" y="98704"/>
                    </a:lnTo>
                    <a:lnTo>
                      <a:pt x="0" y="101333"/>
                    </a:lnTo>
                    <a:lnTo>
                      <a:pt x="457" y="102450"/>
                    </a:lnTo>
                    <a:lnTo>
                      <a:pt x="2324" y="104317"/>
                    </a:lnTo>
                    <a:lnTo>
                      <a:pt x="3441" y="104775"/>
                    </a:lnTo>
                    <a:lnTo>
                      <a:pt x="6070" y="104775"/>
                    </a:lnTo>
                    <a:lnTo>
                      <a:pt x="7200" y="104317"/>
                    </a:lnTo>
                    <a:lnTo>
                      <a:pt x="9055" y="102450"/>
                    </a:lnTo>
                    <a:lnTo>
                      <a:pt x="9525" y="101333"/>
                    </a:lnTo>
                    <a:lnTo>
                      <a:pt x="9525" y="98704"/>
                    </a:lnTo>
                    <a:close/>
                  </a:path>
                  <a:path w="2231390" h="3105150">
                    <a:moveTo>
                      <a:pt x="9525" y="51079"/>
                    </a:moveTo>
                    <a:lnTo>
                      <a:pt x="9055" y="49961"/>
                    </a:lnTo>
                    <a:lnTo>
                      <a:pt x="7200" y="48094"/>
                    </a:lnTo>
                    <a:lnTo>
                      <a:pt x="6070" y="47637"/>
                    </a:lnTo>
                    <a:lnTo>
                      <a:pt x="3441" y="47637"/>
                    </a:lnTo>
                    <a:lnTo>
                      <a:pt x="2324" y="48094"/>
                    </a:lnTo>
                    <a:lnTo>
                      <a:pt x="457" y="49961"/>
                    </a:lnTo>
                    <a:lnTo>
                      <a:pt x="0" y="51079"/>
                    </a:lnTo>
                    <a:lnTo>
                      <a:pt x="0" y="53708"/>
                    </a:lnTo>
                    <a:lnTo>
                      <a:pt x="457" y="54825"/>
                    </a:lnTo>
                    <a:lnTo>
                      <a:pt x="2324" y="56692"/>
                    </a:lnTo>
                    <a:lnTo>
                      <a:pt x="3441" y="57150"/>
                    </a:lnTo>
                    <a:lnTo>
                      <a:pt x="6070" y="57150"/>
                    </a:lnTo>
                    <a:lnTo>
                      <a:pt x="7200" y="56692"/>
                    </a:lnTo>
                    <a:lnTo>
                      <a:pt x="9055" y="54825"/>
                    </a:lnTo>
                    <a:lnTo>
                      <a:pt x="9525" y="53708"/>
                    </a:lnTo>
                    <a:lnTo>
                      <a:pt x="9525" y="51079"/>
                    </a:lnTo>
                    <a:close/>
                  </a:path>
                  <a:path w="2231390" h="3105150">
                    <a:moveTo>
                      <a:pt x="9525" y="3454"/>
                    </a:moveTo>
                    <a:lnTo>
                      <a:pt x="9055" y="2336"/>
                    </a:lnTo>
                    <a:lnTo>
                      <a:pt x="7200" y="469"/>
                    </a:lnTo>
                    <a:lnTo>
                      <a:pt x="6070" y="0"/>
                    </a:lnTo>
                    <a:lnTo>
                      <a:pt x="3441" y="0"/>
                    </a:lnTo>
                    <a:lnTo>
                      <a:pt x="2324" y="469"/>
                    </a:lnTo>
                    <a:lnTo>
                      <a:pt x="457" y="2336"/>
                    </a:lnTo>
                    <a:lnTo>
                      <a:pt x="0" y="3454"/>
                    </a:lnTo>
                    <a:lnTo>
                      <a:pt x="0" y="6083"/>
                    </a:lnTo>
                    <a:lnTo>
                      <a:pt x="457" y="7200"/>
                    </a:lnTo>
                    <a:lnTo>
                      <a:pt x="2324" y="9067"/>
                    </a:lnTo>
                    <a:lnTo>
                      <a:pt x="3441" y="9525"/>
                    </a:lnTo>
                    <a:lnTo>
                      <a:pt x="6070" y="9525"/>
                    </a:lnTo>
                    <a:lnTo>
                      <a:pt x="7200" y="9067"/>
                    </a:lnTo>
                    <a:lnTo>
                      <a:pt x="9055" y="7200"/>
                    </a:lnTo>
                    <a:lnTo>
                      <a:pt x="9525" y="6083"/>
                    </a:lnTo>
                    <a:lnTo>
                      <a:pt x="9525" y="3454"/>
                    </a:lnTo>
                    <a:close/>
                  </a:path>
                  <a:path w="2231390" h="3105150">
                    <a:moveTo>
                      <a:pt x="750023" y="3099079"/>
                    </a:moveTo>
                    <a:lnTo>
                      <a:pt x="749554" y="3097961"/>
                    </a:lnTo>
                    <a:lnTo>
                      <a:pt x="747699" y="3096095"/>
                    </a:lnTo>
                    <a:lnTo>
                      <a:pt x="746569" y="3095625"/>
                    </a:lnTo>
                    <a:lnTo>
                      <a:pt x="743940" y="3095625"/>
                    </a:lnTo>
                    <a:lnTo>
                      <a:pt x="742823" y="3096095"/>
                    </a:lnTo>
                    <a:lnTo>
                      <a:pt x="740968" y="3097961"/>
                    </a:lnTo>
                    <a:lnTo>
                      <a:pt x="740498" y="3099079"/>
                    </a:lnTo>
                    <a:lnTo>
                      <a:pt x="740498" y="3101708"/>
                    </a:lnTo>
                    <a:lnTo>
                      <a:pt x="740968" y="3102826"/>
                    </a:lnTo>
                    <a:lnTo>
                      <a:pt x="742823" y="3104692"/>
                    </a:lnTo>
                    <a:lnTo>
                      <a:pt x="743940" y="3105150"/>
                    </a:lnTo>
                    <a:lnTo>
                      <a:pt x="746569" y="3105150"/>
                    </a:lnTo>
                    <a:lnTo>
                      <a:pt x="747699" y="3104692"/>
                    </a:lnTo>
                    <a:lnTo>
                      <a:pt x="749554" y="3102826"/>
                    </a:lnTo>
                    <a:lnTo>
                      <a:pt x="750023" y="3101708"/>
                    </a:lnTo>
                    <a:lnTo>
                      <a:pt x="750023" y="3099079"/>
                    </a:lnTo>
                    <a:close/>
                  </a:path>
                  <a:path w="2231390" h="3105150">
                    <a:moveTo>
                      <a:pt x="750023" y="3051454"/>
                    </a:moveTo>
                    <a:lnTo>
                      <a:pt x="749554" y="3050336"/>
                    </a:lnTo>
                    <a:lnTo>
                      <a:pt x="747699" y="3048470"/>
                    </a:lnTo>
                    <a:lnTo>
                      <a:pt x="746569" y="3048000"/>
                    </a:lnTo>
                    <a:lnTo>
                      <a:pt x="743940" y="3048000"/>
                    </a:lnTo>
                    <a:lnTo>
                      <a:pt x="742823" y="3048470"/>
                    </a:lnTo>
                    <a:lnTo>
                      <a:pt x="740968" y="3050336"/>
                    </a:lnTo>
                    <a:lnTo>
                      <a:pt x="740498" y="3051454"/>
                    </a:lnTo>
                    <a:lnTo>
                      <a:pt x="740498" y="3054083"/>
                    </a:lnTo>
                    <a:lnTo>
                      <a:pt x="740968" y="3055201"/>
                    </a:lnTo>
                    <a:lnTo>
                      <a:pt x="742823" y="3057067"/>
                    </a:lnTo>
                    <a:lnTo>
                      <a:pt x="743940" y="3057525"/>
                    </a:lnTo>
                    <a:lnTo>
                      <a:pt x="746569" y="3057525"/>
                    </a:lnTo>
                    <a:lnTo>
                      <a:pt x="747699" y="3057067"/>
                    </a:lnTo>
                    <a:lnTo>
                      <a:pt x="749554" y="3055201"/>
                    </a:lnTo>
                    <a:lnTo>
                      <a:pt x="750023" y="3054083"/>
                    </a:lnTo>
                    <a:lnTo>
                      <a:pt x="750023" y="3051454"/>
                    </a:lnTo>
                    <a:close/>
                  </a:path>
                  <a:path w="2231390" h="3105150">
                    <a:moveTo>
                      <a:pt x="750023" y="3003829"/>
                    </a:moveTo>
                    <a:lnTo>
                      <a:pt x="749554" y="3002711"/>
                    </a:lnTo>
                    <a:lnTo>
                      <a:pt x="747699" y="3000845"/>
                    </a:lnTo>
                    <a:lnTo>
                      <a:pt x="746569" y="3000375"/>
                    </a:lnTo>
                    <a:lnTo>
                      <a:pt x="743940" y="3000375"/>
                    </a:lnTo>
                    <a:lnTo>
                      <a:pt x="742823" y="3000845"/>
                    </a:lnTo>
                    <a:lnTo>
                      <a:pt x="740968" y="3002711"/>
                    </a:lnTo>
                    <a:lnTo>
                      <a:pt x="740498" y="3003829"/>
                    </a:lnTo>
                    <a:lnTo>
                      <a:pt x="740498" y="3006458"/>
                    </a:lnTo>
                    <a:lnTo>
                      <a:pt x="740968" y="3007576"/>
                    </a:lnTo>
                    <a:lnTo>
                      <a:pt x="742823" y="3009442"/>
                    </a:lnTo>
                    <a:lnTo>
                      <a:pt x="743940" y="3009900"/>
                    </a:lnTo>
                    <a:lnTo>
                      <a:pt x="746569" y="3009900"/>
                    </a:lnTo>
                    <a:lnTo>
                      <a:pt x="747699" y="3009442"/>
                    </a:lnTo>
                    <a:lnTo>
                      <a:pt x="749554" y="3007576"/>
                    </a:lnTo>
                    <a:lnTo>
                      <a:pt x="750023" y="3006458"/>
                    </a:lnTo>
                    <a:lnTo>
                      <a:pt x="750023" y="3003829"/>
                    </a:lnTo>
                    <a:close/>
                  </a:path>
                  <a:path w="2231390" h="3105150">
                    <a:moveTo>
                      <a:pt x="750023" y="2956204"/>
                    </a:moveTo>
                    <a:lnTo>
                      <a:pt x="749554" y="2955086"/>
                    </a:lnTo>
                    <a:lnTo>
                      <a:pt x="747699" y="2953220"/>
                    </a:lnTo>
                    <a:lnTo>
                      <a:pt x="746569" y="2952750"/>
                    </a:lnTo>
                    <a:lnTo>
                      <a:pt x="743940" y="2952750"/>
                    </a:lnTo>
                    <a:lnTo>
                      <a:pt x="742823" y="2953220"/>
                    </a:lnTo>
                    <a:lnTo>
                      <a:pt x="740968" y="2955086"/>
                    </a:lnTo>
                    <a:lnTo>
                      <a:pt x="740498" y="2956204"/>
                    </a:lnTo>
                    <a:lnTo>
                      <a:pt x="740498" y="2958833"/>
                    </a:lnTo>
                    <a:lnTo>
                      <a:pt x="740968" y="2959951"/>
                    </a:lnTo>
                    <a:lnTo>
                      <a:pt x="742823" y="2961817"/>
                    </a:lnTo>
                    <a:lnTo>
                      <a:pt x="743940" y="2962275"/>
                    </a:lnTo>
                    <a:lnTo>
                      <a:pt x="746569" y="2962275"/>
                    </a:lnTo>
                    <a:lnTo>
                      <a:pt x="747699" y="2961817"/>
                    </a:lnTo>
                    <a:lnTo>
                      <a:pt x="749554" y="2959951"/>
                    </a:lnTo>
                    <a:lnTo>
                      <a:pt x="750023" y="2958833"/>
                    </a:lnTo>
                    <a:lnTo>
                      <a:pt x="750023" y="2956204"/>
                    </a:lnTo>
                    <a:close/>
                  </a:path>
                  <a:path w="2231390" h="3105150">
                    <a:moveTo>
                      <a:pt x="750023" y="2908579"/>
                    </a:moveTo>
                    <a:lnTo>
                      <a:pt x="749554" y="2907461"/>
                    </a:lnTo>
                    <a:lnTo>
                      <a:pt x="747699" y="2905595"/>
                    </a:lnTo>
                    <a:lnTo>
                      <a:pt x="746569" y="2905125"/>
                    </a:lnTo>
                    <a:lnTo>
                      <a:pt x="743940" y="2905125"/>
                    </a:lnTo>
                    <a:lnTo>
                      <a:pt x="742823" y="2905595"/>
                    </a:lnTo>
                    <a:lnTo>
                      <a:pt x="740968" y="2907461"/>
                    </a:lnTo>
                    <a:lnTo>
                      <a:pt x="740498" y="2908579"/>
                    </a:lnTo>
                    <a:lnTo>
                      <a:pt x="740498" y="2911208"/>
                    </a:lnTo>
                    <a:lnTo>
                      <a:pt x="740968" y="2912326"/>
                    </a:lnTo>
                    <a:lnTo>
                      <a:pt x="742823" y="2914192"/>
                    </a:lnTo>
                    <a:lnTo>
                      <a:pt x="743940" y="2914650"/>
                    </a:lnTo>
                    <a:lnTo>
                      <a:pt x="746569" y="2914650"/>
                    </a:lnTo>
                    <a:lnTo>
                      <a:pt x="747699" y="2914192"/>
                    </a:lnTo>
                    <a:lnTo>
                      <a:pt x="749554" y="2912326"/>
                    </a:lnTo>
                    <a:lnTo>
                      <a:pt x="750023" y="2911208"/>
                    </a:lnTo>
                    <a:lnTo>
                      <a:pt x="750023" y="2908579"/>
                    </a:lnTo>
                    <a:close/>
                  </a:path>
                  <a:path w="2231390" h="3105150">
                    <a:moveTo>
                      <a:pt x="750023" y="2860954"/>
                    </a:moveTo>
                    <a:lnTo>
                      <a:pt x="749554" y="2859836"/>
                    </a:lnTo>
                    <a:lnTo>
                      <a:pt x="747699" y="2857970"/>
                    </a:lnTo>
                    <a:lnTo>
                      <a:pt x="746569" y="2857500"/>
                    </a:lnTo>
                    <a:lnTo>
                      <a:pt x="743940" y="2857500"/>
                    </a:lnTo>
                    <a:lnTo>
                      <a:pt x="742823" y="2857970"/>
                    </a:lnTo>
                    <a:lnTo>
                      <a:pt x="740968" y="2859836"/>
                    </a:lnTo>
                    <a:lnTo>
                      <a:pt x="740498" y="2860954"/>
                    </a:lnTo>
                    <a:lnTo>
                      <a:pt x="740498" y="2863583"/>
                    </a:lnTo>
                    <a:lnTo>
                      <a:pt x="740968" y="2864701"/>
                    </a:lnTo>
                    <a:lnTo>
                      <a:pt x="742823" y="2866567"/>
                    </a:lnTo>
                    <a:lnTo>
                      <a:pt x="743940" y="2867025"/>
                    </a:lnTo>
                    <a:lnTo>
                      <a:pt x="746569" y="2867025"/>
                    </a:lnTo>
                    <a:lnTo>
                      <a:pt x="747699" y="2866567"/>
                    </a:lnTo>
                    <a:lnTo>
                      <a:pt x="749554" y="2864701"/>
                    </a:lnTo>
                    <a:lnTo>
                      <a:pt x="750023" y="2863583"/>
                    </a:lnTo>
                    <a:lnTo>
                      <a:pt x="750023" y="2860954"/>
                    </a:lnTo>
                    <a:close/>
                  </a:path>
                  <a:path w="2231390" h="3105150">
                    <a:moveTo>
                      <a:pt x="750023" y="2813329"/>
                    </a:moveTo>
                    <a:lnTo>
                      <a:pt x="749554" y="2812211"/>
                    </a:lnTo>
                    <a:lnTo>
                      <a:pt x="747699" y="2810345"/>
                    </a:lnTo>
                    <a:lnTo>
                      <a:pt x="746569" y="2809875"/>
                    </a:lnTo>
                    <a:lnTo>
                      <a:pt x="743940" y="2809875"/>
                    </a:lnTo>
                    <a:lnTo>
                      <a:pt x="742823" y="2810345"/>
                    </a:lnTo>
                    <a:lnTo>
                      <a:pt x="740968" y="2812211"/>
                    </a:lnTo>
                    <a:lnTo>
                      <a:pt x="740498" y="2813329"/>
                    </a:lnTo>
                    <a:lnTo>
                      <a:pt x="740498" y="2815958"/>
                    </a:lnTo>
                    <a:lnTo>
                      <a:pt x="740968" y="2817076"/>
                    </a:lnTo>
                    <a:lnTo>
                      <a:pt x="742823" y="2818942"/>
                    </a:lnTo>
                    <a:lnTo>
                      <a:pt x="743940" y="2819400"/>
                    </a:lnTo>
                    <a:lnTo>
                      <a:pt x="746569" y="2819400"/>
                    </a:lnTo>
                    <a:lnTo>
                      <a:pt x="747699" y="2818942"/>
                    </a:lnTo>
                    <a:lnTo>
                      <a:pt x="749554" y="2817076"/>
                    </a:lnTo>
                    <a:lnTo>
                      <a:pt x="750023" y="2815958"/>
                    </a:lnTo>
                    <a:lnTo>
                      <a:pt x="750023" y="2813329"/>
                    </a:lnTo>
                    <a:close/>
                  </a:path>
                  <a:path w="2231390" h="3105150">
                    <a:moveTo>
                      <a:pt x="750023" y="2765704"/>
                    </a:moveTo>
                    <a:lnTo>
                      <a:pt x="749554" y="2764586"/>
                    </a:lnTo>
                    <a:lnTo>
                      <a:pt x="747699" y="2762720"/>
                    </a:lnTo>
                    <a:lnTo>
                      <a:pt x="746569" y="2762250"/>
                    </a:lnTo>
                    <a:lnTo>
                      <a:pt x="743940" y="2762250"/>
                    </a:lnTo>
                    <a:lnTo>
                      <a:pt x="742823" y="2762720"/>
                    </a:lnTo>
                    <a:lnTo>
                      <a:pt x="740968" y="2764586"/>
                    </a:lnTo>
                    <a:lnTo>
                      <a:pt x="740498" y="2765704"/>
                    </a:lnTo>
                    <a:lnTo>
                      <a:pt x="740498" y="2768333"/>
                    </a:lnTo>
                    <a:lnTo>
                      <a:pt x="740968" y="2769451"/>
                    </a:lnTo>
                    <a:lnTo>
                      <a:pt x="742823" y="2771317"/>
                    </a:lnTo>
                    <a:lnTo>
                      <a:pt x="743940" y="2771775"/>
                    </a:lnTo>
                    <a:lnTo>
                      <a:pt x="746569" y="2771775"/>
                    </a:lnTo>
                    <a:lnTo>
                      <a:pt x="747699" y="2771317"/>
                    </a:lnTo>
                    <a:lnTo>
                      <a:pt x="749554" y="2769451"/>
                    </a:lnTo>
                    <a:lnTo>
                      <a:pt x="750023" y="2768333"/>
                    </a:lnTo>
                    <a:lnTo>
                      <a:pt x="750023" y="2765704"/>
                    </a:lnTo>
                    <a:close/>
                  </a:path>
                  <a:path w="2231390" h="3105150">
                    <a:moveTo>
                      <a:pt x="750023" y="2718079"/>
                    </a:moveTo>
                    <a:lnTo>
                      <a:pt x="749554" y="2716961"/>
                    </a:lnTo>
                    <a:lnTo>
                      <a:pt x="747699" y="2715095"/>
                    </a:lnTo>
                    <a:lnTo>
                      <a:pt x="746569" y="2714625"/>
                    </a:lnTo>
                    <a:lnTo>
                      <a:pt x="743940" y="2714625"/>
                    </a:lnTo>
                    <a:lnTo>
                      <a:pt x="742823" y="2715095"/>
                    </a:lnTo>
                    <a:lnTo>
                      <a:pt x="740968" y="2716961"/>
                    </a:lnTo>
                    <a:lnTo>
                      <a:pt x="740498" y="2718079"/>
                    </a:lnTo>
                    <a:lnTo>
                      <a:pt x="740498" y="2720708"/>
                    </a:lnTo>
                    <a:lnTo>
                      <a:pt x="740968" y="2721826"/>
                    </a:lnTo>
                    <a:lnTo>
                      <a:pt x="742823" y="2723692"/>
                    </a:lnTo>
                    <a:lnTo>
                      <a:pt x="743940" y="2724150"/>
                    </a:lnTo>
                    <a:lnTo>
                      <a:pt x="746569" y="2724150"/>
                    </a:lnTo>
                    <a:lnTo>
                      <a:pt x="747699" y="2723692"/>
                    </a:lnTo>
                    <a:lnTo>
                      <a:pt x="749554" y="2721826"/>
                    </a:lnTo>
                    <a:lnTo>
                      <a:pt x="750023" y="2720708"/>
                    </a:lnTo>
                    <a:lnTo>
                      <a:pt x="750023" y="2718079"/>
                    </a:lnTo>
                    <a:close/>
                  </a:path>
                  <a:path w="2231390" h="3105150">
                    <a:moveTo>
                      <a:pt x="750023" y="2670454"/>
                    </a:moveTo>
                    <a:lnTo>
                      <a:pt x="749554" y="2669336"/>
                    </a:lnTo>
                    <a:lnTo>
                      <a:pt x="747699" y="2667470"/>
                    </a:lnTo>
                    <a:lnTo>
                      <a:pt x="746569" y="2667000"/>
                    </a:lnTo>
                    <a:lnTo>
                      <a:pt x="743940" y="2667000"/>
                    </a:lnTo>
                    <a:lnTo>
                      <a:pt x="742823" y="2667470"/>
                    </a:lnTo>
                    <a:lnTo>
                      <a:pt x="740968" y="2669336"/>
                    </a:lnTo>
                    <a:lnTo>
                      <a:pt x="740498" y="2670454"/>
                    </a:lnTo>
                    <a:lnTo>
                      <a:pt x="740498" y="2673083"/>
                    </a:lnTo>
                    <a:lnTo>
                      <a:pt x="740968" y="2674201"/>
                    </a:lnTo>
                    <a:lnTo>
                      <a:pt x="742823" y="2676067"/>
                    </a:lnTo>
                    <a:lnTo>
                      <a:pt x="743940" y="2676525"/>
                    </a:lnTo>
                    <a:lnTo>
                      <a:pt x="746569" y="2676525"/>
                    </a:lnTo>
                    <a:lnTo>
                      <a:pt x="747699" y="2676067"/>
                    </a:lnTo>
                    <a:lnTo>
                      <a:pt x="749554" y="2674201"/>
                    </a:lnTo>
                    <a:lnTo>
                      <a:pt x="750023" y="2673083"/>
                    </a:lnTo>
                    <a:lnTo>
                      <a:pt x="750023" y="2670454"/>
                    </a:lnTo>
                    <a:close/>
                  </a:path>
                  <a:path w="2231390" h="3105150">
                    <a:moveTo>
                      <a:pt x="750023" y="2622829"/>
                    </a:moveTo>
                    <a:lnTo>
                      <a:pt x="749554" y="2621711"/>
                    </a:lnTo>
                    <a:lnTo>
                      <a:pt x="747699" y="2619845"/>
                    </a:lnTo>
                    <a:lnTo>
                      <a:pt x="746569" y="2619375"/>
                    </a:lnTo>
                    <a:lnTo>
                      <a:pt x="743940" y="2619375"/>
                    </a:lnTo>
                    <a:lnTo>
                      <a:pt x="742823" y="2619845"/>
                    </a:lnTo>
                    <a:lnTo>
                      <a:pt x="740968" y="2621711"/>
                    </a:lnTo>
                    <a:lnTo>
                      <a:pt x="740498" y="2622829"/>
                    </a:lnTo>
                    <a:lnTo>
                      <a:pt x="740498" y="2625458"/>
                    </a:lnTo>
                    <a:lnTo>
                      <a:pt x="740968" y="2626576"/>
                    </a:lnTo>
                    <a:lnTo>
                      <a:pt x="742823" y="2628442"/>
                    </a:lnTo>
                    <a:lnTo>
                      <a:pt x="743940" y="2628900"/>
                    </a:lnTo>
                    <a:lnTo>
                      <a:pt x="746569" y="2628900"/>
                    </a:lnTo>
                    <a:lnTo>
                      <a:pt x="747699" y="2628442"/>
                    </a:lnTo>
                    <a:lnTo>
                      <a:pt x="749554" y="2626576"/>
                    </a:lnTo>
                    <a:lnTo>
                      <a:pt x="750023" y="2625458"/>
                    </a:lnTo>
                    <a:lnTo>
                      <a:pt x="750023" y="2622829"/>
                    </a:lnTo>
                    <a:close/>
                  </a:path>
                  <a:path w="2231390" h="3105150">
                    <a:moveTo>
                      <a:pt x="750023" y="2575204"/>
                    </a:moveTo>
                    <a:lnTo>
                      <a:pt x="749554" y="2574086"/>
                    </a:lnTo>
                    <a:lnTo>
                      <a:pt x="747699" y="2572220"/>
                    </a:lnTo>
                    <a:lnTo>
                      <a:pt x="746569" y="2571750"/>
                    </a:lnTo>
                    <a:lnTo>
                      <a:pt x="743940" y="2571750"/>
                    </a:lnTo>
                    <a:lnTo>
                      <a:pt x="742823" y="2572220"/>
                    </a:lnTo>
                    <a:lnTo>
                      <a:pt x="740968" y="2574086"/>
                    </a:lnTo>
                    <a:lnTo>
                      <a:pt x="740498" y="2575204"/>
                    </a:lnTo>
                    <a:lnTo>
                      <a:pt x="740498" y="2577833"/>
                    </a:lnTo>
                    <a:lnTo>
                      <a:pt x="740968" y="2578951"/>
                    </a:lnTo>
                    <a:lnTo>
                      <a:pt x="742823" y="2580817"/>
                    </a:lnTo>
                    <a:lnTo>
                      <a:pt x="743940" y="2581275"/>
                    </a:lnTo>
                    <a:lnTo>
                      <a:pt x="746569" y="2581275"/>
                    </a:lnTo>
                    <a:lnTo>
                      <a:pt x="747699" y="2580817"/>
                    </a:lnTo>
                    <a:lnTo>
                      <a:pt x="749554" y="2578951"/>
                    </a:lnTo>
                    <a:lnTo>
                      <a:pt x="750023" y="2577833"/>
                    </a:lnTo>
                    <a:lnTo>
                      <a:pt x="750023" y="2575204"/>
                    </a:lnTo>
                    <a:close/>
                  </a:path>
                  <a:path w="2231390" h="3105150">
                    <a:moveTo>
                      <a:pt x="750023" y="2527579"/>
                    </a:moveTo>
                    <a:lnTo>
                      <a:pt x="749554" y="2526461"/>
                    </a:lnTo>
                    <a:lnTo>
                      <a:pt x="747699" y="2524595"/>
                    </a:lnTo>
                    <a:lnTo>
                      <a:pt x="746569" y="2524125"/>
                    </a:lnTo>
                    <a:lnTo>
                      <a:pt x="743940" y="2524125"/>
                    </a:lnTo>
                    <a:lnTo>
                      <a:pt x="742823" y="2524595"/>
                    </a:lnTo>
                    <a:lnTo>
                      <a:pt x="740968" y="2526461"/>
                    </a:lnTo>
                    <a:lnTo>
                      <a:pt x="740498" y="2527579"/>
                    </a:lnTo>
                    <a:lnTo>
                      <a:pt x="740498" y="2530208"/>
                    </a:lnTo>
                    <a:lnTo>
                      <a:pt x="740968" y="2531326"/>
                    </a:lnTo>
                    <a:lnTo>
                      <a:pt x="742823" y="2533192"/>
                    </a:lnTo>
                    <a:lnTo>
                      <a:pt x="743940" y="2533650"/>
                    </a:lnTo>
                    <a:lnTo>
                      <a:pt x="746569" y="2533650"/>
                    </a:lnTo>
                    <a:lnTo>
                      <a:pt x="747699" y="2533192"/>
                    </a:lnTo>
                    <a:lnTo>
                      <a:pt x="749554" y="2531326"/>
                    </a:lnTo>
                    <a:lnTo>
                      <a:pt x="750023" y="2530208"/>
                    </a:lnTo>
                    <a:lnTo>
                      <a:pt x="750023" y="2527579"/>
                    </a:lnTo>
                    <a:close/>
                  </a:path>
                  <a:path w="2231390" h="3105150">
                    <a:moveTo>
                      <a:pt x="750023" y="2479954"/>
                    </a:moveTo>
                    <a:lnTo>
                      <a:pt x="749554" y="2478836"/>
                    </a:lnTo>
                    <a:lnTo>
                      <a:pt x="747699" y="2476970"/>
                    </a:lnTo>
                    <a:lnTo>
                      <a:pt x="746569" y="2476500"/>
                    </a:lnTo>
                    <a:lnTo>
                      <a:pt x="743940" y="2476500"/>
                    </a:lnTo>
                    <a:lnTo>
                      <a:pt x="742823" y="2476970"/>
                    </a:lnTo>
                    <a:lnTo>
                      <a:pt x="740968" y="2478836"/>
                    </a:lnTo>
                    <a:lnTo>
                      <a:pt x="740498" y="2479954"/>
                    </a:lnTo>
                    <a:lnTo>
                      <a:pt x="740498" y="2482583"/>
                    </a:lnTo>
                    <a:lnTo>
                      <a:pt x="740968" y="2483701"/>
                    </a:lnTo>
                    <a:lnTo>
                      <a:pt x="742823" y="2485567"/>
                    </a:lnTo>
                    <a:lnTo>
                      <a:pt x="743940" y="2486025"/>
                    </a:lnTo>
                    <a:lnTo>
                      <a:pt x="746569" y="2486025"/>
                    </a:lnTo>
                    <a:lnTo>
                      <a:pt x="747699" y="2485567"/>
                    </a:lnTo>
                    <a:lnTo>
                      <a:pt x="749554" y="2483701"/>
                    </a:lnTo>
                    <a:lnTo>
                      <a:pt x="750023" y="2482583"/>
                    </a:lnTo>
                    <a:lnTo>
                      <a:pt x="750023" y="2479954"/>
                    </a:lnTo>
                    <a:close/>
                  </a:path>
                  <a:path w="2231390" h="3105150">
                    <a:moveTo>
                      <a:pt x="750023" y="2432329"/>
                    </a:moveTo>
                    <a:lnTo>
                      <a:pt x="749554" y="2431211"/>
                    </a:lnTo>
                    <a:lnTo>
                      <a:pt x="747699" y="2429345"/>
                    </a:lnTo>
                    <a:lnTo>
                      <a:pt x="746569" y="2428875"/>
                    </a:lnTo>
                    <a:lnTo>
                      <a:pt x="743940" y="2428875"/>
                    </a:lnTo>
                    <a:lnTo>
                      <a:pt x="742823" y="2429345"/>
                    </a:lnTo>
                    <a:lnTo>
                      <a:pt x="740968" y="2431211"/>
                    </a:lnTo>
                    <a:lnTo>
                      <a:pt x="740498" y="2432329"/>
                    </a:lnTo>
                    <a:lnTo>
                      <a:pt x="740498" y="2434958"/>
                    </a:lnTo>
                    <a:lnTo>
                      <a:pt x="740968" y="2436076"/>
                    </a:lnTo>
                    <a:lnTo>
                      <a:pt x="742823" y="2437942"/>
                    </a:lnTo>
                    <a:lnTo>
                      <a:pt x="743940" y="2438400"/>
                    </a:lnTo>
                    <a:lnTo>
                      <a:pt x="746569" y="2438400"/>
                    </a:lnTo>
                    <a:lnTo>
                      <a:pt x="747699" y="2437942"/>
                    </a:lnTo>
                    <a:lnTo>
                      <a:pt x="749554" y="2436076"/>
                    </a:lnTo>
                    <a:lnTo>
                      <a:pt x="750023" y="2434958"/>
                    </a:lnTo>
                    <a:lnTo>
                      <a:pt x="750023" y="2432329"/>
                    </a:lnTo>
                    <a:close/>
                  </a:path>
                  <a:path w="2231390" h="3105150">
                    <a:moveTo>
                      <a:pt x="750023" y="2384704"/>
                    </a:moveTo>
                    <a:lnTo>
                      <a:pt x="749554" y="2383586"/>
                    </a:lnTo>
                    <a:lnTo>
                      <a:pt x="747699" y="2381720"/>
                    </a:lnTo>
                    <a:lnTo>
                      <a:pt x="746569" y="2381250"/>
                    </a:lnTo>
                    <a:lnTo>
                      <a:pt x="743940" y="2381250"/>
                    </a:lnTo>
                    <a:lnTo>
                      <a:pt x="742823" y="2381720"/>
                    </a:lnTo>
                    <a:lnTo>
                      <a:pt x="740968" y="2383586"/>
                    </a:lnTo>
                    <a:lnTo>
                      <a:pt x="740498" y="2384704"/>
                    </a:lnTo>
                    <a:lnTo>
                      <a:pt x="740498" y="2387333"/>
                    </a:lnTo>
                    <a:lnTo>
                      <a:pt x="740968" y="2388451"/>
                    </a:lnTo>
                    <a:lnTo>
                      <a:pt x="742823" y="2390317"/>
                    </a:lnTo>
                    <a:lnTo>
                      <a:pt x="743940" y="2390775"/>
                    </a:lnTo>
                    <a:lnTo>
                      <a:pt x="746569" y="2390775"/>
                    </a:lnTo>
                    <a:lnTo>
                      <a:pt x="747699" y="2390317"/>
                    </a:lnTo>
                    <a:lnTo>
                      <a:pt x="749554" y="2388451"/>
                    </a:lnTo>
                    <a:lnTo>
                      <a:pt x="750023" y="2387333"/>
                    </a:lnTo>
                    <a:lnTo>
                      <a:pt x="750023" y="2384704"/>
                    </a:lnTo>
                    <a:close/>
                  </a:path>
                  <a:path w="2231390" h="3105150">
                    <a:moveTo>
                      <a:pt x="750023" y="2337079"/>
                    </a:moveTo>
                    <a:lnTo>
                      <a:pt x="749554" y="2335961"/>
                    </a:lnTo>
                    <a:lnTo>
                      <a:pt x="747699" y="2334095"/>
                    </a:lnTo>
                    <a:lnTo>
                      <a:pt x="746569" y="2333625"/>
                    </a:lnTo>
                    <a:lnTo>
                      <a:pt x="743940" y="2333625"/>
                    </a:lnTo>
                    <a:lnTo>
                      <a:pt x="742823" y="2334095"/>
                    </a:lnTo>
                    <a:lnTo>
                      <a:pt x="740968" y="2335961"/>
                    </a:lnTo>
                    <a:lnTo>
                      <a:pt x="740498" y="2337079"/>
                    </a:lnTo>
                    <a:lnTo>
                      <a:pt x="740498" y="2339708"/>
                    </a:lnTo>
                    <a:lnTo>
                      <a:pt x="740968" y="2340826"/>
                    </a:lnTo>
                    <a:lnTo>
                      <a:pt x="742823" y="2342692"/>
                    </a:lnTo>
                    <a:lnTo>
                      <a:pt x="743940" y="2343150"/>
                    </a:lnTo>
                    <a:lnTo>
                      <a:pt x="746569" y="2343150"/>
                    </a:lnTo>
                    <a:lnTo>
                      <a:pt x="747699" y="2342692"/>
                    </a:lnTo>
                    <a:lnTo>
                      <a:pt x="749554" y="2340826"/>
                    </a:lnTo>
                    <a:lnTo>
                      <a:pt x="750023" y="2339708"/>
                    </a:lnTo>
                    <a:lnTo>
                      <a:pt x="750023" y="2337079"/>
                    </a:lnTo>
                    <a:close/>
                  </a:path>
                  <a:path w="2231390" h="3105150">
                    <a:moveTo>
                      <a:pt x="750023" y="2289454"/>
                    </a:moveTo>
                    <a:lnTo>
                      <a:pt x="749554" y="2288336"/>
                    </a:lnTo>
                    <a:lnTo>
                      <a:pt x="747699" y="2286470"/>
                    </a:lnTo>
                    <a:lnTo>
                      <a:pt x="746569" y="2286000"/>
                    </a:lnTo>
                    <a:lnTo>
                      <a:pt x="743940" y="2286000"/>
                    </a:lnTo>
                    <a:lnTo>
                      <a:pt x="742823" y="2286470"/>
                    </a:lnTo>
                    <a:lnTo>
                      <a:pt x="740968" y="2288336"/>
                    </a:lnTo>
                    <a:lnTo>
                      <a:pt x="740498" y="2289454"/>
                    </a:lnTo>
                    <a:lnTo>
                      <a:pt x="740498" y="2292083"/>
                    </a:lnTo>
                    <a:lnTo>
                      <a:pt x="740968" y="2293201"/>
                    </a:lnTo>
                    <a:lnTo>
                      <a:pt x="742823" y="2295067"/>
                    </a:lnTo>
                    <a:lnTo>
                      <a:pt x="743940" y="2295525"/>
                    </a:lnTo>
                    <a:lnTo>
                      <a:pt x="746569" y="2295525"/>
                    </a:lnTo>
                    <a:lnTo>
                      <a:pt x="747699" y="2295067"/>
                    </a:lnTo>
                    <a:lnTo>
                      <a:pt x="749554" y="2293201"/>
                    </a:lnTo>
                    <a:lnTo>
                      <a:pt x="750023" y="2292083"/>
                    </a:lnTo>
                    <a:lnTo>
                      <a:pt x="750023" y="2289454"/>
                    </a:lnTo>
                    <a:close/>
                  </a:path>
                  <a:path w="2231390" h="3105150">
                    <a:moveTo>
                      <a:pt x="750023" y="2241829"/>
                    </a:moveTo>
                    <a:lnTo>
                      <a:pt x="749554" y="2240711"/>
                    </a:lnTo>
                    <a:lnTo>
                      <a:pt x="747699" y="2238845"/>
                    </a:lnTo>
                    <a:lnTo>
                      <a:pt x="746569" y="2238375"/>
                    </a:lnTo>
                    <a:lnTo>
                      <a:pt x="743940" y="2238375"/>
                    </a:lnTo>
                    <a:lnTo>
                      <a:pt x="742823" y="2238845"/>
                    </a:lnTo>
                    <a:lnTo>
                      <a:pt x="740968" y="2240711"/>
                    </a:lnTo>
                    <a:lnTo>
                      <a:pt x="740498" y="2241829"/>
                    </a:lnTo>
                    <a:lnTo>
                      <a:pt x="740498" y="2244458"/>
                    </a:lnTo>
                    <a:lnTo>
                      <a:pt x="740968" y="2245576"/>
                    </a:lnTo>
                    <a:lnTo>
                      <a:pt x="742823" y="2247442"/>
                    </a:lnTo>
                    <a:lnTo>
                      <a:pt x="743940" y="2247900"/>
                    </a:lnTo>
                    <a:lnTo>
                      <a:pt x="746569" y="2247900"/>
                    </a:lnTo>
                    <a:lnTo>
                      <a:pt x="747699" y="2247442"/>
                    </a:lnTo>
                    <a:lnTo>
                      <a:pt x="749554" y="2245576"/>
                    </a:lnTo>
                    <a:lnTo>
                      <a:pt x="750023" y="2244458"/>
                    </a:lnTo>
                    <a:lnTo>
                      <a:pt x="750023" y="2241829"/>
                    </a:lnTo>
                    <a:close/>
                  </a:path>
                  <a:path w="2231390" h="3105150">
                    <a:moveTo>
                      <a:pt x="750023" y="2194204"/>
                    </a:moveTo>
                    <a:lnTo>
                      <a:pt x="749554" y="2193086"/>
                    </a:lnTo>
                    <a:lnTo>
                      <a:pt x="747699" y="2191220"/>
                    </a:lnTo>
                    <a:lnTo>
                      <a:pt x="746569" y="2190750"/>
                    </a:lnTo>
                    <a:lnTo>
                      <a:pt x="743940" y="2190750"/>
                    </a:lnTo>
                    <a:lnTo>
                      <a:pt x="742823" y="2191220"/>
                    </a:lnTo>
                    <a:lnTo>
                      <a:pt x="740968" y="2193086"/>
                    </a:lnTo>
                    <a:lnTo>
                      <a:pt x="740498" y="2194204"/>
                    </a:lnTo>
                    <a:lnTo>
                      <a:pt x="740498" y="2196833"/>
                    </a:lnTo>
                    <a:lnTo>
                      <a:pt x="740968" y="2197951"/>
                    </a:lnTo>
                    <a:lnTo>
                      <a:pt x="742823" y="2199817"/>
                    </a:lnTo>
                    <a:lnTo>
                      <a:pt x="743940" y="2200275"/>
                    </a:lnTo>
                    <a:lnTo>
                      <a:pt x="746569" y="2200275"/>
                    </a:lnTo>
                    <a:lnTo>
                      <a:pt x="747699" y="2199817"/>
                    </a:lnTo>
                    <a:lnTo>
                      <a:pt x="749554" y="2197951"/>
                    </a:lnTo>
                    <a:lnTo>
                      <a:pt x="750023" y="2196833"/>
                    </a:lnTo>
                    <a:lnTo>
                      <a:pt x="750023" y="2194204"/>
                    </a:lnTo>
                    <a:close/>
                  </a:path>
                  <a:path w="2231390" h="3105150">
                    <a:moveTo>
                      <a:pt x="750023" y="2146579"/>
                    </a:moveTo>
                    <a:lnTo>
                      <a:pt x="749554" y="2145461"/>
                    </a:lnTo>
                    <a:lnTo>
                      <a:pt x="747699" y="2143595"/>
                    </a:lnTo>
                    <a:lnTo>
                      <a:pt x="746569" y="2143137"/>
                    </a:lnTo>
                    <a:lnTo>
                      <a:pt x="743940" y="2143137"/>
                    </a:lnTo>
                    <a:lnTo>
                      <a:pt x="742823" y="2143595"/>
                    </a:lnTo>
                    <a:lnTo>
                      <a:pt x="740968" y="2145461"/>
                    </a:lnTo>
                    <a:lnTo>
                      <a:pt x="740498" y="2146579"/>
                    </a:lnTo>
                    <a:lnTo>
                      <a:pt x="740498" y="2149208"/>
                    </a:lnTo>
                    <a:lnTo>
                      <a:pt x="740968" y="2150326"/>
                    </a:lnTo>
                    <a:lnTo>
                      <a:pt x="742823" y="2152192"/>
                    </a:lnTo>
                    <a:lnTo>
                      <a:pt x="743940" y="2152650"/>
                    </a:lnTo>
                    <a:lnTo>
                      <a:pt x="746569" y="2152650"/>
                    </a:lnTo>
                    <a:lnTo>
                      <a:pt x="747699" y="2152192"/>
                    </a:lnTo>
                    <a:lnTo>
                      <a:pt x="749554" y="2150326"/>
                    </a:lnTo>
                    <a:lnTo>
                      <a:pt x="750023" y="2149208"/>
                    </a:lnTo>
                    <a:lnTo>
                      <a:pt x="750023" y="2146579"/>
                    </a:lnTo>
                    <a:close/>
                  </a:path>
                  <a:path w="2231390" h="3105150">
                    <a:moveTo>
                      <a:pt x="750023" y="2098954"/>
                    </a:moveTo>
                    <a:lnTo>
                      <a:pt x="749554" y="2097836"/>
                    </a:lnTo>
                    <a:lnTo>
                      <a:pt x="747699" y="2095969"/>
                    </a:lnTo>
                    <a:lnTo>
                      <a:pt x="746569" y="2095500"/>
                    </a:lnTo>
                    <a:lnTo>
                      <a:pt x="743940" y="2095500"/>
                    </a:lnTo>
                    <a:lnTo>
                      <a:pt x="742823" y="2095969"/>
                    </a:lnTo>
                    <a:lnTo>
                      <a:pt x="740968" y="2097836"/>
                    </a:lnTo>
                    <a:lnTo>
                      <a:pt x="740498" y="2098954"/>
                    </a:lnTo>
                    <a:lnTo>
                      <a:pt x="740498" y="2101583"/>
                    </a:lnTo>
                    <a:lnTo>
                      <a:pt x="740968" y="2102700"/>
                    </a:lnTo>
                    <a:lnTo>
                      <a:pt x="742823" y="2104567"/>
                    </a:lnTo>
                    <a:lnTo>
                      <a:pt x="743940" y="2105025"/>
                    </a:lnTo>
                    <a:lnTo>
                      <a:pt x="746569" y="2105025"/>
                    </a:lnTo>
                    <a:lnTo>
                      <a:pt x="747699" y="2104567"/>
                    </a:lnTo>
                    <a:lnTo>
                      <a:pt x="749554" y="2102700"/>
                    </a:lnTo>
                    <a:lnTo>
                      <a:pt x="750023" y="2101583"/>
                    </a:lnTo>
                    <a:lnTo>
                      <a:pt x="750023" y="2098954"/>
                    </a:lnTo>
                    <a:close/>
                  </a:path>
                  <a:path w="2231390" h="3105150">
                    <a:moveTo>
                      <a:pt x="750023" y="2051329"/>
                    </a:moveTo>
                    <a:lnTo>
                      <a:pt x="749554" y="2050211"/>
                    </a:lnTo>
                    <a:lnTo>
                      <a:pt x="747699" y="2048344"/>
                    </a:lnTo>
                    <a:lnTo>
                      <a:pt x="746569" y="2047875"/>
                    </a:lnTo>
                    <a:lnTo>
                      <a:pt x="743940" y="2047875"/>
                    </a:lnTo>
                    <a:lnTo>
                      <a:pt x="742823" y="2048344"/>
                    </a:lnTo>
                    <a:lnTo>
                      <a:pt x="740968" y="2050211"/>
                    </a:lnTo>
                    <a:lnTo>
                      <a:pt x="740498" y="2051329"/>
                    </a:lnTo>
                    <a:lnTo>
                      <a:pt x="740498" y="2053958"/>
                    </a:lnTo>
                    <a:lnTo>
                      <a:pt x="740968" y="2055075"/>
                    </a:lnTo>
                    <a:lnTo>
                      <a:pt x="742823" y="2056942"/>
                    </a:lnTo>
                    <a:lnTo>
                      <a:pt x="743940" y="2057400"/>
                    </a:lnTo>
                    <a:lnTo>
                      <a:pt x="746569" y="2057400"/>
                    </a:lnTo>
                    <a:lnTo>
                      <a:pt x="747699" y="2056942"/>
                    </a:lnTo>
                    <a:lnTo>
                      <a:pt x="749554" y="2055075"/>
                    </a:lnTo>
                    <a:lnTo>
                      <a:pt x="750023" y="2053958"/>
                    </a:lnTo>
                    <a:lnTo>
                      <a:pt x="750023" y="2051329"/>
                    </a:lnTo>
                    <a:close/>
                  </a:path>
                  <a:path w="2231390" h="3105150">
                    <a:moveTo>
                      <a:pt x="750023" y="2003704"/>
                    </a:moveTo>
                    <a:lnTo>
                      <a:pt x="749554" y="2002586"/>
                    </a:lnTo>
                    <a:lnTo>
                      <a:pt x="747699" y="2000719"/>
                    </a:lnTo>
                    <a:lnTo>
                      <a:pt x="746569" y="2000250"/>
                    </a:lnTo>
                    <a:lnTo>
                      <a:pt x="743940" y="2000250"/>
                    </a:lnTo>
                    <a:lnTo>
                      <a:pt x="742823" y="2000719"/>
                    </a:lnTo>
                    <a:lnTo>
                      <a:pt x="740968" y="2002586"/>
                    </a:lnTo>
                    <a:lnTo>
                      <a:pt x="740498" y="2003704"/>
                    </a:lnTo>
                    <a:lnTo>
                      <a:pt x="740498" y="2006333"/>
                    </a:lnTo>
                    <a:lnTo>
                      <a:pt x="740968" y="2007450"/>
                    </a:lnTo>
                    <a:lnTo>
                      <a:pt x="742823" y="2009317"/>
                    </a:lnTo>
                    <a:lnTo>
                      <a:pt x="743940" y="2009775"/>
                    </a:lnTo>
                    <a:lnTo>
                      <a:pt x="746569" y="2009775"/>
                    </a:lnTo>
                    <a:lnTo>
                      <a:pt x="747699" y="2009317"/>
                    </a:lnTo>
                    <a:lnTo>
                      <a:pt x="749554" y="2007450"/>
                    </a:lnTo>
                    <a:lnTo>
                      <a:pt x="750023" y="2006333"/>
                    </a:lnTo>
                    <a:lnTo>
                      <a:pt x="750023" y="2003704"/>
                    </a:lnTo>
                    <a:close/>
                  </a:path>
                  <a:path w="2231390" h="3105150">
                    <a:moveTo>
                      <a:pt x="750023" y="1956079"/>
                    </a:moveTo>
                    <a:lnTo>
                      <a:pt x="749554" y="1954961"/>
                    </a:lnTo>
                    <a:lnTo>
                      <a:pt x="747699" y="1953094"/>
                    </a:lnTo>
                    <a:lnTo>
                      <a:pt x="746569" y="1952625"/>
                    </a:lnTo>
                    <a:lnTo>
                      <a:pt x="743940" y="1952625"/>
                    </a:lnTo>
                    <a:lnTo>
                      <a:pt x="742823" y="1953094"/>
                    </a:lnTo>
                    <a:lnTo>
                      <a:pt x="740968" y="1954961"/>
                    </a:lnTo>
                    <a:lnTo>
                      <a:pt x="740498" y="1956079"/>
                    </a:lnTo>
                    <a:lnTo>
                      <a:pt x="740498" y="1958708"/>
                    </a:lnTo>
                    <a:lnTo>
                      <a:pt x="740968" y="1959825"/>
                    </a:lnTo>
                    <a:lnTo>
                      <a:pt x="742823" y="1961692"/>
                    </a:lnTo>
                    <a:lnTo>
                      <a:pt x="743940" y="1962150"/>
                    </a:lnTo>
                    <a:lnTo>
                      <a:pt x="746569" y="1962150"/>
                    </a:lnTo>
                    <a:lnTo>
                      <a:pt x="747699" y="1961692"/>
                    </a:lnTo>
                    <a:lnTo>
                      <a:pt x="749554" y="1959825"/>
                    </a:lnTo>
                    <a:lnTo>
                      <a:pt x="750023" y="1958708"/>
                    </a:lnTo>
                    <a:lnTo>
                      <a:pt x="750023" y="1956079"/>
                    </a:lnTo>
                    <a:close/>
                  </a:path>
                  <a:path w="2231390" h="3105150">
                    <a:moveTo>
                      <a:pt x="750023" y="1908454"/>
                    </a:moveTo>
                    <a:lnTo>
                      <a:pt x="749554" y="1907336"/>
                    </a:lnTo>
                    <a:lnTo>
                      <a:pt x="747699" y="1905469"/>
                    </a:lnTo>
                    <a:lnTo>
                      <a:pt x="746569" y="1905000"/>
                    </a:lnTo>
                    <a:lnTo>
                      <a:pt x="743940" y="1905000"/>
                    </a:lnTo>
                    <a:lnTo>
                      <a:pt x="742823" y="1905469"/>
                    </a:lnTo>
                    <a:lnTo>
                      <a:pt x="740968" y="1907336"/>
                    </a:lnTo>
                    <a:lnTo>
                      <a:pt x="740498" y="1908454"/>
                    </a:lnTo>
                    <a:lnTo>
                      <a:pt x="740498" y="1911083"/>
                    </a:lnTo>
                    <a:lnTo>
                      <a:pt x="740968" y="1912200"/>
                    </a:lnTo>
                    <a:lnTo>
                      <a:pt x="742823" y="1914067"/>
                    </a:lnTo>
                    <a:lnTo>
                      <a:pt x="743940" y="1914525"/>
                    </a:lnTo>
                    <a:lnTo>
                      <a:pt x="746569" y="1914525"/>
                    </a:lnTo>
                    <a:lnTo>
                      <a:pt x="747699" y="1914067"/>
                    </a:lnTo>
                    <a:lnTo>
                      <a:pt x="749554" y="1912200"/>
                    </a:lnTo>
                    <a:lnTo>
                      <a:pt x="750023" y="1911083"/>
                    </a:lnTo>
                    <a:lnTo>
                      <a:pt x="750023" y="1908454"/>
                    </a:lnTo>
                    <a:close/>
                  </a:path>
                  <a:path w="2231390" h="3105150">
                    <a:moveTo>
                      <a:pt x="750023" y="1860829"/>
                    </a:moveTo>
                    <a:lnTo>
                      <a:pt x="749554" y="1859711"/>
                    </a:lnTo>
                    <a:lnTo>
                      <a:pt x="747699" y="1857844"/>
                    </a:lnTo>
                    <a:lnTo>
                      <a:pt x="746569" y="1857387"/>
                    </a:lnTo>
                    <a:lnTo>
                      <a:pt x="743940" y="1857387"/>
                    </a:lnTo>
                    <a:lnTo>
                      <a:pt x="742823" y="1857844"/>
                    </a:lnTo>
                    <a:lnTo>
                      <a:pt x="740968" y="1859711"/>
                    </a:lnTo>
                    <a:lnTo>
                      <a:pt x="740498" y="1860829"/>
                    </a:lnTo>
                    <a:lnTo>
                      <a:pt x="740498" y="1863458"/>
                    </a:lnTo>
                    <a:lnTo>
                      <a:pt x="740968" y="1864575"/>
                    </a:lnTo>
                    <a:lnTo>
                      <a:pt x="742823" y="1866442"/>
                    </a:lnTo>
                    <a:lnTo>
                      <a:pt x="743940" y="1866900"/>
                    </a:lnTo>
                    <a:lnTo>
                      <a:pt x="746569" y="1866900"/>
                    </a:lnTo>
                    <a:lnTo>
                      <a:pt x="747699" y="1866442"/>
                    </a:lnTo>
                    <a:lnTo>
                      <a:pt x="749554" y="1864575"/>
                    </a:lnTo>
                    <a:lnTo>
                      <a:pt x="750023" y="1863458"/>
                    </a:lnTo>
                    <a:lnTo>
                      <a:pt x="750023" y="1860829"/>
                    </a:lnTo>
                    <a:close/>
                  </a:path>
                  <a:path w="2231390" h="3105150">
                    <a:moveTo>
                      <a:pt x="750023" y="1813204"/>
                    </a:moveTo>
                    <a:lnTo>
                      <a:pt x="749554" y="1812086"/>
                    </a:lnTo>
                    <a:lnTo>
                      <a:pt x="747699" y="1810219"/>
                    </a:lnTo>
                    <a:lnTo>
                      <a:pt x="746569" y="1809762"/>
                    </a:lnTo>
                    <a:lnTo>
                      <a:pt x="743940" y="1809762"/>
                    </a:lnTo>
                    <a:lnTo>
                      <a:pt x="742823" y="1810219"/>
                    </a:lnTo>
                    <a:lnTo>
                      <a:pt x="740968" y="1812086"/>
                    </a:lnTo>
                    <a:lnTo>
                      <a:pt x="740498" y="1813204"/>
                    </a:lnTo>
                    <a:lnTo>
                      <a:pt x="740498" y="1815833"/>
                    </a:lnTo>
                    <a:lnTo>
                      <a:pt x="740968" y="1816950"/>
                    </a:lnTo>
                    <a:lnTo>
                      <a:pt x="742823" y="1818817"/>
                    </a:lnTo>
                    <a:lnTo>
                      <a:pt x="743940" y="1819275"/>
                    </a:lnTo>
                    <a:lnTo>
                      <a:pt x="746569" y="1819275"/>
                    </a:lnTo>
                    <a:lnTo>
                      <a:pt x="747699" y="1818817"/>
                    </a:lnTo>
                    <a:lnTo>
                      <a:pt x="749554" y="1816950"/>
                    </a:lnTo>
                    <a:lnTo>
                      <a:pt x="750023" y="1815833"/>
                    </a:lnTo>
                    <a:lnTo>
                      <a:pt x="750023" y="1813204"/>
                    </a:lnTo>
                    <a:close/>
                  </a:path>
                  <a:path w="2231390" h="3105150">
                    <a:moveTo>
                      <a:pt x="750023" y="1765579"/>
                    </a:moveTo>
                    <a:lnTo>
                      <a:pt x="749554" y="1764461"/>
                    </a:lnTo>
                    <a:lnTo>
                      <a:pt x="747699" y="1762594"/>
                    </a:lnTo>
                    <a:lnTo>
                      <a:pt x="746569" y="1762125"/>
                    </a:lnTo>
                    <a:lnTo>
                      <a:pt x="743940" y="1762125"/>
                    </a:lnTo>
                    <a:lnTo>
                      <a:pt x="742823" y="1762594"/>
                    </a:lnTo>
                    <a:lnTo>
                      <a:pt x="740968" y="1764461"/>
                    </a:lnTo>
                    <a:lnTo>
                      <a:pt x="740498" y="1765579"/>
                    </a:lnTo>
                    <a:lnTo>
                      <a:pt x="740498" y="1768208"/>
                    </a:lnTo>
                    <a:lnTo>
                      <a:pt x="740968" y="1769325"/>
                    </a:lnTo>
                    <a:lnTo>
                      <a:pt x="742823" y="1771192"/>
                    </a:lnTo>
                    <a:lnTo>
                      <a:pt x="743940" y="1771650"/>
                    </a:lnTo>
                    <a:lnTo>
                      <a:pt x="746569" y="1771650"/>
                    </a:lnTo>
                    <a:lnTo>
                      <a:pt x="747699" y="1771192"/>
                    </a:lnTo>
                    <a:lnTo>
                      <a:pt x="749554" y="1769325"/>
                    </a:lnTo>
                    <a:lnTo>
                      <a:pt x="750023" y="1768208"/>
                    </a:lnTo>
                    <a:lnTo>
                      <a:pt x="750023" y="1765579"/>
                    </a:lnTo>
                    <a:close/>
                  </a:path>
                  <a:path w="2231390" h="3105150">
                    <a:moveTo>
                      <a:pt x="750023" y="1717954"/>
                    </a:moveTo>
                    <a:lnTo>
                      <a:pt x="749554" y="1716836"/>
                    </a:lnTo>
                    <a:lnTo>
                      <a:pt x="747699" y="1714969"/>
                    </a:lnTo>
                    <a:lnTo>
                      <a:pt x="746569" y="1714512"/>
                    </a:lnTo>
                    <a:lnTo>
                      <a:pt x="743940" y="1714512"/>
                    </a:lnTo>
                    <a:lnTo>
                      <a:pt x="742823" y="1714969"/>
                    </a:lnTo>
                    <a:lnTo>
                      <a:pt x="740968" y="1716836"/>
                    </a:lnTo>
                    <a:lnTo>
                      <a:pt x="740498" y="1717954"/>
                    </a:lnTo>
                    <a:lnTo>
                      <a:pt x="740498" y="1720583"/>
                    </a:lnTo>
                    <a:lnTo>
                      <a:pt x="740968" y="1721700"/>
                    </a:lnTo>
                    <a:lnTo>
                      <a:pt x="742823" y="1723567"/>
                    </a:lnTo>
                    <a:lnTo>
                      <a:pt x="743940" y="1724025"/>
                    </a:lnTo>
                    <a:lnTo>
                      <a:pt x="746569" y="1724025"/>
                    </a:lnTo>
                    <a:lnTo>
                      <a:pt x="747699" y="1723567"/>
                    </a:lnTo>
                    <a:lnTo>
                      <a:pt x="749554" y="1721700"/>
                    </a:lnTo>
                    <a:lnTo>
                      <a:pt x="750023" y="1720583"/>
                    </a:lnTo>
                    <a:lnTo>
                      <a:pt x="750023" y="1717954"/>
                    </a:lnTo>
                    <a:close/>
                  </a:path>
                  <a:path w="2231390" h="3105150">
                    <a:moveTo>
                      <a:pt x="750023" y="1670329"/>
                    </a:moveTo>
                    <a:lnTo>
                      <a:pt x="749554" y="1669211"/>
                    </a:lnTo>
                    <a:lnTo>
                      <a:pt x="747699" y="1667344"/>
                    </a:lnTo>
                    <a:lnTo>
                      <a:pt x="746569" y="1666887"/>
                    </a:lnTo>
                    <a:lnTo>
                      <a:pt x="743940" y="1666887"/>
                    </a:lnTo>
                    <a:lnTo>
                      <a:pt x="742823" y="1667344"/>
                    </a:lnTo>
                    <a:lnTo>
                      <a:pt x="740968" y="1669211"/>
                    </a:lnTo>
                    <a:lnTo>
                      <a:pt x="740498" y="1670329"/>
                    </a:lnTo>
                    <a:lnTo>
                      <a:pt x="740498" y="1672958"/>
                    </a:lnTo>
                    <a:lnTo>
                      <a:pt x="740968" y="1674075"/>
                    </a:lnTo>
                    <a:lnTo>
                      <a:pt x="742823" y="1675942"/>
                    </a:lnTo>
                    <a:lnTo>
                      <a:pt x="743940" y="1676400"/>
                    </a:lnTo>
                    <a:lnTo>
                      <a:pt x="746569" y="1676400"/>
                    </a:lnTo>
                    <a:lnTo>
                      <a:pt x="747699" y="1675942"/>
                    </a:lnTo>
                    <a:lnTo>
                      <a:pt x="749554" y="1674075"/>
                    </a:lnTo>
                    <a:lnTo>
                      <a:pt x="750023" y="1672958"/>
                    </a:lnTo>
                    <a:lnTo>
                      <a:pt x="750023" y="1670329"/>
                    </a:lnTo>
                    <a:close/>
                  </a:path>
                  <a:path w="2231390" h="3105150">
                    <a:moveTo>
                      <a:pt x="750023" y="1622704"/>
                    </a:moveTo>
                    <a:lnTo>
                      <a:pt x="749554" y="1621586"/>
                    </a:lnTo>
                    <a:lnTo>
                      <a:pt x="747699" y="1619719"/>
                    </a:lnTo>
                    <a:lnTo>
                      <a:pt x="746569" y="1619250"/>
                    </a:lnTo>
                    <a:lnTo>
                      <a:pt x="743940" y="1619250"/>
                    </a:lnTo>
                    <a:lnTo>
                      <a:pt x="742823" y="1619719"/>
                    </a:lnTo>
                    <a:lnTo>
                      <a:pt x="740968" y="1621586"/>
                    </a:lnTo>
                    <a:lnTo>
                      <a:pt x="740498" y="1622704"/>
                    </a:lnTo>
                    <a:lnTo>
                      <a:pt x="740498" y="1625333"/>
                    </a:lnTo>
                    <a:lnTo>
                      <a:pt x="740968" y="1626450"/>
                    </a:lnTo>
                    <a:lnTo>
                      <a:pt x="742823" y="1628317"/>
                    </a:lnTo>
                    <a:lnTo>
                      <a:pt x="743940" y="1628775"/>
                    </a:lnTo>
                    <a:lnTo>
                      <a:pt x="746569" y="1628775"/>
                    </a:lnTo>
                    <a:lnTo>
                      <a:pt x="747699" y="1628317"/>
                    </a:lnTo>
                    <a:lnTo>
                      <a:pt x="749554" y="1626450"/>
                    </a:lnTo>
                    <a:lnTo>
                      <a:pt x="750023" y="1625333"/>
                    </a:lnTo>
                    <a:lnTo>
                      <a:pt x="750023" y="1622704"/>
                    </a:lnTo>
                    <a:close/>
                  </a:path>
                  <a:path w="2231390" h="3105150">
                    <a:moveTo>
                      <a:pt x="750023" y="1575079"/>
                    </a:moveTo>
                    <a:lnTo>
                      <a:pt x="749554" y="1573961"/>
                    </a:lnTo>
                    <a:lnTo>
                      <a:pt x="747699" y="1572094"/>
                    </a:lnTo>
                    <a:lnTo>
                      <a:pt x="746569" y="1571637"/>
                    </a:lnTo>
                    <a:lnTo>
                      <a:pt x="743940" y="1571637"/>
                    </a:lnTo>
                    <a:lnTo>
                      <a:pt x="742823" y="1572094"/>
                    </a:lnTo>
                    <a:lnTo>
                      <a:pt x="740968" y="1573961"/>
                    </a:lnTo>
                    <a:lnTo>
                      <a:pt x="740498" y="1575079"/>
                    </a:lnTo>
                    <a:lnTo>
                      <a:pt x="740498" y="1577708"/>
                    </a:lnTo>
                    <a:lnTo>
                      <a:pt x="740968" y="1578825"/>
                    </a:lnTo>
                    <a:lnTo>
                      <a:pt x="742823" y="1580692"/>
                    </a:lnTo>
                    <a:lnTo>
                      <a:pt x="743940" y="1581150"/>
                    </a:lnTo>
                    <a:lnTo>
                      <a:pt x="746569" y="1581150"/>
                    </a:lnTo>
                    <a:lnTo>
                      <a:pt x="747699" y="1580692"/>
                    </a:lnTo>
                    <a:lnTo>
                      <a:pt x="749554" y="1578825"/>
                    </a:lnTo>
                    <a:lnTo>
                      <a:pt x="750023" y="1577708"/>
                    </a:lnTo>
                    <a:lnTo>
                      <a:pt x="750023" y="1575079"/>
                    </a:lnTo>
                    <a:close/>
                  </a:path>
                  <a:path w="2231390" h="3105150">
                    <a:moveTo>
                      <a:pt x="750023" y="1527454"/>
                    </a:moveTo>
                    <a:lnTo>
                      <a:pt x="749554" y="1526336"/>
                    </a:lnTo>
                    <a:lnTo>
                      <a:pt x="747699" y="1524469"/>
                    </a:lnTo>
                    <a:lnTo>
                      <a:pt x="746569" y="1524000"/>
                    </a:lnTo>
                    <a:lnTo>
                      <a:pt x="743940" y="1524000"/>
                    </a:lnTo>
                    <a:lnTo>
                      <a:pt x="742823" y="1524469"/>
                    </a:lnTo>
                    <a:lnTo>
                      <a:pt x="740968" y="1526336"/>
                    </a:lnTo>
                    <a:lnTo>
                      <a:pt x="740498" y="1527454"/>
                    </a:lnTo>
                    <a:lnTo>
                      <a:pt x="740498" y="1530083"/>
                    </a:lnTo>
                    <a:lnTo>
                      <a:pt x="740968" y="1531200"/>
                    </a:lnTo>
                    <a:lnTo>
                      <a:pt x="742823" y="1533067"/>
                    </a:lnTo>
                    <a:lnTo>
                      <a:pt x="743940" y="1533525"/>
                    </a:lnTo>
                    <a:lnTo>
                      <a:pt x="746569" y="1533525"/>
                    </a:lnTo>
                    <a:lnTo>
                      <a:pt x="747699" y="1533067"/>
                    </a:lnTo>
                    <a:lnTo>
                      <a:pt x="749554" y="1531200"/>
                    </a:lnTo>
                    <a:lnTo>
                      <a:pt x="750023" y="1530083"/>
                    </a:lnTo>
                    <a:lnTo>
                      <a:pt x="750023" y="1527454"/>
                    </a:lnTo>
                    <a:close/>
                  </a:path>
                  <a:path w="2231390" h="3105150">
                    <a:moveTo>
                      <a:pt x="750023" y="1479829"/>
                    </a:moveTo>
                    <a:lnTo>
                      <a:pt x="749554" y="1478711"/>
                    </a:lnTo>
                    <a:lnTo>
                      <a:pt x="747699" y="1476844"/>
                    </a:lnTo>
                    <a:lnTo>
                      <a:pt x="746569" y="1476387"/>
                    </a:lnTo>
                    <a:lnTo>
                      <a:pt x="743940" y="1476387"/>
                    </a:lnTo>
                    <a:lnTo>
                      <a:pt x="742823" y="1476844"/>
                    </a:lnTo>
                    <a:lnTo>
                      <a:pt x="740968" y="1478711"/>
                    </a:lnTo>
                    <a:lnTo>
                      <a:pt x="740498" y="1479829"/>
                    </a:lnTo>
                    <a:lnTo>
                      <a:pt x="740498" y="1482458"/>
                    </a:lnTo>
                    <a:lnTo>
                      <a:pt x="740968" y="1483575"/>
                    </a:lnTo>
                    <a:lnTo>
                      <a:pt x="742823" y="1485442"/>
                    </a:lnTo>
                    <a:lnTo>
                      <a:pt x="743940" y="1485900"/>
                    </a:lnTo>
                    <a:lnTo>
                      <a:pt x="746569" y="1485900"/>
                    </a:lnTo>
                    <a:lnTo>
                      <a:pt x="747699" y="1485442"/>
                    </a:lnTo>
                    <a:lnTo>
                      <a:pt x="749554" y="1483575"/>
                    </a:lnTo>
                    <a:lnTo>
                      <a:pt x="750023" y="1482458"/>
                    </a:lnTo>
                    <a:lnTo>
                      <a:pt x="750023" y="1479829"/>
                    </a:lnTo>
                    <a:close/>
                  </a:path>
                  <a:path w="2231390" h="3105150">
                    <a:moveTo>
                      <a:pt x="750023" y="1432204"/>
                    </a:moveTo>
                    <a:lnTo>
                      <a:pt x="749554" y="1431086"/>
                    </a:lnTo>
                    <a:lnTo>
                      <a:pt x="747699" y="1429219"/>
                    </a:lnTo>
                    <a:lnTo>
                      <a:pt x="746569" y="1428762"/>
                    </a:lnTo>
                    <a:lnTo>
                      <a:pt x="743940" y="1428762"/>
                    </a:lnTo>
                    <a:lnTo>
                      <a:pt x="742823" y="1429219"/>
                    </a:lnTo>
                    <a:lnTo>
                      <a:pt x="740968" y="1431086"/>
                    </a:lnTo>
                    <a:lnTo>
                      <a:pt x="740498" y="1432204"/>
                    </a:lnTo>
                    <a:lnTo>
                      <a:pt x="740498" y="1434833"/>
                    </a:lnTo>
                    <a:lnTo>
                      <a:pt x="740968" y="1435950"/>
                    </a:lnTo>
                    <a:lnTo>
                      <a:pt x="742823" y="1437817"/>
                    </a:lnTo>
                    <a:lnTo>
                      <a:pt x="743940" y="1438275"/>
                    </a:lnTo>
                    <a:lnTo>
                      <a:pt x="746569" y="1438275"/>
                    </a:lnTo>
                    <a:lnTo>
                      <a:pt x="747699" y="1437817"/>
                    </a:lnTo>
                    <a:lnTo>
                      <a:pt x="749554" y="1435950"/>
                    </a:lnTo>
                    <a:lnTo>
                      <a:pt x="750023" y="1434833"/>
                    </a:lnTo>
                    <a:lnTo>
                      <a:pt x="750023" y="1432204"/>
                    </a:lnTo>
                    <a:close/>
                  </a:path>
                  <a:path w="2231390" h="3105150">
                    <a:moveTo>
                      <a:pt x="750023" y="1384579"/>
                    </a:moveTo>
                    <a:lnTo>
                      <a:pt x="749554" y="1383461"/>
                    </a:lnTo>
                    <a:lnTo>
                      <a:pt x="747699" y="1381594"/>
                    </a:lnTo>
                    <a:lnTo>
                      <a:pt x="746569" y="1381125"/>
                    </a:lnTo>
                    <a:lnTo>
                      <a:pt x="743940" y="1381125"/>
                    </a:lnTo>
                    <a:lnTo>
                      <a:pt x="742823" y="1381594"/>
                    </a:lnTo>
                    <a:lnTo>
                      <a:pt x="740968" y="1383461"/>
                    </a:lnTo>
                    <a:lnTo>
                      <a:pt x="740498" y="1384579"/>
                    </a:lnTo>
                    <a:lnTo>
                      <a:pt x="740498" y="1387208"/>
                    </a:lnTo>
                    <a:lnTo>
                      <a:pt x="740968" y="1388325"/>
                    </a:lnTo>
                    <a:lnTo>
                      <a:pt x="742823" y="1390192"/>
                    </a:lnTo>
                    <a:lnTo>
                      <a:pt x="743940" y="1390650"/>
                    </a:lnTo>
                    <a:lnTo>
                      <a:pt x="746569" y="1390650"/>
                    </a:lnTo>
                    <a:lnTo>
                      <a:pt x="747699" y="1390192"/>
                    </a:lnTo>
                    <a:lnTo>
                      <a:pt x="749554" y="1388325"/>
                    </a:lnTo>
                    <a:lnTo>
                      <a:pt x="750023" y="1387208"/>
                    </a:lnTo>
                    <a:lnTo>
                      <a:pt x="750023" y="1384579"/>
                    </a:lnTo>
                    <a:close/>
                  </a:path>
                  <a:path w="2231390" h="3105150">
                    <a:moveTo>
                      <a:pt x="750023" y="1336954"/>
                    </a:moveTo>
                    <a:lnTo>
                      <a:pt x="749554" y="1335836"/>
                    </a:lnTo>
                    <a:lnTo>
                      <a:pt x="747699" y="1333969"/>
                    </a:lnTo>
                    <a:lnTo>
                      <a:pt x="746569" y="1333512"/>
                    </a:lnTo>
                    <a:lnTo>
                      <a:pt x="743940" y="1333512"/>
                    </a:lnTo>
                    <a:lnTo>
                      <a:pt x="742823" y="1333969"/>
                    </a:lnTo>
                    <a:lnTo>
                      <a:pt x="740968" y="1335836"/>
                    </a:lnTo>
                    <a:lnTo>
                      <a:pt x="740498" y="1336954"/>
                    </a:lnTo>
                    <a:lnTo>
                      <a:pt x="740498" y="1339583"/>
                    </a:lnTo>
                    <a:lnTo>
                      <a:pt x="740968" y="1340700"/>
                    </a:lnTo>
                    <a:lnTo>
                      <a:pt x="742823" y="1342567"/>
                    </a:lnTo>
                    <a:lnTo>
                      <a:pt x="743940" y="1343025"/>
                    </a:lnTo>
                    <a:lnTo>
                      <a:pt x="746569" y="1343025"/>
                    </a:lnTo>
                    <a:lnTo>
                      <a:pt x="747699" y="1342567"/>
                    </a:lnTo>
                    <a:lnTo>
                      <a:pt x="749554" y="1340700"/>
                    </a:lnTo>
                    <a:lnTo>
                      <a:pt x="750023" y="1339583"/>
                    </a:lnTo>
                    <a:lnTo>
                      <a:pt x="750023" y="1336954"/>
                    </a:lnTo>
                    <a:close/>
                  </a:path>
                  <a:path w="2231390" h="3105150">
                    <a:moveTo>
                      <a:pt x="750023" y="1289329"/>
                    </a:moveTo>
                    <a:lnTo>
                      <a:pt x="749554" y="1288211"/>
                    </a:lnTo>
                    <a:lnTo>
                      <a:pt x="747699" y="1286344"/>
                    </a:lnTo>
                    <a:lnTo>
                      <a:pt x="746569" y="1285875"/>
                    </a:lnTo>
                    <a:lnTo>
                      <a:pt x="743940" y="1285875"/>
                    </a:lnTo>
                    <a:lnTo>
                      <a:pt x="742823" y="1286344"/>
                    </a:lnTo>
                    <a:lnTo>
                      <a:pt x="740968" y="1288211"/>
                    </a:lnTo>
                    <a:lnTo>
                      <a:pt x="740498" y="1289329"/>
                    </a:lnTo>
                    <a:lnTo>
                      <a:pt x="740498" y="1291958"/>
                    </a:lnTo>
                    <a:lnTo>
                      <a:pt x="740968" y="1293075"/>
                    </a:lnTo>
                    <a:lnTo>
                      <a:pt x="742823" y="1294942"/>
                    </a:lnTo>
                    <a:lnTo>
                      <a:pt x="743940" y="1295400"/>
                    </a:lnTo>
                    <a:lnTo>
                      <a:pt x="746569" y="1295400"/>
                    </a:lnTo>
                    <a:lnTo>
                      <a:pt x="747699" y="1294942"/>
                    </a:lnTo>
                    <a:lnTo>
                      <a:pt x="749554" y="1293075"/>
                    </a:lnTo>
                    <a:lnTo>
                      <a:pt x="750023" y="1291958"/>
                    </a:lnTo>
                    <a:lnTo>
                      <a:pt x="750023" y="1289329"/>
                    </a:lnTo>
                    <a:close/>
                  </a:path>
                  <a:path w="2231390" h="3105150">
                    <a:moveTo>
                      <a:pt x="750023" y="1241704"/>
                    </a:moveTo>
                    <a:lnTo>
                      <a:pt x="749554" y="1240586"/>
                    </a:lnTo>
                    <a:lnTo>
                      <a:pt x="747699" y="1238719"/>
                    </a:lnTo>
                    <a:lnTo>
                      <a:pt x="746569" y="1238262"/>
                    </a:lnTo>
                    <a:lnTo>
                      <a:pt x="743940" y="1238262"/>
                    </a:lnTo>
                    <a:lnTo>
                      <a:pt x="742823" y="1238719"/>
                    </a:lnTo>
                    <a:lnTo>
                      <a:pt x="740968" y="1240586"/>
                    </a:lnTo>
                    <a:lnTo>
                      <a:pt x="740498" y="1241704"/>
                    </a:lnTo>
                    <a:lnTo>
                      <a:pt x="740498" y="1244333"/>
                    </a:lnTo>
                    <a:lnTo>
                      <a:pt x="740968" y="1245450"/>
                    </a:lnTo>
                    <a:lnTo>
                      <a:pt x="742823" y="1247317"/>
                    </a:lnTo>
                    <a:lnTo>
                      <a:pt x="743940" y="1247775"/>
                    </a:lnTo>
                    <a:lnTo>
                      <a:pt x="746569" y="1247775"/>
                    </a:lnTo>
                    <a:lnTo>
                      <a:pt x="747699" y="1247317"/>
                    </a:lnTo>
                    <a:lnTo>
                      <a:pt x="749554" y="1245450"/>
                    </a:lnTo>
                    <a:lnTo>
                      <a:pt x="750023" y="1244333"/>
                    </a:lnTo>
                    <a:lnTo>
                      <a:pt x="750023" y="1241704"/>
                    </a:lnTo>
                    <a:close/>
                  </a:path>
                  <a:path w="2231390" h="3105150">
                    <a:moveTo>
                      <a:pt x="750023" y="1194079"/>
                    </a:moveTo>
                    <a:lnTo>
                      <a:pt x="749554" y="1192961"/>
                    </a:lnTo>
                    <a:lnTo>
                      <a:pt x="747699" y="1191094"/>
                    </a:lnTo>
                    <a:lnTo>
                      <a:pt x="746569" y="1190637"/>
                    </a:lnTo>
                    <a:lnTo>
                      <a:pt x="743940" y="1190637"/>
                    </a:lnTo>
                    <a:lnTo>
                      <a:pt x="742823" y="1191094"/>
                    </a:lnTo>
                    <a:lnTo>
                      <a:pt x="740968" y="1192961"/>
                    </a:lnTo>
                    <a:lnTo>
                      <a:pt x="740498" y="1194079"/>
                    </a:lnTo>
                    <a:lnTo>
                      <a:pt x="740498" y="1196708"/>
                    </a:lnTo>
                    <a:lnTo>
                      <a:pt x="740968" y="1197825"/>
                    </a:lnTo>
                    <a:lnTo>
                      <a:pt x="742823" y="1199692"/>
                    </a:lnTo>
                    <a:lnTo>
                      <a:pt x="743940" y="1200162"/>
                    </a:lnTo>
                    <a:lnTo>
                      <a:pt x="746569" y="1200162"/>
                    </a:lnTo>
                    <a:lnTo>
                      <a:pt x="747699" y="1199692"/>
                    </a:lnTo>
                    <a:lnTo>
                      <a:pt x="749554" y="1197825"/>
                    </a:lnTo>
                    <a:lnTo>
                      <a:pt x="750023" y="1196708"/>
                    </a:lnTo>
                    <a:lnTo>
                      <a:pt x="750023" y="1194079"/>
                    </a:lnTo>
                    <a:close/>
                  </a:path>
                  <a:path w="2231390" h="3105150">
                    <a:moveTo>
                      <a:pt x="750023" y="1146454"/>
                    </a:moveTo>
                    <a:lnTo>
                      <a:pt x="749554" y="1145336"/>
                    </a:lnTo>
                    <a:lnTo>
                      <a:pt x="747699" y="1143469"/>
                    </a:lnTo>
                    <a:lnTo>
                      <a:pt x="746569" y="1143012"/>
                    </a:lnTo>
                    <a:lnTo>
                      <a:pt x="743940" y="1143012"/>
                    </a:lnTo>
                    <a:lnTo>
                      <a:pt x="742823" y="1143469"/>
                    </a:lnTo>
                    <a:lnTo>
                      <a:pt x="740968" y="1145336"/>
                    </a:lnTo>
                    <a:lnTo>
                      <a:pt x="740498" y="1146454"/>
                    </a:lnTo>
                    <a:lnTo>
                      <a:pt x="740498" y="1149083"/>
                    </a:lnTo>
                    <a:lnTo>
                      <a:pt x="740968" y="1150200"/>
                    </a:lnTo>
                    <a:lnTo>
                      <a:pt x="742823" y="1152067"/>
                    </a:lnTo>
                    <a:lnTo>
                      <a:pt x="743940" y="1152525"/>
                    </a:lnTo>
                    <a:lnTo>
                      <a:pt x="746569" y="1152525"/>
                    </a:lnTo>
                    <a:lnTo>
                      <a:pt x="747699" y="1152067"/>
                    </a:lnTo>
                    <a:lnTo>
                      <a:pt x="749554" y="1150200"/>
                    </a:lnTo>
                    <a:lnTo>
                      <a:pt x="750023" y="1149083"/>
                    </a:lnTo>
                    <a:lnTo>
                      <a:pt x="750023" y="1146454"/>
                    </a:lnTo>
                    <a:close/>
                  </a:path>
                  <a:path w="2231390" h="3105150">
                    <a:moveTo>
                      <a:pt x="750023" y="1098829"/>
                    </a:moveTo>
                    <a:lnTo>
                      <a:pt x="749554" y="1097711"/>
                    </a:lnTo>
                    <a:lnTo>
                      <a:pt x="747699" y="1095844"/>
                    </a:lnTo>
                    <a:lnTo>
                      <a:pt x="746569" y="1095387"/>
                    </a:lnTo>
                    <a:lnTo>
                      <a:pt x="743940" y="1095387"/>
                    </a:lnTo>
                    <a:lnTo>
                      <a:pt x="742823" y="1095844"/>
                    </a:lnTo>
                    <a:lnTo>
                      <a:pt x="740968" y="1097711"/>
                    </a:lnTo>
                    <a:lnTo>
                      <a:pt x="740498" y="1098829"/>
                    </a:lnTo>
                    <a:lnTo>
                      <a:pt x="740498" y="1101458"/>
                    </a:lnTo>
                    <a:lnTo>
                      <a:pt x="740968" y="1102575"/>
                    </a:lnTo>
                    <a:lnTo>
                      <a:pt x="742823" y="1104442"/>
                    </a:lnTo>
                    <a:lnTo>
                      <a:pt x="743940" y="1104900"/>
                    </a:lnTo>
                    <a:lnTo>
                      <a:pt x="746569" y="1104900"/>
                    </a:lnTo>
                    <a:lnTo>
                      <a:pt x="747699" y="1104442"/>
                    </a:lnTo>
                    <a:lnTo>
                      <a:pt x="749554" y="1102575"/>
                    </a:lnTo>
                    <a:lnTo>
                      <a:pt x="750023" y="1101458"/>
                    </a:lnTo>
                    <a:lnTo>
                      <a:pt x="750023" y="1098829"/>
                    </a:lnTo>
                    <a:close/>
                  </a:path>
                  <a:path w="2231390" h="3105150">
                    <a:moveTo>
                      <a:pt x="750023" y="1051204"/>
                    </a:moveTo>
                    <a:lnTo>
                      <a:pt x="749554" y="1050086"/>
                    </a:lnTo>
                    <a:lnTo>
                      <a:pt x="747699" y="1048219"/>
                    </a:lnTo>
                    <a:lnTo>
                      <a:pt x="746569" y="1047750"/>
                    </a:lnTo>
                    <a:lnTo>
                      <a:pt x="743940" y="1047750"/>
                    </a:lnTo>
                    <a:lnTo>
                      <a:pt x="742823" y="1048219"/>
                    </a:lnTo>
                    <a:lnTo>
                      <a:pt x="740968" y="1050086"/>
                    </a:lnTo>
                    <a:lnTo>
                      <a:pt x="740498" y="1051204"/>
                    </a:lnTo>
                    <a:lnTo>
                      <a:pt x="740498" y="1053833"/>
                    </a:lnTo>
                    <a:lnTo>
                      <a:pt x="740968" y="1054950"/>
                    </a:lnTo>
                    <a:lnTo>
                      <a:pt x="742823" y="1056817"/>
                    </a:lnTo>
                    <a:lnTo>
                      <a:pt x="743940" y="1057275"/>
                    </a:lnTo>
                    <a:lnTo>
                      <a:pt x="746569" y="1057275"/>
                    </a:lnTo>
                    <a:lnTo>
                      <a:pt x="747699" y="1056817"/>
                    </a:lnTo>
                    <a:lnTo>
                      <a:pt x="749554" y="1054950"/>
                    </a:lnTo>
                    <a:lnTo>
                      <a:pt x="750023" y="1053833"/>
                    </a:lnTo>
                    <a:lnTo>
                      <a:pt x="750023" y="1051204"/>
                    </a:lnTo>
                    <a:close/>
                  </a:path>
                  <a:path w="2231390" h="3105150">
                    <a:moveTo>
                      <a:pt x="750023" y="1003579"/>
                    </a:moveTo>
                    <a:lnTo>
                      <a:pt x="749554" y="1002461"/>
                    </a:lnTo>
                    <a:lnTo>
                      <a:pt x="747699" y="1000594"/>
                    </a:lnTo>
                    <a:lnTo>
                      <a:pt x="746569" y="1000137"/>
                    </a:lnTo>
                    <a:lnTo>
                      <a:pt x="743940" y="1000137"/>
                    </a:lnTo>
                    <a:lnTo>
                      <a:pt x="742823" y="1000594"/>
                    </a:lnTo>
                    <a:lnTo>
                      <a:pt x="740968" y="1002461"/>
                    </a:lnTo>
                    <a:lnTo>
                      <a:pt x="740498" y="1003579"/>
                    </a:lnTo>
                    <a:lnTo>
                      <a:pt x="740498" y="1006208"/>
                    </a:lnTo>
                    <a:lnTo>
                      <a:pt x="740968" y="1007325"/>
                    </a:lnTo>
                    <a:lnTo>
                      <a:pt x="742823" y="1009192"/>
                    </a:lnTo>
                    <a:lnTo>
                      <a:pt x="743940" y="1009650"/>
                    </a:lnTo>
                    <a:lnTo>
                      <a:pt x="746569" y="1009650"/>
                    </a:lnTo>
                    <a:lnTo>
                      <a:pt x="747699" y="1009192"/>
                    </a:lnTo>
                    <a:lnTo>
                      <a:pt x="749554" y="1007325"/>
                    </a:lnTo>
                    <a:lnTo>
                      <a:pt x="750023" y="1006208"/>
                    </a:lnTo>
                    <a:lnTo>
                      <a:pt x="750023" y="1003579"/>
                    </a:lnTo>
                    <a:close/>
                  </a:path>
                  <a:path w="2231390" h="3105150">
                    <a:moveTo>
                      <a:pt x="750023" y="955954"/>
                    </a:moveTo>
                    <a:lnTo>
                      <a:pt x="749554" y="954836"/>
                    </a:lnTo>
                    <a:lnTo>
                      <a:pt x="747699" y="952969"/>
                    </a:lnTo>
                    <a:lnTo>
                      <a:pt x="746569" y="952512"/>
                    </a:lnTo>
                    <a:lnTo>
                      <a:pt x="743940" y="952512"/>
                    </a:lnTo>
                    <a:lnTo>
                      <a:pt x="742823" y="952969"/>
                    </a:lnTo>
                    <a:lnTo>
                      <a:pt x="740968" y="954836"/>
                    </a:lnTo>
                    <a:lnTo>
                      <a:pt x="740498" y="955954"/>
                    </a:lnTo>
                    <a:lnTo>
                      <a:pt x="740498" y="958583"/>
                    </a:lnTo>
                    <a:lnTo>
                      <a:pt x="740968" y="959700"/>
                    </a:lnTo>
                    <a:lnTo>
                      <a:pt x="742823" y="961567"/>
                    </a:lnTo>
                    <a:lnTo>
                      <a:pt x="743940" y="962025"/>
                    </a:lnTo>
                    <a:lnTo>
                      <a:pt x="746569" y="962025"/>
                    </a:lnTo>
                    <a:lnTo>
                      <a:pt x="747699" y="961567"/>
                    </a:lnTo>
                    <a:lnTo>
                      <a:pt x="749554" y="959700"/>
                    </a:lnTo>
                    <a:lnTo>
                      <a:pt x="750023" y="958583"/>
                    </a:lnTo>
                    <a:lnTo>
                      <a:pt x="750023" y="955954"/>
                    </a:lnTo>
                    <a:close/>
                  </a:path>
                  <a:path w="2231390" h="3105150">
                    <a:moveTo>
                      <a:pt x="750023" y="908329"/>
                    </a:moveTo>
                    <a:lnTo>
                      <a:pt x="749554" y="907211"/>
                    </a:lnTo>
                    <a:lnTo>
                      <a:pt x="747699" y="905344"/>
                    </a:lnTo>
                    <a:lnTo>
                      <a:pt x="746569" y="904875"/>
                    </a:lnTo>
                    <a:lnTo>
                      <a:pt x="743940" y="904875"/>
                    </a:lnTo>
                    <a:lnTo>
                      <a:pt x="742823" y="905344"/>
                    </a:lnTo>
                    <a:lnTo>
                      <a:pt x="740968" y="907211"/>
                    </a:lnTo>
                    <a:lnTo>
                      <a:pt x="740498" y="908329"/>
                    </a:lnTo>
                    <a:lnTo>
                      <a:pt x="740498" y="910958"/>
                    </a:lnTo>
                    <a:lnTo>
                      <a:pt x="740968" y="912075"/>
                    </a:lnTo>
                    <a:lnTo>
                      <a:pt x="742823" y="913942"/>
                    </a:lnTo>
                    <a:lnTo>
                      <a:pt x="743940" y="914400"/>
                    </a:lnTo>
                    <a:lnTo>
                      <a:pt x="746569" y="914400"/>
                    </a:lnTo>
                    <a:lnTo>
                      <a:pt x="747699" y="913942"/>
                    </a:lnTo>
                    <a:lnTo>
                      <a:pt x="749554" y="912075"/>
                    </a:lnTo>
                    <a:lnTo>
                      <a:pt x="750023" y="910958"/>
                    </a:lnTo>
                    <a:lnTo>
                      <a:pt x="750023" y="908329"/>
                    </a:lnTo>
                    <a:close/>
                  </a:path>
                  <a:path w="2231390" h="3105150">
                    <a:moveTo>
                      <a:pt x="750023" y="860704"/>
                    </a:moveTo>
                    <a:lnTo>
                      <a:pt x="749554" y="859586"/>
                    </a:lnTo>
                    <a:lnTo>
                      <a:pt x="747699" y="857719"/>
                    </a:lnTo>
                    <a:lnTo>
                      <a:pt x="746569" y="857262"/>
                    </a:lnTo>
                    <a:lnTo>
                      <a:pt x="743940" y="857262"/>
                    </a:lnTo>
                    <a:lnTo>
                      <a:pt x="742823" y="857719"/>
                    </a:lnTo>
                    <a:lnTo>
                      <a:pt x="740968" y="859586"/>
                    </a:lnTo>
                    <a:lnTo>
                      <a:pt x="740498" y="860704"/>
                    </a:lnTo>
                    <a:lnTo>
                      <a:pt x="740498" y="863333"/>
                    </a:lnTo>
                    <a:lnTo>
                      <a:pt x="740968" y="864450"/>
                    </a:lnTo>
                    <a:lnTo>
                      <a:pt x="742823" y="866317"/>
                    </a:lnTo>
                    <a:lnTo>
                      <a:pt x="743940" y="866775"/>
                    </a:lnTo>
                    <a:lnTo>
                      <a:pt x="746569" y="866775"/>
                    </a:lnTo>
                    <a:lnTo>
                      <a:pt x="747699" y="866317"/>
                    </a:lnTo>
                    <a:lnTo>
                      <a:pt x="749554" y="864450"/>
                    </a:lnTo>
                    <a:lnTo>
                      <a:pt x="750023" y="863333"/>
                    </a:lnTo>
                    <a:lnTo>
                      <a:pt x="750023" y="860704"/>
                    </a:lnTo>
                    <a:close/>
                  </a:path>
                  <a:path w="2231390" h="3105150">
                    <a:moveTo>
                      <a:pt x="750023" y="813079"/>
                    </a:moveTo>
                    <a:lnTo>
                      <a:pt x="749554" y="811961"/>
                    </a:lnTo>
                    <a:lnTo>
                      <a:pt x="747699" y="810094"/>
                    </a:lnTo>
                    <a:lnTo>
                      <a:pt x="746569" y="809637"/>
                    </a:lnTo>
                    <a:lnTo>
                      <a:pt x="743940" y="809637"/>
                    </a:lnTo>
                    <a:lnTo>
                      <a:pt x="742823" y="810094"/>
                    </a:lnTo>
                    <a:lnTo>
                      <a:pt x="740968" y="811961"/>
                    </a:lnTo>
                    <a:lnTo>
                      <a:pt x="740498" y="813079"/>
                    </a:lnTo>
                    <a:lnTo>
                      <a:pt x="740498" y="815708"/>
                    </a:lnTo>
                    <a:lnTo>
                      <a:pt x="740968" y="816825"/>
                    </a:lnTo>
                    <a:lnTo>
                      <a:pt x="742823" y="818692"/>
                    </a:lnTo>
                    <a:lnTo>
                      <a:pt x="743940" y="819150"/>
                    </a:lnTo>
                    <a:lnTo>
                      <a:pt x="746569" y="819150"/>
                    </a:lnTo>
                    <a:lnTo>
                      <a:pt x="747699" y="818692"/>
                    </a:lnTo>
                    <a:lnTo>
                      <a:pt x="749554" y="816825"/>
                    </a:lnTo>
                    <a:lnTo>
                      <a:pt x="750023" y="815708"/>
                    </a:lnTo>
                    <a:lnTo>
                      <a:pt x="750023" y="813079"/>
                    </a:lnTo>
                    <a:close/>
                  </a:path>
                  <a:path w="2231390" h="3105150">
                    <a:moveTo>
                      <a:pt x="750023" y="765454"/>
                    </a:moveTo>
                    <a:lnTo>
                      <a:pt x="749554" y="764336"/>
                    </a:lnTo>
                    <a:lnTo>
                      <a:pt x="747699" y="762469"/>
                    </a:lnTo>
                    <a:lnTo>
                      <a:pt x="746569" y="762012"/>
                    </a:lnTo>
                    <a:lnTo>
                      <a:pt x="743940" y="762012"/>
                    </a:lnTo>
                    <a:lnTo>
                      <a:pt x="742823" y="762469"/>
                    </a:lnTo>
                    <a:lnTo>
                      <a:pt x="740968" y="764336"/>
                    </a:lnTo>
                    <a:lnTo>
                      <a:pt x="740498" y="765454"/>
                    </a:lnTo>
                    <a:lnTo>
                      <a:pt x="740498" y="768083"/>
                    </a:lnTo>
                    <a:lnTo>
                      <a:pt x="740968" y="769200"/>
                    </a:lnTo>
                    <a:lnTo>
                      <a:pt x="742823" y="771067"/>
                    </a:lnTo>
                    <a:lnTo>
                      <a:pt x="743940" y="771525"/>
                    </a:lnTo>
                    <a:lnTo>
                      <a:pt x="746569" y="771525"/>
                    </a:lnTo>
                    <a:lnTo>
                      <a:pt x="747699" y="771067"/>
                    </a:lnTo>
                    <a:lnTo>
                      <a:pt x="749554" y="769200"/>
                    </a:lnTo>
                    <a:lnTo>
                      <a:pt x="750023" y="768083"/>
                    </a:lnTo>
                    <a:lnTo>
                      <a:pt x="750023" y="765454"/>
                    </a:lnTo>
                    <a:close/>
                  </a:path>
                  <a:path w="2231390" h="3105150">
                    <a:moveTo>
                      <a:pt x="750023" y="717829"/>
                    </a:moveTo>
                    <a:lnTo>
                      <a:pt x="749554" y="716711"/>
                    </a:lnTo>
                    <a:lnTo>
                      <a:pt x="747699" y="714844"/>
                    </a:lnTo>
                    <a:lnTo>
                      <a:pt x="746569" y="714387"/>
                    </a:lnTo>
                    <a:lnTo>
                      <a:pt x="743940" y="714387"/>
                    </a:lnTo>
                    <a:lnTo>
                      <a:pt x="742823" y="714844"/>
                    </a:lnTo>
                    <a:lnTo>
                      <a:pt x="740968" y="716711"/>
                    </a:lnTo>
                    <a:lnTo>
                      <a:pt x="740498" y="717829"/>
                    </a:lnTo>
                    <a:lnTo>
                      <a:pt x="740498" y="720458"/>
                    </a:lnTo>
                    <a:lnTo>
                      <a:pt x="740968" y="721575"/>
                    </a:lnTo>
                    <a:lnTo>
                      <a:pt x="742823" y="723442"/>
                    </a:lnTo>
                    <a:lnTo>
                      <a:pt x="743940" y="723900"/>
                    </a:lnTo>
                    <a:lnTo>
                      <a:pt x="746569" y="723900"/>
                    </a:lnTo>
                    <a:lnTo>
                      <a:pt x="747699" y="723442"/>
                    </a:lnTo>
                    <a:lnTo>
                      <a:pt x="749554" y="721575"/>
                    </a:lnTo>
                    <a:lnTo>
                      <a:pt x="750023" y="720458"/>
                    </a:lnTo>
                    <a:lnTo>
                      <a:pt x="750023" y="717829"/>
                    </a:lnTo>
                    <a:close/>
                  </a:path>
                  <a:path w="2231390" h="3105150">
                    <a:moveTo>
                      <a:pt x="750023" y="670204"/>
                    </a:moveTo>
                    <a:lnTo>
                      <a:pt x="749554" y="669086"/>
                    </a:lnTo>
                    <a:lnTo>
                      <a:pt x="747699" y="667219"/>
                    </a:lnTo>
                    <a:lnTo>
                      <a:pt x="746569" y="666762"/>
                    </a:lnTo>
                    <a:lnTo>
                      <a:pt x="743940" y="666762"/>
                    </a:lnTo>
                    <a:lnTo>
                      <a:pt x="742823" y="667219"/>
                    </a:lnTo>
                    <a:lnTo>
                      <a:pt x="740968" y="669086"/>
                    </a:lnTo>
                    <a:lnTo>
                      <a:pt x="740498" y="670204"/>
                    </a:lnTo>
                    <a:lnTo>
                      <a:pt x="740498" y="672833"/>
                    </a:lnTo>
                    <a:lnTo>
                      <a:pt x="740968" y="673950"/>
                    </a:lnTo>
                    <a:lnTo>
                      <a:pt x="742823" y="675817"/>
                    </a:lnTo>
                    <a:lnTo>
                      <a:pt x="743940" y="676287"/>
                    </a:lnTo>
                    <a:lnTo>
                      <a:pt x="746569" y="676287"/>
                    </a:lnTo>
                    <a:lnTo>
                      <a:pt x="747699" y="675817"/>
                    </a:lnTo>
                    <a:lnTo>
                      <a:pt x="749554" y="673950"/>
                    </a:lnTo>
                    <a:lnTo>
                      <a:pt x="750023" y="672833"/>
                    </a:lnTo>
                    <a:lnTo>
                      <a:pt x="750023" y="670204"/>
                    </a:lnTo>
                    <a:close/>
                  </a:path>
                  <a:path w="2231390" h="3105150">
                    <a:moveTo>
                      <a:pt x="750023" y="622579"/>
                    </a:moveTo>
                    <a:lnTo>
                      <a:pt x="749554" y="621461"/>
                    </a:lnTo>
                    <a:lnTo>
                      <a:pt x="747699" y="619594"/>
                    </a:lnTo>
                    <a:lnTo>
                      <a:pt x="746569" y="619137"/>
                    </a:lnTo>
                    <a:lnTo>
                      <a:pt x="743940" y="619137"/>
                    </a:lnTo>
                    <a:lnTo>
                      <a:pt x="742823" y="619594"/>
                    </a:lnTo>
                    <a:lnTo>
                      <a:pt x="740968" y="621461"/>
                    </a:lnTo>
                    <a:lnTo>
                      <a:pt x="740498" y="622579"/>
                    </a:lnTo>
                    <a:lnTo>
                      <a:pt x="740498" y="625208"/>
                    </a:lnTo>
                    <a:lnTo>
                      <a:pt x="740968" y="626325"/>
                    </a:lnTo>
                    <a:lnTo>
                      <a:pt x="742823" y="628192"/>
                    </a:lnTo>
                    <a:lnTo>
                      <a:pt x="743940" y="628650"/>
                    </a:lnTo>
                    <a:lnTo>
                      <a:pt x="746569" y="628650"/>
                    </a:lnTo>
                    <a:lnTo>
                      <a:pt x="747699" y="628192"/>
                    </a:lnTo>
                    <a:lnTo>
                      <a:pt x="749554" y="626325"/>
                    </a:lnTo>
                    <a:lnTo>
                      <a:pt x="750023" y="625208"/>
                    </a:lnTo>
                    <a:lnTo>
                      <a:pt x="750023" y="622579"/>
                    </a:lnTo>
                    <a:close/>
                  </a:path>
                  <a:path w="2231390" h="3105150">
                    <a:moveTo>
                      <a:pt x="750023" y="574954"/>
                    </a:moveTo>
                    <a:lnTo>
                      <a:pt x="749554" y="573836"/>
                    </a:lnTo>
                    <a:lnTo>
                      <a:pt x="747699" y="571969"/>
                    </a:lnTo>
                    <a:lnTo>
                      <a:pt x="746569" y="571512"/>
                    </a:lnTo>
                    <a:lnTo>
                      <a:pt x="743940" y="571512"/>
                    </a:lnTo>
                    <a:lnTo>
                      <a:pt x="742823" y="571969"/>
                    </a:lnTo>
                    <a:lnTo>
                      <a:pt x="740968" y="573836"/>
                    </a:lnTo>
                    <a:lnTo>
                      <a:pt x="740498" y="574954"/>
                    </a:lnTo>
                    <a:lnTo>
                      <a:pt x="740498" y="577583"/>
                    </a:lnTo>
                    <a:lnTo>
                      <a:pt x="740968" y="578700"/>
                    </a:lnTo>
                    <a:lnTo>
                      <a:pt x="742823" y="580567"/>
                    </a:lnTo>
                    <a:lnTo>
                      <a:pt x="743940" y="581025"/>
                    </a:lnTo>
                    <a:lnTo>
                      <a:pt x="746569" y="581025"/>
                    </a:lnTo>
                    <a:lnTo>
                      <a:pt x="747699" y="580567"/>
                    </a:lnTo>
                    <a:lnTo>
                      <a:pt x="749554" y="578700"/>
                    </a:lnTo>
                    <a:lnTo>
                      <a:pt x="750023" y="577583"/>
                    </a:lnTo>
                    <a:lnTo>
                      <a:pt x="750023" y="574954"/>
                    </a:lnTo>
                    <a:close/>
                  </a:path>
                  <a:path w="2231390" h="3105150">
                    <a:moveTo>
                      <a:pt x="750023" y="527329"/>
                    </a:moveTo>
                    <a:lnTo>
                      <a:pt x="749554" y="526211"/>
                    </a:lnTo>
                    <a:lnTo>
                      <a:pt x="747699" y="524344"/>
                    </a:lnTo>
                    <a:lnTo>
                      <a:pt x="746569" y="523875"/>
                    </a:lnTo>
                    <a:lnTo>
                      <a:pt x="743940" y="523875"/>
                    </a:lnTo>
                    <a:lnTo>
                      <a:pt x="742823" y="524344"/>
                    </a:lnTo>
                    <a:lnTo>
                      <a:pt x="740968" y="526211"/>
                    </a:lnTo>
                    <a:lnTo>
                      <a:pt x="740498" y="527329"/>
                    </a:lnTo>
                    <a:lnTo>
                      <a:pt x="740498" y="529958"/>
                    </a:lnTo>
                    <a:lnTo>
                      <a:pt x="740968" y="531075"/>
                    </a:lnTo>
                    <a:lnTo>
                      <a:pt x="742823" y="532942"/>
                    </a:lnTo>
                    <a:lnTo>
                      <a:pt x="743940" y="533400"/>
                    </a:lnTo>
                    <a:lnTo>
                      <a:pt x="746569" y="533400"/>
                    </a:lnTo>
                    <a:lnTo>
                      <a:pt x="747699" y="532942"/>
                    </a:lnTo>
                    <a:lnTo>
                      <a:pt x="749554" y="531075"/>
                    </a:lnTo>
                    <a:lnTo>
                      <a:pt x="750023" y="529958"/>
                    </a:lnTo>
                    <a:lnTo>
                      <a:pt x="750023" y="527329"/>
                    </a:lnTo>
                    <a:close/>
                  </a:path>
                  <a:path w="2231390" h="3105150">
                    <a:moveTo>
                      <a:pt x="750023" y="479704"/>
                    </a:moveTo>
                    <a:lnTo>
                      <a:pt x="749554" y="478586"/>
                    </a:lnTo>
                    <a:lnTo>
                      <a:pt x="747699" y="476719"/>
                    </a:lnTo>
                    <a:lnTo>
                      <a:pt x="746569" y="476250"/>
                    </a:lnTo>
                    <a:lnTo>
                      <a:pt x="743940" y="476250"/>
                    </a:lnTo>
                    <a:lnTo>
                      <a:pt x="742823" y="476719"/>
                    </a:lnTo>
                    <a:lnTo>
                      <a:pt x="740968" y="478586"/>
                    </a:lnTo>
                    <a:lnTo>
                      <a:pt x="740498" y="479704"/>
                    </a:lnTo>
                    <a:lnTo>
                      <a:pt x="740498" y="482333"/>
                    </a:lnTo>
                    <a:lnTo>
                      <a:pt x="740968" y="483450"/>
                    </a:lnTo>
                    <a:lnTo>
                      <a:pt x="742823" y="485317"/>
                    </a:lnTo>
                    <a:lnTo>
                      <a:pt x="743940" y="485775"/>
                    </a:lnTo>
                    <a:lnTo>
                      <a:pt x="746569" y="485775"/>
                    </a:lnTo>
                    <a:lnTo>
                      <a:pt x="747699" y="485317"/>
                    </a:lnTo>
                    <a:lnTo>
                      <a:pt x="749554" y="483450"/>
                    </a:lnTo>
                    <a:lnTo>
                      <a:pt x="750023" y="482333"/>
                    </a:lnTo>
                    <a:lnTo>
                      <a:pt x="750023" y="479704"/>
                    </a:lnTo>
                    <a:close/>
                  </a:path>
                  <a:path w="2231390" h="3105150">
                    <a:moveTo>
                      <a:pt x="750023" y="432079"/>
                    </a:moveTo>
                    <a:lnTo>
                      <a:pt x="749554" y="430961"/>
                    </a:lnTo>
                    <a:lnTo>
                      <a:pt x="747699" y="429094"/>
                    </a:lnTo>
                    <a:lnTo>
                      <a:pt x="746569" y="428637"/>
                    </a:lnTo>
                    <a:lnTo>
                      <a:pt x="743940" y="428637"/>
                    </a:lnTo>
                    <a:lnTo>
                      <a:pt x="742823" y="429094"/>
                    </a:lnTo>
                    <a:lnTo>
                      <a:pt x="740968" y="430961"/>
                    </a:lnTo>
                    <a:lnTo>
                      <a:pt x="740498" y="432079"/>
                    </a:lnTo>
                    <a:lnTo>
                      <a:pt x="740498" y="434708"/>
                    </a:lnTo>
                    <a:lnTo>
                      <a:pt x="740968" y="435825"/>
                    </a:lnTo>
                    <a:lnTo>
                      <a:pt x="742823" y="437692"/>
                    </a:lnTo>
                    <a:lnTo>
                      <a:pt x="743940" y="438150"/>
                    </a:lnTo>
                    <a:lnTo>
                      <a:pt x="746569" y="438150"/>
                    </a:lnTo>
                    <a:lnTo>
                      <a:pt x="747699" y="437692"/>
                    </a:lnTo>
                    <a:lnTo>
                      <a:pt x="749554" y="435825"/>
                    </a:lnTo>
                    <a:lnTo>
                      <a:pt x="750023" y="434708"/>
                    </a:lnTo>
                    <a:lnTo>
                      <a:pt x="750023" y="432079"/>
                    </a:lnTo>
                    <a:close/>
                  </a:path>
                  <a:path w="2231390" h="3105150">
                    <a:moveTo>
                      <a:pt x="750023" y="384454"/>
                    </a:moveTo>
                    <a:lnTo>
                      <a:pt x="749554" y="383336"/>
                    </a:lnTo>
                    <a:lnTo>
                      <a:pt x="747699" y="381469"/>
                    </a:lnTo>
                    <a:lnTo>
                      <a:pt x="746569" y="381012"/>
                    </a:lnTo>
                    <a:lnTo>
                      <a:pt x="743940" y="381012"/>
                    </a:lnTo>
                    <a:lnTo>
                      <a:pt x="742823" y="381469"/>
                    </a:lnTo>
                    <a:lnTo>
                      <a:pt x="740968" y="383336"/>
                    </a:lnTo>
                    <a:lnTo>
                      <a:pt x="740498" y="384454"/>
                    </a:lnTo>
                    <a:lnTo>
                      <a:pt x="740498" y="387083"/>
                    </a:lnTo>
                    <a:lnTo>
                      <a:pt x="740968" y="388200"/>
                    </a:lnTo>
                    <a:lnTo>
                      <a:pt x="742823" y="390067"/>
                    </a:lnTo>
                    <a:lnTo>
                      <a:pt x="743940" y="390525"/>
                    </a:lnTo>
                    <a:lnTo>
                      <a:pt x="746569" y="390525"/>
                    </a:lnTo>
                    <a:lnTo>
                      <a:pt x="747699" y="390067"/>
                    </a:lnTo>
                    <a:lnTo>
                      <a:pt x="749554" y="388200"/>
                    </a:lnTo>
                    <a:lnTo>
                      <a:pt x="750023" y="387083"/>
                    </a:lnTo>
                    <a:lnTo>
                      <a:pt x="750023" y="384454"/>
                    </a:lnTo>
                    <a:close/>
                  </a:path>
                  <a:path w="2231390" h="3105150">
                    <a:moveTo>
                      <a:pt x="750023" y="336829"/>
                    </a:moveTo>
                    <a:lnTo>
                      <a:pt x="749554" y="335711"/>
                    </a:lnTo>
                    <a:lnTo>
                      <a:pt x="747699" y="333844"/>
                    </a:lnTo>
                    <a:lnTo>
                      <a:pt x="746569" y="333387"/>
                    </a:lnTo>
                    <a:lnTo>
                      <a:pt x="743940" y="333387"/>
                    </a:lnTo>
                    <a:lnTo>
                      <a:pt x="742823" y="333844"/>
                    </a:lnTo>
                    <a:lnTo>
                      <a:pt x="740968" y="335711"/>
                    </a:lnTo>
                    <a:lnTo>
                      <a:pt x="740498" y="336829"/>
                    </a:lnTo>
                    <a:lnTo>
                      <a:pt x="740498" y="339458"/>
                    </a:lnTo>
                    <a:lnTo>
                      <a:pt x="740968" y="340575"/>
                    </a:lnTo>
                    <a:lnTo>
                      <a:pt x="742823" y="342442"/>
                    </a:lnTo>
                    <a:lnTo>
                      <a:pt x="743940" y="342900"/>
                    </a:lnTo>
                    <a:lnTo>
                      <a:pt x="746569" y="342900"/>
                    </a:lnTo>
                    <a:lnTo>
                      <a:pt x="747699" y="342442"/>
                    </a:lnTo>
                    <a:lnTo>
                      <a:pt x="749554" y="340575"/>
                    </a:lnTo>
                    <a:lnTo>
                      <a:pt x="750023" y="339458"/>
                    </a:lnTo>
                    <a:lnTo>
                      <a:pt x="750023" y="336829"/>
                    </a:lnTo>
                    <a:close/>
                  </a:path>
                  <a:path w="2231390" h="3105150">
                    <a:moveTo>
                      <a:pt x="750023" y="289204"/>
                    </a:moveTo>
                    <a:lnTo>
                      <a:pt x="749554" y="288086"/>
                    </a:lnTo>
                    <a:lnTo>
                      <a:pt x="747699" y="286219"/>
                    </a:lnTo>
                    <a:lnTo>
                      <a:pt x="746569" y="285762"/>
                    </a:lnTo>
                    <a:lnTo>
                      <a:pt x="743940" y="285762"/>
                    </a:lnTo>
                    <a:lnTo>
                      <a:pt x="742823" y="286219"/>
                    </a:lnTo>
                    <a:lnTo>
                      <a:pt x="740968" y="288086"/>
                    </a:lnTo>
                    <a:lnTo>
                      <a:pt x="740498" y="289204"/>
                    </a:lnTo>
                    <a:lnTo>
                      <a:pt x="740498" y="291833"/>
                    </a:lnTo>
                    <a:lnTo>
                      <a:pt x="740968" y="292950"/>
                    </a:lnTo>
                    <a:lnTo>
                      <a:pt x="742823" y="294817"/>
                    </a:lnTo>
                    <a:lnTo>
                      <a:pt x="743940" y="295275"/>
                    </a:lnTo>
                    <a:lnTo>
                      <a:pt x="746569" y="295275"/>
                    </a:lnTo>
                    <a:lnTo>
                      <a:pt x="747699" y="294817"/>
                    </a:lnTo>
                    <a:lnTo>
                      <a:pt x="749554" y="292950"/>
                    </a:lnTo>
                    <a:lnTo>
                      <a:pt x="750023" y="291833"/>
                    </a:lnTo>
                    <a:lnTo>
                      <a:pt x="750023" y="289204"/>
                    </a:lnTo>
                    <a:close/>
                  </a:path>
                  <a:path w="2231390" h="3105150">
                    <a:moveTo>
                      <a:pt x="750023" y="241579"/>
                    </a:moveTo>
                    <a:lnTo>
                      <a:pt x="749554" y="240461"/>
                    </a:lnTo>
                    <a:lnTo>
                      <a:pt x="747699" y="238594"/>
                    </a:lnTo>
                    <a:lnTo>
                      <a:pt x="746569" y="238125"/>
                    </a:lnTo>
                    <a:lnTo>
                      <a:pt x="743940" y="238125"/>
                    </a:lnTo>
                    <a:lnTo>
                      <a:pt x="742823" y="238594"/>
                    </a:lnTo>
                    <a:lnTo>
                      <a:pt x="740968" y="240461"/>
                    </a:lnTo>
                    <a:lnTo>
                      <a:pt x="740498" y="241579"/>
                    </a:lnTo>
                    <a:lnTo>
                      <a:pt x="740498" y="244208"/>
                    </a:lnTo>
                    <a:lnTo>
                      <a:pt x="740968" y="245325"/>
                    </a:lnTo>
                    <a:lnTo>
                      <a:pt x="742823" y="247192"/>
                    </a:lnTo>
                    <a:lnTo>
                      <a:pt x="743940" y="247650"/>
                    </a:lnTo>
                    <a:lnTo>
                      <a:pt x="746569" y="247650"/>
                    </a:lnTo>
                    <a:lnTo>
                      <a:pt x="747699" y="247192"/>
                    </a:lnTo>
                    <a:lnTo>
                      <a:pt x="749554" y="245325"/>
                    </a:lnTo>
                    <a:lnTo>
                      <a:pt x="750023" y="244208"/>
                    </a:lnTo>
                    <a:lnTo>
                      <a:pt x="750023" y="241579"/>
                    </a:lnTo>
                    <a:close/>
                  </a:path>
                  <a:path w="2231390" h="3105150">
                    <a:moveTo>
                      <a:pt x="750023" y="193954"/>
                    </a:moveTo>
                    <a:lnTo>
                      <a:pt x="749554" y="192836"/>
                    </a:lnTo>
                    <a:lnTo>
                      <a:pt x="747699" y="190969"/>
                    </a:lnTo>
                    <a:lnTo>
                      <a:pt x="746569" y="190512"/>
                    </a:lnTo>
                    <a:lnTo>
                      <a:pt x="743940" y="190512"/>
                    </a:lnTo>
                    <a:lnTo>
                      <a:pt x="742823" y="190969"/>
                    </a:lnTo>
                    <a:lnTo>
                      <a:pt x="740968" y="192836"/>
                    </a:lnTo>
                    <a:lnTo>
                      <a:pt x="740498" y="193954"/>
                    </a:lnTo>
                    <a:lnTo>
                      <a:pt x="740498" y="196583"/>
                    </a:lnTo>
                    <a:lnTo>
                      <a:pt x="740968" y="197700"/>
                    </a:lnTo>
                    <a:lnTo>
                      <a:pt x="742823" y="199567"/>
                    </a:lnTo>
                    <a:lnTo>
                      <a:pt x="743940" y="200025"/>
                    </a:lnTo>
                    <a:lnTo>
                      <a:pt x="746569" y="200025"/>
                    </a:lnTo>
                    <a:lnTo>
                      <a:pt x="747699" y="199567"/>
                    </a:lnTo>
                    <a:lnTo>
                      <a:pt x="749554" y="197700"/>
                    </a:lnTo>
                    <a:lnTo>
                      <a:pt x="750023" y="196583"/>
                    </a:lnTo>
                    <a:lnTo>
                      <a:pt x="750023" y="193954"/>
                    </a:lnTo>
                    <a:close/>
                  </a:path>
                  <a:path w="2231390" h="3105150">
                    <a:moveTo>
                      <a:pt x="750023" y="146329"/>
                    </a:moveTo>
                    <a:lnTo>
                      <a:pt x="749554" y="145211"/>
                    </a:lnTo>
                    <a:lnTo>
                      <a:pt x="747699" y="143344"/>
                    </a:lnTo>
                    <a:lnTo>
                      <a:pt x="746569" y="142887"/>
                    </a:lnTo>
                    <a:lnTo>
                      <a:pt x="743940" y="142887"/>
                    </a:lnTo>
                    <a:lnTo>
                      <a:pt x="742823" y="143344"/>
                    </a:lnTo>
                    <a:lnTo>
                      <a:pt x="740968" y="145211"/>
                    </a:lnTo>
                    <a:lnTo>
                      <a:pt x="740498" y="146329"/>
                    </a:lnTo>
                    <a:lnTo>
                      <a:pt x="740498" y="148958"/>
                    </a:lnTo>
                    <a:lnTo>
                      <a:pt x="740968" y="150075"/>
                    </a:lnTo>
                    <a:lnTo>
                      <a:pt x="742823" y="151942"/>
                    </a:lnTo>
                    <a:lnTo>
                      <a:pt x="743940" y="152400"/>
                    </a:lnTo>
                    <a:lnTo>
                      <a:pt x="746569" y="152400"/>
                    </a:lnTo>
                    <a:lnTo>
                      <a:pt x="747699" y="151942"/>
                    </a:lnTo>
                    <a:lnTo>
                      <a:pt x="749554" y="150075"/>
                    </a:lnTo>
                    <a:lnTo>
                      <a:pt x="750023" y="148958"/>
                    </a:lnTo>
                    <a:lnTo>
                      <a:pt x="750023" y="146329"/>
                    </a:lnTo>
                    <a:close/>
                  </a:path>
                  <a:path w="2231390" h="3105150">
                    <a:moveTo>
                      <a:pt x="750023" y="98704"/>
                    </a:moveTo>
                    <a:lnTo>
                      <a:pt x="749554" y="97586"/>
                    </a:lnTo>
                    <a:lnTo>
                      <a:pt x="747699" y="95719"/>
                    </a:lnTo>
                    <a:lnTo>
                      <a:pt x="746569" y="95262"/>
                    </a:lnTo>
                    <a:lnTo>
                      <a:pt x="743940" y="95262"/>
                    </a:lnTo>
                    <a:lnTo>
                      <a:pt x="742823" y="95719"/>
                    </a:lnTo>
                    <a:lnTo>
                      <a:pt x="740968" y="97586"/>
                    </a:lnTo>
                    <a:lnTo>
                      <a:pt x="740498" y="98704"/>
                    </a:lnTo>
                    <a:lnTo>
                      <a:pt x="740498" y="101333"/>
                    </a:lnTo>
                    <a:lnTo>
                      <a:pt x="740968" y="102450"/>
                    </a:lnTo>
                    <a:lnTo>
                      <a:pt x="742823" y="104317"/>
                    </a:lnTo>
                    <a:lnTo>
                      <a:pt x="743940" y="104775"/>
                    </a:lnTo>
                    <a:lnTo>
                      <a:pt x="746569" y="104775"/>
                    </a:lnTo>
                    <a:lnTo>
                      <a:pt x="747699" y="104317"/>
                    </a:lnTo>
                    <a:lnTo>
                      <a:pt x="749554" y="102450"/>
                    </a:lnTo>
                    <a:lnTo>
                      <a:pt x="750023" y="101333"/>
                    </a:lnTo>
                    <a:lnTo>
                      <a:pt x="750023" y="98704"/>
                    </a:lnTo>
                    <a:close/>
                  </a:path>
                  <a:path w="2231390" h="3105150">
                    <a:moveTo>
                      <a:pt x="750023" y="51079"/>
                    </a:moveTo>
                    <a:lnTo>
                      <a:pt x="749554" y="49961"/>
                    </a:lnTo>
                    <a:lnTo>
                      <a:pt x="747699" y="48094"/>
                    </a:lnTo>
                    <a:lnTo>
                      <a:pt x="746569" y="47637"/>
                    </a:lnTo>
                    <a:lnTo>
                      <a:pt x="743940" y="47637"/>
                    </a:lnTo>
                    <a:lnTo>
                      <a:pt x="742823" y="48094"/>
                    </a:lnTo>
                    <a:lnTo>
                      <a:pt x="740968" y="49961"/>
                    </a:lnTo>
                    <a:lnTo>
                      <a:pt x="740498" y="51079"/>
                    </a:lnTo>
                    <a:lnTo>
                      <a:pt x="740498" y="53708"/>
                    </a:lnTo>
                    <a:lnTo>
                      <a:pt x="740968" y="54825"/>
                    </a:lnTo>
                    <a:lnTo>
                      <a:pt x="742823" y="56692"/>
                    </a:lnTo>
                    <a:lnTo>
                      <a:pt x="743940" y="57150"/>
                    </a:lnTo>
                    <a:lnTo>
                      <a:pt x="746569" y="57150"/>
                    </a:lnTo>
                    <a:lnTo>
                      <a:pt x="747699" y="56692"/>
                    </a:lnTo>
                    <a:lnTo>
                      <a:pt x="749554" y="54825"/>
                    </a:lnTo>
                    <a:lnTo>
                      <a:pt x="750023" y="53708"/>
                    </a:lnTo>
                    <a:lnTo>
                      <a:pt x="750023" y="51079"/>
                    </a:lnTo>
                    <a:close/>
                  </a:path>
                  <a:path w="2231390" h="3105150">
                    <a:moveTo>
                      <a:pt x="750023" y="3454"/>
                    </a:moveTo>
                    <a:lnTo>
                      <a:pt x="749554" y="2336"/>
                    </a:lnTo>
                    <a:lnTo>
                      <a:pt x="747699" y="469"/>
                    </a:lnTo>
                    <a:lnTo>
                      <a:pt x="746569" y="0"/>
                    </a:lnTo>
                    <a:lnTo>
                      <a:pt x="743940" y="0"/>
                    </a:lnTo>
                    <a:lnTo>
                      <a:pt x="742823" y="469"/>
                    </a:lnTo>
                    <a:lnTo>
                      <a:pt x="740968" y="2336"/>
                    </a:lnTo>
                    <a:lnTo>
                      <a:pt x="740498" y="3454"/>
                    </a:lnTo>
                    <a:lnTo>
                      <a:pt x="740498" y="6083"/>
                    </a:lnTo>
                    <a:lnTo>
                      <a:pt x="740968" y="7200"/>
                    </a:lnTo>
                    <a:lnTo>
                      <a:pt x="742823" y="9067"/>
                    </a:lnTo>
                    <a:lnTo>
                      <a:pt x="743940" y="9525"/>
                    </a:lnTo>
                    <a:lnTo>
                      <a:pt x="746569" y="9525"/>
                    </a:lnTo>
                    <a:lnTo>
                      <a:pt x="747699" y="9067"/>
                    </a:lnTo>
                    <a:lnTo>
                      <a:pt x="749554" y="7200"/>
                    </a:lnTo>
                    <a:lnTo>
                      <a:pt x="750023" y="6083"/>
                    </a:lnTo>
                    <a:lnTo>
                      <a:pt x="750023" y="3454"/>
                    </a:lnTo>
                    <a:close/>
                  </a:path>
                  <a:path w="2231390" h="3105150">
                    <a:moveTo>
                      <a:pt x="1490522" y="3099079"/>
                    </a:moveTo>
                    <a:lnTo>
                      <a:pt x="1490052" y="3097961"/>
                    </a:lnTo>
                    <a:lnTo>
                      <a:pt x="1488198" y="3096095"/>
                    </a:lnTo>
                    <a:lnTo>
                      <a:pt x="1487081" y="3095625"/>
                    </a:lnTo>
                    <a:lnTo>
                      <a:pt x="1484439" y="3095625"/>
                    </a:lnTo>
                    <a:lnTo>
                      <a:pt x="1483321" y="3096095"/>
                    </a:lnTo>
                    <a:lnTo>
                      <a:pt x="1481467" y="3097961"/>
                    </a:lnTo>
                    <a:lnTo>
                      <a:pt x="1480997" y="3099079"/>
                    </a:lnTo>
                    <a:lnTo>
                      <a:pt x="1480997" y="3101708"/>
                    </a:lnTo>
                    <a:lnTo>
                      <a:pt x="1481467" y="3102826"/>
                    </a:lnTo>
                    <a:lnTo>
                      <a:pt x="1483321" y="3104692"/>
                    </a:lnTo>
                    <a:lnTo>
                      <a:pt x="1484439" y="3105150"/>
                    </a:lnTo>
                    <a:lnTo>
                      <a:pt x="1487081" y="3105150"/>
                    </a:lnTo>
                    <a:lnTo>
                      <a:pt x="1488198" y="3104692"/>
                    </a:lnTo>
                    <a:lnTo>
                      <a:pt x="1490052" y="3102826"/>
                    </a:lnTo>
                    <a:lnTo>
                      <a:pt x="1490522" y="3101708"/>
                    </a:lnTo>
                    <a:lnTo>
                      <a:pt x="1490522" y="3099079"/>
                    </a:lnTo>
                    <a:close/>
                  </a:path>
                  <a:path w="2231390" h="3105150">
                    <a:moveTo>
                      <a:pt x="1490522" y="3051454"/>
                    </a:moveTo>
                    <a:lnTo>
                      <a:pt x="1490052" y="3050336"/>
                    </a:lnTo>
                    <a:lnTo>
                      <a:pt x="1488198" y="3048470"/>
                    </a:lnTo>
                    <a:lnTo>
                      <a:pt x="1487081" y="3048000"/>
                    </a:lnTo>
                    <a:lnTo>
                      <a:pt x="1484439" y="3048000"/>
                    </a:lnTo>
                    <a:lnTo>
                      <a:pt x="1483321" y="3048470"/>
                    </a:lnTo>
                    <a:lnTo>
                      <a:pt x="1481467" y="3050336"/>
                    </a:lnTo>
                    <a:lnTo>
                      <a:pt x="1480997" y="3051454"/>
                    </a:lnTo>
                    <a:lnTo>
                      <a:pt x="1480997" y="3054083"/>
                    </a:lnTo>
                    <a:lnTo>
                      <a:pt x="1481467" y="3055201"/>
                    </a:lnTo>
                    <a:lnTo>
                      <a:pt x="1483321" y="3057067"/>
                    </a:lnTo>
                    <a:lnTo>
                      <a:pt x="1484439" y="3057525"/>
                    </a:lnTo>
                    <a:lnTo>
                      <a:pt x="1487081" y="3057525"/>
                    </a:lnTo>
                    <a:lnTo>
                      <a:pt x="1488198" y="3057067"/>
                    </a:lnTo>
                    <a:lnTo>
                      <a:pt x="1490052" y="3055201"/>
                    </a:lnTo>
                    <a:lnTo>
                      <a:pt x="1490522" y="3054083"/>
                    </a:lnTo>
                    <a:lnTo>
                      <a:pt x="1490522" y="3051454"/>
                    </a:lnTo>
                    <a:close/>
                  </a:path>
                  <a:path w="2231390" h="3105150">
                    <a:moveTo>
                      <a:pt x="1490522" y="3003829"/>
                    </a:moveTo>
                    <a:lnTo>
                      <a:pt x="1490052" y="3002711"/>
                    </a:lnTo>
                    <a:lnTo>
                      <a:pt x="1488198" y="3000845"/>
                    </a:lnTo>
                    <a:lnTo>
                      <a:pt x="1487081" y="3000375"/>
                    </a:lnTo>
                    <a:lnTo>
                      <a:pt x="1484439" y="3000375"/>
                    </a:lnTo>
                    <a:lnTo>
                      <a:pt x="1483321" y="3000845"/>
                    </a:lnTo>
                    <a:lnTo>
                      <a:pt x="1481467" y="3002711"/>
                    </a:lnTo>
                    <a:lnTo>
                      <a:pt x="1480997" y="3003829"/>
                    </a:lnTo>
                    <a:lnTo>
                      <a:pt x="1480997" y="3006458"/>
                    </a:lnTo>
                    <a:lnTo>
                      <a:pt x="1481467" y="3007576"/>
                    </a:lnTo>
                    <a:lnTo>
                      <a:pt x="1483321" y="3009442"/>
                    </a:lnTo>
                    <a:lnTo>
                      <a:pt x="1484439" y="3009900"/>
                    </a:lnTo>
                    <a:lnTo>
                      <a:pt x="1487081" y="3009900"/>
                    </a:lnTo>
                    <a:lnTo>
                      <a:pt x="1488198" y="3009442"/>
                    </a:lnTo>
                    <a:lnTo>
                      <a:pt x="1490052" y="3007576"/>
                    </a:lnTo>
                    <a:lnTo>
                      <a:pt x="1490522" y="3006458"/>
                    </a:lnTo>
                    <a:lnTo>
                      <a:pt x="1490522" y="3003829"/>
                    </a:lnTo>
                    <a:close/>
                  </a:path>
                  <a:path w="2231390" h="3105150">
                    <a:moveTo>
                      <a:pt x="1490522" y="2956204"/>
                    </a:moveTo>
                    <a:lnTo>
                      <a:pt x="1490052" y="2955086"/>
                    </a:lnTo>
                    <a:lnTo>
                      <a:pt x="1488198" y="2953220"/>
                    </a:lnTo>
                    <a:lnTo>
                      <a:pt x="1487081" y="2952750"/>
                    </a:lnTo>
                    <a:lnTo>
                      <a:pt x="1484439" y="2952750"/>
                    </a:lnTo>
                    <a:lnTo>
                      <a:pt x="1483321" y="2953220"/>
                    </a:lnTo>
                    <a:lnTo>
                      <a:pt x="1481467" y="2955086"/>
                    </a:lnTo>
                    <a:lnTo>
                      <a:pt x="1480997" y="2956204"/>
                    </a:lnTo>
                    <a:lnTo>
                      <a:pt x="1480997" y="2958833"/>
                    </a:lnTo>
                    <a:lnTo>
                      <a:pt x="1481467" y="2959951"/>
                    </a:lnTo>
                    <a:lnTo>
                      <a:pt x="1483321" y="2961817"/>
                    </a:lnTo>
                    <a:lnTo>
                      <a:pt x="1484439" y="2962275"/>
                    </a:lnTo>
                    <a:lnTo>
                      <a:pt x="1487081" y="2962275"/>
                    </a:lnTo>
                    <a:lnTo>
                      <a:pt x="1488198" y="2961817"/>
                    </a:lnTo>
                    <a:lnTo>
                      <a:pt x="1490052" y="2959951"/>
                    </a:lnTo>
                    <a:lnTo>
                      <a:pt x="1490522" y="2958833"/>
                    </a:lnTo>
                    <a:lnTo>
                      <a:pt x="1490522" y="2956204"/>
                    </a:lnTo>
                    <a:close/>
                  </a:path>
                  <a:path w="2231390" h="3105150">
                    <a:moveTo>
                      <a:pt x="1490522" y="2908579"/>
                    </a:moveTo>
                    <a:lnTo>
                      <a:pt x="1490052" y="2907461"/>
                    </a:lnTo>
                    <a:lnTo>
                      <a:pt x="1488198" y="2905595"/>
                    </a:lnTo>
                    <a:lnTo>
                      <a:pt x="1487081" y="2905125"/>
                    </a:lnTo>
                    <a:lnTo>
                      <a:pt x="1484439" y="2905125"/>
                    </a:lnTo>
                    <a:lnTo>
                      <a:pt x="1483321" y="2905595"/>
                    </a:lnTo>
                    <a:lnTo>
                      <a:pt x="1481467" y="2907461"/>
                    </a:lnTo>
                    <a:lnTo>
                      <a:pt x="1480997" y="2908579"/>
                    </a:lnTo>
                    <a:lnTo>
                      <a:pt x="1480997" y="2911208"/>
                    </a:lnTo>
                    <a:lnTo>
                      <a:pt x="1481467" y="2912326"/>
                    </a:lnTo>
                    <a:lnTo>
                      <a:pt x="1483321" y="2914192"/>
                    </a:lnTo>
                    <a:lnTo>
                      <a:pt x="1484439" y="2914650"/>
                    </a:lnTo>
                    <a:lnTo>
                      <a:pt x="1487081" y="2914650"/>
                    </a:lnTo>
                    <a:lnTo>
                      <a:pt x="1488198" y="2914192"/>
                    </a:lnTo>
                    <a:lnTo>
                      <a:pt x="1490052" y="2912326"/>
                    </a:lnTo>
                    <a:lnTo>
                      <a:pt x="1490522" y="2911208"/>
                    </a:lnTo>
                    <a:lnTo>
                      <a:pt x="1490522" y="2908579"/>
                    </a:lnTo>
                    <a:close/>
                  </a:path>
                  <a:path w="2231390" h="3105150">
                    <a:moveTo>
                      <a:pt x="1490522" y="2860954"/>
                    </a:moveTo>
                    <a:lnTo>
                      <a:pt x="1490052" y="2859836"/>
                    </a:lnTo>
                    <a:lnTo>
                      <a:pt x="1488198" y="2857970"/>
                    </a:lnTo>
                    <a:lnTo>
                      <a:pt x="1487081" y="2857500"/>
                    </a:lnTo>
                    <a:lnTo>
                      <a:pt x="1484439" y="2857500"/>
                    </a:lnTo>
                    <a:lnTo>
                      <a:pt x="1483321" y="2857970"/>
                    </a:lnTo>
                    <a:lnTo>
                      <a:pt x="1481467" y="2859836"/>
                    </a:lnTo>
                    <a:lnTo>
                      <a:pt x="1480997" y="2860954"/>
                    </a:lnTo>
                    <a:lnTo>
                      <a:pt x="1480997" y="2863583"/>
                    </a:lnTo>
                    <a:lnTo>
                      <a:pt x="1481467" y="2864701"/>
                    </a:lnTo>
                    <a:lnTo>
                      <a:pt x="1483321" y="2866567"/>
                    </a:lnTo>
                    <a:lnTo>
                      <a:pt x="1484439" y="2867025"/>
                    </a:lnTo>
                    <a:lnTo>
                      <a:pt x="1487081" y="2867025"/>
                    </a:lnTo>
                    <a:lnTo>
                      <a:pt x="1488198" y="2866567"/>
                    </a:lnTo>
                    <a:lnTo>
                      <a:pt x="1490052" y="2864701"/>
                    </a:lnTo>
                    <a:lnTo>
                      <a:pt x="1490522" y="2863583"/>
                    </a:lnTo>
                    <a:lnTo>
                      <a:pt x="1490522" y="2860954"/>
                    </a:lnTo>
                    <a:close/>
                  </a:path>
                  <a:path w="2231390" h="3105150">
                    <a:moveTo>
                      <a:pt x="1490522" y="2813329"/>
                    </a:moveTo>
                    <a:lnTo>
                      <a:pt x="1490052" y="2812211"/>
                    </a:lnTo>
                    <a:lnTo>
                      <a:pt x="1488198" y="2810345"/>
                    </a:lnTo>
                    <a:lnTo>
                      <a:pt x="1487081" y="2809875"/>
                    </a:lnTo>
                    <a:lnTo>
                      <a:pt x="1484439" y="2809875"/>
                    </a:lnTo>
                    <a:lnTo>
                      <a:pt x="1483321" y="2810345"/>
                    </a:lnTo>
                    <a:lnTo>
                      <a:pt x="1481467" y="2812211"/>
                    </a:lnTo>
                    <a:lnTo>
                      <a:pt x="1480997" y="2813329"/>
                    </a:lnTo>
                    <a:lnTo>
                      <a:pt x="1480997" y="2815958"/>
                    </a:lnTo>
                    <a:lnTo>
                      <a:pt x="1481467" y="2817076"/>
                    </a:lnTo>
                    <a:lnTo>
                      <a:pt x="1483321" y="2818942"/>
                    </a:lnTo>
                    <a:lnTo>
                      <a:pt x="1484439" y="2819400"/>
                    </a:lnTo>
                    <a:lnTo>
                      <a:pt x="1487081" y="2819400"/>
                    </a:lnTo>
                    <a:lnTo>
                      <a:pt x="1488198" y="2818942"/>
                    </a:lnTo>
                    <a:lnTo>
                      <a:pt x="1490052" y="2817076"/>
                    </a:lnTo>
                    <a:lnTo>
                      <a:pt x="1490522" y="2815958"/>
                    </a:lnTo>
                    <a:lnTo>
                      <a:pt x="1490522" y="2813329"/>
                    </a:lnTo>
                    <a:close/>
                  </a:path>
                  <a:path w="2231390" h="3105150">
                    <a:moveTo>
                      <a:pt x="1490522" y="2765704"/>
                    </a:moveTo>
                    <a:lnTo>
                      <a:pt x="1490052" y="2764586"/>
                    </a:lnTo>
                    <a:lnTo>
                      <a:pt x="1488198" y="2762720"/>
                    </a:lnTo>
                    <a:lnTo>
                      <a:pt x="1487081" y="2762250"/>
                    </a:lnTo>
                    <a:lnTo>
                      <a:pt x="1484439" y="2762250"/>
                    </a:lnTo>
                    <a:lnTo>
                      <a:pt x="1483321" y="2762720"/>
                    </a:lnTo>
                    <a:lnTo>
                      <a:pt x="1481467" y="2764586"/>
                    </a:lnTo>
                    <a:lnTo>
                      <a:pt x="1480997" y="2765704"/>
                    </a:lnTo>
                    <a:lnTo>
                      <a:pt x="1480997" y="2768333"/>
                    </a:lnTo>
                    <a:lnTo>
                      <a:pt x="1481467" y="2769451"/>
                    </a:lnTo>
                    <a:lnTo>
                      <a:pt x="1483321" y="2771317"/>
                    </a:lnTo>
                    <a:lnTo>
                      <a:pt x="1484439" y="2771775"/>
                    </a:lnTo>
                    <a:lnTo>
                      <a:pt x="1487081" y="2771775"/>
                    </a:lnTo>
                    <a:lnTo>
                      <a:pt x="1488198" y="2771317"/>
                    </a:lnTo>
                    <a:lnTo>
                      <a:pt x="1490052" y="2769451"/>
                    </a:lnTo>
                    <a:lnTo>
                      <a:pt x="1490522" y="2768333"/>
                    </a:lnTo>
                    <a:lnTo>
                      <a:pt x="1490522" y="2765704"/>
                    </a:lnTo>
                    <a:close/>
                  </a:path>
                  <a:path w="2231390" h="3105150">
                    <a:moveTo>
                      <a:pt x="1490522" y="2718079"/>
                    </a:moveTo>
                    <a:lnTo>
                      <a:pt x="1490052" y="2716961"/>
                    </a:lnTo>
                    <a:lnTo>
                      <a:pt x="1488198" y="2715095"/>
                    </a:lnTo>
                    <a:lnTo>
                      <a:pt x="1487081" y="2714625"/>
                    </a:lnTo>
                    <a:lnTo>
                      <a:pt x="1484439" y="2714625"/>
                    </a:lnTo>
                    <a:lnTo>
                      <a:pt x="1483321" y="2715095"/>
                    </a:lnTo>
                    <a:lnTo>
                      <a:pt x="1481467" y="2716961"/>
                    </a:lnTo>
                    <a:lnTo>
                      <a:pt x="1480997" y="2718079"/>
                    </a:lnTo>
                    <a:lnTo>
                      <a:pt x="1480997" y="2720708"/>
                    </a:lnTo>
                    <a:lnTo>
                      <a:pt x="1481467" y="2721826"/>
                    </a:lnTo>
                    <a:lnTo>
                      <a:pt x="1483321" y="2723692"/>
                    </a:lnTo>
                    <a:lnTo>
                      <a:pt x="1484439" y="2724150"/>
                    </a:lnTo>
                    <a:lnTo>
                      <a:pt x="1487081" y="2724150"/>
                    </a:lnTo>
                    <a:lnTo>
                      <a:pt x="1488198" y="2723692"/>
                    </a:lnTo>
                    <a:lnTo>
                      <a:pt x="1490052" y="2721826"/>
                    </a:lnTo>
                    <a:lnTo>
                      <a:pt x="1490522" y="2720708"/>
                    </a:lnTo>
                    <a:lnTo>
                      <a:pt x="1490522" y="2718079"/>
                    </a:lnTo>
                    <a:close/>
                  </a:path>
                  <a:path w="2231390" h="3105150">
                    <a:moveTo>
                      <a:pt x="1490522" y="2670454"/>
                    </a:moveTo>
                    <a:lnTo>
                      <a:pt x="1490052" y="2669336"/>
                    </a:lnTo>
                    <a:lnTo>
                      <a:pt x="1488198" y="2667470"/>
                    </a:lnTo>
                    <a:lnTo>
                      <a:pt x="1487081" y="2667000"/>
                    </a:lnTo>
                    <a:lnTo>
                      <a:pt x="1484439" y="2667000"/>
                    </a:lnTo>
                    <a:lnTo>
                      <a:pt x="1483321" y="2667470"/>
                    </a:lnTo>
                    <a:lnTo>
                      <a:pt x="1481467" y="2669336"/>
                    </a:lnTo>
                    <a:lnTo>
                      <a:pt x="1480997" y="2670454"/>
                    </a:lnTo>
                    <a:lnTo>
                      <a:pt x="1480997" y="2673083"/>
                    </a:lnTo>
                    <a:lnTo>
                      <a:pt x="1481467" y="2674201"/>
                    </a:lnTo>
                    <a:lnTo>
                      <a:pt x="1483321" y="2676067"/>
                    </a:lnTo>
                    <a:lnTo>
                      <a:pt x="1484439" y="2676525"/>
                    </a:lnTo>
                    <a:lnTo>
                      <a:pt x="1487081" y="2676525"/>
                    </a:lnTo>
                    <a:lnTo>
                      <a:pt x="1488198" y="2676067"/>
                    </a:lnTo>
                    <a:lnTo>
                      <a:pt x="1490052" y="2674201"/>
                    </a:lnTo>
                    <a:lnTo>
                      <a:pt x="1490522" y="2673083"/>
                    </a:lnTo>
                    <a:lnTo>
                      <a:pt x="1490522" y="2670454"/>
                    </a:lnTo>
                    <a:close/>
                  </a:path>
                  <a:path w="2231390" h="3105150">
                    <a:moveTo>
                      <a:pt x="1490522" y="2622829"/>
                    </a:moveTo>
                    <a:lnTo>
                      <a:pt x="1490052" y="2621711"/>
                    </a:lnTo>
                    <a:lnTo>
                      <a:pt x="1488198" y="2619845"/>
                    </a:lnTo>
                    <a:lnTo>
                      <a:pt x="1487081" y="2619375"/>
                    </a:lnTo>
                    <a:lnTo>
                      <a:pt x="1484439" y="2619375"/>
                    </a:lnTo>
                    <a:lnTo>
                      <a:pt x="1483321" y="2619845"/>
                    </a:lnTo>
                    <a:lnTo>
                      <a:pt x="1481467" y="2621711"/>
                    </a:lnTo>
                    <a:lnTo>
                      <a:pt x="1480997" y="2622829"/>
                    </a:lnTo>
                    <a:lnTo>
                      <a:pt x="1480997" y="2625458"/>
                    </a:lnTo>
                    <a:lnTo>
                      <a:pt x="1481467" y="2626576"/>
                    </a:lnTo>
                    <a:lnTo>
                      <a:pt x="1483321" y="2628442"/>
                    </a:lnTo>
                    <a:lnTo>
                      <a:pt x="1484439" y="2628900"/>
                    </a:lnTo>
                    <a:lnTo>
                      <a:pt x="1487081" y="2628900"/>
                    </a:lnTo>
                    <a:lnTo>
                      <a:pt x="1488198" y="2628442"/>
                    </a:lnTo>
                    <a:lnTo>
                      <a:pt x="1490052" y="2626576"/>
                    </a:lnTo>
                    <a:lnTo>
                      <a:pt x="1490522" y="2625458"/>
                    </a:lnTo>
                    <a:lnTo>
                      <a:pt x="1490522" y="2622829"/>
                    </a:lnTo>
                    <a:close/>
                  </a:path>
                  <a:path w="2231390" h="3105150">
                    <a:moveTo>
                      <a:pt x="1490522" y="2575204"/>
                    </a:moveTo>
                    <a:lnTo>
                      <a:pt x="1490052" y="2574086"/>
                    </a:lnTo>
                    <a:lnTo>
                      <a:pt x="1488198" y="2572220"/>
                    </a:lnTo>
                    <a:lnTo>
                      <a:pt x="1487081" y="2571750"/>
                    </a:lnTo>
                    <a:lnTo>
                      <a:pt x="1484439" y="2571750"/>
                    </a:lnTo>
                    <a:lnTo>
                      <a:pt x="1483321" y="2572220"/>
                    </a:lnTo>
                    <a:lnTo>
                      <a:pt x="1481467" y="2574086"/>
                    </a:lnTo>
                    <a:lnTo>
                      <a:pt x="1480997" y="2575204"/>
                    </a:lnTo>
                    <a:lnTo>
                      <a:pt x="1480997" y="2577833"/>
                    </a:lnTo>
                    <a:lnTo>
                      <a:pt x="1481467" y="2578951"/>
                    </a:lnTo>
                    <a:lnTo>
                      <a:pt x="1483321" y="2580817"/>
                    </a:lnTo>
                    <a:lnTo>
                      <a:pt x="1484439" y="2581275"/>
                    </a:lnTo>
                    <a:lnTo>
                      <a:pt x="1487081" y="2581275"/>
                    </a:lnTo>
                    <a:lnTo>
                      <a:pt x="1488198" y="2580817"/>
                    </a:lnTo>
                    <a:lnTo>
                      <a:pt x="1490052" y="2578951"/>
                    </a:lnTo>
                    <a:lnTo>
                      <a:pt x="1490522" y="2577833"/>
                    </a:lnTo>
                    <a:lnTo>
                      <a:pt x="1490522" y="2575204"/>
                    </a:lnTo>
                    <a:close/>
                  </a:path>
                  <a:path w="2231390" h="3105150">
                    <a:moveTo>
                      <a:pt x="1490522" y="2527579"/>
                    </a:moveTo>
                    <a:lnTo>
                      <a:pt x="1490052" y="2526461"/>
                    </a:lnTo>
                    <a:lnTo>
                      <a:pt x="1488198" y="2524595"/>
                    </a:lnTo>
                    <a:lnTo>
                      <a:pt x="1487081" y="2524125"/>
                    </a:lnTo>
                    <a:lnTo>
                      <a:pt x="1484439" y="2524125"/>
                    </a:lnTo>
                    <a:lnTo>
                      <a:pt x="1483321" y="2524595"/>
                    </a:lnTo>
                    <a:lnTo>
                      <a:pt x="1481467" y="2526461"/>
                    </a:lnTo>
                    <a:lnTo>
                      <a:pt x="1480997" y="2527579"/>
                    </a:lnTo>
                    <a:lnTo>
                      <a:pt x="1480997" y="2530208"/>
                    </a:lnTo>
                    <a:lnTo>
                      <a:pt x="1481467" y="2531326"/>
                    </a:lnTo>
                    <a:lnTo>
                      <a:pt x="1483321" y="2533192"/>
                    </a:lnTo>
                    <a:lnTo>
                      <a:pt x="1484439" y="2533650"/>
                    </a:lnTo>
                    <a:lnTo>
                      <a:pt x="1487081" y="2533650"/>
                    </a:lnTo>
                    <a:lnTo>
                      <a:pt x="1488198" y="2533192"/>
                    </a:lnTo>
                    <a:lnTo>
                      <a:pt x="1490052" y="2531326"/>
                    </a:lnTo>
                    <a:lnTo>
                      <a:pt x="1490522" y="2530208"/>
                    </a:lnTo>
                    <a:lnTo>
                      <a:pt x="1490522" y="2527579"/>
                    </a:lnTo>
                    <a:close/>
                  </a:path>
                  <a:path w="2231390" h="3105150">
                    <a:moveTo>
                      <a:pt x="1490522" y="2479954"/>
                    </a:moveTo>
                    <a:lnTo>
                      <a:pt x="1490052" y="2478836"/>
                    </a:lnTo>
                    <a:lnTo>
                      <a:pt x="1488198" y="2476970"/>
                    </a:lnTo>
                    <a:lnTo>
                      <a:pt x="1487081" y="2476500"/>
                    </a:lnTo>
                    <a:lnTo>
                      <a:pt x="1484439" y="2476500"/>
                    </a:lnTo>
                    <a:lnTo>
                      <a:pt x="1483321" y="2476970"/>
                    </a:lnTo>
                    <a:lnTo>
                      <a:pt x="1481467" y="2478836"/>
                    </a:lnTo>
                    <a:lnTo>
                      <a:pt x="1480997" y="2479954"/>
                    </a:lnTo>
                    <a:lnTo>
                      <a:pt x="1480997" y="2482583"/>
                    </a:lnTo>
                    <a:lnTo>
                      <a:pt x="1481467" y="2483701"/>
                    </a:lnTo>
                    <a:lnTo>
                      <a:pt x="1483321" y="2485567"/>
                    </a:lnTo>
                    <a:lnTo>
                      <a:pt x="1484439" y="2486025"/>
                    </a:lnTo>
                    <a:lnTo>
                      <a:pt x="1487081" y="2486025"/>
                    </a:lnTo>
                    <a:lnTo>
                      <a:pt x="1488198" y="2485567"/>
                    </a:lnTo>
                    <a:lnTo>
                      <a:pt x="1490052" y="2483701"/>
                    </a:lnTo>
                    <a:lnTo>
                      <a:pt x="1490522" y="2482583"/>
                    </a:lnTo>
                    <a:lnTo>
                      <a:pt x="1490522" y="2479954"/>
                    </a:lnTo>
                    <a:close/>
                  </a:path>
                  <a:path w="2231390" h="3105150">
                    <a:moveTo>
                      <a:pt x="1490522" y="2432329"/>
                    </a:moveTo>
                    <a:lnTo>
                      <a:pt x="1490052" y="2431211"/>
                    </a:lnTo>
                    <a:lnTo>
                      <a:pt x="1488198" y="2429345"/>
                    </a:lnTo>
                    <a:lnTo>
                      <a:pt x="1487081" y="2428875"/>
                    </a:lnTo>
                    <a:lnTo>
                      <a:pt x="1484439" y="2428875"/>
                    </a:lnTo>
                    <a:lnTo>
                      <a:pt x="1483321" y="2429345"/>
                    </a:lnTo>
                    <a:lnTo>
                      <a:pt x="1481467" y="2431211"/>
                    </a:lnTo>
                    <a:lnTo>
                      <a:pt x="1480997" y="2432329"/>
                    </a:lnTo>
                    <a:lnTo>
                      <a:pt x="1480997" y="2434958"/>
                    </a:lnTo>
                    <a:lnTo>
                      <a:pt x="1481467" y="2436076"/>
                    </a:lnTo>
                    <a:lnTo>
                      <a:pt x="1483321" y="2437942"/>
                    </a:lnTo>
                    <a:lnTo>
                      <a:pt x="1484439" y="2438400"/>
                    </a:lnTo>
                    <a:lnTo>
                      <a:pt x="1487081" y="2438400"/>
                    </a:lnTo>
                    <a:lnTo>
                      <a:pt x="1488198" y="2437942"/>
                    </a:lnTo>
                    <a:lnTo>
                      <a:pt x="1490052" y="2436076"/>
                    </a:lnTo>
                    <a:lnTo>
                      <a:pt x="1490522" y="2434958"/>
                    </a:lnTo>
                    <a:lnTo>
                      <a:pt x="1490522" y="2432329"/>
                    </a:lnTo>
                    <a:close/>
                  </a:path>
                  <a:path w="2231390" h="3105150">
                    <a:moveTo>
                      <a:pt x="1490522" y="2384704"/>
                    </a:moveTo>
                    <a:lnTo>
                      <a:pt x="1490052" y="2383586"/>
                    </a:lnTo>
                    <a:lnTo>
                      <a:pt x="1488198" y="2381720"/>
                    </a:lnTo>
                    <a:lnTo>
                      <a:pt x="1487081" y="2381250"/>
                    </a:lnTo>
                    <a:lnTo>
                      <a:pt x="1484439" y="2381250"/>
                    </a:lnTo>
                    <a:lnTo>
                      <a:pt x="1483321" y="2381720"/>
                    </a:lnTo>
                    <a:lnTo>
                      <a:pt x="1481467" y="2383586"/>
                    </a:lnTo>
                    <a:lnTo>
                      <a:pt x="1480997" y="2384704"/>
                    </a:lnTo>
                    <a:lnTo>
                      <a:pt x="1480997" y="2387333"/>
                    </a:lnTo>
                    <a:lnTo>
                      <a:pt x="1481467" y="2388451"/>
                    </a:lnTo>
                    <a:lnTo>
                      <a:pt x="1483321" y="2390317"/>
                    </a:lnTo>
                    <a:lnTo>
                      <a:pt x="1484439" y="2390775"/>
                    </a:lnTo>
                    <a:lnTo>
                      <a:pt x="1487081" y="2390775"/>
                    </a:lnTo>
                    <a:lnTo>
                      <a:pt x="1488198" y="2390317"/>
                    </a:lnTo>
                    <a:lnTo>
                      <a:pt x="1490052" y="2388451"/>
                    </a:lnTo>
                    <a:lnTo>
                      <a:pt x="1490522" y="2387333"/>
                    </a:lnTo>
                    <a:lnTo>
                      <a:pt x="1490522" y="2384704"/>
                    </a:lnTo>
                    <a:close/>
                  </a:path>
                  <a:path w="2231390" h="3105150">
                    <a:moveTo>
                      <a:pt x="1490522" y="2337079"/>
                    </a:moveTo>
                    <a:lnTo>
                      <a:pt x="1490052" y="2335961"/>
                    </a:lnTo>
                    <a:lnTo>
                      <a:pt x="1488198" y="2334095"/>
                    </a:lnTo>
                    <a:lnTo>
                      <a:pt x="1487081" y="2333625"/>
                    </a:lnTo>
                    <a:lnTo>
                      <a:pt x="1484439" y="2333625"/>
                    </a:lnTo>
                    <a:lnTo>
                      <a:pt x="1483321" y="2334095"/>
                    </a:lnTo>
                    <a:lnTo>
                      <a:pt x="1481467" y="2335961"/>
                    </a:lnTo>
                    <a:lnTo>
                      <a:pt x="1480997" y="2337079"/>
                    </a:lnTo>
                    <a:lnTo>
                      <a:pt x="1480997" y="2339708"/>
                    </a:lnTo>
                    <a:lnTo>
                      <a:pt x="1481467" y="2340826"/>
                    </a:lnTo>
                    <a:lnTo>
                      <a:pt x="1483321" y="2342692"/>
                    </a:lnTo>
                    <a:lnTo>
                      <a:pt x="1484439" y="2343150"/>
                    </a:lnTo>
                    <a:lnTo>
                      <a:pt x="1487081" y="2343150"/>
                    </a:lnTo>
                    <a:lnTo>
                      <a:pt x="1488198" y="2342692"/>
                    </a:lnTo>
                    <a:lnTo>
                      <a:pt x="1490052" y="2340826"/>
                    </a:lnTo>
                    <a:lnTo>
                      <a:pt x="1490522" y="2339708"/>
                    </a:lnTo>
                    <a:lnTo>
                      <a:pt x="1490522" y="2337079"/>
                    </a:lnTo>
                    <a:close/>
                  </a:path>
                  <a:path w="2231390" h="3105150">
                    <a:moveTo>
                      <a:pt x="1490522" y="2289454"/>
                    </a:moveTo>
                    <a:lnTo>
                      <a:pt x="1490052" y="2288336"/>
                    </a:lnTo>
                    <a:lnTo>
                      <a:pt x="1488198" y="2286470"/>
                    </a:lnTo>
                    <a:lnTo>
                      <a:pt x="1487081" y="2286000"/>
                    </a:lnTo>
                    <a:lnTo>
                      <a:pt x="1484439" y="2286000"/>
                    </a:lnTo>
                    <a:lnTo>
                      <a:pt x="1483321" y="2286470"/>
                    </a:lnTo>
                    <a:lnTo>
                      <a:pt x="1481467" y="2288336"/>
                    </a:lnTo>
                    <a:lnTo>
                      <a:pt x="1480997" y="2289454"/>
                    </a:lnTo>
                    <a:lnTo>
                      <a:pt x="1480997" y="2292083"/>
                    </a:lnTo>
                    <a:lnTo>
                      <a:pt x="1481467" y="2293201"/>
                    </a:lnTo>
                    <a:lnTo>
                      <a:pt x="1483321" y="2295067"/>
                    </a:lnTo>
                    <a:lnTo>
                      <a:pt x="1484439" y="2295525"/>
                    </a:lnTo>
                    <a:lnTo>
                      <a:pt x="1487081" y="2295525"/>
                    </a:lnTo>
                    <a:lnTo>
                      <a:pt x="1488198" y="2295067"/>
                    </a:lnTo>
                    <a:lnTo>
                      <a:pt x="1490052" y="2293201"/>
                    </a:lnTo>
                    <a:lnTo>
                      <a:pt x="1490522" y="2292083"/>
                    </a:lnTo>
                    <a:lnTo>
                      <a:pt x="1490522" y="2289454"/>
                    </a:lnTo>
                    <a:close/>
                  </a:path>
                  <a:path w="2231390" h="3105150">
                    <a:moveTo>
                      <a:pt x="1490522" y="2241829"/>
                    </a:moveTo>
                    <a:lnTo>
                      <a:pt x="1490052" y="2240711"/>
                    </a:lnTo>
                    <a:lnTo>
                      <a:pt x="1488198" y="2238845"/>
                    </a:lnTo>
                    <a:lnTo>
                      <a:pt x="1487081" y="2238375"/>
                    </a:lnTo>
                    <a:lnTo>
                      <a:pt x="1484439" y="2238375"/>
                    </a:lnTo>
                    <a:lnTo>
                      <a:pt x="1483321" y="2238845"/>
                    </a:lnTo>
                    <a:lnTo>
                      <a:pt x="1481467" y="2240711"/>
                    </a:lnTo>
                    <a:lnTo>
                      <a:pt x="1480997" y="2241829"/>
                    </a:lnTo>
                    <a:lnTo>
                      <a:pt x="1480997" y="2244458"/>
                    </a:lnTo>
                    <a:lnTo>
                      <a:pt x="1481467" y="2245576"/>
                    </a:lnTo>
                    <a:lnTo>
                      <a:pt x="1483321" y="2247442"/>
                    </a:lnTo>
                    <a:lnTo>
                      <a:pt x="1484439" y="2247900"/>
                    </a:lnTo>
                    <a:lnTo>
                      <a:pt x="1487081" y="2247900"/>
                    </a:lnTo>
                    <a:lnTo>
                      <a:pt x="1488198" y="2247442"/>
                    </a:lnTo>
                    <a:lnTo>
                      <a:pt x="1490052" y="2245576"/>
                    </a:lnTo>
                    <a:lnTo>
                      <a:pt x="1490522" y="2244458"/>
                    </a:lnTo>
                    <a:lnTo>
                      <a:pt x="1490522" y="2241829"/>
                    </a:lnTo>
                    <a:close/>
                  </a:path>
                  <a:path w="2231390" h="3105150">
                    <a:moveTo>
                      <a:pt x="1490522" y="2194204"/>
                    </a:moveTo>
                    <a:lnTo>
                      <a:pt x="1490052" y="2193086"/>
                    </a:lnTo>
                    <a:lnTo>
                      <a:pt x="1488198" y="2191220"/>
                    </a:lnTo>
                    <a:lnTo>
                      <a:pt x="1487081" y="2190750"/>
                    </a:lnTo>
                    <a:lnTo>
                      <a:pt x="1484439" y="2190750"/>
                    </a:lnTo>
                    <a:lnTo>
                      <a:pt x="1483321" y="2191220"/>
                    </a:lnTo>
                    <a:lnTo>
                      <a:pt x="1481467" y="2193086"/>
                    </a:lnTo>
                    <a:lnTo>
                      <a:pt x="1480997" y="2194204"/>
                    </a:lnTo>
                    <a:lnTo>
                      <a:pt x="1480997" y="2196833"/>
                    </a:lnTo>
                    <a:lnTo>
                      <a:pt x="1481467" y="2197951"/>
                    </a:lnTo>
                    <a:lnTo>
                      <a:pt x="1483321" y="2199817"/>
                    </a:lnTo>
                    <a:lnTo>
                      <a:pt x="1484439" y="2200275"/>
                    </a:lnTo>
                    <a:lnTo>
                      <a:pt x="1487081" y="2200275"/>
                    </a:lnTo>
                    <a:lnTo>
                      <a:pt x="1488198" y="2199817"/>
                    </a:lnTo>
                    <a:lnTo>
                      <a:pt x="1490052" y="2197951"/>
                    </a:lnTo>
                    <a:lnTo>
                      <a:pt x="1490522" y="2196833"/>
                    </a:lnTo>
                    <a:lnTo>
                      <a:pt x="1490522" y="2194204"/>
                    </a:lnTo>
                    <a:close/>
                  </a:path>
                  <a:path w="2231390" h="3105150">
                    <a:moveTo>
                      <a:pt x="1490522" y="2146579"/>
                    </a:moveTo>
                    <a:lnTo>
                      <a:pt x="1490052" y="2145461"/>
                    </a:lnTo>
                    <a:lnTo>
                      <a:pt x="1488198" y="2143595"/>
                    </a:lnTo>
                    <a:lnTo>
                      <a:pt x="1487081" y="2143137"/>
                    </a:lnTo>
                    <a:lnTo>
                      <a:pt x="1484439" y="2143137"/>
                    </a:lnTo>
                    <a:lnTo>
                      <a:pt x="1483321" y="2143595"/>
                    </a:lnTo>
                    <a:lnTo>
                      <a:pt x="1481467" y="2145461"/>
                    </a:lnTo>
                    <a:lnTo>
                      <a:pt x="1480997" y="2146579"/>
                    </a:lnTo>
                    <a:lnTo>
                      <a:pt x="1480997" y="2149208"/>
                    </a:lnTo>
                    <a:lnTo>
                      <a:pt x="1481467" y="2150326"/>
                    </a:lnTo>
                    <a:lnTo>
                      <a:pt x="1483321" y="2152192"/>
                    </a:lnTo>
                    <a:lnTo>
                      <a:pt x="1484439" y="2152650"/>
                    </a:lnTo>
                    <a:lnTo>
                      <a:pt x="1487081" y="2152650"/>
                    </a:lnTo>
                    <a:lnTo>
                      <a:pt x="1488198" y="2152192"/>
                    </a:lnTo>
                    <a:lnTo>
                      <a:pt x="1490052" y="2150326"/>
                    </a:lnTo>
                    <a:lnTo>
                      <a:pt x="1490522" y="2149208"/>
                    </a:lnTo>
                    <a:lnTo>
                      <a:pt x="1490522" y="2146579"/>
                    </a:lnTo>
                    <a:close/>
                  </a:path>
                  <a:path w="2231390" h="3105150">
                    <a:moveTo>
                      <a:pt x="1490522" y="2098954"/>
                    </a:moveTo>
                    <a:lnTo>
                      <a:pt x="1490052" y="2097836"/>
                    </a:lnTo>
                    <a:lnTo>
                      <a:pt x="1488198" y="2095969"/>
                    </a:lnTo>
                    <a:lnTo>
                      <a:pt x="1487081" y="2095500"/>
                    </a:lnTo>
                    <a:lnTo>
                      <a:pt x="1484439" y="2095500"/>
                    </a:lnTo>
                    <a:lnTo>
                      <a:pt x="1483321" y="2095969"/>
                    </a:lnTo>
                    <a:lnTo>
                      <a:pt x="1481467" y="2097836"/>
                    </a:lnTo>
                    <a:lnTo>
                      <a:pt x="1480997" y="2098954"/>
                    </a:lnTo>
                    <a:lnTo>
                      <a:pt x="1480997" y="2101583"/>
                    </a:lnTo>
                    <a:lnTo>
                      <a:pt x="1481467" y="2102700"/>
                    </a:lnTo>
                    <a:lnTo>
                      <a:pt x="1483321" y="2104567"/>
                    </a:lnTo>
                    <a:lnTo>
                      <a:pt x="1484439" y="2105025"/>
                    </a:lnTo>
                    <a:lnTo>
                      <a:pt x="1487081" y="2105025"/>
                    </a:lnTo>
                    <a:lnTo>
                      <a:pt x="1488198" y="2104567"/>
                    </a:lnTo>
                    <a:lnTo>
                      <a:pt x="1490052" y="2102700"/>
                    </a:lnTo>
                    <a:lnTo>
                      <a:pt x="1490522" y="2101583"/>
                    </a:lnTo>
                    <a:lnTo>
                      <a:pt x="1490522" y="2098954"/>
                    </a:lnTo>
                    <a:close/>
                  </a:path>
                  <a:path w="2231390" h="3105150">
                    <a:moveTo>
                      <a:pt x="1490522" y="2051329"/>
                    </a:moveTo>
                    <a:lnTo>
                      <a:pt x="1490052" y="2050211"/>
                    </a:lnTo>
                    <a:lnTo>
                      <a:pt x="1488198" y="2048344"/>
                    </a:lnTo>
                    <a:lnTo>
                      <a:pt x="1487081" y="2047875"/>
                    </a:lnTo>
                    <a:lnTo>
                      <a:pt x="1484439" y="2047875"/>
                    </a:lnTo>
                    <a:lnTo>
                      <a:pt x="1483321" y="2048344"/>
                    </a:lnTo>
                    <a:lnTo>
                      <a:pt x="1481467" y="2050211"/>
                    </a:lnTo>
                    <a:lnTo>
                      <a:pt x="1480997" y="2051329"/>
                    </a:lnTo>
                    <a:lnTo>
                      <a:pt x="1480997" y="2053958"/>
                    </a:lnTo>
                    <a:lnTo>
                      <a:pt x="1481467" y="2055075"/>
                    </a:lnTo>
                    <a:lnTo>
                      <a:pt x="1483321" y="2056942"/>
                    </a:lnTo>
                    <a:lnTo>
                      <a:pt x="1484439" y="2057400"/>
                    </a:lnTo>
                    <a:lnTo>
                      <a:pt x="1487081" y="2057400"/>
                    </a:lnTo>
                    <a:lnTo>
                      <a:pt x="1488198" y="2056942"/>
                    </a:lnTo>
                    <a:lnTo>
                      <a:pt x="1490052" y="2055075"/>
                    </a:lnTo>
                    <a:lnTo>
                      <a:pt x="1490522" y="2053958"/>
                    </a:lnTo>
                    <a:lnTo>
                      <a:pt x="1490522" y="2051329"/>
                    </a:lnTo>
                    <a:close/>
                  </a:path>
                  <a:path w="2231390" h="3105150">
                    <a:moveTo>
                      <a:pt x="1490522" y="2003704"/>
                    </a:moveTo>
                    <a:lnTo>
                      <a:pt x="1490052" y="2002586"/>
                    </a:lnTo>
                    <a:lnTo>
                      <a:pt x="1488198" y="2000719"/>
                    </a:lnTo>
                    <a:lnTo>
                      <a:pt x="1487081" y="2000250"/>
                    </a:lnTo>
                    <a:lnTo>
                      <a:pt x="1484439" y="2000250"/>
                    </a:lnTo>
                    <a:lnTo>
                      <a:pt x="1483321" y="2000719"/>
                    </a:lnTo>
                    <a:lnTo>
                      <a:pt x="1481467" y="2002586"/>
                    </a:lnTo>
                    <a:lnTo>
                      <a:pt x="1480997" y="2003704"/>
                    </a:lnTo>
                    <a:lnTo>
                      <a:pt x="1480997" y="2006333"/>
                    </a:lnTo>
                    <a:lnTo>
                      <a:pt x="1481467" y="2007450"/>
                    </a:lnTo>
                    <a:lnTo>
                      <a:pt x="1483321" y="2009317"/>
                    </a:lnTo>
                    <a:lnTo>
                      <a:pt x="1484439" y="2009775"/>
                    </a:lnTo>
                    <a:lnTo>
                      <a:pt x="1487081" y="2009775"/>
                    </a:lnTo>
                    <a:lnTo>
                      <a:pt x="1488198" y="2009317"/>
                    </a:lnTo>
                    <a:lnTo>
                      <a:pt x="1490052" y="2007450"/>
                    </a:lnTo>
                    <a:lnTo>
                      <a:pt x="1490522" y="2006333"/>
                    </a:lnTo>
                    <a:lnTo>
                      <a:pt x="1490522" y="2003704"/>
                    </a:lnTo>
                    <a:close/>
                  </a:path>
                  <a:path w="2231390" h="3105150">
                    <a:moveTo>
                      <a:pt x="1490522" y="1956079"/>
                    </a:moveTo>
                    <a:lnTo>
                      <a:pt x="1490052" y="1954961"/>
                    </a:lnTo>
                    <a:lnTo>
                      <a:pt x="1488198" y="1953094"/>
                    </a:lnTo>
                    <a:lnTo>
                      <a:pt x="1487081" y="1952625"/>
                    </a:lnTo>
                    <a:lnTo>
                      <a:pt x="1484439" y="1952625"/>
                    </a:lnTo>
                    <a:lnTo>
                      <a:pt x="1483321" y="1953094"/>
                    </a:lnTo>
                    <a:lnTo>
                      <a:pt x="1481467" y="1954961"/>
                    </a:lnTo>
                    <a:lnTo>
                      <a:pt x="1480997" y="1956079"/>
                    </a:lnTo>
                    <a:lnTo>
                      <a:pt x="1480997" y="1958708"/>
                    </a:lnTo>
                    <a:lnTo>
                      <a:pt x="1481467" y="1959825"/>
                    </a:lnTo>
                    <a:lnTo>
                      <a:pt x="1483321" y="1961692"/>
                    </a:lnTo>
                    <a:lnTo>
                      <a:pt x="1484439" y="1962150"/>
                    </a:lnTo>
                    <a:lnTo>
                      <a:pt x="1487081" y="1962150"/>
                    </a:lnTo>
                    <a:lnTo>
                      <a:pt x="1488198" y="1961692"/>
                    </a:lnTo>
                    <a:lnTo>
                      <a:pt x="1490052" y="1959825"/>
                    </a:lnTo>
                    <a:lnTo>
                      <a:pt x="1490522" y="1958708"/>
                    </a:lnTo>
                    <a:lnTo>
                      <a:pt x="1490522" y="1956079"/>
                    </a:lnTo>
                    <a:close/>
                  </a:path>
                  <a:path w="2231390" h="3105150">
                    <a:moveTo>
                      <a:pt x="1490522" y="1908454"/>
                    </a:moveTo>
                    <a:lnTo>
                      <a:pt x="1490052" y="1907336"/>
                    </a:lnTo>
                    <a:lnTo>
                      <a:pt x="1488198" y="1905469"/>
                    </a:lnTo>
                    <a:lnTo>
                      <a:pt x="1487081" y="1905000"/>
                    </a:lnTo>
                    <a:lnTo>
                      <a:pt x="1484439" y="1905000"/>
                    </a:lnTo>
                    <a:lnTo>
                      <a:pt x="1483321" y="1905469"/>
                    </a:lnTo>
                    <a:lnTo>
                      <a:pt x="1481467" y="1907336"/>
                    </a:lnTo>
                    <a:lnTo>
                      <a:pt x="1480997" y="1908454"/>
                    </a:lnTo>
                    <a:lnTo>
                      <a:pt x="1480997" y="1911083"/>
                    </a:lnTo>
                    <a:lnTo>
                      <a:pt x="1481467" y="1912200"/>
                    </a:lnTo>
                    <a:lnTo>
                      <a:pt x="1483321" y="1914067"/>
                    </a:lnTo>
                    <a:lnTo>
                      <a:pt x="1484439" y="1914525"/>
                    </a:lnTo>
                    <a:lnTo>
                      <a:pt x="1487081" y="1914525"/>
                    </a:lnTo>
                    <a:lnTo>
                      <a:pt x="1488198" y="1914067"/>
                    </a:lnTo>
                    <a:lnTo>
                      <a:pt x="1490052" y="1912200"/>
                    </a:lnTo>
                    <a:lnTo>
                      <a:pt x="1490522" y="1911083"/>
                    </a:lnTo>
                    <a:lnTo>
                      <a:pt x="1490522" y="1908454"/>
                    </a:lnTo>
                    <a:close/>
                  </a:path>
                  <a:path w="2231390" h="3105150">
                    <a:moveTo>
                      <a:pt x="1490522" y="1860829"/>
                    </a:moveTo>
                    <a:lnTo>
                      <a:pt x="1490052" y="1859711"/>
                    </a:lnTo>
                    <a:lnTo>
                      <a:pt x="1488198" y="1857844"/>
                    </a:lnTo>
                    <a:lnTo>
                      <a:pt x="1487081" y="1857387"/>
                    </a:lnTo>
                    <a:lnTo>
                      <a:pt x="1484439" y="1857387"/>
                    </a:lnTo>
                    <a:lnTo>
                      <a:pt x="1483321" y="1857844"/>
                    </a:lnTo>
                    <a:lnTo>
                      <a:pt x="1481467" y="1859711"/>
                    </a:lnTo>
                    <a:lnTo>
                      <a:pt x="1480997" y="1860829"/>
                    </a:lnTo>
                    <a:lnTo>
                      <a:pt x="1480997" y="1863458"/>
                    </a:lnTo>
                    <a:lnTo>
                      <a:pt x="1481467" y="1864575"/>
                    </a:lnTo>
                    <a:lnTo>
                      <a:pt x="1483321" y="1866442"/>
                    </a:lnTo>
                    <a:lnTo>
                      <a:pt x="1484439" y="1866900"/>
                    </a:lnTo>
                    <a:lnTo>
                      <a:pt x="1487081" y="1866900"/>
                    </a:lnTo>
                    <a:lnTo>
                      <a:pt x="1488198" y="1866442"/>
                    </a:lnTo>
                    <a:lnTo>
                      <a:pt x="1490052" y="1864575"/>
                    </a:lnTo>
                    <a:lnTo>
                      <a:pt x="1490522" y="1863458"/>
                    </a:lnTo>
                    <a:lnTo>
                      <a:pt x="1490522" y="1860829"/>
                    </a:lnTo>
                    <a:close/>
                  </a:path>
                  <a:path w="2231390" h="3105150">
                    <a:moveTo>
                      <a:pt x="1490522" y="1813204"/>
                    </a:moveTo>
                    <a:lnTo>
                      <a:pt x="1490052" y="1812086"/>
                    </a:lnTo>
                    <a:lnTo>
                      <a:pt x="1488198" y="1810219"/>
                    </a:lnTo>
                    <a:lnTo>
                      <a:pt x="1487081" y="1809762"/>
                    </a:lnTo>
                    <a:lnTo>
                      <a:pt x="1484439" y="1809762"/>
                    </a:lnTo>
                    <a:lnTo>
                      <a:pt x="1483321" y="1810219"/>
                    </a:lnTo>
                    <a:lnTo>
                      <a:pt x="1481467" y="1812086"/>
                    </a:lnTo>
                    <a:lnTo>
                      <a:pt x="1480997" y="1813204"/>
                    </a:lnTo>
                    <a:lnTo>
                      <a:pt x="1480997" y="1815833"/>
                    </a:lnTo>
                    <a:lnTo>
                      <a:pt x="1481467" y="1816950"/>
                    </a:lnTo>
                    <a:lnTo>
                      <a:pt x="1483321" y="1818817"/>
                    </a:lnTo>
                    <a:lnTo>
                      <a:pt x="1484439" y="1819275"/>
                    </a:lnTo>
                    <a:lnTo>
                      <a:pt x="1487081" y="1819275"/>
                    </a:lnTo>
                    <a:lnTo>
                      <a:pt x="1488198" y="1818817"/>
                    </a:lnTo>
                    <a:lnTo>
                      <a:pt x="1490052" y="1816950"/>
                    </a:lnTo>
                    <a:lnTo>
                      <a:pt x="1490522" y="1815833"/>
                    </a:lnTo>
                    <a:lnTo>
                      <a:pt x="1490522" y="1813204"/>
                    </a:lnTo>
                    <a:close/>
                  </a:path>
                  <a:path w="2231390" h="3105150">
                    <a:moveTo>
                      <a:pt x="1490522" y="1765579"/>
                    </a:moveTo>
                    <a:lnTo>
                      <a:pt x="1490052" y="1764461"/>
                    </a:lnTo>
                    <a:lnTo>
                      <a:pt x="1488198" y="1762594"/>
                    </a:lnTo>
                    <a:lnTo>
                      <a:pt x="1487081" y="1762125"/>
                    </a:lnTo>
                    <a:lnTo>
                      <a:pt x="1484439" y="1762125"/>
                    </a:lnTo>
                    <a:lnTo>
                      <a:pt x="1483321" y="1762594"/>
                    </a:lnTo>
                    <a:lnTo>
                      <a:pt x="1481467" y="1764461"/>
                    </a:lnTo>
                    <a:lnTo>
                      <a:pt x="1480997" y="1765579"/>
                    </a:lnTo>
                    <a:lnTo>
                      <a:pt x="1480997" y="1768208"/>
                    </a:lnTo>
                    <a:lnTo>
                      <a:pt x="1481467" y="1769325"/>
                    </a:lnTo>
                    <a:lnTo>
                      <a:pt x="1483321" y="1771192"/>
                    </a:lnTo>
                    <a:lnTo>
                      <a:pt x="1484439" y="1771650"/>
                    </a:lnTo>
                    <a:lnTo>
                      <a:pt x="1487081" y="1771650"/>
                    </a:lnTo>
                    <a:lnTo>
                      <a:pt x="1488198" y="1771192"/>
                    </a:lnTo>
                    <a:lnTo>
                      <a:pt x="1490052" y="1769325"/>
                    </a:lnTo>
                    <a:lnTo>
                      <a:pt x="1490522" y="1768208"/>
                    </a:lnTo>
                    <a:lnTo>
                      <a:pt x="1490522" y="1765579"/>
                    </a:lnTo>
                    <a:close/>
                  </a:path>
                  <a:path w="2231390" h="3105150">
                    <a:moveTo>
                      <a:pt x="1490522" y="1717954"/>
                    </a:moveTo>
                    <a:lnTo>
                      <a:pt x="1490052" y="1716836"/>
                    </a:lnTo>
                    <a:lnTo>
                      <a:pt x="1488198" y="1714969"/>
                    </a:lnTo>
                    <a:lnTo>
                      <a:pt x="1487081" y="1714512"/>
                    </a:lnTo>
                    <a:lnTo>
                      <a:pt x="1484439" y="1714512"/>
                    </a:lnTo>
                    <a:lnTo>
                      <a:pt x="1483321" y="1714969"/>
                    </a:lnTo>
                    <a:lnTo>
                      <a:pt x="1481467" y="1716836"/>
                    </a:lnTo>
                    <a:lnTo>
                      <a:pt x="1480997" y="1717954"/>
                    </a:lnTo>
                    <a:lnTo>
                      <a:pt x="1480997" y="1720583"/>
                    </a:lnTo>
                    <a:lnTo>
                      <a:pt x="1481467" y="1721700"/>
                    </a:lnTo>
                    <a:lnTo>
                      <a:pt x="1483321" y="1723567"/>
                    </a:lnTo>
                    <a:lnTo>
                      <a:pt x="1484439" y="1724025"/>
                    </a:lnTo>
                    <a:lnTo>
                      <a:pt x="1487081" y="1724025"/>
                    </a:lnTo>
                    <a:lnTo>
                      <a:pt x="1488198" y="1723567"/>
                    </a:lnTo>
                    <a:lnTo>
                      <a:pt x="1490052" y="1721700"/>
                    </a:lnTo>
                    <a:lnTo>
                      <a:pt x="1490522" y="1720583"/>
                    </a:lnTo>
                    <a:lnTo>
                      <a:pt x="1490522" y="1717954"/>
                    </a:lnTo>
                    <a:close/>
                  </a:path>
                  <a:path w="2231390" h="3105150">
                    <a:moveTo>
                      <a:pt x="1490522" y="1670329"/>
                    </a:moveTo>
                    <a:lnTo>
                      <a:pt x="1490052" y="1669211"/>
                    </a:lnTo>
                    <a:lnTo>
                      <a:pt x="1488198" y="1667344"/>
                    </a:lnTo>
                    <a:lnTo>
                      <a:pt x="1487081" y="1666887"/>
                    </a:lnTo>
                    <a:lnTo>
                      <a:pt x="1484439" y="1666887"/>
                    </a:lnTo>
                    <a:lnTo>
                      <a:pt x="1483321" y="1667344"/>
                    </a:lnTo>
                    <a:lnTo>
                      <a:pt x="1481467" y="1669211"/>
                    </a:lnTo>
                    <a:lnTo>
                      <a:pt x="1480997" y="1670329"/>
                    </a:lnTo>
                    <a:lnTo>
                      <a:pt x="1480997" y="1672958"/>
                    </a:lnTo>
                    <a:lnTo>
                      <a:pt x="1481467" y="1674075"/>
                    </a:lnTo>
                    <a:lnTo>
                      <a:pt x="1483321" y="1675942"/>
                    </a:lnTo>
                    <a:lnTo>
                      <a:pt x="1484439" y="1676400"/>
                    </a:lnTo>
                    <a:lnTo>
                      <a:pt x="1487081" y="1676400"/>
                    </a:lnTo>
                    <a:lnTo>
                      <a:pt x="1488198" y="1675942"/>
                    </a:lnTo>
                    <a:lnTo>
                      <a:pt x="1490052" y="1674075"/>
                    </a:lnTo>
                    <a:lnTo>
                      <a:pt x="1490522" y="1672958"/>
                    </a:lnTo>
                    <a:lnTo>
                      <a:pt x="1490522" y="1670329"/>
                    </a:lnTo>
                    <a:close/>
                  </a:path>
                  <a:path w="2231390" h="3105150">
                    <a:moveTo>
                      <a:pt x="1490522" y="1622704"/>
                    </a:moveTo>
                    <a:lnTo>
                      <a:pt x="1490052" y="1621586"/>
                    </a:lnTo>
                    <a:lnTo>
                      <a:pt x="1488198" y="1619719"/>
                    </a:lnTo>
                    <a:lnTo>
                      <a:pt x="1487081" y="1619250"/>
                    </a:lnTo>
                    <a:lnTo>
                      <a:pt x="1484439" y="1619250"/>
                    </a:lnTo>
                    <a:lnTo>
                      <a:pt x="1483321" y="1619719"/>
                    </a:lnTo>
                    <a:lnTo>
                      <a:pt x="1481467" y="1621586"/>
                    </a:lnTo>
                    <a:lnTo>
                      <a:pt x="1480997" y="1622704"/>
                    </a:lnTo>
                    <a:lnTo>
                      <a:pt x="1480997" y="1625333"/>
                    </a:lnTo>
                    <a:lnTo>
                      <a:pt x="1481467" y="1626450"/>
                    </a:lnTo>
                    <a:lnTo>
                      <a:pt x="1483321" y="1628317"/>
                    </a:lnTo>
                    <a:lnTo>
                      <a:pt x="1484439" y="1628775"/>
                    </a:lnTo>
                    <a:lnTo>
                      <a:pt x="1487081" y="1628775"/>
                    </a:lnTo>
                    <a:lnTo>
                      <a:pt x="1488198" y="1628317"/>
                    </a:lnTo>
                    <a:lnTo>
                      <a:pt x="1490052" y="1626450"/>
                    </a:lnTo>
                    <a:lnTo>
                      <a:pt x="1490522" y="1625333"/>
                    </a:lnTo>
                    <a:lnTo>
                      <a:pt x="1490522" y="1622704"/>
                    </a:lnTo>
                    <a:close/>
                  </a:path>
                  <a:path w="2231390" h="3105150">
                    <a:moveTo>
                      <a:pt x="1490522" y="1575079"/>
                    </a:moveTo>
                    <a:lnTo>
                      <a:pt x="1490052" y="1573961"/>
                    </a:lnTo>
                    <a:lnTo>
                      <a:pt x="1488198" y="1572094"/>
                    </a:lnTo>
                    <a:lnTo>
                      <a:pt x="1487081" y="1571637"/>
                    </a:lnTo>
                    <a:lnTo>
                      <a:pt x="1484439" y="1571637"/>
                    </a:lnTo>
                    <a:lnTo>
                      <a:pt x="1483321" y="1572094"/>
                    </a:lnTo>
                    <a:lnTo>
                      <a:pt x="1481467" y="1573961"/>
                    </a:lnTo>
                    <a:lnTo>
                      <a:pt x="1480997" y="1575079"/>
                    </a:lnTo>
                    <a:lnTo>
                      <a:pt x="1480997" y="1577708"/>
                    </a:lnTo>
                    <a:lnTo>
                      <a:pt x="1481467" y="1578825"/>
                    </a:lnTo>
                    <a:lnTo>
                      <a:pt x="1483321" y="1580692"/>
                    </a:lnTo>
                    <a:lnTo>
                      <a:pt x="1484439" y="1581150"/>
                    </a:lnTo>
                    <a:lnTo>
                      <a:pt x="1487081" y="1581150"/>
                    </a:lnTo>
                    <a:lnTo>
                      <a:pt x="1488198" y="1580692"/>
                    </a:lnTo>
                    <a:lnTo>
                      <a:pt x="1490052" y="1578825"/>
                    </a:lnTo>
                    <a:lnTo>
                      <a:pt x="1490522" y="1577708"/>
                    </a:lnTo>
                    <a:lnTo>
                      <a:pt x="1490522" y="1575079"/>
                    </a:lnTo>
                    <a:close/>
                  </a:path>
                  <a:path w="2231390" h="3105150">
                    <a:moveTo>
                      <a:pt x="1490522" y="1527454"/>
                    </a:moveTo>
                    <a:lnTo>
                      <a:pt x="1490052" y="1526336"/>
                    </a:lnTo>
                    <a:lnTo>
                      <a:pt x="1488198" y="1524469"/>
                    </a:lnTo>
                    <a:lnTo>
                      <a:pt x="1487081" y="1524000"/>
                    </a:lnTo>
                    <a:lnTo>
                      <a:pt x="1484439" y="1524000"/>
                    </a:lnTo>
                    <a:lnTo>
                      <a:pt x="1483321" y="1524469"/>
                    </a:lnTo>
                    <a:lnTo>
                      <a:pt x="1481467" y="1526336"/>
                    </a:lnTo>
                    <a:lnTo>
                      <a:pt x="1480997" y="1527454"/>
                    </a:lnTo>
                    <a:lnTo>
                      <a:pt x="1480997" y="1530083"/>
                    </a:lnTo>
                    <a:lnTo>
                      <a:pt x="1481467" y="1531200"/>
                    </a:lnTo>
                    <a:lnTo>
                      <a:pt x="1483321" y="1533067"/>
                    </a:lnTo>
                    <a:lnTo>
                      <a:pt x="1484439" y="1533525"/>
                    </a:lnTo>
                    <a:lnTo>
                      <a:pt x="1487081" y="1533525"/>
                    </a:lnTo>
                    <a:lnTo>
                      <a:pt x="1488198" y="1533067"/>
                    </a:lnTo>
                    <a:lnTo>
                      <a:pt x="1490052" y="1531200"/>
                    </a:lnTo>
                    <a:lnTo>
                      <a:pt x="1490522" y="1530083"/>
                    </a:lnTo>
                    <a:lnTo>
                      <a:pt x="1490522" y="1527454"/>
                    </a:lnTo>
                    <a:close/>
                  </a:path>
                  <a:path w="2231390" h="3105150">
                    <a:moveTo>
                      <a:pt x="1490522" y="1479829"/>
                    </a:moveTo>
                    <a:lnTo>
                      <a:pt x="1490052" y="1478711"/>
                    </a:lnTo>
                    <a:lnTo>
                      <a:pt x="1488198" y="1476844"/>
                    </a:lnTo>
                    <a:lnTo>
                      <a:pt x="1487081" y="1476387"/>
                    </a:lnTo>
                    <a:lnTo>
                      <a:pt x="1484439" y="1476387"/>
                    </a:lnTo>
                    <a:lnTo>
                      <a:pt x="1483321" y="1476844"/>
                    </a:lnTo>
                    <a:lnTo>
                      <a:pt x="1481467" y="1478711"/>
                    </a:lnTo>
                    <a:lnTo>
                      <a:pt x="1480997" y="1479829"/>
                    </a:lnTo>
                    <a:lnTo>
                      <a:pt x="1480997" y="1482458"/>
                    </a:lnTo>
                    <a:lnTo>
                      <a:pt x="1481467" y="1483575"/>
                    </a:lnTo>
                    <a:lnTo>
                      <a:pt x="1483321" y="1485442"/>
                    </a:lnTo>
                    <a:lnTo>
                      <a:pt x="1484439" y="1485900"/>
                    </a:lnTo>
                    <a:lnTo>
                      <a:pt x="1487081" y="1485900"/>
                    </a:lnTo>
                    <a:lnTo>
                      <a:pt x="1488198" y="1485442"/>
                    </a:lnTo>
                    <a:lnTo>
                      <a:pt x="1490052" y="1483575"/>
                    </a:lnTo>
                    <a:lnTo>
                      <a:pt x="1490522" y="1482458"/>
                    </a:lnTo>
                    <a:lnTo>
                      <a:pt x="1490522" y="1479829"/>
                    </a:lnTo>
                    <a:close/>
                  </a:path>
                  <a:path w="2231390" h="3105150">
                    <a:moveTo>
                      <a:pt x="1490522" y="1432204"/>
                    </a:moveTo>
                    <a:lnTo>
                      <a:pt x="1490052" y="1431086"/>
                    </a:lnTo>
                    <a:lnTo>
                      <a:pt x="1488198" y="1429219"/>
                    </a:lnTo>
                    <a:lnTo>
                      <a:pt x="1487081" y="1428762"/>
                    </a:lnTo>
                    <a:lnTo>
                      <a:pt x="1484439" y="1428762"/>
                    </a:lnTo>
                    <a:lnTo>
                      <a:pt x="1483321" y="1429219"/>
                    </a:lnTo>
                    <a:lnTo>
                      <a:pt x="1481467" y="1431086"/>
                    </a:lnTo>
                    <a:lnTo>
                      <a:pt x="1480997" y="1432204"/>
                    </a:lnTo>
                    <a:lnTo>
                      <a:pt x="1480997" y="1434833"/>
                    </a:lnTo>
                    <a:lnTo>
                      <a:pt x="1481467" y="1435950"/>
                    </a:lnTo>
                    <a:lnTo>
                      <a:pt x="1483321" y="1437817"/>
                    </a:lnTo>
                    <a:lnTo>
                      <a:pt x="1484439" y="1438275"/>
                    </a:lnTo>
                    <a:lnTo>
                      <a:pt x="1487081" y="1438275"/>
                    </a:lnTo>
                    <a:lnTo>
                      <a:pt x="1488198" y="1437817"/>
                    </a:lnTo>
                    <a:lnTo>
                      <a:pt x="1490052" y="1435950"/>
                    </a:lnTo>
                    <a:lnTo>
                      <a:pt x="1490522" y="1434833"/>
                    </a:lnTo>
                    <a:lnTo>
                      <a:pt x="1490522" y="1432204"/>
                    </a:lnTo>
                    <a:close/>
                  </a:path>
                  <a:path w="2231390" h="3105150">
                    <a:moveTo>
                      <a:pt x="1490522" y="1384579"/>
                    </a:moveTo>
                    <a:lnTo>
                      <a:pt x="1490052" y="1383461"/>
                    </a:lnTo>
                    <a:lnTo>
                      <a:pt x="1488198" y="1381594"/>
                    </a:lnTo>
                    <a:lnTo>
                      <a:pt x="1487081" y="1381125"/>
                    </a:lnTo>
                    <a:lnTo>
                      <a:pt x="1484439" y="1381125"/>
                    </a:lnTo>
                    <a:lnTo>
                      <a:pt x="1483321" y="1381594"/>
                    </a:lnTo>
                    <a:lnTo>
                      <a:pt x="1481467" y="1383461"/>
                    </a:lnTo>
                    <a:lnTo>
                      <a:pt x="1480997" y="1384579"/>
                    </a:lnTo>
                    <a:lnTo>
                      <a:pt x="1480997" y="1387208"/>
                    </a:lnTo>
                    <a:lnTo>
                      <a:pt x="1481467" y="1388325"/>
                    </a:lnTo>
                    <a:lnTo>
                      <a:pt x="1483321" y="1390192"/>
                    </a:lnTo>
                    <a:lnTo>
                      <a:pt x="1484439" y="1390650"/>
                    </a:lnTo>
                    <a:lnTo>
                      <a:pt x="1487081" y="1390650"/>
                    </a:lnTo>
                    <a:lnTo>
                      <a:pt x="1488198" y="1390192"/>
                    </a:lnTo>
                    <a:lnTo>
                      <a:pt x="1490052" y="1388325"/>
                    </a:lnTo>
                    <a:lnTo>
                      <a:pt x="1490522" y="1387208"/>
                    </a:lnTo>
                    <a:lnTo>
                      <a:pt x="1490522" y="1384579"/>
                    </a:lnTo>
                    <a:close/>
                  </a:path>
                  <a:path w="2231390" h="3105150">
                    <a:moveTo>
                      <a:pt x="1490522" y="1336954"/>
                    </a:moveTo>
                    <a:lnTo>
                      <a:pt x="1490052" y="1335836"/>
                    </a:lnTo>
                    <a:lnTo>
                      <a:pt x="1488198" y="1333969"/>
                    </a:lnTo>
                    <a:lnTo>
                      <a:pt x="1487081" y="1333512"/>
                    </a:lnTo>
                    <a:lnTo>
                      <a:pt x="1484439" y="1333512"/>
                    </a:lnTo>
                    <a:lnTo>
                      <a:pt x="1483321" y="1333969"/>
                    </a:lnTo>
                    <a:lnTo>
                      <a:pt x="1481467" y="1335836"/>
                    </a:lnTo>
                    <a:lnTo>
                      <a:pt x="1480997" y="1336954"/>
                    </a:lnTo>
                    <a:lnTo>
                      <a:pt x="1480997" y="1339583"/>
                    </a:lnTo>
                    <a:lnTo>
                      <a:pt x="1481467" y="1340700"/>
                    </a:lnTo>
                    <a:lnTo>
                      <a:pt x="1483321" y="1342567"/>
                    </a:lnTo>
                    <a:lnTo>
                      <a:pt x="1484439" y="1343025"/>
                    </a:lnTo>
                    <a:lnTo>
                      <a:pt x="1487081" y="1343025"/>
                    </a:lnTo>
                    <a:lnTo>
                      <a:pt x="1488198" y="1342567"/>
                    </a:lnTo>
                    <a:lnTo>
                      <a:pt x="1490052" y="1340700"/>
                    </a:lnTo>
                    <a:lnTo>
                      <a:pt x="1490522" y="1339583"/>
                    </a:lnTo>
                    <a:lnTo>
                      <a:pt x="1490522" y="1336954"/>
                    </a:lnTo>
                    <a:close/>
                  </a:path>
                  <a:path w="2231390" h="3105150">
                    <a:moveTo>
                      <a:pt x="1490522" y="1289329"/>
                    </a:moveTo>
                    <a:lnTo>
                      <a:pt x="1490052" y="1288211"/>
                    </a:lnTo>
                    <a:lnTo>
                      <a:pt x="1488198" y="1286344"/>
                    </a:lnTo>
                    <a:lnTo>
                      <a:pt x="1487081" y="1285875"/>
                    </a:lnTo>
                    <a:lnTo>
                      <a:pt x="1484439" y="1285875"/>
                    </a:lnTo>
                    <a:lnTo>
                      <a:pt x="1483321" y="1286344"/>
                    </a:lnTo>
                    <a:lnTo>
                      <a:pt x="1481467" y="1288211"/>
                    </a:lnTo>
                    <a:lnTo>
                      <a:pt x="1480997" y="1289329"/>
                    </a:lnTo>
                    <a:lnTo>
                      <a:pt x="1480997" y="1291958"/>
                    </a:lnTo>
                    <a:lnTo>
                      <a:pt x="1481467" y="1293075"/>
                    </a:lnTo>
                    <a:lnTo>
                      <a:pt x="1483321" y="1294942"/>
                    </a:lnTo>
                    <a:lnTo>
                      <a:pt x="1484439" y="1295400"/>
                    </a:lnTo>
                    <a:lnTo>
                      <a:pt x="1487081" y="1295400"/>
                    </a:lnTo>
                    <a:lnTo>
                      <a:pt x="1488198" y="1294942"/>
                    </a:lnTo>
                    <a:lnTo>
                      <a:pt x="1490052" y="1293075"/>
                    </a:lnTo>
                    <a:lnTo>
                      <a:pt x="1490522" y="1291958"/>
                    </a:lnTo>
                    <a:lnTo>
                      <a:pt x="1490522" y="1289329"/>
                    </a:lnTo>
                    <a:close/>
                  </a:path>
                  <a:path w="2231390" h="3105150">
                    <a:moveTo>
                      <a:pt x="1490522" y="1241704"/>
                    </a:moveTo>
                    <a:lnTo>
                      <a:pt x="1490052" y="1240586"/>
                    </a:lnTo>
                    <a:lnTo>
                      <a:pt x="1488198" y="1238719"/>
                    </a:lnTo>
                    <a:lnTo>
                      <a:pt x="1487081" y="1238262"/>
                    </a:lnTo>
                    <a:lnTo>
                      <a:pt x="1484439" y="1238262"/>
                    </a:lnTo>
                    <a:lnTo>
                      <a:pt x="1483321" y="1238719"/>
                    </a:lnTo>
                    <a:lnTo>
                      <a:pt x="1481467" y="1240586"/>
                    </a:lnTo>
                    <a:lnTo>
                      <a:pt x="1480997" y="1241704"/>
                    </a:lnTo>
                    <a:lnTo>
                      <a:pt x="1480997" y="1244333"/>
                    </a:lnTo>
                    <a:lnTo>
                      <a:pt x="1481467" y="1245450"/>
                    </a:lnTo>
                    <a:lnTo>
                      <a:pt x="1483321" y="1247317"/>
                    </a:lnTo>
                    <a:lnTo>
                      <a:pt x="1484439" y="1247775"/>
                    </a:lnTo>
                    <a:lnTo>
                      <a:pt x="1487081" y="1247775"/>
                    </a:lnTo>
                    <a:lnTo>
                      <a:pt x="1488198" y="1247317"/>
                    </a:lnTo>
                    <a:lnTo>
                      <a:pt x="1490052" y="1245450"/>
                    </a:lnTo>
                    <a:lnTo>
                      <a:pt x="1490522" y="1244333"/>
                    </a:lnTo>
                    <a:lnTo>
                      <a:pt x="1490522" y="1241704"/>
                    </a:lnTo>
                    <a:close/>
                  </a:path>
                  <a:path w="2231390" h="3105150">
                    <a:moveTo>
                      <a:pt x="1490522" y="1194079"/>
                    </a:moveTo>
                    <a:lnTo>
                      <a:pt x="1490052" y="1192961"/>
                    </a:lnTo>
                    <a:lnTo>
                      <a:pt x="1488198" y="1191094"/>
                    </a:lnTo>
                    <a:lnTo>
                      <a:pt x="1487081" y="1190637"/>
                    </a:lnTo>
                    <a:lnTo>
                      <a:pt x="1484439" y="1190637"/>
                    </a:lnTo>
                    <a:lnTo>
                      <a:pt x="1483321" y="1191094"/>
                    </a:lnTo>
                    <a:lnTo>
                      <a:pt x="1481467" y="1192961"/>
                    </a:lnTo>
                    <a:lnTo>
                      <a:pt x="1480997" y="1194079"/>
                    </a:lnTo>
                    <a:lnTo>
                      <a:pt x="1480997" y="1196708"/>
                    </a:lnTo>
                    <a:lnTo>
                      <a:pt x="1481467" y="1197825"/>
                    </a:lnTo>
                    <a:lnTo>
                      <a:pt x="1483321" y="1199692"/>
                    </a:lnTo>
                    <a:lnTo>
                      <a:pt x="1484439" y="1200162"/>
                    </a:lnTo>
                    <a:lnTo>
                      <a:pt x="1487081" y="1200162"/>
                    </a:lnTo>
                    <a:lnTo>
                      <a:pt x="1488198" y="1199692"/>
                    </a:lnTo>
                    <a:lnTo>
                      <a:pt x="1490052" y="1197825"/>
                    </a:lnTo>
                    <a:lnTo>
                      <a:pt x="1490522" y="1196708"/>
                    </a:lnTo>
                    <a:lnTo>
                      <a:pt x="1490522" y="1194079"/>
                    </a:lnTo>
                    <a:close/>
                  </a:path>
                  <a:path w="2231390" h="3105150">
                    <a:moveTo>
                      <a:pt x="1490522" y="1146454"/>
                    </a:moveTo>
                    <a:lnTo>
                      <a:pt x="1490052" y="1145336"/>
                    </a:lnTo>
                    <a:lnTo>
                      <a:pt x="1488198" y="1143469"/>
                    </a:lnTo>
                    <a:lnTo>
                      <a:pt x="1487081" y="1143012"/>
                    </a:lnTo>
                    <a:lnTo>
                      <a:pt x="1484439" y="1143012"/>
                    </a:lnTo>
                    <a:lnTo>
                      <a:pt x="1483321" y="1143469"/>
                    </a:lnTo>
                    <a:lnTo>
                      <a:pt x="1481467" y="1145336"/>
                    </a:lnTo>
                    <a:lnTo>
                      <a:pt x="1480997" y="1146454"/>
                    </a:lnTo>
                    <a:lnTo>
                      <a:pt x="1480997" y="1149083"/>
                    </a:lnTo>
                    <a:lnTo>
                      <a:pt x="1481467" y="1150200"/>
                    </a:lnTo>
                    <a:lnTo>
                      <a:pt x="1483321" y="1152067"/>
                    </a:lnTo>
                    <a:lnTo>
                      <a:pt x="1484439" y="1152525"/>
                    </a:lnTo>
                    <a:lnTo>
                      <a:pt x="1487081" y="1152525"/>
                    </a:lnTo>
                    <a:lnTo>
                      <a:pt x="1488198" y="1152067"/>
                    </a:lnTo>
                    <a:lnTo>
                      <a:pt x="1490052" y="1150200"/>
                    </a:lnTo>
                    <a:lnTo>
                      <a:pt x="1490522" y="1149083"/>
                    </a:lnTo>
                    <a:lnTo>
                      <a:pt x="1490522" y="1146454"/>
                    </a:lnTo>
                    <a:close/>
                  </a:path>
                  <a:path w="2231390" h="3105150">
                    <a:moveTo>
                      <a:pt x="1490522" y="1098829"/>
                    </a:moveTo>
                    <a:lnTo>
                      <a:pt x="1490052" y="1097711"/>
                    </a:lnTo>
                    <a:lnTo>
                      <a:pt x="1488198" y="1095844"/>
                    </a:lnTo>
                    <a:lnTo>
                      <a:pt x="1487081" y="1095387"/>
                    </a:lnTo>
                    <a:lnTo>
                      <a:pt x="1484439" y="1095387"/>
                    </a:lnTo>
                    <a:lnTo>
                      <a:pt x="1483321" y="1095844"/>
                    </a:lnTo>
                    <a:lnTo>
                      <a:pt x="1481467" y="1097711"/>
                    </a:lnTo>
                    <a:lnTo>
                      <a:pt x="1480997" y="1098829"/>
                    </a:lnTo>
                    <a:lnTo>
                      <a:pt x="1480997" y="1101458"/>
                    </a:lnTo>
                    <a:lnTo>
                      <a:pt x="1481467" y="1102575"/>
                    </a:lnTo>
                    <a:lnTo>
                      <a:pt x="1483321" y="1104442"/>
                    </a:lnTo>
                    <a:lnTo>
                      <a:pt x="1484439" y="1104900"/>
                    </a:lnTo>
                    <a:lnTo>
                      <a:pt x="1487081" y="1104900"/>
                    </a:lnTo>
                    <a:lnTo>
                      <a:pt x="1488198" y="1104442"/>
                    </a:lnTo>
                    <a:lnTo>
                      <a:pt x="1490052" y="1102575"/>
                    </a:lnTo>
                    <a:lnTo>
                      <a:pt x="1490522" y="1101458"/>
                    </a:lnTo>
                    <a:lnTo>
                      <a:pt x="1490522" y="1098829"/>
                    </a:lnTo>
                    <a:close/>
                  </a:path>
                  <a:path w="2231390" h="3105150">
                    <a:moveTo>
                      <a:pt x="1490522" y="1051204"/>
                    </a:moveTo>
                    <a:lnTo>
                      <a:pt x="1490052" y="1050086"/>
                    </a:lnTo>
                    <a:lnTo>
                      <a:pt x="1488198" y="1048219"/>
                    </a:lnTo>
                    <a:lnTo>
                      <a:pt x="1487081" y="1047750"/>
                    </a:lnTo>
                    <a:lnTo>
                      <a:pt x="1484439" y="1047750"/>
                    </a:lnTo>
                    <a:lnTo>
                      <a:pt x="1483321" y="1048219"/>
                    </a:lnTo>
                    <a:lnTo>
                      <a:pt x="1481467" y="1050086"/>
                    </a:lnTo>
                    <a:lnTo>
                      <a:pt x="1480997" y="1051204"/>
                    </a:lnTo>
                    <a:lnTo>
                      <a:pt x="1480997" y="1053833"/>
                    </a:lnTo>
                    <a:lnTo>
                      <a:pt x="1481467" y="1054950"/>
                    </a:lnTo>
                    <a:lnTo>
                      <a:pt x="1483321" y="1056817"/>
                    </a:lnTo>
                    <a:lnTo>
                      <a:pt x="1484439" y="1057275"/>
                    </a:lnTo>
                    <a:lnTo>
                      <a:pt x="1487081" y="1057275"/>
                    </a:lnTo>
                    <a:lnTo>
                      <a:pt x="1488198" y="1056817"/>
                    </a:lnTo>
                    <a:lnTo>
                      <a:pt x="1490052" y="1054950"/>
                    </a:lnTo>
                    <a:lnTo>
                      <a:pt x="1490522" y="1053833"/>
                    </a:lnTo>
                    <a:lnTo>
                      <a:pt x="1490522" y="1051204"/>
                    </a:lnTo>
                    <a:close/>
                  </a:path>
                  <a:path w="2231390" h="3105150">
                    <a:moveTo>
                      <a:pt x="1490522" y="1003579"/>
                    </a:moveTo>
                    <a:lnTo>
                      <a:pt x="1490052" y="1002461"/>
                    </a:lnTo>
                    <a:lnTo>
                      <a:pt x="1488198" y="1000594"/>
                    </a:lnTo>
                    <a:lnTo>
                      <a:pt x="1487081" y="1000137"/>
                    </a:lnTo>
                    <a:lnTo>
                      <a:pt x="1484439" y="1000137"/>
                    </a:lnTo>
                    <a:lnTo>
                      <a:pt x="1483321" y="1000594"/>
                    </a:lnTo>
                    <a:lnTo>
                      <a:pt x="1481467" y="1002461"/>
                    </a:lnTo>
                    <a:lnTo>
                      <a:pt x="1480997" y="1003579"/>
                    </a:lnTo>
                    <a:lnTo>
                      <a:pt x="1480997" y="1006208"/>
                    </a:lnTo>
                    <a:lnTo>
                      <a:pt x="1481467" y="1007325"/>
                    </a:lnTo>
                    <a:lnTo>
                      <a:pt x="1483321" y="1009192"/>
                    </a:lnTo>
                    <a:lnTo>
                      <a:pt x="1484439" y="1009650"/>
                    </a:lnTo>
                    <a:lnTo>
                      <a:pt x="1487081" y="1009650"/>
                    </a:lnTo>
                    <a:lnTo>
                      <a:pt x="1488198" y="1009192"/>
                    </a:lnTo>
                    <a:lnTo>
                      <a:pt x="1490052" y="1007325"/>
                    </a:lnTo>
                    <a:lnTo>
                      <a:pt x="1490522" y="1006208"/>
                    </a:lnTo>
                    <a:lnTo>
                      <a:pt x="1490522" y="1003579"/>
                    </a:lnTo>
                    <a:close/>
                  </a:path>
                  <a:path w="2231390" h="3105150">
                    <a:moveTo>
                      <a:pt x="1490522" y="955954"/>
                    </a:moveTo>
                    <a:lnTo>
                      <a:pt x="1490052" y="954836"/>
                    </a:lnTo>
                    <a:lnTo>
                      <a:pt x="1488198" y="952969"/>
                    </a:lnTo>
                    <a:lnTo>
                      <a:pt x="1487081" y="952512"/>
                    </a:lnTo>
                    <a:lnTo>
                      <a:pt x="1484439" y="952512"/>
                    </a:lnTo>
                    <a:lnTo>
                      <a:pt x="1483321" y="952969"/>
                    </a:lnTo>
                    <a:lnTo>
                      <a:pt x="1481467" y="954836"/>
                    </a:lnTo>
                    <a:lnTo>
                      <a:pt x="1480997" y="955954"/>
                    </a:lnTo>
                    <a:lnTo>
                      <a:pt x="1480997" y="958583"/>
                    </a:lnTo>
                    <a:lnTo>
                      <a:pt x="1481467" y="959700"/>
                    </a:lnTo>
                    <a:lnTo>
                      <a:pt x="1483321" y="961567"/>
                    </a:lnTo>
                    <a:lnTo>
                      <a:pt x="1484439" y="962025"/>
                    </a:lnTo>
                    <a:lnTo>
                      <a:pt x="1487081" y="962025"/>
                    </a:lnTo>
                    <a:lnTo>
                      <a:pt x="1488198" y="961567"/>
                    </a:lnTo>
                    <a:lnTo>
                      <a:pt x="1490052" y="959700"/>
                    </a:lnTo>
                    <a:lnTo>
                      <a:pt x="1490522" y="958583"/>
                    </a:lnTo>
                    <a:lnTo>
                      <a:pt x="1490522" y="955954"/>
                    </a:lnTo>
                    <a:close/>
                  </a:path>
                  <a:path w="2231390" h="3105150">
                    <a:moveTo>
                      <a:pt x="1490522" y="908329"/>
                    </a:moveTo>
                    <a:lnTo>
                      <a:pt x="1490052" y="907211"/>
                    </a:lnTo>
                    <a:lnTo>
                      <a:pt x="1488198" y="905344"/>
                    </a:lnTo>
                    <a:lnTo>
                      <a:pt x="1487081" y="904875"/>
                    </a:lnTo>
                    <a:lnTo>
                      <a:pt x="1484439" y="904875"/>
                    </a:lnTo>
                    <a:lnTo>
                      <a:pt x="1483321" y="905344"/>
                    </a:lnTo>
                    <a:lnTo>
                      <a:pt x="1481467" y="907211"/>
                    </a:lnTo>
                    <a:lnTo>
                      <a:pt x="1480997" y="908329"/>
                    </a:lnTo>
                    <a:lnTo>
                      <a:pt x="1480997" y="910958"/>
                    </a:lnTo>
                    <a:lnTo>
                      <a:pt x="1481467" y="912075"/>
                    </a:lnTo>
                    <a:lnTo>
                      <a:pt x="1483321" y="913942"/>
                    </a:lnTo>
                    <a:lnTo>
                      <a:pt x="1484439" y="914400"/>
                    </a:lnTo>
                    <a:lnTo>
                      <a:pt x="1487081" y="914400"/>
                    </a:lnTo>
                    <a:lnTo>
                      <a:pt x="1488198" y="913942"/>
                    </a:lnTo>
                    <a:lnTo>
                      <a:pt x="1490052" y="912075"/>
                    </a:lnTo>
                    <a:lnTo>
                      <a:pt x="1490522" y="910958"/>
                    </a:lnTo>
                    <a:lnTo>
                      <a:pt x="1490522" y="908329"/>
                    </a:lnTo>
                    <a:close/>
                  </a:path>
                  <a:path w="2231390" h="3105150">
                    <a:moveTo>
                      <a:pt x="1490522" y="860704"/>
                    </a:moveTo>
                    <a:lnTo>
                      <a:pt x="1490052" y="859586"/>
                    </a:lnTo>
                    <a:lnTo>
                      <a:pt x="1488198" y="857719"/>
                    </a:lnTo>
                    <a:lnTo>
                      <a:pt x="1487081" y="857262"/>
                    </a:lnTo>
                    <a:lnTo>
                      <a:pt x="1484439" y="857262"/>
                    </a:lnTo>
                    <a:lnTo>
                      <a:pt x="1483321" y="857719"/>
                    </a:lnTo>
                    <a:lnTo>
                      <a:pt x="1481467" y="859586"/>
                    </a:lnTo>
                    <a:lnTo>
                      <a:pt x="1480997" y="860704"/>
                    </a:lnTo>
                    <a:lnTo>
                      <a:pt x="1480997" y="863333"/>
                    </a:lnTo>
                    <a:lnTo>
                      <a:pt x="1481467" y="864450"/>
                    </a:lnTo>
                    <a:lnTo>
                      <a:pt x="1483321" y="866317"/>
                    </a:lnTo>
                    <a:lnTo>
                      <a:pt x="1484439" y="866775"/>
                    </a:lnTo>
                    <a:lnTo>
                      <a:pt x="1487081" y="866775"/>
                    </a:lnTo>
                    <a:lnTo>
                      <a:pt x="1488198" y="866317"/>
                    </a:lnTo>
                    <a:lnTo>
                      <a:pt x="1490052" y="864450"/>
                    </a:lnTo>
                    <a:lnTo>
                      <a:pt x="1490522" y="863333"/>
                    </a:lnTo>
                    <a:lnTo>
                      <a:pt x="1490522" y="860704"/>
                    </a:lnTo>
                    <a:close/>
                  </a:path>
                  <a:path w="2231390" h="3105150">
                    <a:moveTo>
                      <a:pt x="1490522" y="813079"/>
                    </a:moveTo>
                    <a:lnTo>
                      <a:pt x="1490052" y="811961"/>
                    </a:lnTo>
                    <a:lnTo>
                      <a:pt x="1488198" y="810094"/>
                    </a:lnTo>
                    <a:lnTo>
                      <a:pt x="1487081" y="809637"/>
                    </a:lnTo>
                    <a:lnTo>
                      <a:pt x="1484439" y="809637"/>
                    </a:lnTo>
                    <a:lnTo>
                      <a:pt x="1483321" y="810094"/>
                    </a:lnTo>
                    <a:lnTo>
                      <a:pt x="1481467" y="811961"/>
                    </a:lnTo>
                    <a:lnTo>
                      <a:pt x="1480997" y="813079"/>
                    </a:lnTo>
                    <a:lnTo>
                      <a:pt x="1480997" y="815708"/>
                    </a:lnTo>
                    <a:lnTo>
                      <a:pt x="1481467" y="816825"/>
                    </a:lnTo>
                    <a:lnTo>
                      <a:pt x="1483321" y="818692"/>
                    </a:lnTo>
                    <a:lnTo>
                      <a:pt x="1484439" y="819150"/>
                    </a:lnTo>
                    <a:lnTo>
                      <a:pt x="1487081" y="819150"/>
                    </a:lnTo>
                    <a:lnTo>
                      <a:pt x="1488198" y="818692"/>
                    </a:lnTo>
                    <a:lnTo>
                      <a:pt x="1490052" y="816825"/>
                    </a:lnTo>
                    <a:lnTo>
                      <a:pt x="1490522" y="815708"/>
                    </a:lnTo>
                    <a:lnTo>
                      <a:pt x="1490522" y="813079"/>
                    </a:lnTo>
                    <a:close/>
                  </a:path>
                  <a:path w="2231390" h="3105150">
                    <a:moveTo>
                      <a:pt x="1490522" y="765454"/>
                    </a:moveTo>
                    <a:lnTo>
                      <a:pt x="1490052" y="764336"/>
                    </a:lnTo>
                    <a:lnTo>
                      <a:pt x="1488198" y="762469"/>
                    </a:lnTo>
                    <a:lnTo>
                      <a:pt x="1487081" y="762012"/>
                    </a:lnTo>
                    <a:lnTo>
                      <a:pt x="1484439" y="762012"/>
                    </a:lnTo>
                    <a:lnTo>
                      <a:pt x="1483321" y="762469"/>
                    </a:lnTo>
                    <a:lnTo>
                      <a:pt x="1481467" y="764336"/>
                    </a:lnTo>
                    <a:lnTo>
                      <a:pt x="1480997" y="765454"/>
                    </a:lnTo>
                    <a:lnTo>
                      <a:pt x="1480997" y="768083"/>
                    </a:lnTo>
                    <a:lnTo>
                      <a:pt x="1481467" y="769200"/>
                    </a:lnTo>
                    <a:lnTo>
                      <a:pt x="1483321" y="771067"/>
                    </a:lnTo>
                    <a:lnTo>
                      <a:pt x="1484439" y="771525"/>
                    </a:lnTo>
                    <a:lnTo>
                      <a:pt x="1487081" y="771525"/>
                    </a:lnTo>
                    <a:lnTo>
                      <a:pt x="1488198" y="771067"/>
                    </a:lnTo>
                    <a:lnTo>
                      <a:pt x="1490052" y="769200"/>
                    </a:lnTo>
                    <a:lnTo>
                      <a:pt x="1490522" y="768083"/>
                    </a:lnTo>
                    <a:lnTo>
                      <a:pt x="1490522" y="765454"/>
                    </a:lnTo>
                    <a:close/>
                  </a:path>
                  <a:path w="2231390" h="3105150">
                    <a:moveTo>
                      <a:pt x="1490522" y="717829"/>
                    </a:moveTo>
                    <a:lnTo>
                      <a:pt x="1490052" y="716711"/>
                    </a:lnTo>
                    <a:lnTo>
                      <a:pt x="1488198" y="714844"/>
                    </a:lnTo>
                    <a:lnTo>
                      <a:pt x="1487081" y="714387"/>
                    </a:lnTo>
                    <a:lnTo>
                      <a:pt x="1484439" y="714387"/>
                    </a:lnTo>
                    <a:lnTo>
                      <a:pt x="1483321" y="714844"/>
                    </a:lnTo>
                    <a:lnTo>
                      <a:pt x="1481467" y="716711"/>
                    </a:lnTo>
                    <a:lnTo>
                      <a:pt x="1480997" y="717829"/>
                    </a:lnTo>
                    <a:lnTo>
                      <a:pt x="1480997" y="720458"/>
                    </a:lnTo>
                    <a:lnTo>
                      <a:pt x="1481467" y="721575"/>
                    </a:lnTo>
                    <a:lnTo>
                      <a:pt x="1483321" y="723442"/>
                    </a:lnTo>
                    <a:lnTo>
                      <a:pt x="1484439" y="723900"/>
                    </a:lnTo>
                    <a:lnTo>
                      <a:pt x="1487081" y="723900"/>
                    </a:lnTo>
                    <a:lnTo>
                      <a:pt x="1488198" y="723442"/>
                    </a:lnTo>
                    <a:lnTo>
                      <a:pt x="1490052" y="721575"/>
                    </a:lnTo>
                    <a:lnTo>
                      <a:pt x="1490522" y="720458"/>
                    </a:lnTo>
                    <a:lnTo>
                      <a:pt x="1490522" y="717829"/>
                    </a:lnTo>
                    <a:close/>
                  </a:path>
                  <a:path w="2231390" h="3105150">
                    <a:moveTo>
                      <a:pt x="1490522" y="670204"/>
                    </a:moveTo>
                    <a:lnTo>
                      <a:pt x="1490052" y="669086"/>
                    </a:lnTo>
                    <a:lnTo>
                      <a:pt x="1488198" y="667219"/>
                    </a:lnTo>
                    <a:lnTo>
                      <a:pt x="1487081" y="666762"/>
                    </a:lnTo>
                    <a:lnTo>
                      <a:pt x="1484439" y="666762"/>
                    </a:lnTo>
                    <a:lnTo>
                      <a:pt x="1483321" y="667219"/>
                    </a:lnTo>
                    <a:lnTo>
                      <a:pt x="1481467" y="669086"/>
                    </a:lnTo>
                    <a:lnTo>
                      <a:pt x="1480997" y="670204"/>
                    </a:lnTo>
                    <a:lnTo>
                      <a:pt x="1480997" y="672833"/>
                    </a:lnTo>
                    <a:lnTo>
                      <a:pt x="1481467" y="673950"/>
                    </a:lnTo>
                    <a:lnTo>
                      <a:pt x="1483321" y="675817"/>
                    </a:lnTo>
                    <a:lnTo>
                      <a:pt x="1484439" y="676287"/>
                    </a:lnTo>
                    <a:lnTo>
                      <a:pt x="1487081" y="676287"/>
                    </a:lnTo>
                    <a:lnTo>
                      <a:pt x="1488198" y="675817"/>
                    </a:lnTo>
                    <a:lnTo>
                      <a:pt x="1490052" y="673950"/>
                    </a:lnTo>
                    <a:lnTo>
                      <a:pt x="1490522" y="672833"/>
                    </a:lnTo>
                    <a:lnTo>
                      <a:pt x="1490522" y="670204"/>
                    </a:lnTo>
                    <a:close/>
                  </a:path>
                  <a:path w="2231390" h="3105150">
                    <a:moveTo>
                      <a:pt x="1490522" y="622579"/>
                    </a:moveTo>
                    <a:lnTo>
                      <a:pt x="1490052" y="621461"/>
                    </a:lnTo>
                    <a:lnTo>
                      <a:pt x="1488198" y="619594"/>
                    </a:lnTo>
                    <a:lnTo>
                      <a:pt x="1487081" y="619137"/>
                    </a:lnTo>
                    <a:lnTo>
                      <a:pt x="1484439" y="619137"/>
                    </a:lnTo>
                    <a:lnTo>
                      <a:pt x="1483321" y="619594"/>
                    </a:lnTo>
                    <a:lnTo>
                      <a:pt x="1481467" y="621461"/>
                    </a:lnTo>
                    <a:lnTo>
                      <a:pt x="1480997" y="622579"/>
                    </a:lnTo>
                    <a:lnTo>
                      <a:pt x="1480997" y="625208"/>
                    </a:lnTo>
                    <a:lnTo>
                      <a:pt x="1481467" y="626325"/>
                    </a:lnTo>
                    <a:lnTo>
                      <a:pt x="1483321" y="628192"/>
                    </a:lnTo>
                    <a:lnTo>
                      <a:pt x="1484439" y="628650"/>
                    </a:lnTo>
                    <a:lnTo>
                      <a:pt x="1487081" y="628650"/>
                    </a:lnTo>
                    <a:lnTo>
                      <a:pt x="1488198" y="628192"/>
                    </a:lnTo>
                    <a:lnTo>
                      <a:pt x="1490052" y="626325"/>
                    </a:lnTo>
                    <a:lnTo>
                      <a:pt x="1490522" y="625208"/>
                    </a:lnTo>
                    <a:lnTo>
                      <a:pt x="1490522" y="622579"/>
                    </a:lnTo>
                    <a:close/>
                  </a:path>
                  <a:path w="2231390" h="3105150">
                    <a:moveTo>
                      <a:pt x="1490522" y="574954"/>
                    </a:moveTo>
                    <a:lnTo>
                      <a:pt x="1490052" y="573836"/>
                    </a:lnTo>
                    <a:lnTo>
                      <a:pt x="1488198" y="571969"/>
                    </a:lnTo>
                    <a:lnTo>
                      <a:pt x="1487081" y="571512"/>
                    </a:lnTo>
                    <a:lnTo>
                      <a:pt x="1484439" y="571512"/>
                    </a:lnTo>
                    <a:lnTo>
                      <a:pt x="1483321" y="571969"/>
                    </a:lnTo>
                    <a:lnTo>
                      <a:pt x="1481467" y="573836"/>
                    </a:lnTo>
                    <a:lnTo>
                      <a:pt x="1480997" y="574954"/>
                    </a:lnTo>
                    <a:lnTo>
                      <a:pt x="1480997" y="577583"/>
                    </a:lnTo>
                    <a:lnTo>
                      <a:pt x="1481467" y="578700"/>
                    </a:lnTo>
                    <a:lnTo>
                      <a:pt x="1483321" y="580567"/>
                    </a:lnTo>
                    <a:lnTo>
                      <a:pt x="1484439" y="581025"/>
                    </a:lnTo>
                    <a:lnTo>
                      <a:pt x="1487081" y="581025"/>
                    </a:lnTo>
                    <a:lnTo>
                      <a:pt x="1488198" y="580567"/>
                    </a:lnTo>
                    <a:lnTo>
                      <a:pt x="1490052" y="578700"/>
                    </a:lnTo>
                    <a:lnTo>
                      <a:pt x="1490522" y="577583"/>
                    </a:lnTo>
                    <a:lnTo>
                      <a:pt x="1490522" y="574954"/>
                    </a:lnTo>
                    <a:close/>
                  </a:path>
                  <a:path w="2231390" h="3105150">
                    <a:moveTo>
                      <a:pt x="1490522" y="527329"/>
                    </a:moveTo>
                    <a:lnTo>
                      <a:pt x="1490052" y="526211"/>
                    </a:lnTo>
                    <a:lnTo>
                      <a:pt x="1488198" y="524344"/>
                    </a:lnTo>
                    <a:lnTo>
                      <a:pt x="1487081" y="523875"/>
                    </a:lnTo>
                    <a:lnTo>
                      <a:pt x="1484439" y="523875"/>
                    </a:lnTo>
                    <a:lnTo>
                      <a:pt x="1483321" y="524344"/>
                    </a:lnTo>
                    <a:lnTo>
                      <a:pt x="1481467" y="526211"/>
                    </a:lnTo>
                    <a:lnTo>
                      <a:pt x="1480997" y="527329"/>
                    </a:lnTo>
                    <a:lnTo>
                      <a:pt x="1480997" y="529958"/>
                    </a:lnTo>
                    <a:lnTo>
                      <a:pt x="1481467" y="531075"/>
                    </a:lnTo>
                    <a:lnTo>
                      <a:pt x="1483321" y="532942"/>
                    </a:lnTo>
                    <a:lnTo>
                      <a:pt x="1484439" y="533400"/>
                    </a:lnTo>
                    <a:lnTo>
                      <a:pt x="1487081" y="533400"/>
                    </a:lnTo>
                    <a:lnTo>
                      <a:pt x="1488198" y="532942"/>
                    </a:lnTo>
                    <a:lnTo>
                      <a:pt x="1490052" y="531075"/>
                    </a:lnTo>
                    <a:lnTo>
                      <a:pt x="1490522" y="529958"/>
                    </a:lnTo>
                    <a:lnTo>
                      <a:pt x="1490522" y="527329"/>
                    </a:lnTo>
                    <a:close/>
                  </a:path>
                  <a:path w="2231390" h="3105150">
                    <a:moveTo>
                      <a:pt x="1490522" y="479704"/>
                    </a:moveTo>
                    <a:lnTo>
                      <a:pt x="1490052" y="478586"/>
                    </a:lnTo>
                    <a:lnTo>
                      <a:pt x="1488198" y="476719"/>
                    </a:lnTo>
                    <a:lnTo>
                      <a:pt x="1487081" y="476250"/>
                    </a:lnTo>
                    <a:lnTo>
                      <a:pt x="1484439" y="476250"/>
                    </a:lnTo>
                    <a:lnTo>
                      <a:pt x="1483321" y="476719"/>
                    </a:lnTo>
                    <a:lnTo>
                      <a:pt x="1481467" y="478586"/>
                    </a:lnTo>
                    <a:lnTo>
                      <a:pt x="1480997" y="479704"/>
                    </a:lnTo>
                    <a:lnTo>
                      <a:pt x="1480997" y="482333"/>
                    </a:lnTo>
                    <a:lnTo>
                      <a:pt x="1481467" y="483450"/>
                    </a:lnTo>
                    <a:lnTo>
                      <a:pt x="1483321" y="485317"/>
                    </a:lnTo>
                    <a:lnTo>
                      <a:pt x="1484439" y="485775"/>
                    </a:lnTo>
                    <a:lnTo>
                      <a:pt x="1487081" y="485775"/>
                    </a:lnTo>
                    <a:lnTo>
                      <a:pt x="1488198" y="485317"/>
                    </a:lnTo>
                    <a:lnTo>
                      <a:pt x="1490052" y="483450"/>
                    </a:lnTo>
                    <a:lnTo>
                      <a:pt x="1490522" y="482333"/>
                    </a:lnTo>
                    <a:lnTo>
                      <a:pt x="1490522" y="479704"/>
                    </a:lnTo>
                    <a:close/>
                  </a:path>
                  <a:path w="2231390" h="3105150">
                    <a:moveTo>
                      <a:pt x="1490522" y="432079"/>
                    </a:moveTo>
                    <a:lnTo>
                      <a:pt x="1490052" y="430961"/>
                    </a:lnTo>
                    <a:lnTo>
                      <a:pt x="1488198" y="429094"/>
                    </a:lnTo>
                    <a:lnTo>
                      <a:pt x="1487081" y="428637"/>
                    </a:lnTo>
                    <a:lnTo>
                      <a:pt x="1484439" y="428637"/>
                    </a:lnTo>
                    <a:lnTo>
                      <a:pt x="1483321" y="429094"/>
                    </a:lnTo>
                    <a:lnTo>
                      <a:pt x="1481467" y="430961"/>
                    </a:lnTo>
                    <a:lnTo>
                      <a:pt x="1480997" y="432079"/>
                    </a:lnTo>
                    <a:lnTo>
                      <a:pt x="1480997" y="434708"/>
                    </a:lnTo>
                    <a:lnTo>
                      <a:pt x="1481467" y="435825"/>
                    </a:lnTo>
                    <a:lnTo>
                      <a:pt x="1483321" y="437692"/>
                    </a:lnTo>
                    <a:lnTo>
                      <a:pt x="1484439" y="438150"/>
                    </a:lnTo>
                    <a:lnTo>
                      <a:pt x="1487081" y="438150"/>
                    </a:lnTo>
                    <a:lnTo>
                      <a:pt x="1488198" y="437692"/>
                    </a:lnTo>
                    <a:lnTo>
                      <a:pt x="1490052" y="435825"/>
                    </a:lnTo>
                    <a:lnTo>
                      <a:pt x="1490522" y="434708"/>
                    </a:lnTo>
                    <a:lnTo>
                      <a:pt x="1490522" y="432079"/>
                    </a:lnTo>
                    <a:close/>
                  </a:path>
                  <a:path w="2231390" h="3105150">
                    <a:moveTo>
                      <a:pt x="1490522" y="384454"/>
                    </a:moveTo>
                    <a:lnTo>
                      <a:pt x="1490052" y="383336"/>
                    </a:lnTo>
                    <a:lnTo>
                      <a:pt x="1488198" y="381469"/>
                    </a:lnTo>
                    <a:lnTo>
                      <a:pt x="1487081" y="381012"/>
                    </a:lnTo>
                    <a:lnTo>
                      <a:pt x="1484439" y="381012"/>
                    </a:lnTo>
                    <a:lnTo>
                      <a:pt x="1483321" y="381469"/>
                    </a:lnTo>
                    <a:lnTo>
                      <a:pt x="1481467" y="383336"/>
                    </a:lnTo>
                    <a:lnTo>
                      <a:pt x="1480997" y="384454"/>
                    </a:lnTo>
                    <a:lnTo>
                      <a:pt x="1480997" y="387083"/>
                    </a:lnTo>
                    <a:lnTo>
                      <a:pt x="1481467" y="388200"/>
                    </a:lnTo>
                    <a:lnTo>
                      <a:pt x="1483321" y="390067"/>
                    </a:lnTo>
                    <a:lnTo>
                      <a:pt x="1484439" y="390525"/>
                    </a:lnTo>
                    <a:lnTo>
                      <a:pt x="1487081" y="390525"/>
                    </a:lnTo>
                    <a:lnTo>
                      <a:pt x="1488198" y="390067"/>
                    </a:lnTo>
                    <a:lnTo>
                      <a:pt x="1490052" y="388200"/>
                    </a:lnTo>
                    <a:lnTo>
                      <a:pt x="1490522" y="387083"/>
                    </a:lnTo>
                    <a:lnTo>
                      <a:pt x="1490522" y="384454"/>
                    </a:lnTo>
                    <a:close/>
                  </a:path>
                  <a:path w="2231390" h="3105150">
                    <a:moveTo>
                      <a:pt x="1490522" y="336829"/>
                    </a:moveTo>
                    <a:lnTo>
                      <a:pt x="1490052" y="335711"/>
                    </a:lnTo>
                    <a:lnTo>
                      <a:pt x="1488198" y="333844"/>
                    </a:lnTo>
                    <a:lnTo>
                      <a:pt x="1487081" y="333387"/>
                    </a:lnTo>
                    <a:lnTo>
                      <a:pt x="1484439" y="333387"/>
                    </a:lnTo>
                    <a:lnTo>
                      <a:pt x="1483321" y="333844"/>
                    </a:lnTo>
                    <a:lnTo>
                      <a:pt x="1481467" y="335711"/>
                    </a:lnTo>
                    <a:lnTo>
                      <a:pt x="1480997" y="336829"/>
                    </a:lnTo>
                    <a:lnTo>
                      <a:pt x="1480997" y="339458"/>
                    </a:lnTo>
                    <a:lnTo>
                      <a:pt x="1481467" y="340575"/>
                    </a:lnTo>
                    <a:lnTo>
                      <a:pt x="1483321" y="342442"/>
                    </a:lnTo>
                    <a:lnTo>
                      <a:pt x="1484439" y="342900"/>
                    </a:lnTo>
                    <a:lnTo>
                      <a:pt x="1487081" y="342900"/>
                    </a:lnTo>
                    <a:lnTo>
                      <a:pt x="1488198" y="342442"/>
                    </a:lnTo>
                    <a:lnTo>
                      <a:pt x="1490052" y="340575"/>
                    </a:lnTo>
                    <a:lnTo>
                      <a:pt x="1490522" y="339458"/>
                    </a:lnTo>
                    <a:lnTo>
                      <a:pt x="1490522" y="336829"/>
                    </a:lnTo>
                    <a:close/>
                  </a:path>
                  <a:path w="2231390" h="3105150">
                    <a:moveTo>
                      <a:pt x="1490522" y="289204"/>
                    </a:moveTo>
                    <a:lnTo>
                      <a:pt x="1490052" y="288086"/>
                    </a:lnTo>
                    <a:lnTo>
                      <a:pt x="1488198" y="286219"/>
                    </a:lnTo>
                    <a:lnTo>
                      <a:pt x="1487081" y="285762"/>
                    </a:lnTo>
                    <a:lnTo>
                      <a:pt x="1484439" y="285762"/>
                    </a:lnTo>
                    <a:lnTo>
                      <a:pt x="1483321" y="286219"/>
                    </a:lnTo>
                    <a:lnTo>
                      <a:pt x="1481467" y="288086"/>
                    </a:lnTo>
                    <a:lnTo>
                      <a:pt x="1480997" y="289204"/>
                    </a:lnTo>
                    <a:lnTo>
                      <a:pt x="1480997" y="291833"/>
                    </a:lnTo>
                    <a:lnTo>
                      <a:pt x="1481467" y="292950"/>
                    </a:lnTo>
                    <a:lnTo>
                      <a:pt x="1483321" y="294817"/>
                    </a:lnTo>
                    <a:lnTo>
                      <a:pt x="1484439" y="295275"/>
                    </a:lnTo>
                    <a:lnTo>
                      <a:pt x="1487081" y="295275"/>
                    </a:lnTo>
                    <a:lnTo>
                      <a:pt x="1488198" y="294817"/>
                    </a:lnTo>
                    <a:lnTo>
                      <a:pt x="1490052" y="292950"/>
                    </a:lnTo>
                    <a:lnTo>
                      <a:pt x="1490522" y="291833"/>
                    </a:lnTo>
                    <a:lnTo>
                      <a:pt x="1490522" y="289204"/>
                    </a:lnTo>
                    <a:close/>
                  </a:path>
                  <a:path w="2231390" h="3105150">
                    <a:moveTo>
                      <a:pt x="1490522" y="241579"/>
                    </a:moveTo>
                    <a:lnTo>
                      <a:pt x="1490052" y="240461"/>
                    </a:lnTo>
                    <a:lnTo>
                      <a:pt x="1488198" y="238594"/>
                    </a:lnTo>
                    <a:lnTo>
                      <a:pt x="1487081" y="238125"/>
                    </a:lnTo>
                    <a:lnTo>
                      <a:pt x="1484439" y="238125"/>
                    </a:lnTo>
                    <a:lnTo>
                      <a:pt x="1483321" y="238594"/>
                    </a:lnTo>
                    <a:lnTo>
                      <a:pt x="1481467" y="240461"/>
                    </a:lnTo>
                    <a:lnTo>
                      <a:pt x="1480997" y="241579"/>
                    </a:lnTo>
                    <a:lnTo>
                      <a:pt x="1480997" y="244208"/>
                    </a:lnTo>
                    <a:lnTo>
                      <a:pt x="1481467" y="245325"/>
                    </a:lnTo>
                    <a:lnTo>
                      <a:pt x="1483321" y="247192"/>
                    </a:lnTo>
                    <a:lnTo>
                      <a:pt x="1484439" y="247650"/>
                    </a:lnTo>
                    <a:lnTo>
                      <a:pt x="1487081" y="247650"/>
                    </a:lnTo>
                    <a:lnTo>
                      <a:pt x="1488198" y="247192"/>
                    </a:lnTo>
                    <a:lnTo>
                      <a:pt x="1490052" y="245325"/>
                    </a:lnTo>
                    <a:lnTo>
                      <a:pt x="1490522" y="244208"/>
                    </a:lnTo>
                    <a:lnTo>
                      <a:pt x="1490522" y="241579"/>
                    </a:lnTo>
                    <a:close/>
                  </a:path>
                  <a:path w="2231390" h="3105150">
                    <a:moveTo>
                      <a:pt x="1490522" y="193954"/>
                    </a:moveTo>
                    <a:lnTo>
                      <a:pt x="1490052" y="192836"/>
                    </a:lnTo>
                    <a:lnTo>
                      <a:pt x="1488198" y="190969"/>
                    </a:lnTo>
                    <a:lnTo>
                      <a:pt x="1487081" y="190512"/>
                    </a:lnTo>
                    <a:lnTo>
                      <a:pt x="1484439" y="190512"/>
                    </a:lnTo>
                    <a:lnTo>
                      <a:pt x="1483321" y="190969"/>
                    </a:lnTo>
                    <a:lnTo>
                      <a:pt x="1481467" y="192836"/>
                    </a:lnTo>
                    <a:lnTo>
                      <a:pt x="1480997" y="193954"/>
                    </a:lnTo>
                    <a:lnTo>
                      <a:pt x="1480997" y="196583"/>
                    </a:lnTo>
                    <a:lnTo>
                      <a:pt x="1481467" y="197700"/>
                    </a:lnTo>
                    <a:lnTo>
                      <a:pt x="1483321" y="199567"/>
                    </a:lnTo>
                    <a:lnTo>
                      <a:pt x="1484439" y="200025"/>
                    </a:lnTo>
                    <a:lnTo>
                      <a:pt x="1487081" y="200025"/>
                    </a:lnTo>
                    <a:lnTo>
                      <a:pt x="1488198" y="199567"/>
                    </a:lnTo>
                    <a:lnTo>
                      <a:pt x="1490052" y="197700"/>
                    </a:lnTo>
                    <a:lnTo>
                      <a:pt x="1490522" y="196583"/>
                    </a:lnTo>
                    <a:lnTo>
                      <a:pt x="1490522" y="193954"/>
                    </a:lnTo>
                    <a:close/>
                  </a:path>
                  <a:path w="2231390" h="3105150">
                    <a:moveTo>
                      <a:pt x="1490522" y="146329"/>
                    </a:moveTo>
                    <a:lnTo>
                      <a:pt x="1490052" y="145211"/>
                    </a:lnTo>
                    <a:lnTo>
                      <a:pt x="1488198" y="143344"/>
                    </a:lnTo>
                    <a:lnTo>
                      <a:pt x="1487081" y="142887"/>
                    </a:lnTo>
                    <a:lnTo>
                      <a:pt x="1484439" y="142887"/>
                    </a:lnTo>
                    <a:lnTo>
                      <a:pt x="1483321" y="143344"/>
                    </a:lnTo>
                    <a:lnTo>
                      <a:pt x="1481467" y="145211"/>
                    </a:lnTo>
                    <a:lnTo>
                      <a:pt x="1480997" y="146329"/>
                    </a:lnTo>
                    <a:lnTo>
                      <a:pt x="1480997" y="148958"/>
                    </a:lnTo>
                    <a:lnTo>
                      <a:pt x="1481467" y="150075"/>
                    </a:lnTo>
                    <a:lnTo>
                      <a:pt x="1483321" y="151942"/>
                    </a:lnTo>
                    <a:lnTo>
                      <a:pt x="1484439" y="152400"/>
                    </a:lnTo>
                    <a:lnTo>
                      <a:pt x="1487081" y="152400"/>
                    </a:lnTo>
                    <a:lnTo>
                      <a:pt x="1488198" y="151942"/>
                    </a:lnTo>
                    <a:lnTo>
                      <a:pt x="1490052" y="150075"/>
                    </a:lnTo>
                    <a:lnTo>
                      <a:pt x="1490522" y="148958"/>
                    </a:lnTo>
                    <a:lnTo>
                      <a:pt x="1490522" y="146329"/>
                    </a:lnTo>
                    <a:close/>
                  </a:path>
                  <a:path w="2231390" h="3105150">
                    <a:moveTo>
                      <a:pt x="1490522" y="98704"/>
                    </a:moveTo>
                    <a:lnTo>
                      <a:pt x="1490052" y="97586"/>
                    </a:lnTo>
                    <a:lnTo>
                      <a:pt x="1488198" y="95719"/>
                    </a:lnTo>
                    <a:lnTo>
                      <a:pt x="1487081" y="95262"/>
                    </a:lnTo>
                    <a:lnTo>
                      <a:pt x="1484439" y="95262"/>
                    </a:lnTo>
                    <a:lnTo>
                      <a:pt x="1483321" y="95719"/>
                    </a:lnTo>
                    <a:lnTo>
                      <a:pt x="1481467" y="97586"/>
                    </a:lnTo>
                    <a:lnTo>
                      <a:pt x="1480997" y="98704"/>
                    </a:lnTo>
                    <a:lnTo>
                      <a:pt x="1480997" y="101333"/>
                    </a:lnTo>
                    <a:lnTo>
                      <a:pt x="1481467" y="102450"/>
                    </a:lnTo>
                    <a:lnTo>
                      <a:pt x="1483321" y="104317"/>
                    </a:lnTo>
                    <a:lnTo>
                      <a:pt x="1484439" y="104775"/>
                    </a:lnTo>
                    <a:lnTo>
                      <a:pt x="1487081" y="104775"/>
                    </a:lnTo>
                    <a:lnTo>
                      <a:pt x="1488198" y="104317"/>
                    </a:lnTo>
                    <a:lnTo>
                      <a:pt x="1490052" y="102450"/>
                    </a:lnTo>
                    <a:lnTo>
                      <a:pt x="1490522" y="101333"/>
                    </a:lnTo>
                    <a:lnTo>
                      <a:pt x="1490522" y="98704"/>
                    </a:lnTo>
                    <a:close/>
                  </a:path>
                  <a:path w="2231390" h="3105150">
                    <a:moveTo>
                      <a:pt x="1490522" y="51079"/>
                    </a:moveTo>
                    <a:lnTo>
                      <a:pt x="1490052" y="49961"/>
                    </a:lnTo>
                    <a:lnTo>
                      <a:pt x="1488198" y="48094"/>
                    </a:lnTo>
                    <a:lnTo>
                      <a:pt x="1487081" y="47637"/>
                    </a:lnTo>
                    <a:lnTo>
                      <a:pt x="1484439" y="47637"/>
                    </a:lnTo>
                    <a:lnTo>
                      <a:pt x="1483321" y="48094"/>
                    </a:lnTo>
                    <a:lnTo>
                      <a:pt x="1481467" y="49961"/>
                    </a:lnTo>
                    <a:lnTo>
                      <a:pt x="1480997" y="51079"/>
                    </a:lnTo>
                    <a:lnTo>
                      <a:pt x="1480997" y="53708"/>
                    </a:lnTo>
                    <a:lnTo>
                      <a:pt x="1481467" y="54825"/>
                    </a:lnTo>
                    <a:lnTo>
                      <a:pt x="1483321" y="56692"/>
                    </a:lnTo>
                    <a:lnTo>
                      <a:pt x="1484439" y="57150"/>
                    </a:lnTo>
                    <a:lnTo>
                      <a:pt x="1487081" y="57150"/>
                    </a:lnTo>
                    <a:lnTo>
                      <a:pt x="1488198" y="56692"/>
                    </a:lnTo>
                    <a:lnTo>
                      <a:pt x="1490052" y="54825"/>
                    </a:lnTo>
                    <a:lnTo>
                      <a:pt x="1490522" y="53708"/>
                    </a:lnTo>
                    <a:lnTo>
                      <a:pt x="1490522" y="51079"/>
                    </a:lnTo>
                    <a:close/>
                  </a:path>
                  <a:path w="2231390" h="3105150">
                    <a:moveTo>
                      <a:pt x="1490522" y="3454"/>
                    </a:moveTo>
                    <a:lnTo>
                      <a:pt x="1490052" y="2336"/>
                    </a:lnTo>
                    <a:lnTo>
                      <a:pt x="1488198" y="469"/>
                    </a:lnTo>
                    <a:lnTo>
                      <a:pt x="1487081" y="0"/>
                    </a:lnTo>
                    <a:lnTo>
                      <a:pt x="1484439" y="0"/>
                    </a:lnTo>
                    <a:lnTo>
                      <a:pt x="1483321" y="469"/>
                    </a:lnTo>
                    <a:lnTo>
                      <a:pt x="1481467" y="2336"/>
                    </a:lnTo>
                    <a:lnTo>
                      <a:pt x="1480997" y="3454"/>
                    </a:lnTo>
                    <a:lnTo>
                      <a:pt x="1480997" y="6083"/>
                    </a:lnTo>
                    <a:lnTo>
                      <a:pt x="1481467" y="7200"/>
                    </a:lnTo>
                    <a:lnTo>
                      <a:pt x="1483321" y="9067"/>
                    </a:lnTo>
                    <a:lnTo>
                      <a:pt x="1484439" y="9525"/>
                    </a:lnTo>
                    <a:lnTo>
                      <a:pt x="1487081" y="9525"/>
                    </a:lnTo>
                    <a:lnTo>
                      <a:pt x="1488198" y="9067"/>
                    </a:lnTo>
                    <a:lnTo>
                      <a:pt x="1490052" y="7200"/>
                    </a:lnTo>
                    <a:lnTo>
                      <a:pt x="1490522" y="6083"/>
                    </a:lnTo>
                    <a:lnTo>
                      <a:pt x="1490522" y="3454"/>
                    </a:lnTo>
                    <a:close/>
                  </a:path>
                  <a:path w="2231390" h="3105150">
                    <a:moveTo>
                      <a:pt x="2231021" y="3099079"/>
                    </a:moveTo>
                    <a:lnTo>
                      <a:pt x="2230564" y="3097961"/>
                    </a:lnTo>
                    <a:lnTo>
                      <a:pt x="2228697" y="3096095"/>
                    </a:lnTo>
                    <a:lnTo>
                      <a:pt x="2227580" y="3095625"/>
                    </a:lnTo>
                    <a:lnTo>
                      <a:pt x="2224951" y="3095625"/>
                    </a:lnTo>
                    <a:lnTo>
                      <a:pt x="2223820" y="3096095"/>
                    </a:lnTo>
                    <a:lnTo>
                      <a:pt x="2221966" y="3097961"/>
                    </a:lnTo>
                    <a:lnTo>
                      <a:pt x="2221496" y="3099079"/>
                    </a:lnTo>
                    <a:lnTo>
                      <a:pt x="2221496" y="3101708"/>
                    </a:lnTo>
                    <a:lnTo>
                      <a:pt x="2221966" y="3102826"/>
                    </a:lnTo>
                    <a:lnTo>
                      <a:pt x="2223820" y="3104692"/>
                    </a:lnTo>
                    <a:lnTo>
                      <a:pt x="2224951" y="3105150"/>
                    </a:lnTo>
                    <a:lnTo>
                      <a:pt x="2227580" y="3105150"/>
                    </a:lnTo>
                    <a:lnTo>
                      <a:pt x="2228697" y="3104692"/>
                    </a:lnTo>
                    <a:lnTo>
                      <a:pt x="2230564" y="3102826"/>
                    </a:lnTo>
                    <a:lnTo>
                      <a:pt x="2231021" y="3101708"/>
                    </a:lnTo>
                    <a:lnTo>
                      <a:pt x="2231021" y="3099079"/>
                    </a:lnTo>
                    <a:close/>
                  </a:path>
                  <a:path w="2231390" h="3105150">
                    <a:moveTo>
                      <a:pt x="2231021" y="3051454"/>
                    </a:moveTo>
                    <a:lnTo>
                      <a:pt x="2230564" y="3050336"/>
                    </a:lnTo>
                    <a:lnTo>
                      <a:pt x="2228697" y="3048470"/>
                    </a:lnTo>
                    <a:lnTo>
                      <a:pt x="2227580" y="3048000"/>
                    </a:lnTo>
                    <a:lnTo>
                      <a:pt x="2224951" y="3048000"/>
                    </a:lnTo>
                    <a:lnTo>
                      <a:pt x="2223820" y="3048470"/>
                    </a:lnTo>
                    <a:lnTo>
                      <a:pt x="2221966" y="3050336"/>
                    </a:lnTo>
                    <a:lnTo>
                      <a:pt x="2221496" y="3051454"/>
                    </a:lnTo>
                    <a:lnTo>
                      <a:pt x="2221496" y="3054083"/>
                    </a:lnTo>
                    <a:lnTo>
                      <a:pt x="2221966" y="3055201"/>
                    </a:lnTo>
                    <a:lnTo>
                      <a:pt x="2223820" y="3057067"/>
                    </a:lnTo>
                    <a:lnTo>
                      <a:pt x="2224951" y="3057525"/>
                    </a:lnTo>
                    <a:lnTo>
                      <a:pt x="2227580" y="3057525"/>
                    </a:lnTo>
                    <a:lnTo>
                      <a:pt x="2228697" y="3057067"/>
                    </a:lnTo>
                    <a:lnTo>
                      <a:pt x="2230564" y="3055201"/>
                    </a:lnTo>
                    <a:lnTo>
                      <a:pt x="2231021" y="3054083"/>
                    </a:lnTo>
                    <a:lnTo>
                      <a:pt x="2231021" y="3051454"/>
                    </a:lnTo>
                    <a:close/>
                  </a:path>
                  <a:path w="2231390" h="3105150">
                    <a:moveTo>
                      <a:pt x="2231021" y="3003829"/>
                    </a:moveTo>
                    <a:lnTo>
                      <a:pt x="2230564" y="3002711"/>
                    </a:lnTo>
                    <a:lnTo>
                      <a:pt x="2228697" y="3000845"/>
                    </a:lnTo>
                    <a:lnTo>
                      <a:pt x="2227580" y="3000375"/>
                    </a:lnTo>
                    <a:lnTo>
                      <a:pt x="2224951" y="3000375"/>
                    </a:lnTo>
                    <a:lnTo>
                      <a:pt x="2223820" y="3000845"/>
                    </a:lnTo>
                    <a:lnTo>
                      <a:pt x="2221966" y="3002711"/>
                    </a:lnTo>
                    <a:lnTo>
                      <a:pt x="2221496" y="3003829"/>
                    </a:lnTo>
                    <a:lnTo>
                      <a:pt x="2221496" y="3006458"/>
                    </a:lnTo>
                    <a:lnTo>
                      <a:pt x="2221966" y="3007576"/>
                    </a:lnTo>
                    <a:lnTo>
                      <a:pt x="2223820" y="3009442"/>
                    </a:lnTo>
                    <a:lnTo>
                      <a:pt x="2224951" y="3009900"/>
                    </a:lnTo>
                    <a:lnTo>
                      <a:pt x="2227580" y="3009900"/>
                    </a:lnTo>
                    <a:lnTo>
                      <a:pt x="2228697" y="3009442"/>
                    </a:lnTo>
                    <a:lnTo>
                      <a:pt x="2230564" y="3007576"/>
                    </a:lnTo>
                    <a:lnTo>
                      <a:pt x="2231021" y="3006458"/>
                    </a:lnTo>
                    <a:lnTo>
                      <a:pt x="2231021" y="3003829"/>
                    </a:lnTo>
                    <a:close/>
                  </a:path>
                  <a:path w="2231390" h="3105150">
                    <a:moveTo>
                      <a:pt x="2231021" y="2956204"/>
                    </a:moveTo>
                    <a:lnTo>
                      <a:pt x="2230564" y="2955086"/>
                    </a:lnTo>
                    <a:lnTo>
                      <a:pt x="2228697" y="2953220"/>
                    </a:lnTo>
                    <a:lnTo>
                      <a:pt x="2227580" y="2952750"/>
                    </a:lnTo>
                    <a:lnTo>
                      <a:pt x="2224951" y="2952750"/>
                    </a:lnTo>
                    <a:lnTo>
                      <a:pt x="2223820" y="2953220"/>
                    </a:lnTo>
                    <a:lnTo>
                      <a:pt x="2221966" y="2955086"/>
                    </a:lnTo>
                    <a:lnTo>
                      <a:pt x="2221496" y="2956204"/>
                    </a:lnTo>
                    <a:lnTo>
                      <a:pt x="2221496" y="2958833"/>
                    </a:lnTo>
                    <a:lnTo>
                      <a:pt x="2221966" y="2959951"/>
                    </a:lnTo>
                    <a:lnTo>
                      <a:pt x="2223820" y="2961817"/>
                    </a:lnTo>
                    <a:lnTo>
                      <a:pt x="2224951" y="2962275"/>
                    </a:lnTo>
                    <a:lnTo>
                      <a:pt x="2227580" y="2962275"/>
                    </a:lnTo>
                    <a:lnTo>
                      <a:pt x="2228697" y="2961817"/>
                    </a:lnTo>
                    <a:lnTo>
                      <a:pt x="2230564" y="2959951"/>
                    </a:lnTo>
                    <a:lnTo>
                      <a:pt x="2231021" y="2958833"/>
                    </a:lnTo>
                    <a:lnTo>
                      <a:pt x="2231021" y="2956204"/>
                    </a:lnTo>
                    <a:close/>
                  </a:path>
                  <a:path w="2231390" h="3105150">
                    <a:moveTo>
                      <a:pt x="2231021" y="2908579"/>
                    </a:moveTo>
                    <a:lnTo>
                      <a:pt x="2230564" y="2907461"/>
                    </a:lnTo>
                    <a:lnTo>
                      <a:pt x="2228697" y="2905595"/>
                    </a:lnTo>
                    <a:lnTo>
                      <a:pt x="2227580" y="2905125"/>
                    </a:lnTo>
                    <a:lnTo>
                      <a:pt x="2224951" y="2905125"/>
                    </a:lnTo>
                    <a:lnTo>
                      <a:pt x="2223820" y="2905595"/>
                    </a:lnTo>
                    <a:lnTo>
                      <a:pt x="2221966" y="2907461"/>
                    </a:lnTo>
                    <a:lnTo>
                      <a:pt x="2221496" y="2908579"/>
                    </a:lnTo>
                    <a:lnTo>
                      <a:pt x="2221496" y="2911208"/>
                    </a:lnTo>
                    <a:lnTo>
                      <a:pt x="2221966" y="2912326"/>
                    </a:lnTo>
                    <a:lnTo>
                      <a:pt x="2223820" y="2914192"/>
                    </a:lnTo>
                    <a:lnTo>
                      <a:pt x="2224951" y="2914650"/>
                    </a:lnTo>
                    <a:lnTo>
                      <a:pt x="2227580" y="2914650"/>
                    </a:lnTo>
                    <a:lnTo>
                      <a:pt x="2228697" y="2914192"/>
                    </a:lnTo>
                    <a:lnTo>
                      <a:pt x="2230564" y="2912326"/>
                    </a:lnTo>
                    <a:lnTo>
                      <a:pt x="2231021" y="2911208"/>
                    </a:lnTo>
                    <a:lnTo>
                      <a:pt x="2231021" y="2908579"/>
                    </a:lnTo>
                    <a:close/>
                  </a:path>
                  <a:path w="2231390" h="3105150">
                    <a:moveTo>
                      <a:pt x="2231021" y="2860954"/>
                    </a:moveTo>
                    <a:lnTo>
                      <a:pt x="2230564" y="2859836"/>
                    </a:lnTo>
                    <a:lnTo>
                      <a:pt x="2228697" y="2857970"/>
                    </a:lnTo>
                    <a:lnTo>
                      <a:pt x="2227580" y="2857500"/>
                    </a:lnTo>
                    <a:lnTo>
                      <a:pt x="2224951" y="2857500"/>
                    </a:lnTo>
                    <a:lnTo>
                      <a:pt x="2223820" y="2857970"/>
                    </a:lnTo>
                    <a:lnTo>
                      <a:pt x="2221966" y="2859836"/>
                    </a:lnTo>
                    <a:lnTo>
                      <a:pt x="2221496" y="2860954"/>
                    </a:lnTo>
                    <a:lnTo>
                      <a:pt x="2221496" y="2863583"/>
                    </a:lnTo>
                    <a:lnTo>
                      <a:pt x="2221966" y="2864701"/>
                    </a:lnTo>
                    <a:lnTo>
                      <a:pt x="2223820" y="2866567"/>
                    </a:lnTo>
                    <a:lnTo>
                      <a:pt x="2224951" y="2867025"/>
                    </a:lnTo>
                    <a:lnTo>
                      <a:pt x="2227580" y="2867025"/>
                    </a:lnTo>
                    <a:lnTo>
                      <a:pt x="2228697" y="2866567"/>
                    </a:lnTo>
                    <a:lnTo>
                      <a:pt x="2230564" y="2864701"/>
                    </a:lnTo>
                    <a:lnTo>
                      <a:pt x="2231021" y="2863583"/>
                    </a:lnTo>
                    <a:lnTo>
                      <a:pt x="2231021" y="2860954"/>
                    </a:lnTo>
                    <a:close/>
                  </a:path>
                  <a:path w="2231390" h="3105150">
                    <a:moveTo>
                      <a:pt x="2231021" y="2813329"/>
                    </a:moveTo>
                    <a:lnTo>
                      <a:pt x="2230564" y="2812211"/>
                    </a:lnTo>
                    <a:lnTo>
                      <a:pt x="2228697" y="2810345"/>
                    </a:lnTo>
                    <a:lnTo>
                      <a:pt x="2227580" y="2809875"/>
                    </a:lnTo>
                    <a:lnTo>
                      <a:pt x="2224951" y="2809875"/>
                    </a:lnTo>
                    <a:lnTo>
                      <a:pt x="2223820" y="2810345"/>
                    </a:lnTo>
                    <a:lnTo>
                      <a:pt x="2221966" y="2812211"/>
                    </a:lnTo>
                    <a:lnTo>
                      <a:pt x="2221496" y="2813329"/>
                    </a:lnTo>
                    <a:lnTo>
                      <a:pt x="2221496" y="2815958"/>
                    </a:lnTo>
                    <a:lnTo>
                      <a:pt x="2221966" y="2817076"/>
                    </a:lnTo>
                    <a:lnTo>
                      <a:pt x="2223820" y="2818942"/>
                    </a:lnTo>
                    <a:lnTo>
                      <a:pt x="2224951" y="2819400"/>
                    </a:lnTo>
                    <a:lnTo>
                      <a:pt x="2227580" y="2819400"/>
                    </a:lnTo>
                    <a:lnTo>
                      <a:pt x="2228697" y="2818942"/>
                    </a:lnTo>
                    <a:lnTo>
                      <a:pt x="2230564" y="2817076"/>
                    </a:lnTo>
                    <a:lnTo>
                      <a:pt x="2231021" y="2815958"/>
                    </a:lnTo>
                    <a:lnTo>
                      <a:pt x="2231021" y="2813329"/>
                    </a:lnTo>
                    <a:close/>
                  </a:path>
                  <a:path w="2231390" h="3105150">
                    <a:moveTo>
                      <a:pt x="2231021" y="2765704"/>
                    </a:moveTo>
                    <a:lnTo>
                      <a:pt x="2230564" y="2764586"/>
                    </a:lnTo>
                    <a:lnTo>
                      <a:pt x="2228697" y="2762720"/>
                    </a:lnTo>
                    <a:lnTo>
                      <a:pt x="2227580" y="2762250"/>
                    </a:lnTo>
                    <a:lnTo>
                      <a:pt x="2224951" y="2762250"/>
                    </a:lnTo>
                    <a:lnTo>
                      <a:pt x="2223820" y="2762720"/>
                    </a:lnTo>
                    <a:lnTo>
                      <a:pt x="2221966" y="2764586"/>
                    </a:lnTo>
                    <a:lnTo>
                      <a:pt x="2221496" y="2765704"/>
                    </a:lnTo>
                    <a:lnTo>
                      <a:pt x="2221496" y="2768333"/>
                    </a:lnTo>
                    <a:lnTo>
                      <a:pt x="2221966" y="2769451"/>
                    </a:lnTo>
                    <a:lnTo>
                      <a:pt x="2223820" y="2771317"/>
                    </a:lnTo>
                    <a:lnTo>
                      <a:pt x="2224951" y="2771775"/>
                    </a:lnTo>
                    <a:lnTo>
                      <a:pt x="2227580" y="2771775"/>
                    </a:lnTo>
                    <a:lnTo>
                      <a:pt x="2228697" y="2771317"/>
                    </a:lnTo>
                    <a:lnTo>
                      <a:pt x="2230564" y="2769451"/>
                    </a:lnTo>
                    <a:lnTo>
                      <a:pt x="2231021" y="2768333"/>
                    </a:lnTo>
                    <a:lnTo>
                      <a:pt x="2231021" y="2765704"/>
                    </a:lnTo>
                    <a:close/>
                  </a:path>
                  <a:path w="2231390" h="3105150">
                    <a:moveTo>
                      <a:pt x="2231021" y="2718079"/>
                    </a:moveTo>
                    <a:lnTo>
                      <a:pt x="2230564" y="2716961"/>
                    </a:lnTo>
                    <a:lnTo>
                      <a:pt x="2228697" y="2715095"/>
                    </a:lnTo>
                    <a:lnTo>
                      <a:pt x="2227580" y="2714625"/>
                    </a:lnTo>
                    <a:lnTo>
                      <a:pt x="2224951" y="2714625"/>
                    </a:lnTo>
                    <a:lnTo>
                      <a:pt x="2223820" y="2715095"/>
                    </a:lnTo>
                    <a:lnTo>
                      <a:pt x="2221966" y="2716961"/>
                    </a:lnTo>
                    <a:lnTo>
                      <a:pt x="2221496" y="2718079"/>
                    </a:lnTo>
                    <a:lnTo>
                      <a:pt x="2221496" y="2720708"/>
                    </a:lnTo>
                    <a:lnTo>
                      <a:pt x="2221966" y="2721826"/>
                    </a:lnTo>
                    <a:lnTo>
                      <a:pt x="2223820" y="2723692"/>
                    </a:lnTo>
                    <a:lnTo>
                      <a:pt x="2224951" y="2724150"/>
                    </a:lnTo>
                    <a:lnTo>
                      <a:pt x="2227580" y="2724150"/>
                    </a:lnTo>
                    <a:lnTo>
                      <a:pt x="2228697" y="2723692"/>
                    </a:lnTo>
                    <a:lnTo>
                      <a:pt x="2230564" y="2721826"/>
                    </a:lnTo>
                    <a:lnTo>
                      <a:pt x="2231021" y="2720708"/>
                    </a:lnTo>
                    <a:lnTo>
                      <a:pt x="2231021" y="2718079"/>
                    </a:lnTo>
                    <a:close/>
                  </a:path>
                  <a:path w="2231390" h="3105150">
                    <a:moveTo>
                      <a:pt x="2231021" y="2670454"/>
                    </a:moveTo>
                    <a:lnTo>
                      <a:pt x="2230564" y="2669336"/>
                    </a:lnTo>
                    <a:lnTo>
                      <a:pt x="2228697" y="2667470"/>
                    </a:lnTo>
                    <a:lnTo>
                      <a:pt x="2227580" y="2667000"/>
                    </a:lnTo>
                    <a:lnTo>
                      <a:pt x="2224951" y="2667000"/>
                    </a:lnTo>
                    <a:lnTo>
                      <a:pt x="2223820" y="2667470"/>
                    </a:lnTo>
                    <a:lnTo>
                      <a:pt x="2221966" y="2669336"/>
                    </a:lnTo>
                    <a:lnTo>
                      <a:pt x="2221496" y="2670454"/>
                    </a:lnTo>
                    <a:lnTo>
                      <a:pt x="2221496" y="2673083"/>
                    </a:lnTo>
                    <a:lnTo>
                      <a:pt x="2221966" y="2674201"/>
                    </a:lnTo>
                    <a:lnTo>
                      <a:pt x="2223820" y="2676067"/>
                    </a:lnTo>
                    <a:lnTo>
                      <a:pt x="2224951" y="2676525"/>
                    </a:lnTo>
                    <a:lnTo>
                      <a:pt x="2227580" y="2676525"/>
                    </a:lnTo>
                    <a:lnTo>
                      <a:pt x="2228697" y="2676067"/>
                    </a:lnTo>
                    <a:lnTo>
                      <a:pt x="2230564" y="2674201"/>
                    </a:lnTo>
                    <a:lnTo>
                      <a:pt x="2231021" y="2673083"/>
                    </a:lnTo>
                    <a:lnTo>
                      <a:pt x="2231021" y="2670454"/>
                    </a:lnTo>
                    <a:close/>
                  </a:path>
                  <a:path w="2231390" h="3105150">
                    <a:moveTo>
                      <a:pt x="2231021" y="2622829"/>
                    </a:moveTo>
                    <a:lnTo>
                      <a:pt x="2230564" y="2621711"/>
                    </a:lnTo>
                    <a:lnTo>
                      <a:pt x="2228697" y="2619845"/>
                    </a:lnTo>
                    <a:lnTo>
                      <a:pt x="2227580" y="2619375"/>
                    </a:lnTo>
                    <a:lnTo>
                      <a:pt x="2224951" y="2619375"/>
                    </a:lnTo>
                    <a:lnTo>
                      <a:pt x="2223820" y="2619845"/>
                    </a:lnTo>
                    <a:lnTo>
                      <a:pt x="2221966" y="2621711"/>
                    </a:lnTo>
                    <a:lnTo>
                      <a:pt x="2221496" y="2622829"/>
                    </a:lnTo>
                    <a:lnTo>
                      <a:pt x="2221496" y="2625458"/>
                    </a:lnTo>
                    <a:lnTo>
                      <a:pt x="2221966" y="2626576"/>
                    </a:lnTo>
                    <a:lnTo>
                      <a:pt x="2223820" y="2628442"/>
                    </a:lnTo>
                    <a:lnTo>
                      <a:pt x="2224951" y="2628900"/>
                    </a:lnTo>
                    <a:lnTo>
                      <a:pt x="2227580" y="2628900"/>
                    </a:lnTo>
                    <a:lnTo>
                      <a:pt x="2228697" y="2628442"/>
                    </a:lnTo>
                    <a:lnTo>
                      <a:pt x="2230564" y="2626576"/>
                    </a:lnTo>
                    <a:lnTo>
                      <a:pt x="2231021" y="2625458"/>
                    </a:lnTo>
                    <a:lnTo>
                      <a:pt x="2231021" y="2622829"/>
                    </a:lnTo>
                    <a:close/>
                  </a:path>
                  <a:path w="2231390" h="3105150">
                    <a:moveTo>
                      <a:pt x="2231021" y="2575204"/>
                    </a:moveTo>
                    <a:lnTo>
                      <a:pt x="2230564" y="2574086"/>
                    </a:lnTo>
                    <a:lnTo>
                      <a:pt x="2228697" y="2572220"/>
                    </a:lnTo>
                    <a:lnTo>
                      <a:pt x="2227580" y="2571750"/>
                    </a:lnTo>
                    <a:lnTo>
                      <a:pt x="2224951" y="2571750"/>
                    </a:lnTo>
                    <a:lnTo>
                      <a:pt x="2223820" y="2572220"/>
                    </a:lnTo>
                    <a:lnTo>
                      <a:pt x="2221966" y="2574086"/>
                    </a:lnTo>
                    <a:lnTo>
                      <a:pt x="2221496" y="2575204"/>
                    </a:lnTo>
                    <a:lnTo>
                      <a:pt x="2221496" y="2577833"/>
                    </a:lnTo>
                    <a:lnTo>
                      <a:pt x="2221966" y="2578951"/>
                    </a:lnTo>
                    <a:lnTo>
                      <a:pt x="2223820" y="2580817"/>
                    </a:lnTo>
                    <a:lnTo>
                      <a:pt x="2224951" y="2581275"/>
                    </a:lnTo>
                    <a:lnTo>
                      <a:pt x="2227580" y="2581275"/>
                    </a:lnTo>
                    <a:lnTo>
                      <a:pt x="2228697" y="2580817"/>
                    </a:lnTo>
                    <a:lnTo>
                      <a:pt x="2230564" y="2578951"/>
                    </a:lnTo>
                    <a:lnTo>
                      <a:pt x="2231021" y="2577833"/>
                    </a:lnTo>
                    <a:lnTo>
                      <a:pt x="2231021" y="2575204"/>
                    </a:lnTo>
                    <a:close/>
                  </a:path>
                  <a:path w="2231390" h="3105150">
                    <a:moveTo>
                      <a:pt x="2231021" y="2527579"/>
                    </a:moveTo>
                    <a:lnTo>
                      <a:pt x="2230564" y="2526461"/>
                    </a:lnTo>
                    <a:lnTo>
                      <a:pt x="2228697" y="2524595"/>
                    </a:lnTo>
                    <a:lnTo>
                      <a:pt x="2227580" y="2524125"/>
                    </a:lnTo>
                    <a:lnTo>
                      <a:pt x="2224951" y="2524125"/>
                    </a:lnTo>
                    <a:lnTo>
                      <a:pt x="2223820" y="2524595"/>
                    </a:lnTo>
                    <a:lnTo>
                      <a:pt x="2221966" y="2526461"/>
                    </a:lnTo>
                    <a:lnTo>
                      <a:pt x="2221496" y="2527579"/>
                    </a:lnTo>
                    <a:lnTo>
                      <a:pt x="2221496" y="2530208"/>
                    </a:lnTo>
                    <a:lnTo>
                      <a:pt x="2221966" y="2531326"/>
                    </a:lnTo>
                    <a:lnTo>
                      <a:pt x="2223820" y="2533192"/>
                    </a:lnTo>
                    <a:lnTo>
                      <a:pt x="2224951" y="2533650"/>
                    </a:lnTo>
                    <a:lnTo>
                      <a:pt x="2227580" y="2533650"/>
                    </a:lnTo>
                    <a:lnTo>
                      <a:pt x="2228697" y="2533192"/>
                    </a:lnTo>
                    <a:lnTo>
                      <a:pt x="2230564" y="2531326"/>
                    </a:lnTo>
                    <a:lnTo>
                      <a:pt x="2231021" y="2530208"/>
                    </a:lnTo>
                    <a:lnTo>
                      <a:pt x="2231021" y="2527579"/>
                    </a:lnTo>
                    <a:close/>
                  </a:path>
                  <a:path w="2231390" h="3105150">
                    <a:moveTo>
                      <a:pt x="2231021" y="2479954"/>
                    </a:moveTo>
                    <a:lnTo>
                      <a:pt x="2230564" y="2478836"/>
                    </a:lnTo>
                    <a:lnTo>
                      <a:pt x="2228697" y="2476970"/>
                    </a:lnTo>
                    <a:lnTo>
                      <a:pt x="2227580" y="2476500"/>
                    </a:lnTo>
                    <a:lnTo>
                      <a:pt x="2224951" y="2476500"/>
                    </a:lnTo>
                    <a:lnTo>
                      <a:pt x="2223820" y="2476970"/>
                    </a:lnTo>
                    <a:lnTo>
                      <a:pt x="2221966" y="2478836"/>
                    </a:lnTo>
                    <a:lnTo>
                      <a:pt x="2221496" y="2479954"/>
                    </a:lnTo>
                    <a:lnTo>
                      <a:pt x="2221496" y="2482583"/>
                    </a:lnTo>
                    <a:lnTo>
                      <a:pt x="2221966" y="2483701"/>
                    </a:lnTo>
                    <a:lnTo>
                      <a:pt x="2223820" y="2485567"/>
                    </a:lnTo>
                    <a:lnTo>
                      <a:pt x="2224951" y="2486025"/>
                    </a:lnTo>
                    <a:lnTo>
                      <a:pt x="2227580" y="2486025"/>
                    </a:lnTo>
                    <a:lnTo>
                      <a:pt x="2228697" y="2485567"/>
                    </a:lnTo>
                    <a:lnTo>
                      <a:pt x="2230564" y="2483701"/>
                    </a:lnTo>
                    <a:lnTo>
                      <a:pt x="2231021" y="2482583"/>
                    </a:lnTo>
                    <a:lnTo>
                      <a:pt x="2231021" y="2479954"/>
                    </a:lnTo>
                    <a:close/>
                  </a:path>
                  <a:path w="2231390" h="3105150">
                    <a:moveTo>
                      <a:pt x="2231021" y="2432329"/>
                    </a:moveTo>
                    <a:lnTo>
                      <a:pt x="2230564" y="2431211"/>
                    </a:lnTo>
                    <a:lnTo>
                      <a:pt x="2228697" y="2429345"/>
                    </a:lnTo>
                    <a:lnTo>
                      <a:pt x="2227580" y="2428875"/>
                    </a:lnTo>
                    <a:lnTo>
                      <a:pt x="2224951" y="2428875"/>
                    </a:lnTo>
                    <a:lnTo>
                      <a:pt x="2223820" y="2429345"/>
                    </a:lnTo>
                    <a:lnTo>
                      <a:pt x="2221966" y="2431211"/>
                    </a:lnTo>
                    <a:lnTo>
                      <a:pt x="2221496" y="2432329"/>
                    </a:lnTo>
                    <a:lnTo>
                      <a:pt x="2221496" y="2434958"/>
                    </a:lnTo>
                    <a:lnTo>
                      <a:pt x="2221966" y="2436076"/>
                    </a:lnTo>
                    <a:lnTo>
                      <a:pt x="2223820" y="2437942"/>
                    </a:lnTo>
                    <a:lnTo>
                      <a:pt x="2224951" y="2438400"/>
                    </a:lnTo>
                    <a:lnTo>
                      <a:pt x="2227580" y="2438400"/>
                    </a:lnTo>
                    <a:lnTo>
                      <a:pt x="2228697" y="2437942"/>
                    </a:lnTo>
                    <a:lnTo>
                      <a:pt x="2230564" y="2436076"/>
                    </a:lnTo>
                    <a:lnTo>
                      <a:pt x="2231021" y="2434958"/>
                    </a:lnTo>
                    <a:lnTo>
                      <a:pt x="2231021" y="2432329"/>
                    </a:lnTo>
                    <a:close/>
                  </a:path>
                  <a:path w="2231390" h="3105150">
                    <a:moveTo>
                      <a:pt x="2231021" y="2384704"/>
                    </a:moveTo>
                    <a:lnTo>
                      <a:pt x="2230564" y="2383586"/>
                    </a:lnTo>
                    <a:lnTo>
                      <a:pt x="2228697" y="2381720"/>
                    </a:lnTo>
                    <a:lnTo>
                      <a:pt x="2227580" y="2381250"/>
                    </a:lnTo>
                    <a:lnTo>
                      <a:pt x="2224951" y="2381250"/>
                    </a:lnTo>
                    <a:lnTo>
                      <a:pt x="2223820" y="2381720"/>
                    </a:lnTo>
                    <a:lnTo>
                      <a:pt x="2221966" y="2383586"/>
                    </a:lnTo>
                    <a:lnTo>
                      <a:pt x="2221496" y="2384704"/>
                    </a:lnTo>
                    <a:lnTo>
                      <a:pt x="2221496" y="2387333"/>
                    </a:lnTo>
                    <a:lnTo>
                      <a:pt x="2221966" y="2388451"/>
                    </a:lnTo>
                    <a:lnTo>
                      <a:pt x="2223820" y="2390317"/>
                    </a:lnTo>
                    <a:lnTo>
                      <a:pt x="2224951" y="2390775"/>
                    </a:lnTo>
                    <a:lnTo>
                      <a:pt x="2227580" y="2390775"/>
                    </a:lnTo>
                    <a:lnTo>
                      <a:pt x="2228697" y="2390317"/>
                    </a:lnTo>
                    <a:lnTo>
                      <a:pt x="2230564" y="2388451"/>
                    </a:lnTo>
                    <a:lnTo>
                      <a:pt x="2231021" y="2387333"/>
                    </a:lnTo>
                    <a:lnTo>
                      <a:pt x="2231021" y="2384704"/>
                    </a:lnTo>
                    <a:close/>
                  </a:path>
                  <a:path w="2231390" h="3105150">
                    <a:moveTo>
                      <a:pt x="2231021" y="2337079"/>
                    </a:moveTo>
                    <a:lnTo>
                      <a:pt x="2230564" y="2335961"/>
                    </a:lnTo>
                    <a:lnTo>
                      <a:pt x="2228697" y="2334095"/>
                    </a:lnTo>
                    <a:lnTo>
                      <a:pt x="2227580" y="2333625"/>
                    </a:lnTo>
                    <a:lnTo>
                      <a:pt x="2224951" y="2333625"/>
                    </a:lnTo>
                    <a:lnTo>
                      <a:pt x="2223820" y="2334095"/>
                    </a:lnTo>
                    <a:lnTo>
                      <a:pt x="2221966" y="2335961"/>
                    </a:lnTo>
                    <a:lnTo>
                      <a:pt x="2221496" y="2337079"/>
                    </a:lnTo>
                    <a:lnTo>
                      <a:pt x="2221496" y="2339708"/>
                    </a:lnTo>
                    <a:lnTo>
                      <a:pt x="2221966" y="2340826"/>
                    </a:lnTo>
                    <a:lnTo>
                      <a:pt x="2223820" y="2342692"/>
                    </a:lnTo>
                    <a:lnTo>
                      <a:pt x="2224951" y="2343150"/>
                    </a:lnTo>
                    <a:lnTo>
                      <a:pt x="2227580" y="2343150"/>
                    </a:lnTo>
                    <a:lnTo>
                      <a:pt x="2228697" y="2342692"/>
                    </a:lnTo>
                    <a:lnTo>
                      <a:pt x="2230564" y="2340826"/>
                    </a:lnTo>
                    <a:lnTo>
                      <a:pt x="2231021" y="2339708"/>
                    </a:lnTo>
                    <a:lnTo>
                      <a:pt x="2231021" y="2337079"/>
                    </a:lnTo>
                    <a:close/>
                  </a:path>
                  <a:path w="2231390" h="3105150">
                    <a:moveTo>
                      <a:pt x="2231021" y="2289454"/>
                    </a:moveTo>
                    <a:lnTo>
                      <a:pt x="2230564" y="2288336"/>
                    </a:lnTo>
                    <a:lnTo>
                      <a:pt x="2228697" y="2286470"/>
                    </a:lnTo>
                    <a:lnTo>
                      <a:pt x="2227580" y="2286000"/>
                    </a:lnTo>
                    <a:lnTo>
                      <a:pt x="2224951" y="2286000"/>
                    </a:lnTo>
                    <a:lnTo>
                      <a:pt x="2223820" y="2286470"/>
                    </a:lnTo>
                    <a:lnTo>
                      <a:pt x="2221966" y="2288336"/>
                    </a:lnTo>
                    <a:lnTo>
                      <a:pt x="2221496" y="2289454"/>
                    </a:lnTo>
                    <a:lnTo>
                      <a:pt x="2221496" y="2292083"/>
                    </a:lnTo>
                    <a:lnTo>
                      <a:pt x="2221966" y="2293201"/>
                    </a:lnTo>
                    <a:lnTo>
                      <a:pt x="2223820" y="2295067"/>
                    </a:lnTo>
                    <a:lnTo>
                      <a:pt x="2224951" y="2295525"/>
                    </a:lnTo>
                    <a:lnTo>
                      <a:pt x="2227580" y="2295525"/>
                    </a:lnTo>
                    <a:lnTo>
                      <a:pt x="2228697" y="2295067"/>
                    </a:lnTo>
                    <a:lnTo>
                      <a:pt x="2230564" y="2293201"/>
                    </a:lnTo>
                    <a:lnTo>
                      <a:pt x="2231021" y="2292083"/>
                    </a:lnTo>
                    <a:lnTo>
                      <a:pt x="2231021" y="2289454"/>
                    </a:lnTo>
                    <a:close/>
                  </a:path>
                  <a:path w="2231390" h="3105150">
                    <a:moveTo>
                      <a:pt x="2231021" y="2241829"/>
                    </a:moveTo>
                    <a:lnTo>
                      <a:pt x="2230564" y="2240711"/>
                    </a:lnTo>
                    <a:lnTo>
                      <a:pt x="2228697" y="2238845"/>
                    </a:lnTo>
                    <a:lnTo>
                      <a:pt x="2227580" y="2238375"/>
                    </a:lnTo>
                    <a:lnTo>
                      <a:pt x="2224951" y="2238375"/>
                    </a:lnTo>
                    <a:lnTo>
                      <a:pt x="2223820" y="2238845"/>
                    </a:lnTo>
                    <a:lnTo>
                      <a:pt x="2221966" y="2240711"/>
                    </a:lnTo>
                    <a:lnTo>
                      <a:pt x="2221496" y="2241829"/>
                    </a:lnTo>
                    <a:lnTo>
                      <a:pt x="2221496" y="2244458"/>
                    </a:lnTo>
                    <a:lnTo>
                      <a:pt x="2221966" y="2245576"/>
                    </a:lnTo>
                    <a:lnTo>
                      <a:pt x="2223820" y="2247442"/>
                    </a:lnTo>
                    <a:lnTo>
                      <a:pt x="2224951" y="2247900"/>
                    </a:lnTo>
                    <a:lnTo>
                      <a:pt x="2227580" y="2247900"/>
                    </a:lnTo>
                    <a:lnTo>
                      <a:pt x="2228697" y="2247442"/>
                    </a:lnTo>
                    <a:lnTo>
                      <a:pt x="2230564" y="2245576"/>
                    </a:lnTo>
                    <a:lnTo>
                      <a:pt x="2231021" y="2244458"/>
                    </a:lnTo>
                    <a:lnTo>
                      <a:pt x="2231021" y="2241829"/>
                    </a:lnTo>
                    <a:close/>
                  </a:path>
                  <a:path w="2231390" h="3105150">
                    <a:moveTo>
                      <a:pt x="2231021" y="2194204"/>
                    </a:moveTo>
                    <a:lnTo>
                      <a:pt x="2230564" y="2193086"/>
                    </a:lnTo>
                    <a:lnTo>
                      <a:pt x="2228697" y="2191220"/>
                    </a:lnTo>
                    <a:lnTo>
                      <a:pt x="2227580" y="2190750"/>
                    </a:lnTo>
                    <a:lnTo>
                      <a:pt x="2224951" y="2190750"/>
                    </a:lnTo>
                    <a:lnTo>
                      <a:pt x="2223820" y="2191220"/>
                    </a:lnTo>
                    <a:lnTo>
                      <a:pt x="2221966" y="2193086"/>
                    </a:lnTo>
                    <a:lnTo>
                      <a:pt x="2221496" y="2194204"/>
                    </a:lnTo>
                    <a:lnTo>
                      <a:pt x="2221496" y="2196833"/>
                    </a:lnTo>
                    <a:lnTo>
                      <a:pt x="2221966" y="2197951"/>
                    </a:lnTo>
                    <a:lnTo>
                      <a:pt x="2223820" y="2199817"/>
                    </a:lnTo>
                    <a:lnTo>
                      <a:pt x="2224951" y="2200275"/>
                    </a:lnTo>
                    <a:lnTo>
                      <a:pt x="2227580" y="2200275"/>
                    </a:lnTo>
                    <a:lnTo>
                      <a:pt x="2228697" y="2199817"/>
                    </a:lnTo>
                    <a:lnTo>
                      <a:pt x="2230564" y="2197951"/>
                    </a:lnTo>
                    <a:lnTo>
                      <a:pt x="2231021" y="2196833"/>
                    </a:lnTo>
                    <a:lnTo>
                      <a:pt x="2231021" y="2194204"/>
                    </a:lnTo>
                    <a:close/>
                  </a:path>
                  <a:path w="2231390" h="3105150">
                    <a:moveTo>
                      <a:pt x="2231021" y="2146579"/>
                    </a:moveTo>
                    <a:lnTo>
                      <a:pt x="2230564" y="2145461"/>
                    </a:lnTo>
                    <a:lnTo>
                      <a:pt x="2228697" y="2143595"/>
                    </a:lnTo>
                    <a:lnTo>
                      <a:pt x="2227580" y="2143137"/>
                    </a:lnTo>
                    <a:lnTo>
                      <a:pt x="2224951" y="2143137"/>
                    </a:lnTo>
                    <a:lnTo>
                      <a:pt x="2223820" y="2143595"/>
                    </a:lnTo>
                    <a:lnTo>
                      <a:pt x="2221966" y="2145461"/>
                    </a:lnTo>
                    <a:lnTo>
                      <a:pt x="2221496" y="2146579"/>
                    </a:lnTo>
                    <a:lnTo>
                      <a:pt x="2221496" y="2149208"/>
                    </a:lnTo>
                    <a:lnTo>
                      <a:pt x="2221966" y="2150326"/>
                    </a:lnTo>
                    <a:lnTo>
                      <a:pt x="2223820" y="2152192"/>
                    </a:lnTo>
                    <a:lnTo>
                      <a:pt x="2224951" y="2152650"/>
                    </a:lnTo>
                    <a:lnTo>
                      <a:pt x="2227580" y="2152650"/>
                    </a:lnTo>
                    <a:lnTo>
                      <a:pt x="2228697" y="2152192"/>
                    </a:lnTo>
                    <a:lnTo>
                      <a:pt x="2230564" y="2150326"/>
                    </a:lnTo>
                    <a:lnTo>
                      <a:pt x="2231021" y="2149208"/>
                    </a:lnTo>
                    <a:lnTo>
                      <a:pt x="2231021" y="2146579"/>
                    </a:lnTo>
                    <a:close/>
                  </a:path>
                  <a:path w="2231390" h="3105150">
                    <a:moveTo>
                      <a:pt x="2231021" y="2098954"/>
                    </a:moveTo>
                    <a:lnTo>
                      <a:pt x="2230564" y="2097836"/>
                    </a:lnTo>
                    <a:lnTo>
                      <a:pt x="2228697" y="2095969"/>
                    </a:lnTo>
                    <a:lnTo>
                      <a:pt x="2227580" y="2095500"/>
                    </a:lnTo>
                    <a:lnTo>
                      <a:pt x="2224951" y="2095500"/>
                    </a:lnTo>
                    <a:lnTo>
                      <a:pt x="2223820" y="2095969"/>
                    </a:lnTo>
                    <a:lnTo>
                      <a:pt x="2221966" y="2097836"/>
                    </a:lnTo>
                    <a:lnTo>
                      <a:pt x="2221496" y="2098954"/>
                    </a:lnTo>
                    <a:lnTo>
                      <a:pt x="2221496" y="2101583"/>
                    </a:lnTo>
                    <a:lnTo>
                      <a:pt x="2221966" y="2102700"/>
                    </a:lnTo>
                    <a:lnTo>
                      <a:pt x="2223820" y="2104567"/>
                    </a:lnTo>
                    <a:lnTo>
                      <a:pt x="2224951" y="2105025"/>
                    </a:lnTo>
                    <a:lnTo>
                      <a:pt x="2227580" y="2105025"/>
                    </a:lnTo>
                    <a:lnTo>
                      <a:pt x="2228697" y="2104567"/>
                    </a:lnTo>
                    <a:lnTo>
                      <a:pt x="2230564" y="2102700"/>
                    </a:lnTo>
                    <a:lnTo>
                      <a:pt x="2231021" y="2101583"/>
                    </a:lnTo>
                    <a:lnTo>
                      <a:pt x="2231021" y="2098954"/>
                    </a:lnTo>
                    <a:close/>
                  </a:path>
                  <a:path w="2231390" h="3105150">
                    <a:moveTo>
                      <a:pt x="2231021" y="2051329"/>
                    </a:moveTo>
                    <a:lnTo>
                      <a:pt x="2230564" y="2050211"/>
                    </a:lnTo>
                    <a:lnTo>
                      <a:pt x="2228697" y="2048344"/>
                    </a:lnTo>
                    <a:lnTo>
                      <a:pt x="2227580" y="2047875"/>
                    </a:lnTo>
                    <a:lnTo>
                      <a:pt x="2224951" y="2047875"/>
                    </a:lnTo>
                    <a:lnTo>
                      <a:pt x="2223820" y="2048344"/>
                    </a:lnTo>
                    <a:lnTo>
                      <a:pt x="2221966" y="2050211"/>
                    </a:lnTo>
                    <a:lnTo>
                      <a:pt x="2221496" y="2051329"/>
                    </a:lnTo>
                    <a:lnTo>
                      <a:pt x="2221496" y="2053958"/>
                    </a:lnTo>
                    <a:lnTo>
                      <a:pt x="2221966" y="2055075"/>
                    </a:lnTo>
                    <a:lnTo>
                      <a:pt x="2223820" y="2056942"/>
                    </a:lnTo>
                    <a:lnTo>
                      <a:pt x="2224951" y="2057400"/>
                    </a:lnTo>
                    <a:lnTo>
                      <a:pt x="2227580" y="2057400"/>
                    </a:lnTo>
                    <a:lnTo>
                      <a:pt x="2228697" y="2056942"/>
                    </a:lnTo>
                    <a:lnTo>
                      <a:pt x="2230564" y="2055075"/>
                    </a:lnTo>
                    <a:lnTo>
                      <a:pt x="2231021" y="2053958"/>
                    </a:lnTo>
                    <a:lnTo>
                      <a:pt x="2231021" y="2051329"/>
                    </a:lnTo>
                    <a:close/>
                  </a:path>
                  <a:path w="2231390" h="3105150">
                    <a:moveTo>
                      <a:pt x="2231021" y="2003704"/>
                    </a:moveTo>
                    <a:lnTo>
                      <a:pt x="2230564" y="2002586"/>
                    </a:lnTo>
                    <a:lnTo>
                      <a:pt x="2228697" y="2000719"/>
                    </a:lnTo>
                    <a:lnTo>
                      <a:pt x="2227580" y="2000250"/>
                    </a:lnTo>
                    <a:lnTo>
                      <a:pt x="2224951" y="2000250"/>
                    </a:lnTo>
                    <a:lnTo>
                      <a:pt x="2223820" y="2000719"/>
                    </a:lnTo>
                    <a:lnTo>
                      <a:pt x="2221966" y="2002586"/>
                    </a:lnTo>
                    <a:lnTo>
                      <a:pt x="2221496" y="2003704"/>
                    </a:lnTo>
                    <a:lnTo>
                      <a:pt x="2221496" y="2006333"/>
                    </a:lnTo>
                    <a:lnTo>
                      <a:pt x="2221966" y="2007450"/>
                    </a:lnTo>
                    <a:lnTo>
                      <a:pt x="2223820" y="2009317"/>
                    </a:lnTo>
                    <a:lnTo>
                      <a:pt x="2224951" y="2009775"/>
                    </a:lnTo>
                    <a:lnTo>
                      <a:pt x="2227580" y="2009775"/>
                    </a:lnTo>
                    <a:lnTo>
                      <a:pt x="2228697" y="2009317"/>
                    </a:lnTo>
                    <a:lnTo>
                      <a:pt x="2230564" y="2007450"/>
                    </a:lnTo>
                    <a:lnTo>
                      <a:pt x="2231021" y="2006333"/>
                    </a:lnTo>
                    <a:lnTo>
                      <a:pt x="2231021" y="2003704"/>
                    </a:lnTo>
                    <a:close/>
                  </a:path>
                  <a:path w="2231390" h="3105150">
                    <a:moveTo>
                      <a:pt x="2231021" y="1956079"/>
                    </a:moveTo>
                    <a:lnTo>
                      <a:pt x="2230564" y="1954961"/>
                    </a:lnTo>
                    <a:lnTo>
                      <a:pt x="2228697" y="1953094"/>
                    </a:lnTo>
                    <a:lnTo>
                      <a:pt x="2227580" y="1952625"/>
                    </a:lnTo>
                    <a:lnTo>
                      <a:pt x="2224951" y="1952625"/>
                    </a:lnTo>
                    <a:lnTo>
                      <a:pt x="2223820" y="1953094"/>
                    </a:lnTo>
                    <a:lnTo>
                      <a:pt x="2221966" y="1954961"/>
                    </a:lnTo>
                    <a:lnTo>
                      <a:pt x="2221496" y="1956079"/>
                    </a:lnTo>
                    <a:lnTo>
                      <a:pt x="2221496" y="1958708"/>
                    </a:lnTo>
                    <a:lnTo>
                      <a:pt x="2221966" y="1959825"/>
                    </a:lnTo>
                    <a:lnTo>
                      <a:pt x="2223820" y="1961692"/>
                    </a:lnTo>
                    <a:lnTo>
                      <a:pt x="2224951" y="1962150"/>
                    </a:lnTo>
                    <a:lnTo>
                      <a:pt x="2227580" y="1962150"/>
                    </a:lnTo>
                    <a:lnTo>
                      <a:pt x="2228697" y="1961692"/>
                    </a:lnTo>
                    <a:lnTo>
                      <a:pt x="2230564" y="1959825"/>
                    </a:lnTo>
                    <a:lnTo>
                      <a:pt x="2231021" y="1958708"/>
                    </a:lnTo>
                    <a:lnTo>
                      <a:pt x="2231021" y="1956079"/>
                    </a:lnTo>
                    <a:close/>
                  </a:path>
                  <a:path w="2231390" h="3105150">
                    <a:moveTo>
                      <a:pt x="2231021" y="1908454"/>
                    </a:moveTo>
                    <a:lnTo>
                      <a:pt x="2230564" y="1907336"/>
                    </a:lnTo>
                    <a:lnTo>
                      <a:pt x="2228697" y="1905469"/>
                    </a:lnTo>
                    <a:lnTo>
                      <a:pt x="2227580" y="1905000"/>
                    </a:lnTo>
                    <a:lnTo>
                      <a:pt x="2224951" y="1905000"/>
                    </a:lnTo>
                    <a:lnTo>
                      <a:pt x="2223820" y="1905469"/>
                    </a:lnTo>
                    <a:lnTo>
                      <a:pt x="2221966" y="1907336"/>
                    </a:lnTo>
                    <a:lnTo>
                      <a:pt x="2221496" y="1908454"/>
                    </a:lnTo>
                    <a:lnTo>
                      <a:pt x="2221496" y="1911083"/>
                    </a:lnTo>
                    <a:lnTo>
                      <a:pt x="2221966" y="1912200"/>
                    </a:lnTo>
                    <a:lnTo>
                      <a:pt x="2223820" y="1914067"/>
                    </a:lnTo>
                    <a:lnTo>
                      <a:pt x="2224951" y="1914525"/>
                    </a:lnTo>
                    <a:lnTo>
                      <a:pt x="2227580" y="1914525"/>
                    </a:lnTo>
                    <a:lnTo>
                      <a:pt x="2228697" y="1914067"/>
                    </a:lnTo>
                    <a:lnTo>
                      <a:pt x="2230564" y="1912200"/>
                    </a:lnTo>
                    <a:lnTo>
                      <a:pt x="2231021" y="1911083"/>
                    </a:lnTo>
                    <a:lnTo>
                      <a:pt x="2231021" y="1908454"/>
                    </a:lnTo>
                    <a:close/>
                  </a:path>
                  <a:path w="2231390" h="3105150">
                    <a:moveTo>
                      <a:pt x="2231021" y="1860829"/>
                    </a:moveTo>
                    <a:lnTo>
                      <a:pt x="2230564" y="1859711"/>
                    </a:lnTo>
                    <a:lnTo>
                      <a:pt x="2228697" y="1857844"/>
                    </a:lnTo>
                    <a:lnTo>
                      <a:pt x="2227580" y="1857387"/>
                    </a:lnTo>
                    <a:lnTo>
                      <a:pt x="2224951" y="1857387"/>
                    </a:lnTo>
                    <a:lnTo>
                      <a:pt x="2223820" y="1857844"/>
                    </a:lnTo>
                    <a:lnTo>
                      <a:pt x="2221966" y="1859711"/>
                    </a:lnTo>
                    <a:lnTo>
                      <a:pt x="2221496" y="1860829"/>
                    </a:lnTo>
                    <a:lnTo>
                      <a:pt x="2221496" y="1863458"/>
                    </a:lnTo>
                    <a:lnTo>
                      <a:pt x="2221966" y="1864575"/>
                    </a:lnTo>
                    <a:lnTo>
                      <a:pt x="2223820" y="1866442"/>
                    </a:lnTo>
                    <a:lnTo>
                      <a:pt x="2224951" y="1866900"/>
                    </a:lnTo>
                    <a:lnTo>
                      <a:pt x="2227580" y="1866900"/>
                    </a:lnTo>
                    <a:lnTo>
                      <a:pt x="2228697" y="1866442"/>
                    </a:lnTo>
                    <a:lnTo>
                      <a:pt x="2230564" y="1864575"/>
                    </a:lnTo>
                    <a:lnTo>
                      <a:pt x="2231021" y="1863458"/>
                    </a:lnTo>
                    <a:lnTo>
                      <a:pt x="2231021" y="1860829"/>
                    </a:lnTo>
                    <a:close/>
                  </a:path>
                  <a:path w="2231390" h="3105150">
                    <a:moveTo>
                      <a:pt x="2231021" y="1813204"/>
                    </a:moveTo>
                    <a:lnTo>
                      <a:pt x="2230564" y="1812086"/>
                    </a:lnTo>
                    <a:lnTo>
                      <a:pt x="2228697" y="1810219"/>
                    </a:lnTo>
                    <a:lnTo>
                      <a:pt x="2227580" y="1809762"/>
                    </a:lnTo>
                    <a:lnTo>
                      <a:pt x="2224951" y="1809762"/>
                    </a:lnTo>
                    <a:lnTo>
                      <a:pt x="2223820" y="1810219"/>
                    </a:lnTo>
                    <a:lnTo>
                      <a:pt x="2221966" y="1812086"/>
                    </a:lnTo>
                    <a:lnTo>
                      <a:pt x="2221496" y="1813204"/>
                    </a:lnTo>
                    <a:lnTo>
                      <a:pt x="2221496" y="1815833"/>
                    </a:lnTo>
                    <a:lnTo>
                      <a:pt x="2221966" y="1816950"/>
                    </a:lnTo>
                    <a:lnTo>
                      <a:pt x="2223820" y="1818817"/>
                    </a:lnTo>
                    <a:lnTo>
                      <a:pt x="2224951" y="1819275"/>
                    </a:lnTo>
                    <a:lnTo>
                      <a:pt x="2227580" y="1819275"/>
                    </a:lnTo>
                    <a:lnTo>
                      <a:pt x="2228697" y="1818817"/>
                    </a:lnTo>
                    <a:lnTo>
                      <a:pt x="2230564" y="1816950"/>
                    </a:lnTo>
                    <a:lnTo>
                      <a:pt x="2231021" y="1815833"/>
                    </a:lnTo>
                    <a:lnTo>
                      <a:pt x="2231021" y="1813204"/>
                    </a:lnTo>
                    <a:close/>
                  </a:path>
                  <a:path w="2231390" h="3105150">
                    <a:moveTo>
                      <a:pt x="2231021" y="1765579"/>
                    </a:moveTo>
                    <a:lnTo>
                      <a:pt x="2230564" y="1764461"/>
                    </a:lnTo>
                    <a:lnTo>
                      <a:pt x="2228697" y="1762594"/>
                    </a:lnTo>
                    <a:lnTo>
                      <a:pt x="2227580" y="1762125"/>
                    </a:lnTo>
                    <a:lnTo>
                      <a:pt x="2224951" y="1762125"/>
                    </a:lnTo>
                    <a:lnTo>
                      <a:pt x="2223820" y="1762594"/>
                    </a:lnTo>
                    <a:lnTo>
                      <a:pt x="2221966" y="1764461"/>
                    </a:lnTo>
                    <a:lnTo>
                      <a:pt x="2221496" y="1765579"/>
                    </a:lnTo>
                    <a:lnTo>
                      <a:pt x="2221496" y="1768208"/>
                    </a:lnTo>
                    <a:lnTo>
                      <a:pt x="2221966" y="1769325"/>
                    </a:lnTo>
                    <a:lnTo>
                      <a:pt x="2223820" y="1771192"/>
                    </a:lnTo>
                    <a:lnTo>
                      <a:pt x="2224951" y="1771650"/>
                    </a:lnTo>
                    <a:lnTo>
                      <a:pt x="2227580" y="1771650"/>
                    </a:lnTo>
                    <a:lnTo>
                      <a:pt x="2228697" y="1771192"/>
                    </a:lnTo>
                    <a:lnTo>
                      <a:pt x="2230564" y="1769325"/>
                    </a:lnTo>
                    <a:lnTo>
                      <a:pt x="2231021" y="1768208"/>
                    </a:lnTo>
                    <a:lnTo>
                      <a:pt x="2231021" y="1765579"/>
                    </a:lnTo>
                    <a:close/>
                  </a:path>
                  <a:path w="2231390" h="3105150">
                    <a:moveTo>
                      <a:pt x="2231021" y="1717954"/>
                    </a:moveTo>
                    <a:lnTo>
                      <a:pt x="2230564" y="1716836"/>
                    </a:lnTo>
                    <a:lnTo>
                      <a:pt x="2228697" y="1714969"/>
                    </a:lnTo>
                    <a:lnTo>
                      <a:pt x="2227580" y="1714512"/>
                    </a:lnTo>
                    <a:lnTo>
                      <a:pt x="2224951" y="1714512"/>
                    </a:lnTo>
                    <a:lnTo>
                      <a:pt x="2223820" y="1714969"/>
                    </a:lnTo>
                    <a:lnTo>
                      <a:pt x="2221966" y="1716836"/>
                    </a:lnTo>
                    <a:lnTo>
                      <a:pt x="2221496" y="1717954"/>
                    </a:lnTo>
                    <a:lnTo>
                      <a:pt x="2221496" y="1720583"/>
                    </a:lnTo>
                    <a:lnTo>
                      <a:pt x="2221966" y="1721700"/>
                    </a:lnTo>
                    <a:lnTo>
                      <a:pt x="2223820" y="1723567"/>
                    </a:lnTo>
                    <a:lnTo>
                      <a:pt x="2224951" y="1724025"/>
                    </a:lnTo>
                    <a:lnTo>
                      <a:pt x="2227580" y="1724025"/>
                    </a:lnTo>
                    <a:lnTo>
                      <a:pt x="2228697" y="1723567"/>
                    </a:lnTo>
                    <a:lnTo>
                      <a:pt x="2230564" y="1721700"/>
                    </a:lnTo>
                    <a:lnTo>
                      <a:pt x="2231021" y="1720583"/>
                    </a:lnTo>
                    <a:lnTo>
                      <a:pt x="2231021" y="1717954"/>
                    </a:lnTo>
                    <a:close/>
                  </a:path>
                  <a:path w="2231390" h="3105150">
                    <a:moveTo>
                      <a:pt x="2231021" y="1670329"/>
                    </a:moveTo>
                    <a:lnTo>
                      <a:pt x="2230564" y="1669211"/>
                    </a:lnTo>
                    <a:lnTo>
                      <a:pt x="2228697" y="1667344"/>
                    </a:lnTo>
                    <a:lnTo>
                      <a:pt x="2227580" y="1666887"/>
                    </a:lnTo>
                    <a:lnTo>
                      <a:pt x="2224951" y="1666887"/>
                    </a:lnTo>
                    <a:lnTo>
                      <a:pt x="2223820" y="1667344"/>
                    </a:lnTo>
                    <a:lnTo>
                      <a:pt x="2221966" y="1669211"/>
                    </a:lnTo>
                    <a:lnTo>
                      <a:pt x="2221496" y="1670329"/>
                    </a:lnTo>
                    <a:lnTo>
                      <a:pt x="2221496" y="1672958"/>
                    </a:lnTo>
                    <a:lnTo>
                      <a:pt x="2221966" y="1674075"/>
                    </a:lnTo>
                    <a:lnTo>
                      <a:pt x="2223820" y="1675942"/>
                    </a:lnTo>
                    <a:lnTo>
                      <a:pt x="2224951" y="1676400"/>
                    </a:lnTo>
                    <a:lnTo>
                      <a:pt x="2227580" y="1676400"/>
                    </a:lnTo>
                    <a:lnTo>
                      <a:pt x="2228697" y="1675942"/>
                    </a:lnTo>
                    <a:lnTo>
                      <a:pt x="2230564" y="1674075"/>
                    </a:lnTo>
                    <a:lnTo>
                      <a:pt x="2231021" y="1672958"/>
                    </a:lnTo>
                    <a:lnTo>
                      <a:pt x="2231021" y="1670329"/>
                    </a:lnTo>
                    <a:close/>
                  </a:path>
                  <a:path w="2231390" h="3105150">
                    <a:moveTo>
                      <a:pt x="2231021" y="1622704"/>
                    </a:moveTo>
                    <a:lnTo>
                      <a:pt x="2230564" y="1621586"/>
                    </a:lnTo>
                    <a:lnTo>
                      <a:pt x="2228697" y="1619719"/>
                    </a:lnTo>
                    <a:lnTo>
                      <a:pt x="2227580" y="1619250"/>
                    </a:lnTo>
                    <a:lnTo>
                      <a:pt x="2224951" y="1619250"/>
                    </a:lnTo>
                    <a:lnTo>
                      <a:pt x="2223820" y="1619719"/>
                    </a:lnTo>
                    <a:lnTo>
                      <a:pt x="2221966" y="1621586"/>
                    </a:lnTo>
                    <a:lnTo>
                      <a:pt x="2221496" y="1622704"/>
                    </a:lnTo>
                    <a:lnTo>
                      <a:pt x="2221496" y="1625333"/>
                    </a:lnTo>
                    <a:lnTo>
                      <a:pt x="2221966" y="1626450"/>
                    </a:lnTo>
                    <a:lnTo>
                      <a:pt x="2223820" y="1628317"/>
                    </a:lnTo>
                    <a:lnTo>
                      <a:pt x="2224951" y="1628775"/>
                    </a:lnTo>
                    <a:lnTo>
                      <a:pt x="2227580" y="1628775"/>
                    </a:lnTo>
                    <a:lnTo>
                      <a:pt x="2228697" y="1628317"/>
                    </a:lnTo>
                    <a:lnTo>
                      <a:pt x="2230564" y="1626450"/>
                    </a:lnTo>
                    <a:lnTo>
                      <a:pt x="2231021" y="1625333"/>
                    </a:lnTo>
                    <a:lnTo>
                      <a:pt x="2231021" y="1622704"/>
                    </a:lnTo>
                    <a:close/>
                  </a:path>
                  <a:path w="2231390" h="3105150">
                    <a:moveTo>
                      <a:pt x="2231021" y="1575079"/>
                    </a:moveTo>
                    <a:lnTo>
                      <a:pt x="2230564" y="1573961"/>
                    </a:lnTo>
                    <a:lnTo>
                      <a:pt x="2228697" y="1572094"/>
                    </a:lnTo>
                    <a:lnTo>
                      <a:pt x="2227580" y="1571637"/>
                    </a:lnTo>
                    <a:lnTo>
                      <a:pt x="2224951" y="1571637"/>
                    </a:lnTo>
                    <a:lnTo>
                      <a:pt x="2223820" y="1572094"/>
                    </a:lnTo>
                    <a:lnTo>
                      <a:pt x="2221966" y="1573961"/>
                    </a:lnTo>
                    <a:lnTo>
                      <a:pt x="2221496" y="1575079"/>
                    </a:lnTo>
                    <a:lnTo>
                      <a:pt x="2221496" y="1577708"/>
                    </a:lnTo>
                    <a:lnTo>
                      <a:pt x="2221966" y="1578825"/>
                    </a:lnTo>
                    <a:lnTo>
                      <a:pt x="2223820" y="1580692"/>
                    </a:lnTo>
                    <a:lnTo>
                      <a:pt x="2224951" y="1581150"/>
                    </a:lnTo>
                    <a:lnTo>
                      <a:pt x="2227580" y="1581150"/>
                    </a:lnTo>
                    <a:lnTo>
                      <a:pt x="2228697" y="1580692"/>
                    </a:lnTo>
                    <a:lnTo>
                      <a:pt x="2230564" y="1578825"/>
                    </a:lnTo>
                    <a:lnTo>
                      <a:pt x="2231021" y="1577708"/>
                    </a:lnTo>
                    <a:lnTo>
                      <a:pt x="2231021" y="1575079"/>
                    </a:lnTo>
                    <a:close/>
                  </a:path>
                  <a:path w="2231390" h="3105150">
                    <a:moveTo>
                      <a:pt x="2231021" y="1527454"/>
                    </a:moveTo>
                    <a:lnTo>
                      <a:pt x="2230564" y="1526336"/>
                    </a:lnTo>
                    <a:lnTo>
                      <a:pt x="2228697" y="1524469"/>
                    </a:lnTo>
                    <a:lnTo>
                      <a:pt x="2227580" y="1524000"/>
                    </a:lnTo>
                    <a:lnTo>
                      <a:pt x="2224951" y="1524000"/>
                    </a:lnTo>
                    <a:lnTo>
                      <a:pt x="2223820" y="1524469"/>
                    </a:lnTo>
                    <a:lnTo>
                      <a:pt x="2221966" y="1526336"/>
                    </a:lnTo>
                    <a:lnTo>
                      <a:pt x="2221496" y="1527454"/>
                    </a:lnTo>
                    <a:lnTo>
                      <a:pt x="2221496" y="1530083"/>
                    </a:lnTo>
                    <a:lnTo>
                      <a:pt x="2221966" y="1531200"/>
                    </a:lnTo>
                    <a:lnTo>
                      <a:pt x="2223820" y="1533067"/>
                    </a:lnTo>
                    <a:lnTo>
                      <a:pt x="2224951" y="1533525"/>
                    </a:lnTo>
                    <a:lnTo>
                      <a:pt x="2227580" y="1533525"/>
                    </a:lnTo>
                    <a:lnTo>
                      <a:pt x="2228697" y="1533067"/>
                    </a:lnTo>
                    <a:lnTo>
                      <a:pt x="2230564" y="1531200"/>
                    </a:lnTo>
                    <a:lnTo>
                      <a:pt x="2231021" y="1530083"/>
                    </a:lnTo>
                    <a:lnTo>
                      <a:pt x="2231021" y="1527454"/>
                    </a:lnTo>
                    <a:close/>
                  </a:path>
                  <a:path w="2231390" h="3105150">
                    <a:moveTo>
                      <a:pt x="2231021" y="1479829"/>
                    </a:moveTo>
                    <a:lnTo>
                      <a:pt x="2230564" y="1478711"/>
                    </a:lnTo>
                    <a:lnTo>
                      <a:pt x="2228697" y="1476844"/>
                    </a:lnTo>
                    <a:lnTo>
                      <a:pt x="2227580" y="1476387"/>
                    </a:lnTo>
                    <a:lnTo>
                      <a:pt x="2224951" y="1476387"/>
                    </a:lnTo>
                    <a:lnTo>
                      <a:pt x="2223820" y="1476844"/>
                    </a:lnTo>
                    <a:lnTo>
                      <a:pt x="2221966" y="1478711"/>
                    </a:lnTo>
                    <a:lnTo>
                      <a:pt x="2221496" y="1479829"/>
                    </a:lnTo>
                    <a:lnTo>
                      <a:pt x="2221496" y="1482458"/>
                    </a:lnTo>
                    <a:lnTo>
                      <a:pt x="2221966" y="1483575"/>
                    </a:lnTo>
                    <a:lnTo>
                      <a:pt x="2223820" y="1485442"/>
                    </a:lnTo>
                    <a:lnTo>
                      <a:pt x="2224951" y="1485900"/>
                    </a:lnTo>
                    <a:lnTo>
                      <a:pt x="2227580" y="1485900"/>
                    </a:lnTo>
                    <a:lnTo>
                      <a:pt x="2228697" y="1485442"/>
                    </a:lnTo>
                    <a:lnTo>
                      <a:pt x="2230564" y="1483575"/>
                    </a:lnTo>
                    <a:lnTo>
                      <a:pt x="2231021" y="1482458"/>
                    </a:lnTo>
                    <a:lnTo>
                      <a:pt x="2231021" y="1479829"/>
                    </a:lnTo>
                    <a:close/>
                  </a:path>
                  <a:path w="2231390" h="3105150">
                    <a:moveTo>
                      <a:pt x="2231021" y="1432204"/>
                    </a:moveTo>
                    <a:lnTo>
                      <a:pt x="2230564" y="1431086"/>
                    </a:lnTo>
                    <a:lnTo>
                      <a:pt x="2228697" y="1429219"/>
                    </a:lnTo>
                    <a:lnTo>
                      <a:pt x="2227580" y="1428762"/>
                    </a:lnTo>
                    <a:lnTo>
                      <a:pt x="2224951" y="1428762"/>
                    </a:lnTo>
                    <a:lnTo>
                      <a:pt x="2223820" y="1429219"/>
                    </a:lnTo>
                    <a:lnTo>
                      <a:pt x="2221966" y="1431086"/>
                    </a:lnTo>
                    <a:lnTo>
                      <a:pt x="2221496" y="1432204"/>
                    </a:lnTo>
                    <a:lnTo>
                      <a:pt x="2221496" y="1434833"/>
                    </a:lnTo>
                    <a:lnTo>
                      <a:pt x="2221966" y="1435950"/>
                    </a:lnTo>
                    <a:lnTo>
                      <a:pt x="2223820" y="1437817"/>
                    </a:lnTo>
                    <a:lnTo>
                      <a:pt x="2224951" y="1438275"/>
                    </a:lnTo>
                    <a:lnTo>
                      <a:pt x="2227580" y="1438275"/>
                    </a:lnTo>
                    <a:lnTo>
                      <a:pt x="2228697" y="1437817"/>
                    </a:lnTo>
                    <a:lnTo>
                      <a:pt x="2230564" y="1435950"/>
                    </a:lnTo>
                    <a:lnTo>
                      <a:pt x="2231021" y="1434833"/>
                    </a:lnTo>
                    <a:lnTo>
                      <a:pt x="2231021" y="1432204"/>
                    </a:lnTo>
                    <a:close/>
                  </a:path>
                  <a:path w="2231390" h="3105150">
                    <a:moveTo>
                      <a:pt x="2231021" y="1384579"/>
                    </a:moveTo>
                    <a:lnTo>
                      <a:pt x="2230564" y="1383461"/>
                    </a:lnTo>
                    <a:lnTo>
                      <a:pt x="2228697" y="1381594"/>
                    </a:lnTo>
                    <a:lnTo>
                      <a:pt x="2227580" y="1381125"/>
                    </a:lnTo>
                    <a:lnTo>
                      <a:pt x="2224951" y="1381125"/>
                    </a:lnTo>
                    <a:lnTo>
                      <a:pt x="2223820" y="1381594"/>
                    </a:lnTo>
                    <a:lnTo>
                      <a:pt x="2221966" y="1383461"/>
                    </a:lnTo>
                    <a:lnTo>
                      <a:pt x="2221496" y="1384579"/>
                    </a:lnTo>
                    <a:lnTo>
                      <a:pt x="2221496" y="1387208"/>
                    </a:lnTo>
                    <a:lnTo>
                      <a:pt x="2221966" y="1388325"/>
                    </a:lnTo>
                    <a:lnTo>
                      <a:pt x="2223820" y="1390192"/>
                    </a:lnTo>
                    <a:lnTo>
                      <a:pt x="2224951" y="1390650"/>
                    </a:lnTo>
                    <a:lnTo>
                      <a:pt x="2227580" y="1390650"/>
                    </a:lnTo>
                    <a:lnTo>
                      <a:pt x="2228697" y="1390192"/>
                    </a:lnTo>
                    <a:lnTo>
                      <a:pt x="2230564" y="1388325"/>
                    </a:lnTo>
                    <a:lnTo>
                      <a:pt x="2231021" y="1387208"/>
                    </a:lnTo>
                    <a:lnTo>
                      <a:pt x="2231021" y="1384579"/>
                    </a:lnTo>
                    <a:close/>
                  </a:path>
                  <a:path w="2231390" h="3105150">
                    <a:moveTo>
                      <a:pt x="2231021" y="1336954"/>
                    </a:moveTo>
                    <a:lnTo>
                      <a:pt x="2230564" y="1335836"/>
                    </a:lnTo>
                    <a:lnTo>
                      <a:pt x="2228697" y="1333969"/>
                    </a:lnTo>
                    <a:lnTo>
                      <a:pt x="2227580" y="1333512"/>
                    </a:lnTo>
                    <a:lnTo>
                      <a:pt x="2224951" y="1333512"/>
                    </a:lnTo>
                    <a:lnTo>
                      <a:pt x="2223820" y="1333969"/>
                    </a:lnTo>
                    <a:lnTo>
                      <a:pt x="2221966" y="1335836"/>
                    </a:lnTo>
                    <a:lnTo>
                      <a:pt x="2221496" y="1336954"/>
                    </a:lnTo>
                    <a:lnTo>
                      <a:pt x="2221496" y="1339583"/>
                    </a:lnTo>
                    <a:lnTo>
                      <a:pt x="2221966" y="1340700"/>
                    </a:lnTo>
                    <a:lnTo>
                      <a:pt x="2223820" y="1342567"/>
                    </a:lnTo>
                    <a:lnTo>
                      <a:pt x="2224951" y="1343025"/>
                    </a:lnTo>
                    <a:lnTo>
                      <a:pt x="2227580" y="1343025"/>
                    </a:lnTo>
                    <a:lnTo>
                      <a:pt x="2228697" y="1342567"/>
                    </a:lnTo>
                    <a:lnTo>
                      <a:pt x="2230564" y="1340700"/>
                    </a:lnTo>
                    <a:lnTo>
                      <a:pt x="2231021" y="1339583"/>
                    </a:lnTo>
                    <a:lnTo>
                      <a:pt x="2231021" y="1336954"/>
                    </a:lnTo>
                    <a:close/>
                  </a:path>
                  <a:path w="2231390" h="3105150">
                    <a:moveTo>
                      <a:pt x="2231021" y="1289329"/>
                    </a:moveTo>
                    <a:lnTo>
                      <a:pt x="2230564" y="1288211"/>
                    </a:lnTo>
                    <a:lnTo>
                      <a:pt x="2228697" y="1286344"/>
                    </a:lnTo>
                    <a:lnTo>
                      <a:pt x="2227580" y="1285875"/>
                    </a:lnTo>
                    <a:lnTo>
                      <a:pt x="2224951" y="1285875"/>
                    </a:lnTo>
                    <a:lnTo>
                      <a:pt x="2223820" y="1286344"/>
                    </a:lnTo>
                    <a:lnTo>
                      <a:pt x="2221966" y="1288211"/>
                    </a:lnTo>
                    <a:lnTo>
                      <a:pt x="2221496" y="1289329"/>
                    </a:lnTo>
                    <a:lnTo>
                      <a:pt x="2221496" y="1291958"/>
                    </a:lnTo>
                    <a:lnTo>
                      <a:pt x="2221966" y="1293075"/>
                    </a:lnTo>
                    <a:lnTo>
                      <a:pt x="2223820" y="1294942"/>
                    </a:lnTo>
                    <a:lnTo>
                      <a:pt x="2224951" y="1295400"/>
                    </a:lnTo>
                    <a:lnTo>
                      <a:pt x="2227580" y="1295400"/>
                    </a:lnTo>
                    <a:lnTo>
                      <a:pt x="2228697" y="1294942"/>
                    </a:lnTo>
                    <a:lnTo>
                      <a:pt x="2230564" y="1293075"/>
                    </a:lnTo>
                    <a:lnTo>
                      <a:pt x="2231021" y="1291958"/>
                    </a:lnTo>
                    <a:lnTo>
                      <a:pt x="2231021" y="1289329"/>
                    </a:lnTo>
                    <a:close/>
                  </a:path>
                  <a:path w="2231390" h="3105150">
                    <a:moveTo>
                      <a:pt x="2231021" y="1241704"/>
                    </a:moveTo>
                    <a:lnTo>
                      <a:pt x="2230564" y="1240586"/>
                    </a:lnTo>
                    <a:lnTo>
                      <a:pt x="2228697" y="1238719"/>
                    </a:lnTo>
                    <a:lnTo>
                      <a:pt x="2227580" y="1238262"/>
                    </a:lnTo>
                    <a:lnTo>
                      <a:pt x="2224951" y="1238262"/>
                    </a:lnTo>
                    <a:lnTo>
                      <a:pt x="2223820" y="1238719"/>
                    </a:lnTo>
                    <a:lnTo>
                      <a:pt x="2221966" y="1240586"/>
                    </a:lnTo>
                    <a:lnTo>
                      <a:pt x="2221496" y="1241704"/>
                    </a:lnTo>
                    <a:lnTo>
                      <a:pt x="2221496" y="1244333"/>
                    </a:lnTo>
                    <a:lnTo>
                      <a:pt x="2221966" y="1245450"/>
                    </a:lnTo>
                    <a:lnTo>
                      <a:pt x="2223820" y="1247317"/>
                    </a:lnTo>
                    <a:lnTo>
                      <a:pt x="2224951" y="1247775"/>
                    </a:lnTo>
                    <a:lnTo>
                      <a:pt x="2227580" y="1247775"/>
                    </a:lnTo>
                    <a:lnTo>
                      <a:pt x="2228697" y="1247317"/>
                    </a:lnTo>
                    <a:lnTo>
                      <a:pt x="2230564" y="1245450"/>
                    </a:lnTo>
                    <a:lnTo>
                      <a:pt x="2231021" y="1244333"/>
                    </a:lnTo>
                    <a:lnTo>
                      <a:pt x="2231021" y="1241704"/>
                    </a:lnTo>
                    <a:close/>
                  </a:path>
                  <a:path w="2231390" h="3105150">
                    <a:moveTo>
                      <a:pt x="2231021" y="1194079"/>
                    </a:moveTo>
                    <a:lnTo>
                      <a:pt x="2230564" y="1192961"/>
                    </a:lnTo>
                    <a:lnTo>
                      <a:pt x="2228697" y="1191094"/>
                    </a:lnTo>
                    <a:lnTo>
                      <a:pt x="2227580" y="1190637"/>
                    </a:lnTo>
                    <a:lnTo>
                      <a:pt x="2224951" y="1190637"/>
                    </a:lnTo>
                    <a:lnTo>
                      <a:pt x="2223820" y="1191094"/>
                    </a:lnTo>
                    <a:lnTo>
                      <a:pt x="2221966" y="1192961"/>
                    </a:lnTo>
                    <a:lnTo>
                      <a:pt x="2221496" y="1194079"/>
                    </a:lnTo>
                    <a:lnTo>
                      <a:pt x="2221496" y="1196708"/>
                    </a:lnTo>
                    <a:lnTo>
                      <a:pt x="2221966" y="1197825"/>
                    </a:lnTo>
                    <a:lnTo>
                      <a:pt x="2223820" y="1199692"/>
                    </a:lnTo>
                    <a:lnTo>
                      <a:pt x="2224951" y="1200162"/>
                    </a:lnTo>
                    <a:lnTo>
                      <a:pt x="2227580" y="1200162"/>
                    </a:lnTo>
                    <a:lnTo>
                      <a:pt x="2228697" y="1199692"/>
                    </a:lnTo>
                    <a:lnTo>
                      <a:pt x="2230564" y="1197825"/>
                    </a:lnTo>
                    <a:lnTo>
                      <a:pt x="2231021" y="1196708"/>
                    </a:lnTo>
                    <a:lnTo>
                      <a:pt x="2231021" y="1194079"/>
                    </a:lnTo>
                    <a:close/>
                  </a:path>
                  <a:path w="2231390" h="3105150">
                    <a:moveTo>
                      <a:pt x="2231021" y="1146454"/>
                    </a:moveTo>
                    <a:lnTo>
                      <a:pt x="2230564" y="1145336"/>
                    </a:lnTo>
                    <a:lnTo>
                      <a:pt x="2228697" y="1143469"/>
                    </a:lnTo>
                    <a:lnTo>
                      <a:pt x="2227580" y="1143012"/>
                    </a:lnTo>
                    <a:lnTo>
                      <a:pt x="2224951" y="1143012"/>
                    </a:lnTo>
                    <a:lnTo>
                      <a:pt x="2223820" y="1143469"/>
                    </a:lnTo>
                    <a:lnTo>
                      <a:pt x="2221966" y="1145336"/>
                    </a:lnTo>
                    <a:lnTo>
                      <a:pt x="2221496" y="1146454"/>
                    </a:lnTo>
                    <a:lnTo>
                      <a:pt x="2221496" y="1149083"/>
                    </a:lnTo>
                    <a:lnTo>
                      <a:pt x="2221966" y="1150200"/>
                    </a:lnTo>
                    <a:lnTo>
                      <a:pt x="2223820" y="1152067"/>
                    </a:lnTo>
                    <a:lnTo>
                      <a:pt x="2224951" y="1152525"/>
                    </a:lnTo>
                    <a:lnTo>
                      <a:pt x="2227580" y="1152525"/>
                    </a:lnTo>
                    <a:lnTo>
                      <a:pt x="2228697" y="1152067"/>
                    </a:lnTo>
                    <a:lnTo>
                      <a:pt x="2230564" y="1150200"/>
                    </a:lnTo>
                    <a:lnTo>
                      <a:pt x="2231021" y="1149083"/>
                    </a:lnTo>
                    <a:lnTo>
                      <a:pt x="2231021" y="1146454"/>
                    </a:lnTo>
                    <a:close/>
                  </a:path>
                  <a:path w="2231390" h="3105150">
                    <a:moveTo>
                      <a:pt x="2231021" y="1098829"/>
                    </a:moveTo>
                    <a:lnTo>
                      <a:pt x="2230564" y="1097711"/>
                    </a:lnTo>
                    <a:lnTo>
                      <a:pt x="2228697" y="1095844"/>
                    </a:lnTo>
                    <a:lnTo>
                      <a:pt x="2227580" y="1095387"/>
                    </a:lnTo>
                    <a:lnTo>
                      <a:pt x="2224951" y="1095387"/>
                    </a:lnTo>
                    <a:lnTo>
                      <a:pt x="2223820" y="1095844"/>
                    </a:lnTo>
                    <a:lnTo>
                      <a:pt x="2221966" y="1097711"/>
                    </a:lnTo>
                    <a:lnTo>
                      <a:pt x="2221496" y="1098829"/>
                    </a:lnTo>
                    <a:lnTo>
                      <a:pt x="2221496" y="1101458"/>
                    </a:lnTo>
                    <a:lnTo>
                      <a:pt x="2221966" y="1102575"/>
                    </a:lnTo>
                    <a:lnTo>
                      <a:pt x="2223820" y="1104442"/>
                    </a:lnTo>
                    <a:lnTo>
                      <a:pt x="2224951" y="1104900"/>
                    </a:lnTo>
                    <a:lnTo>
                      <a:pt x="2227580" y="1104900"/>
                    </a:lnTo>
                    <a:lnTo>
                      <a:pt x="2228697" y="1104442"/>
                    </a:lnTo>
                    <a:lnTo>
                      <a:pt x="2230564" y="1102575"/>
                    </a:lnTo>
                    <a:lnTo>
                      <a:pt x="2231021" y="1101458"/>
                    </a:lnTo>
                    <a:lnTo>
                      <a:pt x="2231021" y="1098829"/>
                    </a:lnTo>
                    <a:close/>
                  </a:path>
                  <a:path w="2231390" h="3105150">
                    <a:moveTo>
                      <a:pt x="2231021" y="1051204"/>
                    </a:moveTo>
                    <a:lnTo>
                      <a:pt x="2230564" y="1050086"/>
                    </a:lnTo>
                    <a:lnTo>
                      <a:pt x="2228697" y="1048219"/>
                    </a:lnTo>
                    <a:lnTo>
                      <a:pt x="2227580" y="1047750"/>
                    </a:lnTo>
                    <a:lnTo>
                      <a:pt x="2224951" y="1047750"/>
                    </a:lnTo>
                    <a:lnTo>
                      <a:pt x="2223820" y="1048219"/>
                    </a:lnTo>
                    <a:lnTo>
                      <a:pt x="2221966" y="1050086"/>
                    </a:lnTo>
                    <a:lnTo>
                      <a:pt x="2221496" y="1051204"/>
                    </a:lnTo>
                    <a:lnTo>
                      <a:pt x="2221496" y="1053833"/>
                    </a:lnTo>
                    <a:lnTo>
                      <a:pt x="2221966" y="1054950"/>
                    </a:lnTo>
                    <a:lnTo>
                      <a:pt x="2223820" y="1056817"/>
                    </a:lnTo>
                    <a:lnTo>
                      <a:pt x="2224951" y="1057275"/>
                    </a:lnTo>
                    <a:lnTo>
                      <a:pt x="2227580" y="1057275"/>
                    </a:lnTo>
                    <a:lnTo>
                      <a:pt x="2228697" y="1056817"/>
                    </a:lnTo>
                    <a:lnTo>
                      <a:pt x="2230564" y="1054950"/>
                    </a:lnTo>
                    <a:lnTo>
                      <a:pt x="2231021" y="1053833"/>
                    </a:lnTo>
                    <a:lnTo>
                      <a:pt x="2231021" y="1051204"/>
                    </a:lnTo>
                    <a:close/>
                  </a:path>
                  <a:path w="2231390" h="3105150">
                    <a:moveTo>
                      <a:pt x="2231021" y="1003579"/>
                    </a:moveTo>
                    <a:lnTo>
                      <a:pt x="2230564" y="1002461"/>
                    </a:lnTo>
                    <a:lnTo>
                      <a:pt x="2228697" y="1000594"/>
                    </a:lnTo>
                    <a:lnTo>
                      <a:pt x="2227580" y="1000137"/>
                    </a:lnTo>
                    <a:lnTo>
                      <a:pt x="2224951" y="1000137"/>
                    </a:lnTo>
                    <a:lnTo>
                      <a:pt x="2223820" y="1000594"/>
                    </a:lnTo>
                    <a:lnTo>
                      <a:pt x="2221966" y="1002461"/>
                    </a:lnTo>
                    <a:lnTo>
                      <a:pt x="2221496" y="1003579"/>
                    </a:lnTo>
                    <a:lnTo>
                      <a:pt x="2221496" y="1006208"/>
                    </a:lnTo>
                    <a:lnTo>
                      <a:pt x="2221966" y="1007325"/>
                    </a:lnTo>
                    <a:lnTo>
                      <a:pt x="2223820" y="1009192"/>
                    </a:lnTo>
                    <a:lnTo>
                      <a:pt x="2224951" y="1009650"/>
                    </a:lnTo>
                    <a:lnTo>
                      <a:pt x="2227580" y="1009650"/>
                    </a:lnTo>
                    <a:lnTo>
                      <a:pt x="2228697" y="1009192"/>
                    </a:lnTo>
                    <a:lnTo>
                      <a:pt x="2230564" y="1007325"/>
                    </a:lnTo>
                    <a:lnTo>
                      <a:pt x="2231021" y="1006208"/>
                    </a:lnTo>
                    <a:lnTo>
                      <a:pt x="2231021" y="1003579"/>
                    </a:lnTo>
                    <a:close/>
                  </a:path>
                  <a:path w="2231390" h="3105150">
                    <a:moveTo>
                      <a:pt x="2231021" y="955954"/>
                    </a:moveTo>
                    <a:lnTo>
                      <a:pt x="2230564" y="954836"/>
                    </a:lnTo>
                    <a:lnTo>
                      <a:pt x="2228697" y="952969"/>
                    </a:lnTo>
                    <a:lnTo>
                      <a:pt x="2227580" y="952512"/>
                    </a:lnTo>
                    <a:lnTo>
                      <a:pt x="2224951" y="952512"/>
                    </a:lnTo>
                    <a:lnTo>
                      <a:pt x="2223820" y="952969"/>
                    </a:lnTo>
                    <a:lnTo>
                      <a:pt x="2221966" y="954836"/>
                    </a:lnTo>
                    <a:lnTo>
                      <a:pt x="2221496" y="955954"/>
                    </a:lnTo>
                    <a:lnTo>
                      <a:pt x="2221496" y="958583"/>
                    </a:lnTo>
                    <a:lnTo>
                      <a:pt x="2221966" y="959700"/>
                    </a:lnTo>
                    <a:lnTo>
                      <a:pt x="2223820" y="961567"/>
                    </a:lnTo>
                    <a:lnTo>
                      <a:pt x="2224951" y="962025"/>
                    </a:lnTo>
                    <a:lnTo>
                      <a:pt x="2227580" y="962025"/>
                    </a:lnTo>
                    <a:lnTo>
                      <a:pt x="2228697" y="961567"/>
                    </a:lnTo>
                    <a:lnTo>
                      <a:pt x="2230564" y="959700"/>
                    </a:lnTo>
                    <a:lnTo>
                      <a:pt x="2231021" y="958583"/>
                    </a:lnTo>
                    <a:lnTo>
                      <a:pt x="2231021" y="955954"/>
                    </a:lnTo>
                    <a:close/>
                  </a:path>
                  <a:path w="2231390" h="3105150">
                    <a:moveTo>
                      <a:pt x="2231021" y="908329"/>
                    </a:moveTo>
                    <a:lnTo>
                      <a:pt x="2230564" y="907211"/>
                    </a:lnTo>
                    <a:lnTo>
                      <a:pt x="2228697" y="905344"/>
                    </a:lnTo>
                    <a:lnTo>
                      <a:pt x="2227580" y="904875"/>
                    </a:lnTo>
                    <a:lnTo>
                      <a:pt x="2224951" y="904875"/>
                    </a:lnTo>
                    <a:lnTo>
                      <a:pt x="2223820" y="905344"/>
                    </a:lnTo>
                    <a:lnTo>
                      <a:pt x="2221966" y="907211"/>
                    </a:lnTo>
                    <a:lnTo>
                      <a:pt x="2221496" y="908329"/>
                    </a:lnTo>
                    <a:lnTo>
                      <a:pt x="2221496" y="910958"/>
                    </a:lnTo>
                    <a:lnTo>
                      <a:pt x="2221966" y="912075"/>
                    </a:lnTo>
                    <a:lnTo>
                      <a:pt x="2223820" y="913942"/>
                    </a:lnTo>
                    <a:lnTo>
                      <a:pt x="2224951" y="914400"/>
                    </a:lnTo>
                    <a:lnTo>
                      <a:pt x="2227580" y="914400"/>
                    </a:lnTo>
                    <a:lnTo>
                      <a:pt x="2228697" y="913942"/>
                    </a:lnTo>
                    <a:lnTo>
                      <a:pt x="2230564" y="912075"/>
                    </a:lnTo>
                    <a:lnTo>
                      <a:pt x="2231021" y="910958"/>
                    </a:lnTo>
                    <a:lnTo>
                      <a:pt x="2231021" y="908329"/>
                    </a:lnTo>
                    <a:close/>
                  </a:path>
                  <a:path w="2231390" h="3105150">
                    <a:moveTo>
                      <a:pt x="2231021" y="860704"/>
                    </a:moveTo>
                    <a:lnTo>
                      <a:pt x="2230564" y="859586"/>
                    </a:lnTo>
                    <a:lnTo>
                      <a:pt x="2228697" y="857719"/>
                    </a:lnTo>
                    <a:lnTo>
                      <a:pt x="2227580" y="857262"/>
                    </a:lnTo>
                    <a:lnTo>
                      <a:pt x="2224951" y="857262"/>
                    </a:lnTo>
                    <a:lnTo>
                      <a:pt x="2223820" y="857719"/>
                    </a:lnTo>
                    <a:lnTo>
                      <a:pt x="2221966" y="859586"/>
                    </a:lnTo>
                    <a:lnTo>
                      <a:pt x="2221496" y="860704"/>
                    </a:lnTo>
                    <a:lnTo>
                      <a:pt x="2221496" y="863333"/>
                    </a:lnTo>
                    <a:lnTo>
                      <a:pt x="2221966" y="864450"/>
                    </a:lnTo>
                    <a:lnTo>
                      <a:pt x="2223820" y="866317"/>
                    </a:lnTo>
                    <a:lnTo>
                      <a:pt x="2224951" y="866775"/>
                    </a:lnTo>
                    <a:lnTo>
                      <a:pt x="2227580" y="866775"/>
                    </a:lnTo>
                    <a:lnTo>
                      <a:pt x="2228697" y="866317"/>
                    </a:lnTo>
                    <a:lnTo>
                      <a:pt x="2230564" y="864450"/>
                    </a:lnTo>
                    <a:lnTo>
                      <a:pt x="2231021" y="863333"/>
                    </a:lnTo>
                    <a:lnTo>
                      <a:pt x="2231021" y="860704"/>
                    </a:lnTo>
                    <a:close/>
                  </a:path>
                  <a:path w="2231390" h="3105150">
                    <a:moveTo>
                      <a:pt x="2231021" y="813079"/>
                    </a:moveTo>
                    <a:lnTo>
                      <a:pt x="2230564" y="811961"/>
                    </a:lnTo>
                    <a:lnTo>
                      <a:pt x="2228697" y="810094"/>
                    </a:lnTo>
                    <a:lnTo>
                      <a:pt x="2227580" y="809637"/>
                    </a:lnTo>
                    <a:lnTo>
                      <a:pt x="2224951" y="809637"/>
                    </a:lnTo>
                    <a:lnTo>
                      <a:pt x="2223820" y="810094"/>
                    </a:lnTo>
                    <a:lnTo>
                      <a:pt x="2221966" y="811961"/>
                    </a:lnTo>
                    <a:lnTo>
                      <a:pt x="2221496" y="813079"/>
                    </a:lnTo>
                    <a:lnTo>
                      <a:pt x="2221496" y="815708"/>
                    </a:lnTo>
                    <a:lnTo>
                      <a:pt x="2221966" y="816825"/>
                    </a:lnTo>
                    <a:lnTo>
                      <a:pt x="2223820" y="818692"/>
                    </a:lnTo>
                    <a:lnTo>
                      <a:pt x="2224951" y="819150"/>
                    </a:lnTo>
                    <a:lnTo>
                      <a:pt x="2227580" y="819150"/>
                    </a:lnTo>
                    <a:lnTo>
                      <a:pt x="2228697" y="818692"/>
                    </a:lnTo>
                    <a:lnTo>
                      <a:pt x="2230564" y="816825"/>
                    </a:lnTo>
                    <a:lnTo>
                      <a:pt x="2231021" y="815708"/>
                    </a:lnTo>
                    <a:lnTo>
                      <a:pt x="2231021" y="813079"/>
                    </a:lnTo>
                    <a:close/>
                  </a:path>
                  <a:path w="2231390" h="3105150">
                    <a:moveTo>
                      <a:pt x="2231021" y="765454"/>
                    </a:moveTo>
                    <a:lnTo>
                      <a:pt x="2230564" y="764336"/>
                    </a:lnTo>
                    <a:lnTo>
                      <a:pt x="2228697" y="762469"/>
                    </a:lnTo>
                    <a:lnTo>
                      <a:pt x="2227580" y="762012"/>
                    </a:lnTo>
                    <a:lnTo>
                      <a:pt x="2224951" y="762012"/>
                    </a:lnTo>
                    <a:lnTo>
                      <a:pt x="2223820" y="762469"/>
                    </a:lnTo>
                    <a:lnTo>
                      <a:pt x="2221966" y="764336"/>
                    </a:lnTo>
                    <a:lnTo>
                      <a:pt x="2221496" y="765454"/>
                    </a:lnTo>
                    <a:lnTo>
                      <a:pt x="2221496" y="768083"/>
                    </a:lnTo>
                    <a:lnTo>
                      <a:pt x="2221966" y="769200"/>
                    </a:lnTo>
                    <a:lnTo>
                      <a:pt x="2223820" y="771067"/>
                    </a:lnTo>
                    <a:lnTo>
                      <a:pt x="2224951" y="771525"/>
                    </a:lnTo>
                    <a:lnTo>
                      <a:pt x="2227580" y="771525"/>
                    </a:lnTo>
                    <a:lnTo>
                      <a:pt x="2228697" y="771067"/>
                    </a:lnTo>
                    <a:lnTo>
                      <a:pt x="2230564" y="769200"/>
                    </a:lnTo>
                    <a:lnTo>
                      <a:pt x="2231021" y="768083"/>
                    </a:lnTo>
                    <a:lnTo>
                      <a:pt x="2231021" y="765454"/>
                    </a:lnTo>
                    <a:close/>
                  </a:path>
                  <a:path w="2231390" h="3105150">
                    <a:moveTo>
                      <a:pt x="2231021" y="717829"/>
                    </a:moveTo>
                    <a:lnTo>
                      <a:pt x="2230564" y="716711"/>
                    </a:lnTo>
                    <a:lnTo>
                      <a:pt x="2228697" y="714844"/>
                    </a:lnTo>
                    <a:lnTo>
                      <a:pt x="2227580" y="714387"/>
                    </a:lnTo>
                    <a:lnTo>
                      <a:pt x="2224951" y="714387"/>
                    </a:lnTo>
                    <a:lnTo>
                      <a:pt x="2223820" y="714844"/>
                    </a:lnTo>
                    <a:lnTo>
                      <a:pt x="2221966" y="716711"/>
                    </a:lnTo>
                    <a:lnTo>
                      <a:pt x="2221496" y="717829"/>
                    </a:lnTo>
                    <a:lnTo>
                      <a:pt x="2221496" y="720458"/>
                    </a:lnTo>
                    <a:lnTo>
                      <a:pt x="2221966" y="721575"/>
                    </a:lnTo>
                    <a:lnTo>
                      <a:pt x="2223820" y="723442"/>
                    </a:lnTo>
                    <a:lnTo>
                      <a:pt x="2224951" y="723900"/>
                    </a:lnTo>
                    <a:lnTo>
                      <a:pt x="2227580" y="723900"/>
                    </a:lnTo>
                    <a:lnTo>
                      <a:pt x="2228697" y="723442"/>
                    </a:lnTo>
                    <a:lnTo>
                      <a:pt x="2230564" y="721575"/>
                    </a:lnTo>
                    <a:lnTo>
                      <a:pt x="2231021" y="720458"/>
                    </a:lnTo>
                    <a:lnTo>
                      <a:pt x="2231021" y="717829"/>
                    </a:lnTo>
                    <a:close/>
                  </a:path>
                  <a:path w="2231390" h="3105150">
                    <a:moveTo>
                      <a:pt x="2231021" y="670204"/>
                    </a:moveTo>
                    <a:lnTo>
                      <a:pt x="2230564" y="669086"/>
                    </a:lnTo>
                    <a:lnTo>
                      <a:pt x="2228697" y="667219"/>
                    </a:lnTo>
                    <a:lnTo>
                      <a:pt x="2227580" y="666762"/>
                    </a:lnTo>
                    <a:lnTo>
                      <a:pt x="2224951" y="666762"/>
                    </a:lnTo>
                    <a:lnTo>
                      <a:pt x="2223820" y="667219"/>
                    </a:lnTo>
                    <a:lnTo>
                      <a:pt x="2221966" y="669086"/>
                    </a:lnTo>
                    <a:lnTo>
                      <a:pt x="2221496" y="670204"/>
                    </a:lnTo>
                    <a:lnTo>
                      <a:pt x="2221496" y="672833"/>
                    </a:lnTo>
                    <a:lnTo>
                      <a:pt x="2221966" y="673950"/>
                    </a:lnTo>
                    <a:lnTo>
                      <a:pt x="2223820" y="675817"/>
                    </a:lnTo>
                    <a:lnTo>
                      <a:pt x="2224951" y="676287"/>
                    </a:lnTo>
                    <a:lnTo>
                      <a:pt x="2227580" y="676287"/>
                    </a:lnTo>
                    <a:lnTo>
                      <a:pt x="2228697" y="675817"/>
                    </a:lnTo>
                    <a:lnTo>
                      <a:pt x="2230564" y="673950"/>
                    </a:lnTo>
                    <a:lnTo>
                      <a:pt x="2231021" y="672833"/>
                    </a:lnTo>
                    <a:lnTo>
                      <a:pt x="2231021" y="670204"/>
                    </a:lnTo>
                    <a:close/>
                  </a:path>
                  <a:path w="2231390" h="3105150">
                    <a:moveTo>
                      <a:pt x="2231021" y="622579"/>
                    </a:moveTo>
                    <a:lnTo>
                      <a:pt x="2230564" y="621461"/>
                    </a:lnTo>
                    <a:lnTo>
                      <a:pt x="2228697" y="619594"/>
                    </a:lnTo>
                    <a:lnTo>
                      <a:pt x="2227580" y="619137"/>
                    </a:lnTo>
                    <a:lnTo>
                      <a:pt x="2224951" y="619137"/>
                    </a:lnTo>
                    <a:lnTo>
                      <a:pt x="2223820" y="619594"/>
                    </a:lnTo>
                    <a:lnTo>
                      <a:pt x="2221966" y="621461"/>
                    </a:lnTo>
                    <a:lnTo>
                      <a:pt x="2221496" y="622579"/>
                    </a:lnTo>
                    <a:lnTo>
                      <a:pt x="2221496" y="625208"/>
                    </a:lnTo>
                    <a:lnTo>
                      <a:pt x="2221966" y="626325"/>
                    </a:lnTo>
                    <a:lnTo>
                      <a:pt x="2223820" y="628192"/>
                    </a:lnTo>
                    <a:lnTo>
                      <a:pt x="2224951" y="628650"/>
                    </a:lnTo>
                    <a:lnTo>
                      <a:pt x="2227580" y="628650"/>
                    </a:lnTo>
                    <a:lnTo>
                      <a:pt x="2228697" y="628192"/>
                    </a:lnTo>
                    <a:lnTo>
                      <a:pt x="2230564" y="626325"/>
                    </a:lnTo>
                    <a:lnTo>
                      <a:pt x="2231021" y="625208"/>
                    </a:lnTo>
                    <a:lnTo>
                      <a:pt x="2231021" y="622579"/>
                    </a:lnTo>
                    <a:close/>
                  </a:path>
                  <a:path w="2231390" h="3105150">
                    <a:moveTo>
                      <a:pt x="2231021" y="574954"/>
                    </a:moveTo>
                    <a:lnTo>
                      <a:pt x="2230564" y="573836"/>
                    </a:lnTo>
                    <a:lnTo>
                      <a:pt x="2228697" y="571969"/>
                    </a:lnTo>
                    <a:lnTo>
                      <a:pt x="2227580" y="571512"/>
                    </a:lnTo>
                    <a:lnTo>
                      <a:pt x="2224951" y="571512"/>
                    </a:lnTo>
                    <a:lnTo>
                      <a:pt x="2223820" y="571969"/>
                    </a:lnTo>
                    <a:lnTo>
                      <a:pt x="2221966" y="573836"/>
                    </a:lnTo>
                    <a:lnTo>
                      <a:pt x="2221496" y="574954"/>
                    </a:lnTo>
                    <a:lnTo>
                      <a:pt x="2221496" y="577583"/>
                    </a:lnTo>
                    <a:lnTo>
                      <a:pt x="2221966" y="578700"/>
                    </a:lnTo>
                    <a:lnTo>
                      <a:pt x="2223820" y="580567"/>
                    </a:lnTo>
                    <a:lnTo>
                      <a:pt x="2224951" y="581025"/>
                    </a:lnTo>
                    <a:lnTo>
                      <a:pt x="2227580" y="581025"/>
                    </a:lnTo>
                    <a:lnTo>
                      <a:pt x="2228697" y="580567"/>
                    </a:lnTo>
                    <a:lnTo>
                      <a:pt x="2230564" y="578700"/>
                    </a:lnTo>
                    <a:lnTo>
                      <a:pt x="2231021" y="577583"/>
                    </a:lnTo>
                    <a:lnTo>
                      <a:pt x="2231021" y="574954"/>
                    </a:lnTo>
                    <a:close/>
                  </a:path>
                  <a:path w="2231390" h="3105150">
                    <a:moveTo>
                      <a:pt x="2231021" y="527329"/>
                    </a:moveTo>
                    <a:lnTo>
                      <a:pt x="2230564" y="526211"/>
                    </a:lnTo>
                    <a:lnTo>
                      <a:pt x="2228697" y="524344"/>
                    </a:lnTo>
                    <a:lnTo>
                      <a:pt x="2227580" y="523875"/>
                    </a:lnTo>
                    <a:lnTo>
                      <a:pt x="2224951" y="523875"/>
                    </a:lnTo>
                    <a:lnTo>
                      <a:pt x="2223820" y="524344"/>
                    </a:lnTo>
                    <a:lnTo>
                      <a:pt x="2221966" y="526211"/>
                    </a:lnTo>
                    <a:lnTo>
                      <a:pt x="2221496" y="527329"/>
                    </a:lnTo>
                    <a:lnTo>
                      <a:pt x="2221496" y="529958"/>
                    </a:lnTo>
                    <a:lnTo>
                      <a:pt x="2221966" y="531075"/>
                    </a:lnTo>
                    <a:lnTo>
                      <a:pt x="2223820" y="532942"/>
                    </a:lnTo>
                    <a:lnTo>
                      <a:pt x="2224951" y="533400"/>
                    </a:lnTo>
                    <a:lnTo>
                      <a:pt x="2227580" y="533400"/>
                    </a:lnTo>
                    <a:lnTo>
                      <a:pt x="2228697" y="532942"/>
                    </a:lnTo>
                    <a:lnTo>
                      <a:pt x="2230564" y="531075"/>
                    </a:lnTo>
                    <a:lnTo>
                      <a:pt x="2231021" y="529958"/>
                    </a:lnTo>
                    <a:lnTo>
                      <a:pt x="2231021" y="527329"/>
                    </a:lnTo>
                    <a:close/>
                  </a:path>
                  <a:path w="2231390" h="3105150">
                    <a:moveTo>
                      <a:pt x="2231021" y="479704"/>
                    </a:moveTo>
                    <a:lnTo>
                      <a:pt x="2230564" y="478586"/>
                    </a:lnTo>
                    <a:lnTo>
                      <a:pt x="2228697" y="476719"/>
                    </a:lnTo>
                    <a:lnTo>
                      <a:pt x="2227580" y="476250"/>
                    </a:lnTo>
                    <a:lnTo>
                      <a:pt x="2224951" y="476250"/>
                    </a:lnTo>
                    <a:lnTo>
                      <a:pt x="2223820" y="476719"/>
                    </a:lnTo>
                    <a:lnTo>
                      <a:pt x="2221966" y="478586"/>
                    </a:lnTo>
                    <a:lnTo>
                      <a:pt x="2221496" y="479704"/>
                    </a:lnTo>
                    <a:lnTo>
                      <a:pt x="2221496" y="482333"/>
                    </a:lnTo>
                    <a:lnTo>
                      <a:pt x="2221966" y="483450"/>
                    </a:lnTo>
                    <a:lnTo>
                      <a:pt x="2223820" y="485317"/>
                    </a:lnTo>
                    <a:lnTo>
                      <a:pt x="2224951" y="485775"/>
                    </a:lnTo>
                    <a:lnTo>
                      <a:pt x="2227580" y="485775"/>
                    </a:lnTo>
                    <a:lnTo>
                      <a:pt x="2228697" y="485317"/>
                    </a:lnTo>
                    <a:lnTo>
                      <a:pt x="2230564" y="483450"/>
                    </a:lnTo>
                    <a:lnTo>
                      <a:pt x="2231021" y="482333"/>
                    </a:lnTo>
                    <a:lnTo>
                      <a:pt x="2231021" y="479704"/>
                    </a:lnTo>
                    <a:close/>
                  </a:path>
                  <a:path w="2231390" h="3105150">
                    <a:moveTo>
                      <a:pt x="2231021" y="432079"/>
                    </a:moveTo>
                    <a:lnTo>
                      <a:pt x="2230564" y="430961"/>
                    </a:lnTo>
                    <a:lnTo>
                      <a:pt x="2228697" y="429094"/>
                    </a:lnTo>
                    <a:lnTo>
                      <a:pt x="2227580" y="428637"/>
                    </a:lnTo>
                    <a:lnTo>
                      <a:pt x="2224951" y="428637"/>
                    </a:lnTo>
                    <a:lnTo>
                      <a:pt x="2223820" y="429094"/>
                    </a:lnTo>
                    <a:lnTo>
                      <a:pt x="2221966" y="430961"/>
                    </a:lnTo>
                    <a:lnTo>
                      <a:pt x="2221496" y="432079"/>
                    </a:lnTo>
                    <a:lnTo>
                      <a:pt x="2221496" y="434708"/>
                    </a:lnTo>
                    <a:lnTo>
                      <a:pt x="2221966" y="435825"/>
                    </a:lnTo>
                    <a:lnTo>
                      <a:pt x="2223820" y="437692"/>
                    </a:lnTo>
                    <a:lnTo>
                      <a:pt x="2224951" y="438150"/>
                    </a:lnTo>
                    <a:lnTo>
                      <a:pt x="2227580" y="438150"/>
                    </a:lnTo>
                    <a:lnTo>
                      <a:pt x="2228697" y="437692"/>
                    </a:lnTo>
                    <a:lnTo>
                      <a:pt x="2230564" y="435825"/>
                    </a:lnTo>
                    <a:lnTo>
                      <a:pt x="2231021" y="434708"/>
                    </a:lnTo>
                    <a:lnTo>
                      <a:pt x="2231021" y="432079"/>
                    </a:lnTo>
                    <a:close/>
                  </a:path>
                  <a:path w="2231390" h="3105150">
                    <a:moveTo>
                      <a:pt x="2231021" y="384454"/>
                    </a:moveTo>
                    <a:lnTo>
                      <a:pt x="2230564" y="383336"/>
                    </a:lnTo>
                    <a:lnTo>
                      <a:pt x="2228697" y="381469"/>
                    </a:lnTo>
                    <a:lnTo>
                      <a:pt x="2227580" y="381012"/>
                    </a:lnTo>
                    <a:lnTo>
                      <a:pt x="2224951" y="381012"/>
                    </a:lnTo>
                    <a:lnTo>
                      <a:pt x="2223820" y="381469"/>
                    </a:lnTo>
                    <a:lnTo>
                      <a:pt x="2221966" y="383336"/>
                    </a:lnTo>
                    <a:lnTo>
                      <a:pt x="2221496" y="384454"/>
                    </a:lnTo>
                    <a:lnTo>
                      <a:pt x="2221496" y="387083"/>
                    </a:lnTo>
                    <a:lnTo>
                      <a:pt x="2221966" y="388200"/>
                    </a:lnTo>
                    <a:lnTo>
                      <a:pt x="2223820" y="390067"/>
                    </a:lnTo>
                    <a:lnTo>
                      <a:pt x="2224951" y="390525"/>
                    </a:lnTo>
                    <a:lnTo>
                      <a:pt x="2227580" y="390525"/>
                    </a:lnTo>
                    <a:lnTo>
                      <a:pt x="2228697" y="390067"/>
                    </a:lnTo>
                    <a:lnTo>
                      <a:pt x="2230564" y="388200"/>
                    </a:lnTo>
                    <a:lnTo>
                      <a:pt x="2231021" y="387083"/>
                    </a:lnTo>
                    <a:lnTo>
                      <a:pt x="2231021" y="384454"/>
                    </a:lnTo>
                    <a:close/>
                  </a:path>
                  <a:path w="2231390" h="3105150">
                    <a:moveTo>
                      <a:pt x="2231021" y="336829"/>
                    </a:moveTo>
                    <a:lnTo>
                      <a:pt x="2230564" y="335711"/>
                    </a:lnTo>
                    <a:lnTo>
                      <a:pt x="2228697" y="333844"/>
                    </a:lnTo>
                    <a:lnTo>
                      <a:pt x="2227580" y="333387"/>
                    </a:lnTo>
                    <a:lnTo>
                      <a:pt x="2224951" y="333387"/>
                    </a:lnTo>
                    <a:lnTo>
                      <a:pt x="2223820" y="333844"/>
                    </a:lnTo>
                    <a:lnTo>
                      <a:pt x="2221966" y="335711"/>
                    </a:lnTo>
                    <a:lnTo>
                      <a:pt x="2221496" y="336829"/>
                    </a:lnTo>
                    <a:lnTo>
                      <a:pt x="2221496" y="339458"/>
                    </a:lnTo>
                    <a:lnTo>
                      <a:pt x="2221966" y="340575"/>
                    </a:lnTo>
                    <a:lnTo>
                      <a:pt x="2223820" y="342442"/>
                    </a:lnTo>
                    <a:lnTo>
                      <a:pt x="2224951" y="342900"/>
                    </a:lnTo>
                    <a:lnTo>
                      <a:pt x="2227580" y="342900"/>
                    </a:lnTo>
                    <a:lnTo>
                      <a:pt x="2228697" y="342442"/>
                    </a:lnTo>
                    <a:lnTo>
                      <a:pt x="2230564" y="340575"/>
                    </a:lnTo>
                    <a:lnTo>
                      <a:pt x="2231021" y="339458"/>
                    </a:lnTo>
                    <a:lnTo>
                      <a:pt x="2231021" y="336829"/>
                    </a:lnTo>
                    <a:close/>
                  </a:path>
                  <a:path w="2231390" h="3105150">
                    <a:moveTo>
                      <a:pt x="2231021" y="289204"/>
                    </a:moveTo>
                    <a:lnTo>
                      <a:pt x="2230564" y="288086"/>
                    </a:lnTo>
                    <a:lnTo>
                      <a:pt x="2228697" y="286219"/>
                    </a:lnTo>
                    <a:lnTo>
                      <a:pt x="2227580" y="285762"/>
                    </a:lnTo>
                    <a:lnTo>
                      <a:pt x="2224951" y="285762"/>
                    </a:lnTo>
                    <a:lnTo>
                      <a:pt x="2223820" y="286219"/>
                    </a:lnTo>
                    <a:lnTo>
                      <a:pt x="2221966" y="288086"/>
                    </a:lnTo>
                    <a:lnTo>
                      <a:pt x="2221496" y="289204"/>
                    </a:lnTo>
                    <a:lnTo>
                      <a:pt x="2221496" y="291833"/>
                    </a:lnTo>
                    <a:lnTo>
                      <a:pt x="2221966" y="292950"/>
                    </a:lnTo>
                    <a:lnTo>
                      <a:pt x="2223820" y="294817"/>
                    </a:lnTo>
                    <a:lnTo>
                      <a:pt x="2224951" y="295275"/>
                    </a:lnTo>
                    <a:lnTo>
                      <a:pt x="2227580" y="295275"/>
                    </a:lnTo>
                    <a:lnTo>
                      <a:pt x="2228697" y="294817"/>
                    </a:lnTo>
                    <a:lnTo>
                      <a:pt x="2230564" y="292950"/>
                    </a:lnTo>
                    <a:lnTo>
                      <a:pt x="2231021" y="291833"/>
                    </a:lnTo>
                    <a:lnTo>
                      <a:pt x="2231021" y="289204"/>
                    </a:lnTo>
                    <a:close/>
                  </a:path>
                  <a:path w="2231390" h="3105150">
                    <a:moveTo>
                      <a:pt x="2231021" y="241579"/>
                    </a:moveTo>
                    <a:lnTo>
                      <a:pt x="2230564" y="240461"/>
                    </a:lnTo>
                    <a:lnTo>
                      <a:pt x="2228697" y="238594"/>
                    </a:lnTo>
                    <a:lnTo>
                      <a:pt x="2227580" y="238125"/>
                    </a:lnTo>
                    <a:lnTo>
                      <a:pt x="2224951" y="238125"/>
                    </a:lnTo>
                    <a:lnTo>
                      <a:pt x="2223820" y="238594"/>
                    </a:lnTo>
                    <a:lnTo>
                      <a:pt x="2221966" y="240461"/>
                    </a:lnTo>
                    <a:lnTo>
                      <a:pt x="2221496" y="241579"/>
                    </a:lnTo>
                    <a:lnTo>
                      <a:pt x="2221496" y="244208"/>
                    </a:lnTo>
                    <a:lnTo>
                      <a:pt x="2221966" y="245325"/>
                    </a:lnTo>
                    <a:lnTo>
                      <a:pt x="2223820" y="247192"/>
                    </a:lnTo>
                    <a:lnTo>
                      <a:pt x="2224951" y="247650"/>
                    </a:lnTo>
                    <a:lnTo>
                      <a:pt x="2227580" y="247650"/>
                    </a:lnTo>
                    <a:lnTo>
                      <a:pt x="2228697" y="247192"/>
                    </a:lnTo>
                    <a:lnTo>
                      <a:pt x="2230564" y="245325"/>
                    </a:lnTo>
                    <a:lnTo>
                      <a:pt x="2231021" y="244208"/>
                    </a:lnTo>
                    <a:lnTo>
                      <a:pt x="2231021" y="241579"/>
                    </a:lnTo>
                    <a:close/>
                  </a:path>
                  <a:path w="2231390" h="3105150">
                    <a:moveTo>
                      <a:pt x="2231021" y="193954"/>
                    </a:moveTo>
                    <a:lnTo>
                      <a:pt x="2230564" y="192836"/>
                    </a:lnTo>
                    <a:lnTo>
                      <a:pt x="2228697" y="190969"/>
                    </a:lnTo>
                    <a:lnTo>
                      <a:pt x="2227580" y="190512"/>
                    </a:lnTo>
                    <a:lnTo>
                      <a:pt x="2224951" y="190512"/>
                    </a:lnTo>
                    <a:lnTo>
                      <a:pt x="2223820" y="190969"/>
                    </a:lnTo>
                    <a:lnTo>
                      <a:pt x="2221966" y="192836"/>
                    </a:lnTo>
                    <a:lnTo>
                      <a:pt x="2221496" y="193954"/>
                    </a:lnTo>
                    <a:lnTo>
                      <a:pt x="2221496" y="196583"/>
                    </a:lnTo>
                    <a:lnTo>
                      <a:pt x="2221966" y="197700"/>
                    </a:lnTo>
                    <a:lnTo>
                      <a:pt x="2223820" y="199567"/>
                    </a:lnTo>
                    <a:lnTo>
                      <a:pt x="2224951" y="200025"/>
                    </a:lnTo>
                    <a:lnTo>
                      <a:pt x="2227580" y="200025"/>
                    </a:lnTo>
                    <a:lnTo>
                      <a:pt x="2228697" y="199567"/>
                    </a:lnTo>
                    <a:lnTo>
                      <a:pt x="2230564" y="197700"/>
                    </a:lnTo>
                    <a:lnTo>
                      <a:pt x="2231021" y="196583"/>
                    </a:lnTo>
                    <a:lnTo>
                      <a:pt x="2231021" y="193954"/>
                    </a:lnTo>
                    <a:close/>
                  </a:path>
                  <a:path w="2231390" h="3105150">
                    <a:moveTo>
                      <a:pt x="2231021" y="146329"/>
                    </a:moveTo>
                    <a:lnTo>
                      <a:pt x="2230564" y="145211"/>
                    </a:lnTo>
                    <a:lnTo>
                      <a:pt x="2228697" y="143344"/>
                    </a:lnTo>
                    <a:lnTo>
                      <a:pt x="2227580" y="142887"/>
                    </a:lnTo>
                    <a:lnTo>
                      <a:pt x="2224951" y="142887"/>
                    </a:lnTo>
                    <a:lnTo>
                      <a:pt x="2223820" y="143344"/>
                    </a:lnTo>
                    <a:lnTo>
                      <a:pt x="2221966" y="145211"/>
                    </a:lnTo>
                    <a:lnTo>
                      <a:pt x="2221496" y="146329"/>
                    </a:lnTo>
                    <a:lnTo>
                      <a:pt x="2221496" y="148958"/>
                    </a:lnTo>
                    <a:lnTo>
                      <a:pt x="2221966" y="150075"/>
                    </a:lnTo>
                    <a:lnTo>
                      <a:pt x="2223820" y="151942"/>
                    </a:lnTo>
                    <a:lnTo>
                      <a:pt x="2224951" y="152400"/>
                    </a:lnTo>
                    <a:lnTo>
                      <a:pt x="2227580" y="152400"/>
                    </a:lnTo>
                    <a:lnTo>
                      <a:pt x="2228697" y="151942"/>
                    </a:lnTo>
                    <a:lnTo>
                      <a:pt x="2230564" y="150075"/>
                    </a:lnTo>
                    <a:lnTo>
                      <a:pt x="2231021" y="148958"/>
                    </a:lnTo>
                    <a:lnTo>
                      <a:pt x="2231021" y="146329"/>
                    </a:lnTo>
                    <a:close/>
                  </a:path>
                  <a:path w="2231390" h="3105150">
                    <a:moveTo>
                      <a:pt x="2231021" y="98704"/>
                    </a:moveTo>
                    <a:lnTo>
                      <a:pt x="2230564" y="97586"/>
                    </a:lnTo>
                    <a:lnTo>
                      <a:pt x="2228697" y="95719"/>
                    </a:lnTo>
                    <a:lnTo>
                      <a:pt x="2227580" y="95262"/>
                    </a:lnTo>
                    <a:lnTo>
                      <a:pt x="2224951" y="95262"/>
                    </a:lnTo>
                    <a:lnTo>
                      <a:pt x="2223820" y="95719"/>
                    </a:lnTo>
                    <a:lnTo>
                      <a:pt x="2221966" y="97586"/>
                    </a:lnTo>
                    <a:lnTo>
                      <a:pt x="2221496" y="98704"/>
                    </a:lnTo>
                    <a:lnTo>
                      <a:pt x="2221496" y="101333"/>
                    </a:lnTo>
                    <a:lnTo>
                      <a:pt x="2221966" y="102450"/>
                    </a:lnTo>
                    <a:lnTo>
                      <a:pt x="2223820" y="104317"/>
                    </a:lnTo>
                    <a:lnTo>
                      <a:pt x="2224951" y="104775"/>
                    </a:lnTo>
                    <a:lnTo>
                      <a:pt x="2227580" y="104775"/>
                    </a:lnTo>
                    <a:lnTo>
                      <a:pt x="2228697" y="104317"/>
                    </a:lnTo>
                    <a:lnTo>
                      <a:pt x="2230564" y="102450"/>
                    </a:lnTo>
                    <a:lnTo>
                      <a:pt x="2231021" y="101333"/>
                    </a:lnTo>
                    <a:lnTo>
                      <a:pt x="2231021" y="98704"/>
                    </a:lnTo>
                    <a:close/>
                  </a:path>
                  <a:path w="2231390" h="3105150">
                    <a:moveTo>
                      <a:pt x="2231021" y="51079"/>
                    </a:moveTo>
                    <a:lnTo>
                      <a:pt x="2230564" y="49961"/>
                    </a:lnTo>
                    <a:lnTo>
                      <a:pt x="2228697" y="48094"/>
                    </a:lnTo>
                    <a:lnTo>
                      <a:pt x="2227580" y="47637"/>
                    </a:lnTo>
                    <a:lnTo>
                      <a:pt x="2224951" y="47637"/>
                    </a:lnTo>
                    <a:lnTo>
                      <a:pt x="2223820" y="48094"/>
                    </a:lnTo>
                    <a:lnTo>
                      <a:pt x="2221966" y="49961"/>
                    </a:lnTo>
                    <a:lnTo>
                      <a:pt x="2221496" y="51079"/>
                    </a:lnTo>
                    <a:lnTo>
                      <a:pt x="2221496" y="53708"/>
                    </a:lnTo>
                    <a:lnTo>
                      <a:pt x="2221966" y="54825"/>
                    </a:lnTo>
                    <a:lnTo>
                      <a:pt x="2223820" y="56692"/>
                    </a:lnTo>
                    <a:lnTo>
                      <a:pt x="2224951" y="57150"/>
                    </a:lnTo>
                    <a:lnTo>
                      <a:pt x="2227580" y="57150"/>
                    </a:lnTo>
                    <a:lnTo>
                      <a:pt x="2228697" y="56692"/>
                    </a:lnTo>
                    <a:lnTo>
                      <a:pt x="2230564" y="54825"/>
                    </a:lnTo>
                    <a:lnTo>
                      <a:pt x="2231021" y="53708"/>
                    </a:lnTo>
                    <a:lnTo>
                      <a:pt x="2231021" y="51079"/>
                    </a:lnTo>
                    <a:close/>
                  </a:path>
                  <a:path w="2231390" h="3105150">
                    <a:moveTo>
                      <a:pt x="2231021" y="3454"/>
                    </a:moveTo>
                    <a:lnTo>
                      <a:pt x="2230564" y="2336"/>
                    </a:lnTo>
                    <a:lnTo>
                      <a:pt x="2228697" y="469"/>
                    </a:lnTo>
                    <a:lnTo>
                      <a:pt x="2227580" y="0"/>
                    </a:lnTo>
                    <a:lnTo>
                      <a:pt x="2224951" y="0"/>
                    </a:lnTo>
                    <a:lnTo>
                      <a:pt x="2223820" y="469"/>
                    </a:lnTo>
                    <a:lnTo>
                      <a:pt x="2221966" y="2336"/>
                    </a:lnTo>
                    <a:lnTo>
                      <a:pt x="2221496" y="3454"/>
                    </a:lnTo>
                    <a:lnTo>
                      <a:pt x="2221496" y="6083"/>
                    </a:lnTo>
                    <a:lnTo>
                      <a:pt x="2221966" y="7200"/>
                    </a:lnTo>
                    <a:lnTo>
                      <a:pt x="2223820" y="9067"/>
                    </a:lnTo>
                    <a:lnTo>
                      <a:pt x="2224951" y="9525"/>
                    </a:lnTo>
                    <a:lnTo>
                      <a:pt x="2227580" y="9525"/>
                    </a:lnTo>
                    <a:lnTo>
                      <a:pt x="2228697" y="9067"/>
                    </a:lnTo>
                    <a:lnTo>
                      <a:pt x="2230564" y="7200"/>
                    </a:lnTo>
                    <a:lnTo>
                      <a:pt x="2231021" y="6083"/>
                    </a:lnTo>
                    <a:lnTo>
                      <a:pt x="2231021" y="3454"/>
                    </a:lnTo>
                    <a:close/>
                  </a:path>
                </a:pathLst>
              </a:custGeom>
              <a:solidFill>
                <a:srgbClr val="C7C6C3"/>
              </a:solidFill>
            </p:spPr>
            <p:txBody>
              <a:bodyPr wrap="square" lIns="0" tIns="0" rIns="0" bIns="0" rtlCol="0"/>
              <a:lstStyle/>
              <a:p>
                <a:endParaRPr sz="1266"/>
              </a:p>
            </p:txBody>
          </p:sp>
          <p:sp>
            <p:nvSpPr>
              <p:cNvPr id="37" name="object 15"/>
              <p:cNvSpPr txBox="1"/>
              <p:nvPr/>
            </p:nvSpPr>
            <p:spPr>
              <a:xfrm>
                <a:off x="1810628" y="2696142"/>
                <a:ext cx="1684139" cy="255008"/>
              </a:xfrm>
              <a:prstGeom prst="rect">
                <a:avLst/>
              </a:prstGeom>
            </p:spPr>
            <p:txBody>
              <a:bodyPr vert="horz" wrap="square" lIns="0" tIns="14734" rIns="0" bIns="0" rtlCol="0">
                <a:spAutoFit/>
              </a:bodyPr>
              <a:lstStyle/>
              <a:p>
                <a:pPr marL="8929">
                  <a:spcBef>
                    <a:spcPts val="116"/>
                  </a:spcBef>
                  <a:tabLst>
                    <a:tab pos="529512" algn="l"/>
                    <a:tab pos="1050094" algn="l"/>
                    <a:tab pos="1570676" algn="l"/>
                  </a:tabLst>
                </a:pPr>
                <a:r>
                  <a:rPr sz="633" spc="-18" dirty="0">
                    <a:solidFill>
                      <a:srgbClr val="605D5C"/>
                    </a:solidFill>
                    <a:latin typeface="Segoe UI"/>
                    <a:cs typeface="Segoe UI"/>
                  </a:rPr>
                  <a:t>4.0</a:t>
                </a:r>
                <a:r>
                  <a:rPr sz="633" dirty="0">
                    <a:solidFill>
                      <a:srgbClr val="605D5C"/>
                    </a:solidFill>
                    <a:latin typeface="Segoe UI"/>
                    <a:cs typeface="Segoe UI"/>
                  </a:rPr>
                  <a:t>	</a:t>
                </a:r>
                <a:r>
                  <a:rPr sz="633" spc="-18" dirty="0">
                    <a:solidFill>
                      <a:srgbClr val="605D5C"/>
                    </a:solidFill>
                    <a:latin typeface="Segoe UI"/>
                    <a:cs typeface="Segoe UI"/>
                  </a:rPr>
                  <a:t>4.2</a:t>
                </a:r>
                <a:r>
                  <a:rPr sz="633" dirty="0">
                    <a:solidFill>
                      <a:srgbClr val="605D5C"/>
                    </a:solidFill>
                    <a:latin typeface="Segoe UI"/>
                    <a:cs typeface="Segoe UI"/>
                  </a:rPr>
                  <a:t>	</a:t>
                </a:r>
                <a:r>
                  <a:rPr sz="633" spc="-18" dirty="0">
                    <a:solidFill>
                      <a:srgbClr val="605D5C"/>
                    </a:solidFill>
                    <a:latin typeface="Segoe UI"/>
                    <a:cs typeface="Segoe UI"/>
                  </a:rPr>
                  <a:t>4.4</a:t>
                </a:r>
                <a:r>
                  <a:rPr sz="633" dirty="0">
                    <a:solidFill>
                      <a:srgbClr val="605D5C"/>
                    </a:solidFill>
                    <a:latin typeface="Segoe UI"/>
                    <a:cs typeface="Segoe UI"/>
                  </a:rPr>
                  <a:t>	</a:t>
                </a:r>
                <a:r>
                  <a:rPr sz="633" spc="-18" dirty="0">
                    <a:solidFill>
                      <a:srgbClr val="605D5C"/>
                    </a:solidFill>
                    <a:latin typeface="Segoe UI"/>
                    <a:cs typeface="Segoe UI"/>
                  </a:rPr>
                  <a:t>4.6</a:t>
                </a:r>
                <a:endParaRPr sz="633">
                  <a:latin typeface="Segoe UI"/>
                  <a:cs typeface="Segoe UI"/>
                </a:endParaRPr>
              </a:p>
              <a:p>
                <a:pPr marL="13841">
                  <a:spcBef>
                    <a:spcPts val="63"/>
                  </a:spcBef>
                </a:pPr>
                <a:r>
                  <a:rPr sz="844" spc="-42" dirty="0">
                    <a:solidFill>
                      <a:srgbClr val="252423"/>
                    </a:solidFill>
                    <a:latin typeface="Trebuchet MS"/>
                    <a:cs typeface="Trebuchet MS"/>
                  </a:rPr>
                  <a:t>Average</a:t>
                </a:r>
                <a:r>
                  <a:rPr sz="844" spc="-46" dirty="0">
                    <a:solidFill>
                      <a:srgbClr val="252423"/>
                    </a:solidFill>
                    <a:latin typeface="Trebuchet MS"/>
                    <a:cs typeface="Trebuchet MS"/>
                  </a:rPr>
                  <a:t> </a:t>
                </a:r>
                <a:r>
                  <a:rPr sz="844" spc="-67" dirty="0">
                    <a:solidFill>
                      <a:srgbClr val="252423"/>
                    </a:solidFill>
                    <a:latin typeface="Trebuchet MS"/>
                    <a:cs typeface="Trebuchet MS"/>
                  </a:rPr>
                  <a:t>of</a:t>
                </a:r>
                <a:r>
                  <a:rPr sz="844" spc="-46" dirty="0">
                    <a:solidFill>
                      <a:srgbClr val="252423"/>
                    </a:solidFill>
                    <a:latin typeface="Trebuchet MS"/>
                    <a:cs typeface="Trebuchet MS"/>
                  </a:rPr>
                  <a:t> </a:t>
                </a:r>
                <a:r>
                  <a:rPr sz="844" spc="-39" dirty="0">
                    <a:solidFill>
                      <a:srgbClr val="252423"/>
                    </a:solidFill>
                    <a:latin typeface="Trebuchet MS"/>
                    <a:cs typeface="Trebuchet MS"/>
                  </a:rPr>
                  <a:t>Customer_Feedback_Score</a:t>
                </a:r>
                <a:endParaRPr sz="844">
                  <a:latin typeface="Trebuchet MS"/>
                  <a:cs typeface="Trebuchet MS"/>
                </a:endParaRPr>
              </a:p>
            </p:txBody>
          </p:sp>
          <p:sp>
            <p:nvSpPr>
              <p:cNvPr id="38" name="object 16"/>
              <p:cNvSpPr/>
              <p:nvPr/>
            </p:nvSpPr>
            <p:spPr>
              <a:xfrm>
                <a:off x="3950877" y="511001"/>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5"/>
                    </a:lnTo>
                    <a:lnTo>
                      <a:pt x="464" y="2150325"/>
                    </a:lnTo>
                    <a:lnTo>
                      <a:pt x="0" y="2149202"/>
                    </a:lnTo>
                    <a:lnTo>
                      <a:pt x="0" y="2146572"/>
                    </a:lnTo>
                    <a:lnTo>
                      <a:pt x="464" y="2145449"/>
                    </a:lnTo>
                    <a:lnTo>
                      <a:pt x="2324" y="2143590"/>
                    </a:lnTo>
                    <a:lnTo>
                      <a:pt x="3447" y="2143125"/>
                    </a:lnTo>
                    <a:lnTo>
                      <a:pt x="6077" y="2143125"/>
                    </a:lnTo>
                    <a:lnTo>
                      <a:pt x="7200" y="2143590"/>
                    </a:lnTo>
                    <a:lnTo>
                      <a:pt x="9060" y="2145449"/>
                    </a:lnTo>
                    <a:lnTo>
                      <a:pt x="9524" y="2146572"/>
                    </a:lnTo>
                    <a:lnTo>
                      <a:pt x="9524" y="2149202"/>
                    </a:lnTo>
                    <a:lnTo>
                      <a:pt x="9060" y="2150325"/>
                    </a:lnTo>
                    <a:lnTo>
                      <a:pt x="7200" y="2152185"/>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10"/>
                    </a:lnTo>
                    <a:lnTo>
                      <a:pt x="464" y="1435950"/>
                    </a:lnTo>
                    <a:lnTo>
                      <a:pt x="0" y="1434827"/>
                    </a:lnTo>
                    <a:lnTo>
                      <a:pt x="0" y="1432197"/>
                    </a:lnTo>
                    <a:lnTo>
                      <a:pt x="464" y="1431074"/>
                    </a:lnTo>
                    <a:lnTo>
                      <a:pt x="2324" y="1429215"/>
                    </a:lnTo>
                    <a:lnTo>
                      <a:pt x="3447" y="1428750"/>
                    </a:lnTo>
                    <a:lnTo>
                      <a:pt x="6077" y="1428750"/>
                    </a:lnTo>
                    <a:lnTo>
                      <a:pt x="7200" y="1429215"/>
                    </a:lnTo>
                    <a:lnTo>
                      <a:pt x="9060" y="1431074"/>
                    </a:lnTo>
                    <a:lnTo>
                      <a:pt x="9524" y="1432197"/>
                    </a:lnTo>
                    <a:lnTo>
                      <a:pt x="9524" y="1434827"/>
                    </a:lnTo>
                    <a:lnTo>
                      <a:pt x="9060" y="1435950"/>
                    </a:lnTo>
                    <a:lnTo>
                      <a:pt x="7200" y="1437810"/>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10"/>
                    </a:lnTo>
                    <a:lnTo>
                      <a:pt x="464" y="1245450"/>
                    </a:lnTo>
                    <a:lnTo>
                      <a:pt x="0" y="1244327"/>
                    </a:lnTo>
                    <a:lnTo>
                      <a:pt x="0" y="1241697"/>
                    </a:lnTo>
                    <a:lnTo>
                      <a:pt x="464" y="1240574"/>
                    </a:lnTo>
                    <a:lnTo>
                      <a:pt x="2324" y="1238715"/>
                    </a:lnTo>
                    <a:lnTo>
                      <a:pt x="3447" y="1238250"/>
                    </a:lnTo>
                    <a:lnTo>
                      <a:pt x="6077" y="1238250"/>
                    </a:lnTo>
                    <a:lnTo>
                      <a:pt x="7200" y="1238715"/>
                    </a:lnTo>
                    <a:lnTo>
                      <a:pt x="9060" y="1240574"/>
                    </a:lnTo>
                    <a:lnTo>
                      <a:pt x="9524" y="1241697"/>
                    </a:lnTo>
                    <a:lnTo>
                      <a:pt x="9524" y="1244327"/>
                    </a:lnTo>
                    <a:lnTo>
                      <a:pt x="9060" y="1245450"/>
                    </a:lnTo>
                    <a:lnTo>
                      <a:pt x="7200" y="1247310"/>
                    </a:lnTo>
                    <a:lnTo>
                      <a:pt x="6077" y="1247774"/>
                    </a:lnTo>
                    <a:close/>
                  </a:path>
                  <a:path w="9525" h="3105150">
                    <a:moveTo>
                      <a:pt x="6077" y="1200150"/>
                    </a:moveTo>
                    <a:lnTo>
                      <a:pt x="3447" y="1200150"/>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50"/>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05150">
                    <a:moveTo>
                      <a:pt x="6077" y="866774"/>
                    </a:moveTo>
                    <a:lnTo>
                      <a:pt x="3447" y="866774"/>
                    </a:lnTo>
                    <a:lnTo>
                      <a:pt x="2324" y="866310"/>
                    </a:lnTo>
                    <a:lnTo>
                      <a:pt x="464" y="864450"/>
                    </a:lnTo>
                    <a:lnTo>
                      <a:pt x="0" y="863327"/>
                    </a:lnTo>
                    <a:lnTo>
                      <a:pt x="0" y="860697"/>
                    </a:lnTo>
                    <a:lnTo>
                      <a:pt x="464" y="859574"/>
                    </a:lnTo>
                    <a:lnTo>
                      <a:pt x="2324" y="857715"/>
                    </a:lnTo>
                    <a:lnTo>
                      <a:pt x="3447" y="857250"/>
                    </a:lnTo>
                    <a:lnTo>
                      <a:pt x="6077" y="857250"/>
                    </a:lnTo>
                    <a:lnTo>
                      <a:pt x="7200" y="857715"/>
                    </a:lnTo>
                    <a:lnTo>
                      <a:pt x="9060" y="859574"/>
                    </a:lnTo>
                    <a:lnTo>
                      <a:pt x="9524" y="860697"/>
                    </a:lnTo>
                    <a:lnTo>
                      <a:pt x="9524" y="863327"/>
                    </a:lnTo>
                    <a:lnTo>
                      <a:pt x="9060" y="864450"/>
                    </a:lnTo>
                    <a:lnTo>
                      <a:pt x="7200" y="866310"/>
                    </a:lnTo>
                    <a:lnTo>
                      <a:pt x="6077" y="866774"/>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39" name="object 17"/>
              <p:cNvSpPr txBox="1"/>
              <p:nvPr/>
            </p:nvSpPr>
            <p:spPr>
              <a:xfrm>
                <a:off x="3893286" y="2702123"/>
                <a:ext cx="122337"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4.8</a:t>
                </a:r>
                <a:endParaRPr sz="633">
                  <a:latin typeface="Segoe UI"/>
                  <a:cs typeface="Segoe UI"/>
                </a:endParaRPr>
              </a:p>
            </p:txBody>
          </p:sp>
          <p:sp>
            <p:nvSpPr>
              <p:cNvPr id="40" name="object 18"/>
              <p:cNvSpPr/>
              <p:nvPr/>
            </p:nvSpPr>
            <p:spPr>
              <a:xfrm>
                <a:off x="4471541" y="511001"/>
                <a:ext cx="6697" cy="2183309"/>
              </a:xfrm>
              <a:custGeom>
                <a:avLst/>
                <a:gdLst/>
                <a:ahLst/>
                <a:cxnLst/>
                <a:rect l="l" t="t" r="r" b="b"/>
                <a:pathLst>
                  <a:path w="9525" h="3105150">
                    <a:moveTo>
                      <a:pt x="6077" y="3105149"/>
                    </a:moveTo>
                    <a:lnTo>
                      <a:pt x="3447" y="3105149"/>
                    </a:lnTo>
                    <a:lnTo>
                      <a:pt x="2324" y="3104684"/>
                    </a:lnTo>
                    <a:lnTo>
                      <a:pt x="464" y="3102825"/>
                    </a:lnTo>
                    <a:lnTo>
                      <a:pt x="0" y="3101702"/>
                    </a:lnTo>
                    <a:lnTo>
                      <a:pt x="0" y="3099072"/>
                    </a:lnTo>
                    <a:lnTo>
                      <a:pt x="464" y="3097949"/>
                    </a:lnTo>
                    <a:lnTo>
                      <a:pt x="2324" y="3096089"/>
                    </a:lnTo>
                    <a:lnTo>
                      <a:pt x="3447" y="3095624"/>
                    </a:lnTo>
                    <a:lnTo>
                      <a:pt x="6077" y="3095624"/>
                    </a:lnTo>
                    <a:lnTo>
                      <a:pt x="7200" y="3096089"/>
                    </a:lnTo>
                    <a:lnTo>
                      <a:pt x="9060" y="3097949"/>
                    </a:lnTo>
                    <a:lnTo>
                      <a:pt x="9524" y="3099072"/>
                    </a:lnTo>
                    <a:lnTo>
                      <a:pt x="9524" y="3101702"/>
                    </a:lnTo>
                    <a:lnTo>
                      <a:pt x="9060" y="3102825"/>
                    </a:lnTo>
                    <a:lnTo>
                      <a:pt x="7200" y="3104684"/>
                    </a:lnTo>
                    <a:lnTo>
                      <a:pt x="6077" y="3105149"/>
                    </a:lnTo>
                    <a:close/>
                  </a:path>
                  <a:path w="9525" h="3105150">
                    <a:moveTo>
                      <a:pt x="6077" y="3057524"/>
                    </a:moveTo>
                    <a:lnTo>
                      <a:pt x="3447" y="3057524"/>
                    </a:lnTo>
                    <a:lnTo>
                      <a:pt x="2324" y="3057059"/>
                    </a:lnTo>
                    <a:lnTo>
                      <a:pt x="464" y="3055200"/>
                    </a:lnTo>
                    <a:lnTo>
                      <a:pt x="0" y="3054077"/>
                    </a:lnTo>
                    <a:lnTo>
                      <a:pt x="0" y="3051447"/>
                    </a:lnTo>
                    <a:lnTo>
                      <a:pt x="464" y="3050324"/>
                    </a:lnTo>
                    <a:lnTo>
                      <a:pt x="2324" y="3048464"/>
                    </a:lnTo>
                    <a:lnTo>
                      <a:pt x="3447" y="3047999"/>
                    </a:lnTo>
                    <a:lnTo>
                      <a:pt x="6077" y="3047999"/>
                    </a:lnTo>
                    <a:lnTo>
                      <a:pt x="7200" y="3048464"/>
                    </a:lnTo>
                    <a:lnTo>
                      <a:pt x="9060" y="3050324"/>
                    </a:lnTo>
                    <a:lnTo>
                      <a:pt x="9524" y="3051447"/>
                    </a:lnTo>
                    <a:lnTo>
                      <a:pt x="9524" y="3054077"/>
                    </a:lnTo>
                    <a:lnTo>
                      <a:pt x="9060" y="3055200"/>
                    </a:lnTo>
                    <a:lnTo>
                      <a:pt x="7200" y="3057059"/>
                    </a:lnTo>
                    <a:lnTo>
                      <a:pt x="6077" y="3057524"/>
                    </a:lnTo>
                    <a:close/>
                  </a:path>
                  <a:path w="9525" h="3105150">
                    <a:moveTo>
                      <a:pt x="6077" y="3009899"/>
                    </a:moveTo>
                    <a:lnTo>
                      <a:pt x="3447" y="3009899"/>
                    </a:lnTo>
                    <a:lnTo>
                      <a:pt x="2324" y="3009434"/>
                    </a:lnTo>
                    <a:lnTo>
                      <a:pt x="464" y="3007575"/>
                    </a:lnTo>
                    <a:lnTo>
                      <a:pt x="0" y="3006452"/>
                    </a:lnTo>
                    <a:lnTo>
                      <a:pt x="0" y="3003822"/>
                    </a:lnTo>
                    <a:lnTo>
                      <a:pt x="464" y="3002699"/>
                    </a:lnTo>
                    <a:lnTo>
                      <a:pt x="2324" y="3000839"/>
                    </a:lnTo>
                    <a:lnTo>
                      <a:pt x="3447" y="3000374"/>
                    </a:lnTo>
                    <a:lnTo>
                      <a:pt x="6077" y="3000374"/>
                    </a:lnTo>
                    <a:lnTo>
                      <a:pt x="7200" y="3000839"/>
                    </a:lnTo>
                    <a:lnTo>
                      <a:pt x="9060" y="3002699"/>
                    </a:lnTo>
                    <a:lnTo>
                      <a:pt x="9524" y="3003822"/>
                    </a:lnTo>
                    <a:lnTo>
                      <a:pt x="9524" y="3006452"/>
                    </a:lnTo>
                    <a:lnTo>
                      <a:pt x="9060" y="3007575"/>
                    </a:lnTo>
                    <a:lnTo>
                      <a:pt x="7200" y="3009434"/>
                    </a:lnTo>
                    <a:lnTo>
                      <a:pt x="6077" y="3009899"/>
                    </a:lnTo>
                    <a:close/>
                  </a:path>
                  <a:path w="9525" h="3105150">
                    <a:moveTo>
                      <a:pt x="6077" y="2962274"/>
                    </a:moveTo>
                    <a:lnTo>
                      <a:pt x="3447" y="2962274"/>
                    </a:lnTo>
                    <a:lnTo>
                      <a:pt x="2324" y="2961809"/>
                    </a:lnTo>
                    <a:lnTo>
                      <a:pt x="464" y="2959950"/>
                    </a:lnTo>
                    <a:lnTo>
                      <a:pt x="0" y="2958827"/>
                    </a:lnTo>
                    <a:lnTo>
                      <a:pt x="0" y="2956197"/>
                    </a:lnTo>
                    <a:lnTo>
                      <a:pt x="464" y="2955074"/>
                    </a:lnTo>
                    <a:lnTo>
                      <a:pt x="2324" y="2953214"/>
                    </a:lnTo>
                    <a:lnTo>
                      <a:pt x="3447" y="2952749"/>
                    </a:lnTo>
                    <a:lnTo>
                      <a:pt x="6077" y="2952749"/>
                    </a:lnTo>
                    <a:lnTo>
                      <a:pt x="7200" y="2953214"/>
                    </a:lnTo>
                    <a:lnTo>
                      <a:pt x="9060" y="2955074"/>
                    </a:lnTo>
                    <a:lnTo>
                      <a:pt x="9524" y="2956197"/>
                    </a:lnTo>
                    <a:lnTo>
                      <a:pt x="9524" y="2958827"/>
                    </a:lnTo>
                    <a:lnTo>
                      <a:pt x="9060" y="2959950"/>
                    </a:lnTo>
                    <a:lnTo>
                      <a:pt x="7200" y="2961809"/>
                    </a:lnTo>
                    <a:lnTo>
                      <a:pt x="6077" y="2962274"/>
                    </a:lnTo>
                    <a:close/>
                  </a:path>
                  <a:path w="9525" h="3105150">
                    <a:moveTo>
                      <a:pt x="6077" y="2914649"/>
                    </a:moveTo>
                    <a:lnTo>
                      <a:pt x="3447" y="2914649"/>
                    </a:lnTo>
                    <a:lnTo>
                      <a:pt x="2324" y="2914184"/>
                    </a:lnTo>
                    <a:lnTo>
                      <a:pt x="464" y="2912325"/>
                    </a:lnTo>
                    <a:lnTo>
                      <a:pt x="0" y="2911202"/>
                    </a:lnTo>
                    <a:lnTo>
                      <a:pt x="0" y="2908572"/>
                    </a:lnTo>
                    <a:lnTo>
                      <a:pt x="464" y="2907449"/>
                    </a:lnTo>
                    <a:lnTo>
                      <a:pt x="2324" y="2905589"/>
                    </a:lnTo>
                    <a:lnTo>
                      <a:pt x="3447" y="2905124"/>
                    </a:lnTo>
                    <a:lnTo>
                      <a:pt x="6077" y="2905124"/>
                    </a:lnTo>
                    <a:lnTo>
                      <a:pt x="7200" y="2905589"/>
                    </a:lnTo>
                    <a:lnTo>
                      <a:pt x="9060" y="2907449"/>
                    </a:lnTo>
                    <a:lnTo>
                      <a:pt x="9524" y="2908572"/>
                    </a:lnTo>
                    <a:lnTo>
                      <a:pt x="9524" y="2911202"/>
                    </a:lnTo>
                    <a:lnTo>
                      <a:pt x="9060" y="2912325"/>
                    </a:lnTo>
                    <a:lnTo>
                      <a:pt x="7200" y="2914184"/>
                    </a:lnTo>
                    <a:lnTo>
                      <a:pt x="6077" y="2914649"/>
                    </a:lnTo>
                    <a:close/>
                  </a:path>
                  <a:path w="9525" h="3105150">
                    <a:moveTo>
                      <a:pt x="6077" y="2867024"/>
                    </a:moveTo>
                    <a:lnTo>
                      <a:pt x="3447" y="2867024"/>
                    </a:lnTo>
                    <a:lnTo>
                      <a:pt x="2324" y="2866559"/>
                    </a:lnTo>
                    <a:lnTo>
                      <a:pt x="464" y="2864700"/>
                    </a:lnTo>
                    <a:lnTo>
                      <a:pt x="0" y="2863577"/>
                    </a:lnTo>
                    <a:lnTo>
                      <a:pt x="0" y="2860947"/>
                    </a:lnTo>
                    <a:lnTo>
                      <a:pt x="464" y="2859824"/>
                    </a:lnTo>
                    <a:lnTo>
                      <a:pt x="2324" y="2857964"/>
                    </a:lnTo>
                    <a:lnTo>
                      <a:pt x="3447" y="2857499"/>
                    </a:lnTo>
                    <a:lnTo>
                      <a:pt x="6077" y="2857499"/>
                    </a:lnTo>
                    <a:lnTo>
                      <a:pt x="7200" y="2857964"/>
                    </a:lnTo>
                    <a:lnTo>
                      <a:pt x="9060" y="2859824"/>
                    </a:lnTo>
                    <a:lnTo>
                      <a:pt x="9524" y="2860947"/>
                    </a:lnTo>
                    <a:lnTo>
                      <a:pt x="9524" y="2863577"/>
                    </a:lnTo>
                    <a:lnTo>
                      <a:pt x="9060" y="2864700"/>
                    </a:lnTo>
                    <a:lnTo>
                      <a:pt x="7200" y="2866559"/>
                    </a:lnTo>
                    <a:lnTo>
                      <a:pt x="6077" y="2867024"/>
                    </a:lnTo>
                    <a:close/>
                  </a:path>
                  <a:path w="9525" h="3105150">
                    <a:moveTo>
                      <a:pt x="6077" y="2819399"/>
                    </a:moveTo>
                    <a:lnTo>
                      <a:pt x="3447" y="2819399"/>
                    </a:lnTo>
                    <a:lnTo>
                      <a:pt x="2324" y="2818934"/>
                    </a:lnTo>
                    <a:lnTo>
                      <a:pt x="464" y="2817075"/>
                    </a:lnTo>
                    <a:lnTo>
                      <a:pt x="0" y="2815952"/>
                    </a:lnTo>
                    <a:lnTo>
                      <a:pt x="0" y="2813322"/>
                    </a:lnTo>
                    <a:lnTo>
                      <a:pt x="464" y="2812199"/>
                    </a:lnTo>
                    <a:lnTo>
                      <a:pt x="2324" y="2810339"/>
                    </a:lnTo>
                    <a:lnTo>
                      <a:pt x="3447" y="2809874"/>
                    </a:lnTo>
                    <a:lnTo>
                      <a:pt x="6077" y="2809874"/>
                    </a:lnTo>
                    <a:lnTo>
                      <a:pt x="7200" y="2810339"/>
                    </a:lnTo>
                    <a:lnTo>
                      <a:pt x="9060" y="2812199"/>
                    </a:lnTo>
                    <a:lnTo>
                      <a:pt x="9524" y="2813322"/>
                    </a:lnTo>
                    <a:lnTo>
                      <a:pt x="9524" y="2815952"/>
                    </a:lnTo>
                    <a:lnTo>
                      <a:pt x="9060" y="2817075"/>
                    </a:lnTo>
                    <a:lnTo>
                      <a:pt x="7200" y="2818934"/>
                    </a:lnTo>
                    <a:lnTo>
                      <a:pt x="6077" y="2819399"/>
                    </a:lnTo>
                    <a:close/>
                  </a:path>
                  <a:path w="9525" h="3105150">
                    <a:moveTo>
                      <a:pt x="6077" y="2771774"/>
                    </a:moveTo>
                    <a:lnTo>
                      <a:pt x="3447" y="2771774"/>
                    </a:lnTo>
                    <a:lnTo>
                      <a:pt x="2324" y="2771309"/>
                    </a:lnTo>
                    <a:lnTo>
                      <a:pt x="464" y="2769450"/>
                    </a:lnTo>
                    <a:lnTo>
                      <a:pt x="0" y="2768327"/>
                    </a:lnTo>
                    <a:lnTo>
                      <a:pt x="0" y="2765697"/>
                    </a:lnTo>
                    <a:lnTo>
                      <a:pt x="464" y="2764574"/>
                    </a:lnTo>
                    <a:lnTo>
                      <a:pt x="2324" y="2762714"/>
                    </a:lnTo>
                    <a:lnTo>
                      <a:pt x="3447" y="2762249"/>
                    </a:lnTo>
                    <a:lnTo>
                      <a:pt x="6077" y="2762249"/>
                    </a:lnTo>
                    <a:lnTo>
                      <a:pt x="7200" y="2762714"/>
                    </a:lnTo>
                    <a:lnTo>
                      <a:pt x="9060" y="2764574"/>
                    </a:lnTo>
                    <a:lnTo>
                      <a:pt x="9524" y="2765697"/>
                    </a:lnTo>
                    <a:lnTo>
                      <a:pt x="9524" y="2768327"/>
                    </a:lnTo>
                    <a:lnTo>
                      <a:pt x="9060" y="2769450"/>
                    </a:lnTo>
                    <a:lnTo>
                      <a:pt x="7200" y="2771309"/>
                    </a:lnTo>
                    <a:lnTo>
                      <a:pt x="6077" y="2771774"/>
                    </a:lnTo>
                    <a:close/>
                  </a:path>
                  <a:path w="9525" h="3105150">
                    <a:moveTo>
                      <a:pt x="6077" y="2724149"/>
                    </a:moveTo>
                    <a:lnTo>
                      <a:pt x="3447" y="2724149"/>
                    </a:lnTo>
                    <a:lnTo>
                      <a:pt x="2324" y="2723684"/>
                    </a:lnTo>
                    <a:lnTo>
                      <a:pt x="464" y="2721825"/>
                    </a:lnTo>
                    <a:lnTo>
                      <a:pt x="0" y="2720702"/>
                    </a:lnTo>
                    <a:lnTo>
                      <a:pt x="0" y="2718072"/>
                    </a:lnTo>
                    <a:lnTo>
                      <a:pt x="464" y="2716949"/>
                    </a:lnTo>
                    <a:lnTo>
                      <a:pt x="2324" y="2715089"/>
                    </a:lnTo>
                    <a:lnTo>
                      <a:pt x="3447" y="2714624"/>
                    </a:lnTo>
                    <a:lnTo>
                      <a:pt x="6077" y="2714624"/>
                    </a:lnTo>
                    <a:lnTo>
                      <a:pt x="7200" y="2715089"/>
                    </a:lnTo>
                    <a:lnTo>
                      <a:pt x="9060" y="2716949"/>
                    </a:lnTo>
                    <a:lnTo>
                      <a:pt x="9524" y="2718072"/>
                    </a:lnTo>
                    <a:lnTo>
                      <a:pt x="9524" y="2720702"/>
                    </a:lnTo>
                    <a:lnTo>
                      <a:pt x="9060" y="2721825"/>
                    </a:lnTo>
                    <a:lnTo>
                      <a:pt x="7200" y="2723684"/>
                    </a:lnTo>
                    <a:lnTo>
                      <a:pt x="6077" y="2724149"/>
                    </a:lnTo>
                    <a:close/>
                  </a:path>
                  <a:path w="9525" h="3105150">
                    <a:moveTo>
                      <a:pt x="6077" y="2676524"/>
                    </a:moveTo>
                    <a:lnTo>
                      <a:pt x="3447" y="2676524"/>
                    </a:lnTo>
                    <a:lnTo>
                      <a:pt x="2324" y="2676059"/>
                    </a:lnTo>
                    <a:lnTo>
                      <a:pt x="464" y="2674200"/>
                    </a:lnTo>
                    <a:lnTo>
                      <a:pt x="0" y="2673077"/>
                    </a:lnTo>
                    <a:lnTo>
                      <a:pt x="0" y="2670447"/>
                    </a:lnTo>
                    <a:lnTo>
                      <a:pt x="464" y="2669324"/>
                    </a:lnTo>
                    <a:lnTo>
                      <a:pt x="2324" y="2667464"/>
                    </a:lnTo>
                    <a:lnTo>
                      <a:pt x="3447" y="2666999"/>
                    </a:lnTo>
                    <a:lnTo>
                      <a:pt x="6077" y="2666999"/>
                    </a:lnTo>
                    <a:lnTo>
                      <a:pt x="7200" y="2667464"/>
                    </a:lnTo>
                    <a:lnTo>
                      <a:pt x="9060" y="2669324"/>
                    </a:lnTo>
                    <a:lnTo>
                      <a:pt x="9524" y="2670447"/>
                    </a:lnTo>
                    <a:lnTo>
                      <a:pt x="9524" y="2673077"/>
                    </a:lnTo>
                    <a:lnTo>
                      <a:pt x="9060" y="2674200"/>
                    </a:lnTo>
                    <a:lnTo>
                      <a:pt x="7200" y="2676059"/>
                    </a:lnTo>
                    <a:lnTo>
                      <a:pt x="6077" y="2676524"/>
                    </a:lnTo>
                    <a:close/>
                  </a:path>
                  <a:path w="9525" h="3105150">
                    <a:moveTo>
                      <a:pt x="6077" y="2628899"/>
                    </a:moveTo>
                    <a:lnTo>
                      <a:pt x="3447" y="2628899"/>
                    </a:lnTo>
                    <a:lnTo>
                      <a:pt x="2324" y="2628434"/>
                    </a:lnTo>
                    <a:lnTo>
                      <a:pt x="464" y="2626575"/>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5"/>
                    </a:lnTo>
                    <a:lnTo>
                      <a:pt x="7200" y="2628434"/>
                    </a:lnTo>
                    <a:lnTo>
                      <a:pt x="6077" y="2628899"/>
                    </a:lnTo>
                    <a:close/>
                  </a:path>
                  <a:path w="9525" h="3105150">
                    <a:moveTo>
                      <a:pt x="6077" y="2581274"/>
                    </a:moveTo>
                    <a:lnTo>
                      <a:pt x="3447" y="2581274"/>
                    </a:lnTo>
                    <a:lnTo>
                      <a:pt x="2324" y="2580809"/>
                    </a:lnTo>
                    <a:lnTo>
                      <a:pt x="464" y="2578950"/>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50"/>
                    </a:lnTo>
                    <a:lnTo>
                      <a:pt x="7200" y="2580809"/>
                    </a:lnTo>
                    <a:lnTo>
                      <a:pt x="6077" y="2581274"/>
                    </a:lnTo>
                    <a:close/>
                  </a:path>
                  <a:path w="9525" h="3105150">
                    <a:moveTo>
                      <a:pt x="6077" y="2533649"/>
                    </a:moveTo>
                    <a:lnTo>
                      <a:pt x="3447" y="2533649"/>
                    </a:lnTo>
                    <a:lnTo>
                      <a:pt x="2324" y="2533184"/>
                    </a:lnTo>
                    <a:lnTo>
                      <a:pt x="464" y="2531325"/>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5"/>
                    </a:lnTo>
                    <a:lnTo>
                      <a:pt x="7200" y="2533184"/>
                    </a:lnTo>
                    <a:lnTo>
                      <a:pt x="6077" y="2533649"/>
                    </a:lnTo>
                    <a:close/>
                  </a:path>
                  <a:path w="9525" h="3105150">
                    <a:moveTo>
                      <a:pt x="6077" y="2486024"/>
                    </a:moveTo>
                    <a:lnTo>
                      <a:pt x="3447" y="2486024"/>
                    </a:lnTo>
                    <a:lnTo>
                      <a:pt x="2324" y="2485559"/>
                    </a:lnTo>
                    <a:lnTo>
                      <a:pt x="464" y="2483700"/>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700"/>
                    </a:lnTo>
                    <a:lnTo>
                      <a:pt x="7200" y="2485559"/>
                    </a:lnTo>
                    <a:lnTo>
                      <a:pt x="6077" y="2486024"/>
                    </a:lnTo>
                    <a:close/>
                  </a:path>
                  <a:path w="9525" h="3105150">
                    <a:moveTo>
                      <a:pt x="6077" y="2438399"/>
                    </a:moveTo>
                    <a:lnTo>
                      <a:pt x="3447" y="2438399"/>
                    </a:lnTo>
                    <a:lnTo>
                      <a:pt x="2324" y="2437934"/>
                    </a:lnTo>
                    <a:lnTo>
                      <a:pt x="464" y="2436075"/>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5"/>
                    </a:lnTo>
                    <a:lnTo>
                      <a:pt x="7200" y="2437934"/>
                    </a:lnTo>
                    <a:lnTo>
                      <a:pt x="6077" y="2438399"/>
                    </a:lnTo>
                    <a:close/>
                  </a:path>
                  <a:path w="9525" h="3105150">
                    <a:moveTo>
                      <a:pt x="6077" y="2390774"/>
                    </a:moveTo>
                    <a:lnTo>
                      <a:pt x="3447" y="2390774"/>
                    </a:lnTo>
                    <a:lnTo>
                      <a:pt x="2324" y="2390309"/>
                    </a:lnTo>
                    <a:lnTo>
                      <a:pt x="464" y="2388450"/>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50"/>
                    </a:lnTo>
                    <a:lnTo>
                      <a:pt x="7200" y="2390309"/>
                    </a:lnTo>
                    <a:lnTo>
                      <a:pt x="6077" y="2390774"/>
                    </a:lnTo>
                    <a:close/>
                  </a:path>
                  <a:path w="9525" h="3105150">
                    <a:moveTo>
                      <a:pt x="6077" y="2343149"/>
                    </a:moveTo>
                    <a:lnTo>
                      <a:pt x="3447" y="2343149"/>
                    </a:lnTo>
                    <a:lnTo>
                      <a:pt x="2324" y="2342684"/>
                    </a:lnTo>
                    <a:lnTo>
                      <a:pt x="464" y="2340825"/>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5"/>
                    </a:lnTo>
                    <a:lnTo>
                      <a:pt x="7200" y="2342684"/>
                    </a:lnTo>
                    <a:lnTo>
                      <a:pt x="6077" y="2343149"/>
                    </a:lnTo>
                    <a:close/>
                  </a:path>
                  <a:path w="9525" h="3105150">
                    <a:moveTo>
                      <a:pt x="6077" y="2295524"/>
                    </a:moveTo>
                    <a:lnTo>
                      <a:pt x="3447" y="2295524"/>
                    </a:lnTo>
                    <a:lnTo>
                      <a:pt x="2324" y="2295059"/>
                    </a:lnTo>
                    <a:lnTo>
                      <a:pt x="464" y="2293200"/>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200"/>
                    </a:lnTo>
                    <a:lnTo>
                      <a:pt x="7200" y="2295059"/>
                    </a:lnTo>
                    <a:lnTo>
                      <a:pt x="6077" y="2295524"/>
                    </a:lnTo>
                    <a:close/>
                  </a:path>
                  <a:path w="9525" h="3105150">
                    <a:moveTo>
                      <a:pt x="6077" y="2247899"/>
                    </a:moveTo>
                    <a:lnTo>
                      <a:pt x="3447" y="2247899"/>
                    </a:lnTo>
                    <a:lnTo>
                      <a:pt x="2324" y="2247434"/>
                    </a:lnTo>
                    <a:lnTo>
                      <a:pt x="464" y="2245575"/>
                    </a:lnTo>
                    <a:lnTo>
                      <a:pt x="0" y="2244452"/>
                    </a:lnTo>
                    <a:lnTo>
                      <a:pt x="0" y="2241822"/>
                    </a:lnTo>
                    <a:lnTo>
                      <a:pt x="464" y="2240699"/>
                    </a:lnTo>
                    <a:lnTo>
                      <a:pt x="2324" y="2238839"/>
                    </a:lnTo>
                    <a:lnTo>
                      <a:pt x="3447" y="2238374"/>
                    </a:lnTo>
                    <a:lnTo>
                      <a:pt x="6077" y="2238374"/>
                    </a:lnTo>
                    <a:lnTo>
                      <a:pt x="7200" y="2238839"/>
                    </a:lnTo>
                    <a:lnTo>
                      <a:pt x="9060" y="2240699"/>
                    </a:lnTo>
                    <a:lnTo>
                      <a:pt x="9524" y="2241822"/>
                    </a:lnTo>
                    <a:lnTo>
                      <a:pt x="9524" y="2244452"/>
                    </a:lnTo>
                    <a:lnTo>
                      <a:pt x="9060" y="2245575"/>
                    </a:lnTo>
                    <a:lnTo>
                      <a:pt x="7200" y="2247434"/>
                    </a:lnTo>
                    <a:lnTo>
                      <a:pt x="6077" y="2247899"/>
                    </a:lnTo>
                    <a:close/>
                  </a:path>
                  <a:path w="9525" h="3105150">
                    <a:moveTo>
                      <a:pt x="6077" y="2200274"/>
                    </a:moveTo>
                    <a:lnTo>
                      <a:pt x="3447" y="2200274"/>
                    </a:lnTo>
                    <a:lnTo>
                      <a:pt x="2324" y="2199809"/>
                    </a:lnTo>
                    <a:lnTo>
                      <a:pt x="464" y="2197950"/>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50"/>
                    </a:lnTo>
                    <a:lnTo>
                      <a:pt x="7200" y="2199809"/>
                    </a:lnTo>
                    <a:lnTo>
                      <a:pt x="6077" y="2200274"/>
                    </a:lnTo>
                    <a:close/>
                  </a:path>
                  <a:path w="9525" h="3105150">
                    <a:moveTo>
                      <a:pt x="6077" y="2152649"/>
                    </a:moveTo>
                    <a:lnTo>
                      <a:pt x="3447" y="2152649"/>
                    </a:lnTo>
                    <a:lnTo>
                      <a:pt x="2324" y="2152185"/>
                    </a:lnTo>
                    <a:lnTo>
                      <a:pt x="464" y="2150325"/>
                    </a:lnTo>
                    <a:lnTo>
                      <a:pt x="0" y="2149202"/>
                    </a:lnTo>
                    <a:lnTo>
                      <a:pt x="0" y="2146572"/>
                    </a:lnTo>
                    <a:lnTo>
                      <a:pt x="464" y="2145449"/>
                    </a:lnTo>
                    <a:lnTo>
                      <a:pt x="2324" y="2143590"/>
                    </a:lnTo>
                    <a:lnTo>
                      <a:pt x="3447" y="2143125"/>
                    </a:lnTo>
                    <a:lnTo>
                      <a:pt x="6077" y="2143125"/>
                    </a:lnTo>
                    <a:lnTo>
                      <a:pt x="7200" y="2143590"/>
                    </a:lnTo>
                    <a:lnTo>
                      <a:pt x="9060" y="2145449"/>
                    </a:lnTo>
                    <a:lnTo>
                      <a:pt x="9524" y="2146572"/>
                    </a:lnTo>
                    <a:lnTo>
                      <a:pt x="9524" y="2149202"/>
                    </a:lnTo>
                    <a:lnTo>
                      <a:pt x="9060" y="2150325"/>
                    </a:lnTo>
                    <a:lnTo>
                      <a:pt x="7200" y="2152185"/>
                    </a:lnTo>
                    <a:lnTo>
                      <a:pt x="6077" y="2152649"/>
                    </a:lnTo>
                    <a:close/>
                  </a:path>
                  <a:path w="9525" h="3105150">
                    <a:moveTo>
                      <a:pt x="6077" y="2105024"/>
                    </a:moveTo>
                    <a:lnTo>
                      <a:pt x="3447" y="2105024"/>
                    </a:lnTo>
                    <a:lnTo>
                      <a:pt x="2324" y="2104559"/>
                    </a:lnTo>
                    <a:lnTo>
                      <a:pt x="464" y="2102700"/>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700"/>
                    </a:lnTo>
                    <a:lnTo>
                      <a:pt x="7200" y="2104559"/>
                    </a:lnTo>
                    <a:lnTo>
                      <a:pt x="6077" y="2105024"/>
                    </a:lnTo>
                    <a:close/>
                  </a:path>
                  <a:path w="9525" h="3105150">
                    <a:moveTo>
                      <a:pt x="6077" y="2057399"/>
                    </a:moveTo>
                    <a:lnTo>
                      <a:pt x="3447" y="2057399"/>
                    </a:lnTo>
                    <a:lnTo>
                      <a:pt x="2324" y="2056934"/>
                    </a:lnTo>
                    <a:lnTo>
                      <a:pt x="464" y="2055075"/>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5"/>
                    </a:lnTo>
                    <a:lnTo>
                      <a:pt x="7200" y="2056934"/>
                    </a:lnTo>
                    <a:lnTo>
                      <a:pt x="6077" y="2057399"/>
                    </a:lnTo>
                    <a:close/>
                  </a:path>
                  <a:path w="9525" h="3105150">
                    <a:moveTo>
                      <a:pt x="6077" y="2009774"/>
                    </a:moveTo>
                    <a:lnTo>
                      <a:pt x="3447" y="2009774"/>
                    </a:lnTo>
                    <a:lnTo>
                      <a:pt x="2324" y="2009309"/>
                    </a:lnTo>
                    <a:lnTo>
                      <a:pt x="464" y="2007450"/>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50"/>
                    </a:lnTo>
                    <a:lnTo>
                      <a:pt x="7200" y="2009309"/>
                    </a:lnTo>
                    <a:lnTo>
                      <a:pt x="6077" y="2009774"/>
                    </a:lnTo>
                    <a:close/>
                  </a:path>
                  <a:path w="9525" h="3105150">
                    <a:moveTo>
                      <a:pt x="6077" y="1962149"/>
                    </a:moveTo>
                    <a:lnTo>
                      <a:pt x="3447" y="1962149"/>
                    </a:lnTo>
                    <a:lnTo>
                      <a:pt x="2324" y="1961684"/>
                    </a:lnTo>
                    <a:lnTo>
                      <a:pt x="464" y="1959825"/>
                    </a:lnTo>
                    <a:lnTo>
                      <a:pt x="0" y="1958702"/>
                    </a:lnTo>
                    <a:lnTo>
                      <a:pt x="0" y="1956072"/>
                    </a:lnTo>
                    <a:lnTo>
                      <a:pt x="464" y="1954949"/>
                    </a:lnTo>
                    <a:lnTo>
                      <a:pt x="2324" y="1953090"/>
                    </a:lnTo>
                    <a:lnTo>
                      <a:pt x="3447" y="1952624"/>
                    </a:lnTo>
                    <a:lnTo>
                      <a:pt x="6077" y="1952624"/>
                    </a:lnTo>
                    <a:lnTo>
                      <a:pt x="7200" y="1953090"/>
                    </a:lnTo>
                    <a:lnTo>
                      <a:pt x="9060" y="1954949"/>
                    </a:lnTo>
                    <a:lnTo>
                      <a:pt x="9524" y="1956072"/>
                    </a:lnTo>
                    <a:lnTo>
                      <a:pt x="9524" y="1958702"/>
                    </a:lnTo>
                    <a:lnTo>
                      <a:pt x="9060" y="1959825"/>
                    </a:lnTo>
                    <a:lnTo>
                      <a:pt x="7200" y="1961684"/>
                    </a:lnTo>
                    <a:lnTo>
                      <a:pt x="6077" y="1962149"/>
                    </a:lnTo>
                    <a:close/>
                  </a:path>
                  <a:path w="9525" h="3105150">
                    <a:moveTo>
                      <a:pt x="6077" y="1914524"/>
                    </a:moveTo>
                    <a:lnTo>
                      <a:pt x="3447" y="1914524"/>
                    </a:lnTo>
                    <a:lnTo>
                      <a:pt x="2324" y="1914059"/>
                    </a:lnTo>
                    <a:lnTo>
                      <a:pt x="464" y="1912200"/>
                    </a:lnTo>
                    <a:lnTo>
                      <a:pt x="0" y="1911077"/>
                    </a:lnTo>
                    <a:lnTo>
                      <a:pt x="0" y="1908447"/>
                    </a:lnTo>
                    <a:lnTo>
                      <a:pt x="464" y="1907324"/>
                    </a:lnTo>
                    <a:lnTo>
                      <a:pt x="2324" y="1905464"/>
                    </a:lnTo>
                    <a:lnTo>
                      <a:pt x="3447" y="1905000"/>
                    </a:lnTo>
                    <a:lnTo>
                      <a:pt x="6077" y="1905000"/>
                    </a:lnTo>
                    <a:lnTo>
                      <a:pt x="7200" y="1905464"/>
                    </a:lnTo>
                    <a:lnTo>
                      <a:pt x="9060" y="1907324"/>
                    </a:lnTo>
                    <a:lnTo>
                      <a:pt x="9524" y="1908447"/>
                    </a:lnTo>
                    <a:lnTo>
                      <a:pt x="9524" y="1911077"/>
                    </a:lnTo>
                    <a:lnTo>
                      <a:pt x="9060" y="1912200"/>
                    </a:lnTo>
                    <a:lnTo>
                      <a:pt x="7200" y="1914059"/>
                    </a:lnTo>
                    <a:lnTo>
                      <a:pt x="6077" y="1914524"/>
                    </a:lnTo>
                    <a:close/>
                  </a:path>
                  <a:path w="9525" h="3105150">
                    <a:moveTo>
                      <a:pt x="6077" y="1866899"/>
                    </a:moveTo>
                    <a:lnTo>
                      <a:pt x="3447" y="1866899"/>
                    </a:lnTo>
                    <a:lnTo>
                      <a:pt x="2324" y="1866434"/>
                    </a:lnTo>
                    <a:lnTo>
                      <a:pt x="464" y="1864575"/>
                    </a:lnTo>
                    <a:lnTo>
                      <a:pt x="0" y="1863452"/>
                    </a:lnTo>
                    <a:lnTo>
                      <a:pt x="0" y="1860822"/>
                    </a:lnTo>
                    <a:lnTo>
                      <a:pt x="464" y="1859699"/>
                    </a:lnTo>
                    <a:lnTo>
                      <a:pt x="2324" y="1857840"/>
                    </a:lnTo>
                    <a:lnTo>
                      <a:pt x="3447" y="1857375"/>
                    </a:lnTo>
                    <a:lnTo>
                      <a:pt x="6077" y="1857375"/>
                    </a:lnTo>
                    <a:lnTo>
                      <a:pt x="7200" y="1857840"/>
                    </a:lnTo>
                    <a:lnTo>
                      <a:pt x="9060" y="1859699"/>
                    </a:lnTo>
                    <a:lnTo>
                      <a:pt x="9524" y="1860822"/>
                    </a:lnTo>
                    <a:lnTo>
                      <a:pt x="9524" y="1863452"/>
                    </a:lnTo>
                    <a:lnTo>
                      <a:pt x="9060" y="1864575"/>
                    </a:lnTo>
                    <a:lnTo>
                      <a:pt x="7200" y="1866434"/>
                    </a:lnTo>
                    <a:lnTo>
                      <a:pt x="6077" y="1866899"/>
                    </a:lnTo>
                    <a:close/>
                  </a:path>
                  <a:path w="9525" h="3105150">
                    <a:moveTo>
                      <a:pt x="6077" y="1819274"/>
                    </a:moveTo>
                    <a:lnTo>
                      <a:pt x="3447" y="1819274"/>
                    </a:lnTo>
                    <a:lnTo>
                      <a:pt x="2324" y="1818809"/>
                    </a:lnTo>
                    <a:lnTo>
                      <a:pt x="464" y="1816950"/>
                    </a:lnTo>
                    <a:lnTo>
                      <a:pt x="0" y="1815827"/>
                    </a:lnTo>
                    <a:lnTo>
                      <a:pt x="0" y="1813197"/>
                    </a:lnTo>
                    <a:lnTo>
                      <a:pt x="464" y="1812074"/>
                    </a:lnTo>
                    <a:lnTo>
                      <a:pt x="2324" y="1810215"/>
                    </a:lnTo>
                    <a:lnTo>
                      <a:pt x="3447" y="1809750"/>
                    </a:lnTo>
                    <a:lnTo>
                      <a:pt x="6077" y="1809750"/>
                    </a:lnTo>
                    <a:lnTo>
                      <a:pt x="7200" y="1810215"/>
                    </a:lnTo>
                    <a:lnTo>
                      <a:pt x="9060" y="1812074"/>
                    </a:lnTo>
                    <a:lnTo>
                      <a:pt x="9524" y="1813197"/>
                    </a:lnTo>
                    <a:lnTo>
                      <a:pt x="9524" y="1815827"/>
                    </a:lnTo>
                    <a:lnTo>
                      <a:pt x="9060" y="1816950"/>
                    </a:lnTo>
                    <a:lnTo>
                      <a:pt x="7200" y="1818809"/>
                    </a:lnTo>
                    <a:lnTo>
                      <a:pt x="6077" y="1819274"/>
                    </a:lnTo>
                    <a:close/>
                  </a:path>
                  <a:path w="9525" h="3105150">
                    <a:moveTo>
                      <a:pt x="6077" y="1771649"/>
                    </a:moveTo>
                    <a:lnTo>
                      <a:pt x="3447" y="1771649"/>
                    </a:lnTo>
                    <a:lnTo>
                      <a:pt x="2324" y="1771184"/>
                    </a:lnTo>
                    <a:lnTo>
                      <a:pt x="464" y="1769325"/>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5"/>
                    </a:lnTo>
                    <a:lnTo>
                      <a:pt x="7200" y="1771184"/>
                    </a:lnTo>
                    <a:lnTo>
                      <a:pt x="6077" y="1771649"/>
                    </a:lnTo>
                    <a:close/>
                  </a:path>
                  <a:path w="9525" h="3105150">
                    <a:moveTo>
                      <a:pt x="6077" y="1724024"/>
                    </a:moveTo>
                    <a:lnTo>
                      <a:pt x="3447" y="1724024"/>
                    </a:lnTo>
                    <a:lnTo>
                      <a:pt x="2324" y="1723559"/>
                    </a:lnTo>
                    <a:lnTo>
                      <a:pt x="464" y="1721700"/>
                    </a:lnTo>
                    <a:lnTo>
                      <a:pt x="0" y="1720577"/>
                    </a:lnTo>
                    <a:lnTo>
                      <a:pt x="0" y="1717947"/>
                    </a:lnTo>
                    <a:lnTo>
                      <a:pt x="464" y="1716824"/>
                    </a:lnTo>
                    <a:lnTo>
                      <a:pt x="2324" y="1714965"/>
                    </a:lnTo>
                    <a:lnTo>
                      <a:pt x="3447" y="1714500"/>
                    </a:lnTo>
                    <a:lnTo>
                      <a:pt x="6077" y="1714500"/>
                    </a:lnTo>
                    <a:lnTo>
                      <a:pt x="7200" y="1714965"/>
                    </a:lnTo>
                    <a:lnTo>
                      <a:pt x="9060" y="1716824"/>
                    </a:lnTo>
                    <a:lnTo>
                      <a:pt x="9524" y="1717947"/>
                    </a:lnTo>
                    <a:lnTo>
                      <a:pt x="9524" y="1720577"/>
                    </a:lnTo>
                    <a:lnTo>
                      <a:pt x="9060" y="1721700"/>
                    </a:lnTo>
                    <a:lnTo>
                      <a:pt x="7200" y="1723559"/>
                    </a:lnTo>
                    <a:lnTo>
                      <a:pt x="6077" y="1724024"/>
                    </a:lnTo>
                    <a:close/>
                  </a:path>
                  <a:path w="9525" h="3105150">
                    <a:moveTo>
                      <a:pt x="6077" y="1676399"/>
                    </a:moveTo>
                    <a:lnTo>
                      <a:pt x="3447" y="1676399"/>
                    </a:lnTo>
                    <a:lnTo>
                      <a:pt x="2324" y="1675934"/>
                    </a:lnTo>
                    <a:lnTo>
                      <a:pt x="464" y="1674075"/>
                    </a:lnTo>
                    <a:lnTo>
                      <a:pt x="0" y="1672952"/>
                    </a:lnTo>
                    <a:lnTo>
                      <a:pt x="0" y="1670322"/>
                    </a:lnTo>
                    <a:lnTo>
                      <a:pt x="464" y="1669199"/>
                    </a:lnTo>
                    <a:lnTo>
                      <a:pt x="2324" y="1667340"/>
                    </a:lnTo>
                    <a:lnTo>
                      <a:pt x="3447" y="1666875"/>
                    </a:lnTo>
                    <a:lnTo>
                      <a:pt x="6077" y="1666875"/>
                    </a:lnTo>
                    <a:lnTo>
                      <a:pt x="7200" y="1667340"/>
                    </a:lnTo>
                    <a:lnTo>
                      <a:pt x="9060" y="1669199"/>
                    </a:lnTo>
                    <a:lnTo>
                      <a:pt x="9524" y="1670322"/>
                    </a:lnTo>
                    <a:lnTo>
                      <a:pt x="9524" y="1672952"/>
                    </a:lnTo>
                    <a:lnTo>
                      <a:pt x="9060" y="1674075"/>
                    </a:lnTo>
                    <a:lnTo>
                      <a:pt x="7200" y="1675934"/>
                    </a:lnTo>
                    <a:lnTo>
                      <a:pt x="6077" y="1676399"/>
                    </a:lnTo>
                    <a:close/>
                  </a:path>
                  <a:path w="9525" h="3105150">
                    <a:moveTo>
                      <a:pt x="6077" y="1628774"/>
                    </a:moveTo>
                    <a:lnTo>
                      <a:pt x="3447" y="1628774"/>
                    </a:lnTo>
                    <a:lnTo>
                      <a:pt x="2324" y="1628309"/>
                    </a:lnTo>
                    <a:lnTo>
                      <a:pt x="464" y="1626450"/>
                    </a:lnTo>
                    <a:lnTo>
                      <a:pt x="0" y="1625327"/>
                    </a:lnTo>
                    <a:lnTo>
                      <a:pt x="0" y="1622697"/>
                    </a:lnTo>
                    <a:lnTo>
                      <a:pt x="464" y="1621574"/>
                    </a:lnTo>
                    <a:lnTo>
                      <a:pt x="2324" y="1619714"/>
                    </a:lnTo>
                    <a:lnTo>
                      <a:pt x="3447" y="1619249"/>
                    </a:lnTo>
                    <a:lnTo>
                      <a:pt x="6077" y="1619249"/>
                    </a:lnTo>
                    <a:lnTo>
                      <a:pt x="7200" y="1619714"/>
                    </a:lnTo>
                    <a:lnTo>
                      <a:pt x="9060" y="1621574"/>
                    </a:lnTo>
                    <a:lnTo>
                      <a:pt x="9524" y="1622697"/>
                    </a:lnTo>
                    <a:lnTo>
                      <a:pt x="9524" y="1625327"/>
                    </a:lnTo>
                    <a:lnTo>
                      <a:pt x="9060" y="1626450"/>
                    </a:lnTo>
                    <a:lnTo>
                      <a:pt x="7200" y="1628309"/>
                    </a:lnTo>
                    <a:lnTo>
                      <a:pt x="6077" y="1628774"/>
                    </a:lnTo>
                    <a:close/>
                  </a:path>
                  <a:path w="9525" h="3105150">
                    <a:moveTo>
                      <a:pt x="6077" y="1581149"/>
                    </a:moveTo>
                    <a:lnTo>
                      <a:pt x="3447" y="1581149"/>
                    </a:lnTo>
                    <a:lnTo>
                      <a:pt x="2324" y="1580684"/>
                    </a:lnTo>
                    <a:lnTo>
                      <a:pt x="464" y="1578825"/>
                    </a:lnTo>
                    <a:lnTo>
                      <a:pt x="0" y="1577702"/>
                    </a:lnTo>
                    <a:lnTo>
                      <a:pt x="0" y="1575072"/>
                    </a:lnTo>
                    <a:lnTo>
                      <a:pt x="464" y="1573949"/>
                    </a:lnTo>
                    <a:lnTo>
                      <a:pt x="2324" y="1572090"/>
                    </a:lnTo>
                    <a:lnTo>
                      <a:pt x="3447" y="1571625"/>
                    </a:lnTo>
                    <a:lnTo>
                      <a:pt x="6077" y="1571625"/>
                    </a:lnTo>
                    <a:lnTo>
                      <a:pt x="7200" y="1572090"/>
                    </a:lnTo>
                    <a:lnTo>
                      <a:pt x="9060" y="1573949"/>
                    </a:lnTo>
                    <a:lnTo>
                      <a:pt x="9524" y="1575072"/>
                    </a:lnTo>
                    <a:lnTo>
                      <a:pt x="9524" y="1577702"/>
                    </a:lnTo>
                    <a:lnTo>
                      <a:pt x="9060" y="1578825"/>
                    </a:lnTo>
                    <a:lnTo>
                      <a:pt x="7200" y="1580684"/>
                    </a:lnTo>
                    <a:lnTo>
                      <a:pt x="6077" y="1581149"/>
                    </a:lnTo>
                    <a:close/>
                  </a:path>
                  <a:path w="9525" h="3105150">
                    <a:moveTo>
                      <a:pt x="6077" y="1533524"/>
                    </a:moveTo>
                    <a:lnTo>
                      <a:pt x="3447" y="1533524"/>
                    </a:lnTo>
                    <a:lnTo>
                      <a:pt x="2324" y="1533059"/>
                    </a:lnTo>
                    <a:lnTo>
                      <a:pt x="464" y="1531200"/>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200"/>
                    </a:lnTo>
                    <a:lnTo>
                      <a:pt x="7200" y="1533059"/>
                    </a:lnTo>
                    <a:lnTo>
                      <a:pt x="6077" y="1533524"/>
                    </a:lnTo>
                    <a:close/>
                  </a:path>
                  <a:path w="9525" h="3105150">
                    <a:moveTo>
                      <a:pt x="6077" y="1485899"/>
                    </a:moveTo>
                    <a:lnTo>
                      <a:pt x="3447" y="1485899"/>
                    </a:lnTo>
                    <a:lnTo>
                      <a:pt x="2324" y="1485435"/>
                    </a:lnTo>
                    <a:lnTo>
                      <a:pt x="464" y="1483575"/>
                    </a:lnTo>
                    <a:lnTo>
                      <a:pt x="0" y="1482452"/>
                    </a:lnTo>
                    <a:lnTo>
                      <a:pt x="0" y="1479822"/>
                    </a:lnTo>
                    <a:lnTo>
                      <a:pt x="464" y="1478699"/>
                    </a:lnTo>
                    <a:lnTo>
                      <a:pt x="2324" y="1476840"/>
                    </a:lnTo>
                    <a:lnTo>
                      <a:pt x="3447" y="1476375"/>
                    </a:lnTo>
                    <a:lnTo>
                      <a:pt x="6077" y="1476375"/>
                    </a:lnTo>
                    <a:lnTo>
                      <a:pt x="7200" y="1476840"/>
                    </a:lnTo>
                    <a:lnTo>
                      <a:pt x="9060" y="1478699"/>
                    </a:lnTo>
                    <a:lnTo>
                      <a:pt x="9524" y="1479822"/>
                    </a:lnTo>
                    <a:lnTo>
                      <a:pt x="9524" y="1482452"/>
                    </a:lnTo>
                    <a:lnTo>
                      <a:pt x="9060" y="1483575"/>
                    </a:lnTo>
                    <a:lnTo>
                      <a:pt x="7200" y="1485435"/>
                    </a:lnTo>
                    <a:lnTo>
                      <a:pt x="6077" y="1485899"/>
                    </a:lnTo>
                    <a:close/>
                  </a:path>
                  <a:path w="9525" h="3105150">
                    <a:moveTo>
                      <a:pt x="6077" y="1438274"/>
                    </a:moveTo>
                    <a:lnTo>
                      <a:pt x="3447" y="1438274"/>
                    </a:lnTo>
                    <a:lnTo>
                      <a:pt x="2324" y="1437810"/>
                    </a:lnTo>
                    <a:lnTo>
                      <a:pt x="464" y="1435950"/>
                    </a:lnTo>
                    <a:lnTo>
                      <a:pt x="0" y="1434827"/>
                    </a:lnTo>
                    <a:lnTo>
                      <a:pt x="0" y="1432197"/>
                    </a:lnTo>
                    <a:lnTo>
                      <a:pt x="464" y="1431074"/>
                    </a:lnTo>
                    <a:lnTo>
                      <a:pt x="2324" y="1429215"/>
                    </a:lnTo>
                    <a:lnTo>
                      <a:pt x="3447" y="1428750"/>
                    </a:lnTo>
                    <a:lnTo>
                      <a:pt x="6077" y="1428750"/>
                    </a:lnTo>
                    <a:lnTo>
                      <a:pt x="7200" y="1429215"/>
                    </a:lnTo>
                    <a:lnTo>
                      <a:pt x="9060" y="1431074"/>
                    </a:lnTo>
                    <a:lnTo>
                      <a:pt x="9524" y="1432197"/>
                    </a:lnTo>
                    <a:lnTo>
                      <a:pt x="9524" y="1434827"/>
                    </a:lnTo>
                    <a:lnTo>
                      <a:pt x="9060" y="1435950"/>
                    </a:lnTo>
                    <a:lnTo>
                      <a:pt x="7200" y="1437810"/>
                    </a:lnTo>
                    <a:lnTo>
                      <a:pt x="6077" y="1438274"/>
                    </a:lnTo>
                    <a:close/>
                  </a:path>
                  <a:path w="9525" h="3105150">
                    <a:moveTo>
                      <a:pt x="6077" y="1390649"/>
                    </a:moveTo>
                    <a:lnTo>
                      <a:pt x="3447" y="1390649"/>
                    </a:lnTo>
                    <a:lnTo>
                      <a:pt x="2324" y="1390185"/>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5"/>
                    </a:lnTo>
                    <a:lnTo>
                      <a:pt x="6077" y="1390649"/>
                    </a:lnTo>
                    <a:close/>
                  </a:path>
                  <a:path w="9525" h="3105150">
                    <a:moveTo>
                      <a:pt x="6077" y="1343024"/>
                    </a:moveTo>
                    <a:lnTo>
                      <a:pt x="3447" y="1343024"/>
                    </a:lnTo>
                    <a:lnTo>
                      <a:pt x="2324" y="1342560"/>
                    </a:lnTo>
                    <a:lnTo>
                      <a:pt x="464" y="1340700"/>
                    </a:lnTo>
                    <a:lnTo>
                      <a:pt x="0" y="1339577"/>
                    </a:lnTo>
                    <a:lnTo>
                      <a:pt x="0" y="1336947"/>
                    </a:lnTo>
                    <a:lnTo>
                      <a:pt x="464" y="1335824"/>
                    </a:lnTo>
                    <a:lnTo>
                      <a:pt x="2324" y="1333965"/>
                    </a:lnTo>
                    <a:lnTo>
                      <a:pt x="3447" y="1333500"/>
                    </a:lnTo>
                    <a:lnTo>
                      <a:pt x="6077" y="1333500"/>
                    </a:lnTo>
                    <a:lnTo>
                      <a:pt x="7200" y="1333965"/>
                    </a:lnTo>
                    <a:lnTo>
                      <a:pt x="9060" y="1335824"/>
                    </a:lnTo>
                    <a:lnTo>
                      <a:pt x="9524" y="1336947"/>
                    </a:lnTo>
                    <a:lnTo>
                      <a:pt x="9524" y="1339577"/>
                    </a:lnTo>
                    <a:lnTo>
                      <a:pt x="9060" y="1340700"/>
                    </a:lnTo>
                    <a:lnTo>
                      <a:pt x="7200" y="1342560"/>
                    </a:lnTo>
                    <a:lnTo>
                      <a:pt x="6077" y="1343024"/>
                    </a:lnTo>
                    <a:close/>
                  </a:path>
                  <a:path w="9525" h="3105150">
                    <a:moveTo>
                      <a:pt x="6077" y="1295399"/>
                    </a:moveTo>
                    <a:lnTo>
                      <a:pt x="3447" y="1295399"/>
                    </a:lnTo>
                    <a:lnTo>
                      <a:pt x="2324" y="1294935"/>
                    </a:lnTo>
                    <a:lnTo>
                      <a:pt x="464" y="1293075"/>
                    </a:lnTo>
                    <a:lnTo>
                      <a:pt x="0" y="1291952"/>
                    </a:lnTo>
                    <a:lnTo>
                      <a:pt x="0" y="1289322"/>
                    </a:lnTo>
                    <a:lnTo>
                      <a:pt x="464" y="1288199"/>
                    </a:lnTo>
                    <a:lnTo>
                      <a:pt x="2324" y="1286339"/>
                    </a:lnTo>
                    <a:lnTo>
                      <a:pt x="3447" y="1285874"/>
                    </a:lnTo>
                    <a:lnTo>
                      <a:pt x="6077" y="1285874"/>
                    </a:lnTo>
                    <a:lnTo>
                      <a:pt x="7200" y="1286339"/>
                    </a:lnTo>
                    <a:lnTo>
                      <a:pt x="9060" y="1288199"/>
                    </a:lnTo>
                    <a:lnTo>
                      <a:pt x="9524" y="1289322"/>
                    </a:lnTo>
                    <a:lnTo>
                      <a:pt x="9524" y="1291952"/>
                    </a:lnTo>
                    <a:lnTo>
                      <a:pt x="9060" y="1293075"/>
                    </a:lnTo>
                    <a:lnTo>
                      <a:pt x="7200" y="1294935"/>
                    </a:lnTo>
                    <a:lnTo>
                      <a:pt x="6077" y="1295399"/>
                    </a:lnTo>
                    <a:close/>
                  </a:path>
                  <a:path w="9525" h="3105150">
                    <a:moveTo>
                      <a:pt x="6077" y="1247774"/>
                    </a:moveTo>
                    <a:lnTo>
                      <a:pt x="3447" y="1247774"/>
                    </a:lnTo>
                    <a:lnTo>
                      <a:pt x="2324" y="1247310"/>
                    </a:lnTo>
                    <a:lnTo>
                      <a:pt x="464" y="1245450"/>
                    </a:lnTo>
                    <a:lnTo>
                      <a:pt x="0" y="1244327"/>
                    </a:lnTo>
                    <a:lnTo>
                      <a:pt x="0" y="1241697"/>
                    </a:lnTo>
                    <a:lnTo>
                      <a:pt x="464" y="1240574"/>
                    </a:lnTo>
                    <a:lnTo>
                      <a:pt x="2324" y="1238715"/>
                    </a:lnTo>
                    <a:lnTo>
                      <a:pt x="3447" y="1238250"/>
                    </a:lnTo>
                    <a:lnTo>
                      <a:pt x="6077" y="1238250"/>
                    </a:lnTo>
                    <a:lnTo>
                      <a:pt x="7200" y="1238715"/>
                    </a:lnTo>
                    <a:lnTo>
                      <a:pt x="9060" y="1240574"/>
                    </a:lnTo>
                    <a:lnTo>
                      <a:pt x="9524" y="1241697"/>
                    </a:lnTo>
                    <a:lnTo>
                      <a:pt x="9524" y="1244327"/>
                    </a:lnTo>
                    <a:lnTo>
                      <a:pt x="9060" y="1245450"/>
                    </a:lnTo>
                    <a:lnTo>
                      <a:pt x="7200" y="1247310"/>
                    </a:lnTo>
                    <a:lnTo>
                      <a:pt x="6077" y="1247774"/>
                    </a:lnTo>
                    <a:close/>
                  </a:path>
                  <a:path w="9525" h="3105150">
                    <a:moveTo>
                      <a:pt x="6077" y="1200150"/>
                    </a:moveTo>
                    <a:lnTo>
                      <a:pt x="3447" y="1200150"/>
                    </a:lnTo>
                    <a:lnTo>
                      <a:pt x="2324" y="1199685"/>
                    </a:lnTo>
                    <a:lnTo>
                      <a:pt x="464" y="1197825"/>
                    </a:lnTo>
                    <a:lnTo>
                      <a:pt x="0" y="1196702"/>
                    </a:lnTo>
                    <a:lnTo>
                      <a:pt x="0" y="1194072"/>
                    </a:lnTo>
                    <a:lnTo>
                      <a:pt x="464" y="1192949"/>
                    </a:lnTo>
                    <a:lnTo>
                      <a:pt x="2324" y="1191090"/>
                    </a:lnTo>
                    <a:lnTo>
                      <a:pt x="3447" y="1190625"/>
                    </a:lnTo>
                    <a:lnTo>
                      <a:pt x="6077" y="1190625"/>
                    </a:lnTo>
                    <a:lnTo>
                      <a:pt x="7200" y="1191090"/>
                    </a:lnTo>
                    <a:lnTo>
                      <a:pt x="9060" y="1192949"/>
                    </a:lnTo>
                    <a:lnTo>
                      <a:pt x="9524" y="1194072"/>
                    </a:lnTo>
                    <a:lnTo>
                      <a:pt x="9524" y="1196702"/>
                    </a:lnTo>
                    <a:lnTo>
                      <a:pt x="9060" y="1197825"/>
                    </a:lnTo>
                    <a:lnTo>
                      <a:pt x="7200" y="1199685"/>
                    </a:lnTo>
                    <a:lnTo>
                      <a:pt x="6077" y="1200150"/>
                    </a:lnTo>
                    <a:close/>
                  </a:path>
                  <a:path w="9525" h="3105150">
                    <a:moveTo>
                      <a:pt x="6077" y="1152524"/>
                    </a:moveTo>
                    <a:lnTo>
                      <a:pt x="3447" y="1152524"/>
                    </a:lnTo>
                    <a:lnTo>
                      <a:pt x="2324" y="1152060"/>
                    </a:lnTo>
                    <a:lnTo>
                      <a:pt x="464" y="1150200"/>
                    </a:lnTo>
                    <a:lnTo>
                      <a:pt x="0" y="1149077"/>
                    </a:lnTo>
                    <a:lnTo>
                      <a:pt x="0" y="1146447"/>
                    </a:lnTo>
                    <a:lnTo>
                      <a:pt x="464" y="1145325"/>
                    </a:lnTo>
                    <a:lnTo>
                      <a:pt x="2324" y="1143465"/>
                    </a:lnTo>
                    <a:lnTo>
                      <a:pt x="3447" y="1143000"/>
                    </a:lnTo>
                    <a:lnTo>
                      <a:pt x="6077" y="1143000"/>
                    </a:lnTo>
                    <a:lnTo>
                      <a:pt x="7200" y="1143465"/>
                    </a:lnTo>
                    <a:lnTo>
                      <a:pt x="9060" y="1145325"/>
                    </a:lnTo>
                    <a:lnTo>
                      <a:pt x="9524" y="1146447"/>
                    </a:lnTo>
                    <a:lnTo>
                      <a:pt x="9524" y="1149077"/>
                    </a:lnTo>
                    <a:lnTo>
                      <a:pt x="9060" y="1150200"/>
                    </a:lnTo>
                    <a:lnTo>
                      <a:pt x="7200" y="1152060"/>
                    </a:lnTo>
                    <a:lnTo>
                      <a:pt x="6077" y="1152524"/>
                    </a:lnTo>
                    <a:close/>
                  </a:path>
                  <a:path w="9525" h="3105150">
                    <a:moveTo>
                      <a:pt x="6077" y="1104899"/>
                    </a:moveTo>
                    <a:lnTo>
                      <a:pt x="3447" y="1104899"/>
                    </a:lnTo>
                    <a:lnTo>
                      <a:pt x="2324" y="1104435"/>
                    </a:lnTo>
                    <a:lnTo>
                      <a:pt x="464" y="1102575"/>
                    </a:lnTo>
                    <a:lnTo>
                      <a:pt x="0" y="1101452"/>
                    </a:lnTo>
                    <a:lnTo>
                      <a:pt x="0" y="1098822"/>
                    </a:lnTo>
                    <a:lnTo>
                      <a:pt x="464" y="1097699"/>
                    </a:lnTo>
                    <a:lnTo>
                      <a:pt x="2324" y="1095840"/>
                    </a:lnTo>
                    <a:lnTo>
                      <a:pt x="3447" y="1095375"/>
                    </a:lnTo>
                    <a:lnTo>
                      <a:pt x="6077" y="1095375"/>
                    </a:lnTo>
                    <a:lnTo>
                      <a:pt x="7200" y="1095840"/>
                    </a:lnTo>
                    <a:lnTo>
                      <a:pt x="9060" y="1097699"/>
                    </a:lnTo>
                    <a:lnTo>
                      <a:pt x="9524" y="1098822"/>
                    </a:lnTo>
                    <a:lnTo>
                      <a:pt x="9524" y="1101452"/>
                    </a:lnTo>
                    <a:lnTo>
                      <a:pt x="9060" y="1102575"/>
                    </a:lnTo>
                    <a:lnTo>
                      <a:pt x="7200" y="1104435"/>
                    </a:lnTo>
                    <a:lnTo>
                      <a:pt x="6077" y="1104899"/>
                    </a:lnTo>
                    <a:close/>
                  </a:path>
                  <a:path w="9525" h="3105150">
                    <a:moveTo>
                      <a:pt x="6077" y="1057274"/>
                    </a:moveTo>
                    <a:lnTo>
                      <a:pt x="3447" y="1057274"/>
                    </a:lnTo>
                    <a:lnTo>
                      <a:pt x="2324" y="1056809"/>
                    </a:lnTo>
                    <a:lnTo>
                      <a:pt x="464" y="1054950"/>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50"/>
                    </a:lnTo>
                    <a:lnTo>
                      <a:pt x="7200" y="1056809"/>
                    </a:lnTo>
                    <a:lnTo>
                      <a:pt x="6077" y="1057274"/>
                    </a:lnTo>
                    <a:close/>
                  </a:path>
                  <a:path w="9525" h="3105150">
                    <a:moveTo>
                      <a:pt x="6077" y="1009649"/>
                    </a:moveTo>
                    <a:lnTo>
                      <a:pt x="3447" y="1009649"/>
                    </a:lnTo>
                    <a:lnTo>
                      <a:pt x="2324" y="1009185"/>
                    </a:lnTo>
                    <a:lnTo>
                      <a:pt x="464" y="1007325"/>
                    </a:lnTo>
                    <a:lnTo>
                      <a:pt x="0" y="1006202"/>
                    </a:lnTo>
                    <a:lnTo>
                      <a:pt x="0" y="1003572"/>
                    </a:lnTo>
                    <a:lnTo>
                      <a:pt x="464" y="1002449"/>
                    </a:lnTo>
                    <a:lnTo>
                      <a:pt x="2324" y="1000590"/>
                    </a:lnTo>
                    <a:lnTo>
                      <a:pt x="3447" y="1000125"/>
                    </a:lnTo>
                    <a:lnTo>
                      <a:pt x="6077" y="1000125"/>
                    </a:lnTo>
                    <a:lnTo>
                      <a:pt x="7200" y="1000590"/>
                    </a:lnTo>
                    <a:lnTo>
                      <a:pt x="9060" y="1002449"/>
                    </a:lnTo>
                    <a:lnTo>
                      <a:pt x="9524" y="1003572"/>
                    </a:lnTo>
                    <a:lnTo>
                      <a:pt x="9524" y="1006202"/>
                    </a:lnTo>
                    <a:lnTo>
                      <a:pt x="9060" y="1007325"/>
                    </a:lnTo>
                    <a:lnTo>
                      <a:pt x="7200" y="1009185"/>
                    </a:lnTo>
                    <a:lnTo>
                      <a:pt x="6077" y="1009649"/>
                    </a:lnTo>
                    <a:close/>
                  </a:path>
                  <a:path w="9525" h="3105150">
                    <a:moveTo>
                      <a:pt x="6077" y="962024"/>
                    </a:moveTo>
                    <a:lnTo>
                      <a:pt x="3447" y="962024"/>
                    </a:lnTo>
                    <a:lnTo>
                      <a:pt x="2324" y="961560"/>
                    </a:lnTo>
                    <a:lnTo>
                      <a:pt x="464" y="959700"/>
                    </a:lnTo>
                    <a:lnTo>
                      <a:pt x="0" y="958577"/>
                    </a:lnTo>
                    <a:lnTo>
                      <a:pt x="0" y="955947"/>
                    </a:lnTo>
                    <a:lnTo>
                      <a:pt x="464" y="954824"/>
                    </a:lnTo>
                    <a:lnTo>
                      <a:pt x="2324" y="952965"/>
                    </a:lnTo>
                    <a:lnTo>
                      <a:pt x="3447" y="952500"/>
                    </a:lnTo>
                    <a:lnTo>
                      <a:pt x="6077" y="952500"/>
                    </a:lnTo>
                    <a:lnTo>
                      <a:pt x="7200" y="952965"/>
                    </a:lnTo>
                    <a:lnTo>
                      <a:pt x="9060" y="954824"/>
                    </a:lnTo>
                    <a:lnTo>
                      <a:pt x="9524" y="955947"/>
                    </a:lnTo>
                    <a:lnTo>
                      <a:pt x="9524" y="958577"/>
                    </a:lnTo>
                    <a:lnTo>
                      <a:pt x="9060" y="959700"/>
                    </a:lnTo>
                    <a:lnTo>
                      <a:pt x="7200" y="961560"/>
                    </a:lnTo>
                    <a:lnTo>
                      <a:pt x="6077" y="962024"/>
                    </a:lnTo>
                    <a:close/>
                  </a:path>
                  <a:path w="9525" h="310515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105150">
                    <a:moveTo>
                      <a:pt x="6077" y="866774"/>
                    </a:moveTo>
                    <a:lnTo>
                      <a:pt x="3447" y="866774"/>
                    </a:lnTo>
                    <a:lnTo>
                      <a:pt x="2324" y="866310"/>
                    </a:lnTo>
                    <a:lnTo>
                      <a:pt x="464" y="864450"/>
                    </a:lnTo>
                    <a:lnTo>
                      <a:pt x="0" y="863327"/>
                    </a:lnTo>
                    <a:lnTo>
                      <a:pt x="0" y="860697"/>
                    </a:lnTo>
                    <a:lnTo>
                      <a:pt x="464" y="859574"/>
                    </a:lnTo>
                    <a:lnTo>
                      <a:pt x="2324" y="857715"/>
                    </a:lnTo>
                    <a:lnTo>
                      <a:pt x="3447" y="857250"/>
                    </a:lnTo>
                    <a:lnTo>
                      <a:pt x="6077" y="857250"/>
                    </a:lnTo>
                    <a:lnTo>
                      <a:pt x="7200" y="857715"/>
                    </a:lnTo>
                    <a:lnTo>
                      <a:pt x="9060" y="859574"/>
                    </a:lnTo>
                    <a:lnTo>
                      <a:pt x="9524" y="860697"/>
                    </a:lnTo>
                    <a:lnTo>
                      <a:pt x="9524" y="863327"/>
                    </a:lnTo>
                    <a:lnTo>
                      <a:pt x="9060" y="864450"/>
                    </a:lnTo>
                    <a:lnTo>
                      <a:pt x="7200" y="866310"/>
                    </a:lnTo>
                    <a:lnTo>
                      <a:pt x="6077" y="866774"/>
                    </a:lnTo>
                    <a:close/>
                  </a:path>
                  <a:path w="9525" h="3105150">
                    <a:moveTo>
                      <a:pt x="6077" y="819149"/>
                    </a:moveTo>
                    <a:lnTo>
                      <a:pt x="3447" y="819149"/>
                    </a:lnTo>
                    <a:lnTo>
                      <a:pt x="2324" y="818685"/>
                    </a:lnTo>
                    <a:lnTo>
                      <a:pt x="464" y="816825"/>
                    </a:lnTo>
                    <a:lnTo>
                      <a:pt x="0" y="815702"/>
                    </a:lnTo>
                    <a:lnTo>
                      <a:pt x="0" y="813072"/>
                    </a:lnTo>
                    <a:lnTo>
                      <a:pt x="464" y="811949"/>
                    </a:lnTo>
                    <a:lnTo>
                      <a:pt x="2324" y="810090"/>
                    </a:lnTo>
                    <a:lnTo>
                      <a:pt x="3447" y="809625"/>
                    </a:lnTo>
                    <a:lnTo>
                      <a:pt x="6077" y="809625"/>
                    </a:lnTo>
                    <a:lnTo>
                      <a:pt x="7200" y="810090"/>
                    </a:lnTo>
                    <a:lnTo>
                      <a:pt x="9060" y="811949"/>
                    </a:lnTo>
                    <a:lnTo>
                      <a:pt x="9524" y="813072"/>
                    </a:lnTo>
                    <a:lnTo>
                      <a:pt x="9524" y="815702"/>
                    </a:lnTo>
                    <a:lnTo>
                      <a:pt x="9060" y="816825"/>
                    </a:lnTo>
                    <a:lnTo>
                      <a:pt x="7200" y="818685"/>
                    </a:lnTo>
                    <a:lnTo>
                      <a:pt x="6077" y="819149"/>
                    </a:lnTo>
                    <a:close/>
                  </a:path>
                  <a:path w="9525" h="3105150">
                    <a:moveTo>
                      <a:pt x="6077" y="771524"/>
                    </a:moveTo>
                    <a:lnTo>
                      <a:pt x="3447" y="771524"/>
                    </a:lnTo>
                    <a:lnTo>
                      <a:pt x="2324" y="771060"/>
                    </a:lnTo>
                    <a:lnTo>
                      <a:pt x="464" y="769200"/>
                    </a:lnTo>
                    <a:lnTo>
                      <a:pt x="0" y="768077"/>
                    </a:lnTo>
                    <a:lnTo>
                      <a:pt x="0" y="765447"/>
                    </a:lnTo>
                    <a:lnTo>
                      <a:pt x="464" y="764324"/>
                    </a:lnTo>
                    <a:lnTo>
                      <a:pt x="2324" y="762465"/>
                    </a:lnTo>
                    <a:lnTo>
                      <a:pt x="3447" y="762000"/>
                    </a:lnTo>
                    <a:lnTo>
                      <a:pt x="6077" y="762000"/>
                    </a:lnTo>
                    <a:lnTo>
                      <a:pt x="7200" y="762465"/>
                    </a:lnTo>
                    <a:lnTo>
                      <a:pt x="9060" y="764324"/>
                    </a:lnTo>
                    <a:lnTo>
                      <a:pt x="9524" y="765447"/>
                    </a:lnTo>
                    <a:lnTo>
                      <a:pt x="9524" y="768077"/>
                    </a:lnTo>
                    <a:lnTo>
                      <a:pt x="9060" y="769200"/>
                    </a:lnTo>
                    <a:lnTo>
                      <a:pt x="7200" y="771060"/>
                    </a:lnTo>
                    <a:lnTo>
                      <a:pt x="6077" y="771524"/>
                    </a:lnTo>
                    <a:close/>
                  </a:path>
                  <a:path w="9525" h="3105150">
                    <a:moveTo>
                      <a:pt x="6077" y="723899"/>
                    </a:moveTo>
                    <a:lnTo>
                      <a:pt x="3447" y="723899"/>
                    </a:lnTo>
                    <a:lnTo>
                      <a:pt x="2324" y="723435"/>
                    </a:lnTo>
                    <a:lnTo>
                      <a:pt x="464" y="721575"/>
                    </a:lnTo>
                    <a:lnTo>
                      <a:pt x="0" y="720452"/>
                    </a:lnTo>
                    <a:lnTo>
                      <a:pt x="0" y="717822"/>
                    </a:lnTo>
                    <a:lnTo>
                      <a:pt x="464" y="716699"/>
                    </a:lnTo>
                    <a:lnTo>
                      <a:pt x="2324" y="714840"/>
                    </a:lnTo>
                    <a:lnTo>
                      <a:pt x="3447" y="714375"/>
                    </a:lnTo>
                    <a:lnTo>
                      <a:pt x="6077" y="714375"/>
                    </a:lnTo>
                    <a:lnTo>
                      <a:pt x="7200" y="714840"/>
                    </a:lnTo>
                    <a:lnTo>
                      <a:pt x="9060" y="716699"/>
                    </a:lnTo>
                    <a:lnTo>
                      <a:pt x="9524" y="717822"/>
                    </a:lnTo>
                    <a:lnTo>
                      <a:pt x="9524" y="720452"/>
                    </a:lnTo>
                    <a:lnTo>
                      <a:pt x="9060" y="721575"/>
                    </a:lnTo>
                    <a:lnTo>
                      <a:pt x="7200" y="723435"/>
                    </a:lnTo>
                    <a:lnTo>
                      <a:pt x="6077" y="723899"/>
                    </a:lnTo>
                    <a:close/>
                  </a:path>
                  <a:path w="9525" h="3105150">
                    <a:moveTo>
                      <a:pt x="6077" y="676275"/>
                    </a:moveTo>
                    <a:lnTo>
                      <a:pt x="3447" y="676275"/>
                    </a:lnTo>
                    <a:lnTo>
                      <a:pt x="2324" y="675810"/>
                    </a:lnTo>
                    <a:lnTo>
                      <a:pt x="464" y="673950"/>
                    </a:lnTo>
                    <a:lnTo>
                      <a:pt x="0" y="672827"/>
                    </a:lnTo>
                    <a:lnTo>
                      <a:pt x="0" y="670197"/>
                    </a:lnTo>
                    <a:lnTo>
                      <a:pt x="464" y="669074"/>
                    </a:lnTo>
                    <a:lnTo>
                      <a:pt x="2324" y="667215"/>
                    </a:lnTo>
                    <a:lnTo>
                      <a:pt x="3447" y="666750"/>
                    </a:lnTo>
                    <a:lnTo>
                      <a:pt x="6077" y="666750"/>
                    </a:lnTo>
                    <a:lnTo>
                      <a:pt x="7200" y="667215"/>
                    </a:lnTo>
                    <a:lnTo>
                      <a:pt x="9060" y="669074"/>
                    </a:lnTo>
                    <a:lnTo>
                      <a:pt x="9524" y="670197"/>
                    </a:lnTo>
                    <a:lnTo>
                      <a:pt x="9524" y="672827"/>
                    </a:lnTo>
                    <a:lnTo>
                      <a:pt x="9060" y="673950"/>
                    </a:lnTo>
                    <a:lnTo>
                      <a:pt x="7200" y="675810"/>
                    </a:lnTo>
                    <a:lnTo>
                      <a:pt x="6077" y="676275"/>
                    </a:lnTo>
                    <a:close/>
                  </a:path>
                  <a:path w="9525" h="3105150">
                    <a:moveTo>
                      <a:pt x="6077" y="628649"/>
                    </a:moveTo>
                    <a:lnTo>
                      <a:pt x="3447" y="628649"/>
                    </a:lnTo>
                    <a:lnTo>
                      <a:pt x="2324" y="628185"/>
                    </a:lnTo>
                    <a:lnTo>
                      <a:pt x="464" y="626325"/>
                    </a:lnTo>
                    <a:lnTo>
                      <a:pt x="0" y="625202"/>
                    </a:lnTo>
                    <a:lnTo>
                      <a:pt x="0" y="622572"/>
                    </a:lnTo>
                    <a:lnTo>
                      <a:pt x="464" y="621450"/>
                    </a:lnTo>
                    <a:lnTo>
                      <a:pt x="2324" y="619590"/>
                    </a:lnTo>
                    <a:lnTo>
                      <a:pt x="3447" y="619125"/>
                    </a:lnTo>
                    <a:lnTo>
                      <a:pt x="6077" y="619125"/>
                    </a:lnTo>
                    <a:lnTo>
                      <a:pt x="7200" y="619590"/>
                    </a:lnTo>
                    <a:lnTo>
                      <a:pt x="9060" y="621450"/>
                    </a:lnTo>
                    <a:lnTo>
                      <a:pt x="9524" y="622572"/>
                    </a:lnTo>
                    <a:lnTo>
                      <a:pt x="9524" y="625202"/>
                    </a:lnTo>
                    <a:lnTo>
                      <a:pt x="9060" y="626325"/>
                    </a:lnTo>
                    <a:lnTo>
                      <a:pt x="7200" y="628185"/>
                    </a:lnTo>
                    <a:lnTo>
                      <a:pt x="6077" y="628649"/>
                    </a:lnTo>
                    <a:close/>
                  </a:path>
                  <a:path w="9525" h="3105150">
                    <a:moveTo>
                      <a:pt x="6077" y="581024"/>
                    </a:moveTo>
                    <a:lnTo>
                      <a:pt x="3447" y="581024"/>
                    </a:lnTo>
                    <a:lnTo>
                      <a:pt x="2324" y="580560"/>
                    </a:lnTo>
                    <a:lnTo>
                      <a:pt x="464" y="578700"/>
                    </a:lnTo>
                    <a:lnTo>
                      <a:pt x="0" y="577577"/>
                    </a:lnTo>
                    <a:lnTo>
                      <a:pt x="0" y="574947"/>
                    </a:lnTo>
                    <a:lnTo>
                      <a:pt x="464" y="573824"/>
                    </a:lnTo>
                    <a:lnTo>
                      <a:pt x="2324" y="571965"/>
                    </a:lnTo>
                    <a:lnTo>
                      <a:pt x="3447" y="571500"/>
                    </a:lnTo>
                    <a:lnTo>
                      <a:pt x="6077" y="571500"/>
                    </a:lnTo>
                    <a:lnTo>
                      <a:pt x="7200" y="571965"/>
                    </a:lnTo>
                    <a:lnTo>
                      <a:pt x="9060" y="573824"/>
                    </a:lnTo>
                    <a:lnTo>
                      <a:pt x="9524" y="574947"/>
                    </a:lnTo>
                    <a:lnTo>
                      <a:pt x="9524" y="577577"/>
                    </a:lnTo>
                    <a:lnTo>
                      <a:pt x="9060" y="578700"/>
                    </a:lnTo>
                    <a:lnTo>
                      <a:pt x="7200" y="580560"/>
                    </a:lnTo>
                    <a:lnTo>
                      <a:pt x="6077" y="581024"/>
                    </a:lnTo>
                    <a:close/>
                  </a:path>
                  <a:path w="9525" h="3105150">
                    <a:moveTo>
                      <a:pt x="6077" y="533399"/>
                    </a:moveTo>
                    <a:lnTo>
                      <a:pt x="3447" y="533399"/>
                    </a:lnTo>
                    <a:lnTo>
                      <a:pt x="2324" y="532935"/>
                    </a:lnTo>
                    <a:lnTo>
                      <a:pt x="464" y="531075"/>
                    </a:lnTo>
                    <a:lnTo>
                      <a:pt x="0" y="529952"/>
                    </a:lnTo>
                    <a:lnTo>
                      <a:pt x="0" y="527322"/>
                    </a:lnTo>
                    <a:lnTo>
                      <a:pt x="464" y="526199"/>
                    </a:lnTo>
                    <a:lnTo>
                      <a:pt x="2324" y="524340"/>
                    </a:lnTo>
                    <a:lnTo>
                      <a:pt x="3447" y="523874"/>
                    </a:lnTo>
                    <a:lnTo>
                      <a:pt x="6077" y="523874"/>
                    </a:lnTo>
                    <a:lnTo>
                      <a:pt x="7200" y="524340"/>
                    </a:lnTo>
                    <a:lnTo>
                      <a:pt x="9060" y="526199"/>
                    </a:lnTo>
                    <a:lnTo>
                      <a:pt x="9524" y="527322"/>
                    </a:lnTo>
                    <a:lnTo>
                      <a:pt x="9524" y="529952"/>
                    </a:lnTo>
                    <a:lnTo>
                      <a:pt x="9060" y="531075"/>
                    </a:lnTo>
                    <a:lnTo>
                      <a:pt x="7200" y="532935"/>
                    </a:lnTo>
                    <a:lnTo>
                      <a:pt x="6077" y="533399"/>
                    </a:lnTo>
                    <a:close/>
                  </a:path>
                  <a:path w="9525" h="310515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105150">
                    <a:moveTo>
                      <a:pt x="6077" y="438149"/>
                    </a:moveTo>
                    <a:lnTo>
                      <a:pt x="3447" y="438149"/>
                    </a:lnTo>
                    <a:lnTo>
                      <a:pt x="2324" y="437685"/>
                    </a:lnTo>
                    <a:lnTo>
                      <a:pt x="464" y="435825"/>
                    </a:lnTo>
                    <a:lnTo>
                      <a:pt x="0" y="434702"/>
                    </a:lnTo>
                    <a:lnTo>
                      <a:pt x="0" y="432072"/>
                    </a:lnTo>
                    <a:lnTo>
                      <a:pt x="464" y="430949"/>
                    </a:lnTo>
                    <a:lnTo>
                      <a:pt x="2324" y="429090"/>
                    </a:lnTo>
                    <a:lnTo>
                      <a:pt x="3447" y="428625"/>
                    </a:lnTo>
                    <a:lnTo>
                      <a:pt x="6077" y="428625"/>
                    </a:lnTo>
                    <a:lnTo>
                      <a:pt x="7200" y="429090"/>
                    </a:lnTo>
                    <a:lnTo>
                      <a:pt x="9060" y="430949"/>
                    </a:lnTo>
                    <a:lnTo>
                      <a:pt x="9524" y="432072"/>
                    </a:lnTo>
                    <a:lnTo>
                      <a:pt x="9524" y="434702"/>
                    </a:lnTo>
                    <a:lnTo>
                      <a:pt x="9060" y="435825"/>
                    </a:lnTo>
                    <a:lnTo>
                      <a:pt x="7200" y="437685"/>
                    </a:lnTo>
                    <a:lnTo>
                      <a:pt x="6077" y="438149"/>
                    </a:lnTo>
                    <a:close/>
                  </a:path>
                  <a:path w="9525" h="3105150">
                    <a:moveTo>
                      <a:pt x="6077" y="390524"/>
                    </a:moveTo>
                    <a:lnTo>
                      <a:pt x="3447" y="390524"/>
                    </a:lnTo>
                    <a:lnTo>
                      <a:pt x="2324" y="390060"/>
                    </a:lnTo>
                    <a:lnTo>
                      <a:pt x="464" y="388200"/>
                    </a:lnTo>
                    <a:lnTo>
                      <a:pt x="0" y="387077"/>
                    </a:lnTo>
                    <a:lnTo>
                      <a:pt x="0" y="384447"/>
                    </a:lnTo>
                    <a:lnTo>
                      <a:pt x="464" y="383325"/>
                    </a:lnTo>
                    <a:lnTo>
                      <a:pt x="2324" y="381465"/>
                    </a:lnTo>
                    <a:lnTo>
                      <a:pt x="3447" y="381000"/>
                    </a:lnTo>
                    <a:lnTo>
                      <a:pt x="6077" y="381000"/>
                    </a:lnTo>
                    <a:lnTo>
                      <a:pt x="7200" y="381465"/>
                    </a:lnTo>
                    <a:lnTo>
                      <a:pt x="9060" y="383325"/>
                    </a:lnTo>
                    <a:lnTo>
                      <a:pt x="9524" y="384447"/>
                    </a:lnTo>
                    <a:lnTo>
                      <a:pt x="9524" y="387077"/>
                    </a:lnTo>
                    <a:lnTo>
                      <a:pt x="9060" y="388200"/>
                    </a:lnTo>
                    <a:lnTo>
                      <a:pt x="7200" y="390060"/>
                    </a:lnTo>
                    <a:lnTo>
                      <a:pt x="6077" y="390524"/>
                    </a:lnTo>
                    <a:close/>
                  </a:path>
                  <a:path w="9525" h="3105150">
                    <a:moveTo>
                      <a:pt x="6077" y="342899"/>
                    </a:moveTo>
                    <a:lnTo>
                      <a:pt x="3447" y="342899"/>
                    </a:lnTo>
                    <a:lnTo>
                      <a:pt x="2324" y="342435"/>
                    </a:lnTo>
                    <a:lnTo>
                      <a:pt x="464" y="340575"/>
                    </a:lnTo>
                    <a:lnTo>
                      <a:pt x="0" y="339452"/>
                    </a:lnTo>
                    <a:lnTo>
                      <a:pt x="0" y="336822"/>
                    </a:lnTo>
                    <a:lnTo>
                      <a:pt x="464" y="335699"/>
                    </a:lnTo>
                    <a:lnTo>
                      <a:pt x="2324" y="333840"/>
                    </a:lnTo>
                    <a:lnTo>
                      <a:pt x="3447" y="333375"/>
                    </a:lnTo>
                    <a:lnTo>
                      <a:pt x="6077" y="333375"/>
                    </a:lnTo>
                    <a:lnTo>
                      <a:pt x="7200" y="333840"/>
                    </a:lnTo>
                    <a:lnTo>
                      <a:pt x="9060" y="335699"/>
                    </a:lnTo>
                    <a:lnTo>
                      <a:pt x="9524" y="336822"/>
                    </a:lnTo>
                    <a:lnTo>
                      <a:pt x="9524" y="339452"/>
                    </a:lnTo>
                    <a:lnTo>
                      <a:pt x="9060" y="340575"/>
                    </a:lnTo>
                    <a:lnTo>
                      <a:pt x="7200" y="342435"/>
                    </a:lnTo>
                    <a:lnTo>
                      <a:pt x="6077" y="342899"/>
                    </a:lnTo>
                    <a:close/>
                  </a:path>
                  <a:path w="9525" h="3105150">
                    <a:moveTo>
                      <a:pt x="6077" y="295274"/>
                    </a:moveTo>
                    <a:lnTo>
                      <a:pt x="3447" y="295274"/>
                    </a:lnTo>
                    <a:lnTo>
                      <a:pt x="2324" y="294810"/>
                    </a:lnTo>
                    <a:lnTo>
                      <a:pt x="464" y="292950"/>
                    </a:lnTo>
                    <a:lnTo>
                      <a:pt x="0" y="291827"/>
                    </a:lnTo>
                    <a:lnTo>
                      <a:pt x="0" y="289197"/>
                    </a:lnTo>
                    <a:lnTo>
                      <a:pt x="464" y="288075"/>
                    </a:lnTo>
                    <a:lnTo>
                      <a:pt x="2324" y="286215"/>
                    </a:lnTo>
                    <a:lnTo>
                      <a:pt x="3447" y="285750"/>
                    </a:lnTo>
                    <a:lnTo>
                      <a:pt x="6077" y="285750"/>
                    </a:lnTo>
                    <a:lnTo>
                      <a:pt x="7200" y="286215"/>
                    </a:lnTo>
                    <a:lnTo>
                      <a:pt x="9060" y="288075"/>
                    </a:lnTo>
                    <a:lnTo>
                      <a:pt x="9524" y="289197"/>
                    </a:lnTo>
                    <a:lnTo>
                      <a:pt x="9524" y="291827"/>
                    </a:lnTo>
                    <a:lnTo>
                      <a:pt x="9060" y="292950"/>
                    </a:lnTo>
                    <a:lnTo>
                      <a:pt x="7200" y="294810"/>
                    </a:lnTo>
                    <a:lnTo>
                      <a:pt x="6077" y="295274"/>
                    </a:lnTo>
                    <a:close/>
                  </a:path>
                  <a:path w="9525" h="3105150">
                    <a:moveTo>
                      <a:pt x="6077" y="247649"/>
                    </a:moveTo>
                    <a:lnTo>
                      <a:pt x="3447" y="247649"/>
                    </a:lnTo>
                    <a:lnTo>
                      <a:pt x="2324" y="247185"/>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5"/>
                    </a:lnTo>
                    <a:lnTo>
                      <a:pt x="6077" y="247649"/>
                    </a:lnTo>
                    <a:close/>
                  </a:path>
                  <a:path w="9525" h="3105150">
                    <a:moveTo>
                      <a:pt x="6077" y="200024"/>
                    </a:moveTo>
                    <a:lnTo>
                      <a:pt x="3447" y="200024"/>
                    </a:lnTo>
                    <a:lnTo>
                      <a:pt x="2324" y="199560"/>
                    </a:lnTo>
                    <a:lnTo>
                      <a:pt x="464" y="197700"/>
                    </a:lnTo>
                    <a:lnTo>
                      <a:pt x="0" y="196577"/>
                    </a:lnTo>
                    <a:lnTo>
                      <a:pt x="0" y="193947"/>
                    </a:lnTo>
                    <a:lnTo>
                      <a:pt x="464" y="192824"/>
                    </a:lnTo>
                    <a:lnTo>
                      <a:pt x="2324" y="190965"/>
                    </a:lnTo>
                    <a:lnTo>
                      <a:pt x="3447" y="190500"/>
                    </a:lnTo>
                    <a:lnTo>
                      <a:pt x="6077" y="190500"/>
                    </a:lnTo>
                    <a:lnTo>
                      <a:pt x="7200" y="190965"/>
                    </a:lnTo>
                    <a:lnTo>
                      <a:pt x="9060" y="192824"/>
                    </a:lnTo>
                    <a:lnTo>
                      <a:pt x="9524" y="193947"/>
                    </a:lnTo>
                    <a:lnTo>
                      <a:pt x="9524" y="196577"/>
                    </a:lnTo>
                    <a:lnTo>
                      <a:pt x="9060" y="197700"/>
                    </a:lnTo>
                    <a:lnTo>
                      <a:pt x="7200" y="199560"/>
                    </a:lnTo>
                    <a:lnTo>
                      <a:pt x="6077" y="200024"/>
                    </a:lnTo>
                    <a:close/>
                  </a:path>
                  <a:path w="9525" h="3105150">
                    <a:moveTo>
                      <a:pt x="6077" y="152399"/>
                    </a:moveTo>
                    <a:lnTo>
                      <a:pt x="3447" y="152399"/>
                    </a:lnTo>
                    <a:lnTo>
                      <a:pt x="2324" y="151935"/>
                    </a:lnTo>
                    <a:lnTo>
                      <a:pt x="464" y="150075"/>
                    </a:lnTo>
                    <a:lnTo>
                      <a:pt x="0" y="148952"/>
                    </a:lnTo>
                    <a:lnTo>
                      <a:pt x="0" y="146322"/>
                    </a:lnTo>
                    <a:lnTo>
                      <a:pt x="464" y="145200"/>
                    </a:lnTo>
                    <a:lnTo>
                      <a:pt x="2324" y="143340"/>
                    </a:lnTo>
                    <a:lnTo>
                      <a:pt x="3447" y="142875"/>
                    </a:lnTo>
                    <a:lnTo>
                      <a:pt x="6077" y="142875"/>
                    </a:lnTo>
                    <a:lnTo>
                      <a:pt x="7200" y="143340"/>
                    </a:lnTo>
                    <a:lnTo>
                      <a:pt x="9060" y="145200"/>
                    </a:lnTo>
                    <a:lnTo>
                      <a:pt x="9524" y="146322"/>
                    </a:lnTo>
                    <a:lnTo>
                      <a:pt x="9524" y="148952"/>
                    </a:lnTo>
                    <a:lnTo>
                      <a:pt x="9060" y="150075"/>
                    </a:lnTo>
                    <a:lnTo>
                      <a:pt x="7200" y="151935"/>
                    </a:lnTo>
                    <a:lnTo>
                      <a:pt x="6077" y="152399"/>
                    </a:lnTo>
                    <a:close/>
                  </a:path>
                  <a:path w="9525" h="3105150">
                    <a:moveTo>
                      <a:pt x="6077" y="104774"/>
                    </a:moveTo>
                    <a:lnTo>
                      <a:pt x="3447" y="104774"/>
                    </a:lnTo>
                    <a:lnTo>
                      <a:pt x="2324" y="104310"/>
                    </a:lnTo>
                    <a:lnTo>
                      <a:pt x="464" y="102450"/>
                    </a:lnTo>
                    <a:lnTo>
                      <a:pt x="0" y="101327"/>
                    </a:lnTo>
                    <a:lnTo>
                      <a:pt x="0" y="98697"/>
                    </a:lnTo>
                    <a:lnTo>
                      <a:pt x="464" y="97575"/>
                    </a:lnTo>
                    <a:lnTo>
                      <a:pt x="2324" y="95715"/>
                    </a:lnTo>
                    <a:lnTo>
                      <a:pt x="3447" y="95250"/>
                    </a:lnTo>
                    <a:lnTo>
                      <a:pt x="6077" y="95250"/>
                    </a:lnTo>
                    <a:lnTo>
                      <a:pt x="7200" y="95715"/>
                    </a:lnTo>
                    <a:lnTo>
                      <a:pt x="9060" y="97575"/>
                    </a:lnTo>
                    <a:lnTo>
                      <a:pt x="9524" y="98697"/>
                    </a:lnTo>
                    <a:lnTo>
                      <a:pt x="9524" y="101327"/>
                    </a:lnTo>
                    <a:lnTo>
                      <a:pt x="9060" y="102450"/>
                    </a:lnTo>
                    <a:lnTo>
                      <a:pt x="7200" y="104310"/>
                    </a:lnTo>
                    <a:lnTo>
                      <a:pt x="6077" y="104774"/>
                    </a:lnTo>
                    <a:close/>
                  </a:path>
                  <a:path w="9525" h="3105150">
                    <a:moveTo>
                      <a:pt x="6077" y="57149"/>
                    </a:moveTo>
                    <a:lnTo>
                      <a:pt x="3447" y="57149"/>
                    </a:lnTo>
                    <a:lnTo>
                      <a:pt x="2324" y="56685"/>
                    </a:lnTo>
                    <a:lnTo>
                      <a:pt x="464" y="54825"/>
                    </a:lnTo>
                    <a:lnTo>
                      <a:pt x="0" y="53702"/>
                    </a:lnTo>
                    <a:lnTo>
                      <a:pt x="0" y="51072"/>
                    </a:lnTo>
                    <a:lnTo>
                      <a:pt x="464" y="49950"/>
                    </a:lnTo>
                    <a:lnTo>
                      <a:pt x="2324" y="48090"/>
                    </a:lnTo>
                    <a:lnTo>
                      <a:pt x="3447" y="47625"/>
                    </a:lnTo>
                    <a:lnTo>
                      <a:pt x="6077" y="47625"/>
                    </a:lnTo>
                    <a:lnTo>
                      <a:pt x="7200" y="48090"/>
                    </a:lnTo>
                    <a:lnTo>
                      <a:pt x="9060" y="49950"/>
                    </a:lnTo>
                    <a:lnTo>
                      <a:pt x="9524" y="51072"/>
                    </a:lnTo>
                    <a:lnTo>
                      <a:pt x="9524" y="53702"/>
                    </a:lnTo>
                    <a:lnTo>
                      <a:pt x="9060" y="54825"/>
                    </a:lnTo>
                    <a:lnTo>
                      <a:pt x="7200" y="56685"/>
                    </a:lnTo>
                    <a:lnTo>
                      <a:pt x="6077" y="57149"/>
                    </a:lnTo>
                    <a:close/>
                  </a:path>
                  <a:path w="9525" h="310515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41" name="object 19"/>
              <p:cNvSpPr txBox="1"/>
              <p:nvPr/>
            </p:nvSpPr>
            <p:spPr>
              <a:xfrm>
                <a:off x="4413951" y="2702123"/>
                <a:ext cx="122337"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5.0</a:t>
                </a:r>
                <a:endParaRPr sz="633">
                  <a:latin typeface="Segoe UI"/>
                  <a:cs typeface="Segoe UI"/>
                </a:endParaRPr>
              </a:p>
            </p:txBody>
          </p:sp>
          <p:grpSp>
            <p:nvGrpSpPr>
              <p:cNvPr id="42" name="object 20"/>
              <p:cNvGrpSpPr/>
              <p:nvPr/>
            </p:nvGrpSpPr>
            <p:grpSpPr>
              <a:xfrm>
                <a:off x="823540" y="531897"/>
                <a:ext cx="3651349" cy="1993553"/>
                <a:chOff x="993457" y="756475"/>
                <a:chExt cx="5193030" cy="2835275"/>
              </a:xfrm>
            </p:grpSpPr>
            <p:sp>
              <p:nvSpPr>
                <p:cNvPr id="43" name="object 21"/>
                <p:cNvSpPr/>
                <p:nvPr/>
              </p:nvSpPr>
              <p:spPr>
                <a:xfrm>
                  <a:off x="1698715" y="3468242"/>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44" name="object 22"/>
                <p:cNvSpPr/>
                <p:nvPr/>
              </p:nvSpPr>
              <p:spPr>
                <a:xfrm>
                  <a:off x="1698715" y="3468242"/>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45" name="object 23"/>
                <p:cNvPicPr/>
                <p:nvPr/>
              </p:nvPicPr>
              <p:blipFill>
                <a:blip r:embed="rId5" cstate="print"/>
                <a:stretch>
                  <a:fillRect/>
                </a:stretch>
              </p:blipFill>
              <p:spPr>
                <a:xfrm>
                  <a:off x="5396456" y="2419349"/>
                  <a:ext cx="89534" cy="89534"/>
                </a:xfrm>
                <a:prstGeom prst="rect">
                  <a:avLst/>
                </a:prstGeom>
              </p:spPr>
            </p:pic>
            <p:sp>
              <p:nvSpPr>
                <p:cNvPr id="46" name="object 24"/>
                <p:cNvSpPr/>
                <p:nvPr/>
              </p:nvSpPr>
              <p:spPr>
                <a:xfrm>
                  <a:off x="5771469" y="2230754"/>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47" name="object 25"/>
                <p:cNvSpPr/>
                <p:nvPr/>
              </p:nvSpPr>
              <p:spPr>
                <a:xfrm>
                  <a:off x="5771469" y="2230754"/>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48" name="object 26"/>
                <p:cNvSpPr/>
                <p:nvPr/>
              </p:nvSpPr>
              <p:spPr>
                <a:xfrm>
                  <a:off x="998219" y="3506914"/>
                  <a:ext cx="40005" cy="80010"/>
                </a:xfrm>
                <a:custGeom>
                  <a:avLst/>
                  <a:gdLst/>
                  <a:ahLst/>
                  <a:cxnLst/>
                  <a:rect l="l" t="t" r="r" b="b"/>
                  <a:pathLst>
                    <a:path w="40005" h="80010">
                      <a:moveTo>
                        <a:pt x="5304" y="80009"/>
                      </a:moveTo>
                      <a:lnTo>
                        <a:pt x="0" y="80009"/>
                      </a:lnTo>
                      <a:lnTo>
                        <a:pt x="0" y="0"/>
                      </a:lnTo>
                      <a:lnTo>
                        <a:pt x="34929" y="19794"/>
                      </a:lnTo>
                      <a:lnTo>
                        <a:pt x="40004" y="34700"/>
                      </a:lnTo>
                      <a:lnTo>
                        <a:pt x="40004" y="45309"/>
                      </a:lnTo>
                      <a:lnTo>
                        <a:pt x="10408" y="78994"/>
                      </a:lnTo>
                      <a:lnTo>
                        <a:pt x="5304" y="80009"/>
                      </a:lnTo>
                      <a:close/>
                    </a:path>
                  </a:pathLst>
                </a:custGeom>
                <a:solidFill>
                  <a:srgbClr val="118CFF">
                    <a:alpha val="84999"/>
                  </a:srgbClr>
                </a:solidFill>
              </p:spPr>
              <p:txBody>
                <a:bodyPr wrap="square" lIns="0" tIns="0" rIns="0" bIns="0" rtlCol="0"/>
                <a:lstStyle/>
                <a:p>
                  <a:endParaRPr sz="1266"/>
                </a:p>
              </p:txBody>
            </p:sp>
            <p:sp>
              <p:nvSpPr>
                <p:cNvPr id="49" name="object 27"/>
                <p:cNvSpPr/>
                <p:nvPr/>
              </p:nvSpPr>
              <p:spPr>
                <a:xfrm>
                  <a:off x="998219" y="3506914"/>
                  <a:ext cx="40005" cy="80010"/>
                </a:xfrm>
                <a:custGeom>
                  <a:avLst/>
                  <a:gdLst/>
                  <a:ahLst/>
                  <a:cxnLst/>
                  <a:rect l="l" t="t" r="r" b="b"/>
                  <a:pathLst>
                    <a:path w="40005" h="80010">
                      <a:moveTo>
                        <a:pt x="0" y="80009"/>
                      </a:moveTo>
                      <a:lnTo>
                        <a:pt x="34929" y="60215"/>
                      </a:lnTo>
                      <a:lnTo>
                        <a:pt x="40004" y="40004"/>
                      </a:lnTo>
                      <a:lnTo>
                        <a:pt x="40004" y="34700"/>
                      </a:lnTo>
                      <a:lnTo>
                        <a:pt x="15309" y="3045"/>
                      </a:lnTo>
                      <a:lnTo>
                        <a:pt x="5304" y="0"/>
                      </a:lnTo>
                      <a:lnTo>
                        <a:pt x="0" y="0"/>
                      </a:lnTo>
                    </a:path>
                  </a:pathLst>
                </a:custGeom>
                <a:ln w="9524">
                  <a:solidFill>
                    <a:srgbClr val="118CFF"/>
                  </a:solidFill>
                </a:ln>
              </p:spPr>
              <p:txBody>
                <a:bodyPr wrap="square" lIns="0" tIns="0" rIns="0" bIns="0" rtlCol="0"/>
                <a:lstStyle/>
                <a:p>
                  <a:endParaRPr sz="1266"/>
                </a:p>
              </p:txBody>
            </p:sp>
            <p:pic>
              <p:nvPicPr>
                <p:cNvPr id="50" name="object 28"/>
                <p:cNvPicPr/>
                <p:nvPr/>
              </p:nvPicPr>
              <p:blipFill>
                <a:blip r:embed="rId5" cstate="print"/>
                <a:stretch>
                  <a:fillRect/>
                </a:stretch>
              </p:blipFill>
              <p:spPr>
                <a:xfrm>
                  <a:off x="4285705" y="2806064"/>
                  <a:ext cx="89534" cy="89534"/>
                </a:xfrm>
                <a:prstGeom prst="rect">
                  <a:avLst/>
                </a:prstGeom>
              </p:spPr>
            </p:pic>
            <p:pic>
              <p:nvPicPr>
                <p:cNvPr id="51" name="object 29"/>
                <p:cNvPicPr/>
                <p:nvPr/>
              </p:nvPicPr>
              <p:blipFill>
                <a:blip r:embed="rId3" cstate="print"/>
                <a:stretch>
                  <a:fillRect/>
                </a:stretch>
              </p:blipFill>
              <p:spPr>
                <a:xfrm>
                  <a:off x="5026206" y="2303335"/>
                  <a:ext cx="89534" cy="89534"/>
                </a:xfrm>
                <a:prstGeom prst="rect">
                  <a:avLst/>
                </a:prstGeom>
              </p:spPr>
            </p:pic>
            <p:sp>
              <p:nvSpPr>
                <p:cNvPr id="52" name="object 30"/>
                <p:cNvSpPr/>
                <p:nvPr/>
              </p:nvSpPr>
              <p:spPr>
                <a:xfrm>
                  <a:off x="5401219" y="2153411"/>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53" name="object 31"/>
                <p:cNvSpPr/>
                <p:nvPr/>
              </p:nvSpPr>
              <p:spPr>
                <a:xfrm>
                  <a:off x="5401219" y="2153411"/>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54" name="object 32"/>
                <p:cNvPicPr/>
                <p:nvPr/>
              </p:nvPicPr>
              <p:blipFill>
                <a:blip r:embed="rId5" cstate="print"/>
                <a:stretch>
                  <a:fillRect/>
                </a:stretch>
              </p:blipFill>
              <p:spPr>
                <a:xfrm>
                  <a:off x="2064203" y="3424808"/>
                  <a:ext cx="89534" cy="89534"/>
                </a:xfrm>
                <a:prstGeom prst="rect">
                  <a:avLst/>
                </a:prstGeom>
              </p:spPr>
            </p:pic>
            <p:sp>
              <p:nvSpPr>
                <p:cNvPr id="55" name="object 33"/>
                <p:cNvSpPr/>
                <p:nvPr/>
              </p:nvSpPr>
              <p:spPr>
                <a:xfrm>
                  <a:off x="3920217" y="3158870"/>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56" name="object 34"/>
                <p:cNvSpPr/>
                <p:nvPr/>
              </p:nvSpPr>
              <p:spPr>
                <a:xfrm>
                  <a:off x="3920217" y="3158870"/>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57" name="object 35"/>
                <p:cNvPicPr/>
                <p:nvPr/>
              </p:nvPicPr>
              <p:blipFill>
                <a:blip r:embed="rId6" cstate="print"/>
                <a:stretch>
                  <a:fillRect/>
                </a:stretch>
              </p:blipFill>
              <p:spPr>
                <a:xfrm>
                  <a:off x="4655956" y="2767393"/>
                  <a:ext cx="89534" cy="89534"/>
                </a:xfrm>
                <a:prstGeom prst="rect">
                  <a:avLst/>
                </a:prstGeom>
              </p:spPr>
            </p:pic>
            <p:sp>
              <p:nvSpPr>
                <p:cNvPr id="58" name="object 36"/>
                <p:cNvSpPr/>
                <p:nvPr/>
              </p:nvSpPr>
              <p:spPr>
                <a:xfrm>
                  <a:off x="5771469" y="2269426"/>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59" name="object 37"/>
                <p:cNvSpPr/>
                <p:nvPr/>
              </p:nvSpPr>
              <p:spPr>
                <a:xfrm>
                  <a:off x="5771469" y="2269426"/>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60" name="object 38"/>
                <p:cNvSpPr/>
                <p:nvPr/>
              </p:nvSpPr>
              <p:spPr>
                <a:xfrm>
                  <a:off x="5771469" y="2114740"/>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61" name="object 39"/>
                <p:cNvSpPr/>
                <p:nvPr/>
              </p:nvSpPr>
              <p:spPr>
                <a:xfrm>
                  <a:off x="5771469" y="2114740"/>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62" name="object 40"/>
                <p:cNvPicPr/>
                <p:nvPr/>
              </p:nvPicPr>
              <p:blipFill>
                <a:blip r:embed="rId5" cstate="print"/>
                <a:stretch>
                  <a:fillRect/>
                </a:stretch>
              </p:blipFill>
              <p:spPr>
                <a:xfrm>
                  <a:off x="1323702" y="3347465"/>
                  <a:ext cx="89534" cy="89534"/>
                </a:xfrm>
                <a:prstGeom prst="rect">
                  <a:avLst/>
                </a:prstGeom>
              </p:spPr>
            </p:pic>
            <p:pic>
              <p:nvPicPr>
                <p:cNvPr id="63" name="object 41"/>
                <p:cNvPicPr/>
                <p:nvPr/>
              </p:nvPicPr>
              <p:blipFill>
                <a:blip r:embed="rId5" cstate="print"/>
                <a:stretch>
                  <a:fillRect/>
                </a:stretch>
              </p:blipFill>
              <p:spPr>
                <a:xfrm>
                  <a:off x="5026206" y="2690050"/>
                  <a:ext cx="89534" cy="89534"/>
                </a:xfrm>
                <a:prstGeom prst="rect">
                  <a:avLst/>
                </a:prstGeom>
              </p:spPr>
            </p:pic>
            <p:sp>
              <p:nvSpPr>
                <p:cNvPr id="64" name="object 42"/>
                <p:cNvSpPr/>
                <p:nvPr/>
              </p:nvSpPr>
              <p:spPr>
                <a:xfrm>
                  <a:off x="5401219" y="2230754"/>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65" name="object 43"/>
                <p:cNvSpPr/>
                <p:nvPr/>
              </p:nvSpPr>
              <p:spPr>
                <a:xfrm>
                  <a:off x="5401219" y="2230754"/>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66" name="object 44"/>
                <p:cNvSpPr/>
                <p:nvPr/>
              </p:nvSpPr>
              <p:spPr>
                <a:xfrm>
                  <a:off x="1698715" y="3468242"/>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67" name="object 45"/>
                <p:cNvSpPr/>
                <p:nvPr/>
              </p:nvSpPr>
              <p:spPr>
                <a:xfrm>
                  <a:off x="1698715" y="3468242"/>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68" name="object 46"/>
                <p:cNvSpPr/>
                <p:nvPr/>
              </p:nvSpPr>
              <p:spPr>
                <a:xfrm>
                  <a:off x="3920217" y="3197542"/>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69" name="object 47"/>
                <p:cNvSpPr/>
                <p:nvPr/>
              </p:nvSpPr>
              <p:spPr>
                <a:xfrm>
                  <a:off x="3920217" y="3197542"/>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70" name="object 48"/>
                <p:cNvSpPr/>
                <p:nvPr/>
              </p:nvSpPr>
              <p:spPr>
                <a:xfrm>
                  <a:off x="4660718" y="3042856"/>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71" name="object 49"/>
                <p:cNvSpPr/>
                <p:nvPr/>
              </p:nvSpPr>
              <p:spPr>
                <a:xfrm>
                  <a:off x="4660718" y="3042856"/>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72" name="object 50"/>
                <p:cNvPicPr/>
                <p:nvPr/>
              </p:nvPicPr>
              <p:blipFill>
                <a:blip r:embed="rId3" cstate="print"/>
                <a:stretch>
                  <a:fillRect/>
                </a:stretch>
              </p:blipFill>
              <p:spPr>
                <a:xfrm>
                  <a:off x="5396456" y="2612707"/>
                  <a:ext cx="89534" cy="89534"/>
                </a:xfrm>
                <a:prstGeom prst="rect">
                  <a:avLst/>
                </a:prstGeom>
              </p:spPr>
            </p:pic>
            <p:sp>
              <p:nvSpPr>
                <p:cNvPr id="73" name="object 51"/>
                <p:cNvSpPr/>
                <p:nvPr/>
              </p:nvSpPr>
              <p:spPr>
                <a:xfrm>
                  <a:off x="5771469" y="2153411"/>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74" name="object 52"/>
                <p:cNvSpPr/>
                <p:nvPr/>
              </p:nvSpPr>
              <p:spPr>
                <a:xfrm>
                  <a:off x="5771469" y="2153411"/>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75" name="object 53"/>
                <p:cNvPicPr/>
                <p:nvPr/>
              </p:nvPicPr>
              <p:blipFill>
                <a:blip r:embed="rId7" cstate="print"/>
                <a:stretch>
                  <a:fillRect/>
                </a:stretch>
              </p:blipFill>
              <p:spPr>
                <a:xfrm>
                  <a:off x="4285705" y="2999422"/>
                  <a:ext cx="89534" cy="282892"/>
                </a:xfrm>
                <a:prstGeom prst="rect">
                  <a:avLst/>
                </a:prstGeom>
              </p:spPr>
            </p:pic>
            <p:sp>
              <p:nvSpPr>
                <p:cNvPr id="76" name="object 54"/>
                <p:cNvSpPr/>
                <p:nvPr/>
              </p:nvSpPr>
              <p:spPr>
                <a:xfrm>
                  <a:off x="4660718" y="3120199"/>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77" name="object 55"/>
                <p:cNvSpPr/>
                <p:nvPr/>
              </p:nvSpPr>
              <p:spPr>
                <a:xfrm>
                  <a:off x="4660718" y="3120199"/>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78" name="object 56"/>
                <p:cNvPicPr/>
                <p:nvPr/>
              </p:nvPicPr>
              <p:blipFill>
                <a:blip r:embed="rId5" cstate="print"/>
                <a:stretch>
                  <a:fillRect/>
                </a:stretch>
              </p:blipFill>
              <p:spPr>
                <a:xfrm>
                  <a:off x="3915455" y="3038093"/>
                  <a:ext cx="89534" cy="89534"/>
                </a:xfrm>
                <a:prstGeom prst="rect">
                  <a:avLst/>
                </a:prstGeom>
              </p:spPr>
            </p:pic>
            <p:pic>
              <p:nvPicPr>
                <p:cNvPr id="79" name="object 57"/>
                <p:cNvPicPr/>
                <p:nvPr/>
              </p:nvPicPr>
              <p:blipFill>
                <a:blip r:embed="rId8" cstate="print"/>
                <a:stretch>
                  <a:fillRect/>
                </a:stretch>
              </p:blipFill>
              <p:spPr>
                <a:xfrm>
                  <a:off x="5026206" y="2922079"/>
                  <a:ext cx="89534" cy="244220"/>
                </a:xfrm>
                <a:prstGeom prst="rect">
                  <a:avLst/>
                </a:prstGeom>
              </p:spPr>
            </p:pic>
            <p:sp>
              <p:nvSpPr>
                <p:cNvPr id="80" name="object 58"/>
                <p:cNvSpPr/>
                <p:nvPr/>
              </p:nvSpPr>
              <p:spPr>
                <a:xfrm>
                  <a:off x="4660718" y="2965513"/>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81" name="object 59"/>
                <p:cNvSpPr/>
                <p:nvPr/>
              </p:nvSpPr>
              <p:spPr>
                <a:xfrm>
                  <a:off x="4660718" y="2965513"/>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82" name="object 60"/>
                <p:cNvSpPr/>
                <p:nvPr/>
              </p:nvSpPr>
              <p:spPr>
                <a:xfrm>
                  <a:off x="3920217" y="3158870"/>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83" name="object 61"/>
                <p:cNvSpPr/>
                <p:nvPr/>
              </p:nvSpPr>
              <p:spPr>
                <a:xfrm>
                  <a:off x="3920217" y="3158870"/>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84" name="object 62"/>
                <p:cNvSpPr/>
                <p:nvPr/>
              </p:nvSpPr>
              <p:spPr>
                <a:xfrm>
                  <a:off x="4660718" y="3081527"/>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pic>
              <p:nvPicPr>
                <p:cNvPr id="85" name="object 63"/>
                <p:cNvPicPr/>
                <p:nvPr/>
              </p:nvPicPr>
              <p:blipFill>
                <a:blip r:embed="rId9" cstate="print"/>
                <a:stretch>
                  <a:fillRect/>
                </a:stretch>
              </p:blipFill>
              <p:spPr>
                <a:xfrm>
                  <a:off x="5766707" y="2535364"/>
                  <a:ext cx="89534" cy="553592"/>
                </a:xfrm>
                <a:prstGeom prst="rect">
                  <a:avLst/>
                </a:prstGeom>
              </p:spPr>
            </p:pic>
            <p:sp>
              <p:nvSpPr>
                <p:cNvPr id="86" name="object 64"/>
                <p:cNvSpPr/>
                <p:nvPr/>
              </p:nvSpPr>
              <p:spPr>
                <a:xfrm>
                  <a:off x="4660718" y="3081527"/>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87" name="object 65"/>
                <p:cNvPicPr/>
                <p:nvPr/>
              </p:nvPicPr>
              <p:blipFill>
                <a:blip r:embed="rId10" cstate="print"/>
                <a:stretch>
                  <a:fillRect/>
                </a:stretch>
              </p:blipFill>
              <p:spPr>
                <a:xfrm>
                  <a:off x="5396456" y="2806064"/>
                  <a:ext cx="89534" cy="321563"/>
                </a:xfrm>
                <a:prstGeom prst="rect">
                  <a:avLst/>
                </a:prstGeom>
              </p:spPr>
            </p:pic>
            <p:pic>
              <p:nvPicPr>
                <p:cNvPr id="88" name="object 66"/>
                <p:cNvPicPr/>
                <p:nvPr/>
              </p:nvPicPr>
              <p:blipFill>
                <a:blip r:embed="rId11" cstate="print"/>
                <a:stretch>
                  <a:fillRect/>
                </a:stretch>
              </p:blipFill>
              <p:spPr>
                <a:xfrm>
                  <a:off x="6136957" y="1027176"/>
                  <a:ext cx="49530" cy="2023109"/>
                </a:xfrm>
                <a:prstGeom prst="rect">
                  <a:avLst/>
                </a:prstGeom>
              </p:spPr>
            </p:pic>
            <p:pic>
              <p:nvPicPr>
                <p:cNvPr id="89" name="object 67"/>
                <p:cNvPicPr/>
                <p:nvPr/>
              </p:nvPicPr>
              <p:blipFill>
                <a:blip r:embed="rId12" cstate="print"/>
                <a:stretch>
                  <a:fillRect/>
                </a:stretch>
              </p:blipFill>
              <p:spPr>
                <a:xfrm>
                  <a:off x="3174954" y="3154108"/>
                  <a:ext cx="89534" cy="321563"/>
                </a:xfrm>
                <a:prstGeom prst="rect">
                  <a:avLst/>
                </a:prstGeom>
              </p:spPr>
            </p:pic>
            <p:pic>
              <p:nvPicPr>
                <p:cNvPr id="90" name="object 68"/>
                <p:cNvPicPr/>
                <p:nvPr/>
              </p:nvPicPr>
              <p:blipFill>
                <a:blip r:embed="rId13" cstate="print"/>
                <a:stretch>
                  <a:fillRect/>
                </a:stretch>
              </p:blipFill>
              <p:spPr>
                <a:xfrm>
                  <a:off x="3545204" y="2844736"/>
                  <a:ext cx="89534" cy="476249"/>
                </a:xfrm>
                <a:prstGeom prst="rect">
                  <a:avLst/>
                </a:prstGeom>
              </p:spPr>
            </p:pic>
            <p:sp>
              <p:nvSpPr>
                <p:cNvPr id="91" name="object 69"/>
                <p:cNvSpPr/>
                <p:nvPr/>
              </p:nvSpPr>
              <p:spPr>
                <a:xfrm>
                  <a:off x="2068966" y="3081527"/>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92" name="object 70"/>
                <p:cNvSpPr/>
                <p:nvPr/>
              </p:nvSpPr>
              <p:spPr>
                <a:xfrm>
                  <a:off x="2068966" y="3081527"/>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93" name="object 71"/>
                <p:cNvPicPr/>
                <p:nvPr/>
              </p:nvPicPr>
              <p:blipFill>
                <a:blip r:embed="rId14" cstate="print"/>
                <a:stretch>
                  <a:fillRect/>
                </a:stretch>
              </p:blipFill>
              <p:spPr>
                <a:xfrm>
                  <a:off x="2434453" y="3192779"/>
                  <a:ext cx="89534" cy="282892"/>
                </a:xfrm>
                <a:prstGeom prst="rect">
                  <a:avLst/>
                </a:prstGeom>
              </p:spPr>
            </p:pic>
            <p:sp>
              <p:nvSpPr>
                <p:cNvPr id="94" name="object 72"/>
                <p:cNvSpPr/>
                <p:nvPr/>
              </p:nvSpPr>
              <p:spPr>
                <a:xfrm>
                  <a:off x="5030968" y="1341310"/>
                  <a:ext cx="80010" cy="80010"/>
                </a:xfrm>
                <a:custGeom>
                  <a:avLst/>
                  <a:gdLst/>
                  <a:ahLst/>
                  <a:cxnLst/>
                  <a:rect l="l" t="t" r="r" b="b"/>
                  <a:pathLst>
                    <a:path w="80010" h="80009">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95" name="object 73"/>
                <p:cNvSpPr/>
                <p:nvPr/>
              </p:nvSpPr>
              <p:spPr>
                <a:xfrm>
                  <a:off x="5030968" y="1341310"/>
                  <a:ext cx="80010" cy="80010"/>
                </a:xfrm>
                <a:custGeom>
                  <a:avLst/>
                  <a:gdLst/>
                  <a:ahLst/>
                  <a:cxnLst/>
                  <a:rect l="l" t="t" r="r" b="b"/>
                  <a:pathLst>
                    <a:path w="80010" h="80009">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96" name="object 74"/>
                <p:cNvPicPr/>
                <p:nvPr/>
              </p:nvPicPr>
              <p:blipFill>
                <a:blip r:embed="rId15" cstate="print"/>
                <a:stretch>
                  <a:fillRect/>
                </a:stretch>
              </p:blipFill>
              <p:spPr>
                <a:xfrm>
                  <a:off x="2804704" y="2844736"/>
                  <a:ext cx="89534" cy="592264"/>
                </a:xfrm>
                <a:prstGeom prst="rect">
                  <a:avLst/>
                </a:prstGeom>
              </p:spPr>
            </p:pic>
            <p:sp>
              <p:nvSpPr>
                <p:cNvPr id="97" name="object 75"/>
                <p:cNvSpPr/>
                <p:nvPr/>
              </p:nvSpPr>
              <p:spPr>
                <a:xfrm>
                  <a:off x="3179717" y="1921382"/>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98" name="object 76"/>
                <p:cNvSpPr/>
                <p:nvPr/>
              </p:nvSpPr>
              <p:spPr>
                <a:xfrm>
                  <a:off x="3179717" y="1921382"/>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99" name="object 77"/>
                <p:cNvSpPr/>
                <p:nvPr/>
              </p:nvSpPr>
              <p:spPr>
                <a:xfrm>
                  <a:off x="5030968" y="1495996"/>
                  <a:ext cx="80010" cy="80010"/>
                </a:xfrm>
                <a:custGeom>
                  <a:avLst/>
                  <a:gdLst/>
                  <a:ahLst/>
                  <a:cxnLst/>
                  <a:rect l="l" t="t" r="r" b="b"/>
                  <a:pathLst>
                    <a:path w="80010" h="80009">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00" name="object 78"/>
                <p:cNvSpPr/>
                <p:nvPr/>
              </p:nvSpPr>
              <p:spPr>
                <a:xfrm>
                  <a:off x="5030968" y="1495996"/>
                  <a:ext cx="80010" cy="80010"/>
                </a:xfrm>
                <a:custGeom>
                  <a:avLst/>
                  <a:gdLst/>
                  <a:ahLst/>
                  <a:cxnLst/>
                  <a:rect l="l" t="t" r="r" b="b"/>
                  <a:pathLst>
                    <a:path w="80010" h="80009">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101" name="object 79"/>
                <p:cNvSpPr/>
                <p:nvPr/>
              </p:nvSpPr>
              <p:spPr>
                <a:xfrm>
                  <a:off x="5401219" y="1109281"/>
                  <a:ext cx="80010" cy="80010"/>
                </a:xfrm>
                <a:custGeom>
                  <a:avLst/>
                  <a:gdLst/>
                  <a:ahLst/>
                  <a:cxnLst/>
                  <a:rect l="l" t="t" r="r" b="b"/>
                  <a:pathLst>
                    <a:path w="80010" h="80009">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02" name="object 80"/>
                <p:cNvSpPr/>
                <p:nvPr/>
              </p:nvSpPr>
              <p:spPr>
                <a:xfrm>
                  <a:off x="5401219" y="1109281"/>
                  <a:ext cx="80010" cy="80010"/>
                </a:xfrm>
                <a:custGeom>
                  <a:avLst/>
                  <a:gdLst/>
                  <a:ahLst/>
                  <a:cxnLst/>
                  <a:rect l="l" t="t" r="r" b="b"/>
                  <a:pathLst>
                    <a:path w="80010" h="80009">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103" name="object 81"/>
                <p:cNvSpPr/>
                <p:nvPr/>
              </p:nvSpPr>
              <p:spPr>
                <a:xfrm>
                  <a:off x="2068966" y="3236213"/>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04" name="object 82"/>
                <p:cNvSpPr/>
                <p:nvPr/>
              </p:nvSpPr>
              <p:spPr>
                <a:xfrm>
                  <a:off x="2068966" y="3236213"/>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105" name="object 83"/>
                <p:cNvPicPr/>
                <p:nvPr/>
              </p:nvPicPr>
              <p:blipFill>
                <a:blip r:embed="rId16" cstate="print"/>
                <a:stretch>
                  <a:fillRect/>
                </a:stretch>
              </p:blipFill>
              <p:spPr>
                <a:xfrm>
                  <a:off x="3545204" y="1529905"/>
                  <a:ext cx="89534" cy="321563"/>
                </a:xfrm>
                <a:prstGeom prst="rect">
                  <a:avLst/>
                </a:prstGeom>
              </p:spPr>
            </p:pic>
            <p:pic>
              <p:nvPicPr>
                <p:cNvPr id="106" name="object 84"/>
                <p:cNvPicPr/>
                <p:nvPr/>
              </p:nvPicPr>
              <p:blipFill>
                <a:blip r:embed="rId5" cstate="print"/>
                <a:stretch>
                  <a:fillRect/>
                </a:stretch>
              </p:blipFill>
              <p:spPr>
                <a:xfrm>
                  <a:off x="5026206" y="1607248"/>
                  <a:ext cx="89534" cy="89534"/>
                </a:xfrm>
                <a:prstGeom prst="rect">
                  <a:avLst/>
                </a:prstGeom>
              </p:spPr>
            </p:pic>
            <p:pic>
              <p:nvPicPr>
                <p:cNvPr id="107" name="object 85"/>
                <p:cNvPicPr/>
                <p:nvPr/>
              </p:nvPicPr>
              <p:blipFill>
                <a:blip r:embed="rId17" cstate="print"/>
                <a:stretch>
                  <a:fillRect/>
                </a:stretch>
              </p:blipFill>
              <p:spPr>
                <a:xfrm>
                  <a:off x="4285705" y="2109977"/>
                  <a:ext cx="89534" cy="398906"/>
                </a:xfrm>
                <a:prstGeom prst="rect">
                  <a:avLst/>
                </a:prstGeom>
              </p:spPr>
            </p:pic>
            <p:pic>
              <p:nvPicPr>
                <p:cNvPr id="108" name="object 86"/>
                <p:cNvPicPr/>
                <p:nvPr/>
              </p:nvPicPr>
              <p:blipFill>
                <a:blip r:embed="rId16" cstate="print"/>
                <a:stretch>
                  <a:fillRect/>
                </a:stretch>
              </p:blipFill>
              <p:spPr>
                <a:xfrm>
                  <a:off x="3915455" y="1143190"/>
                  <a:ext cx="89534" cy="321563"/>
                </a:xfrm>
                <a:prstGeom prst="rect">
                  <a:avLst/>
                </a:prstGeom>
              </p:spPr>
            </p:pic>
            <p:pic>
              <p:nvPicPr>
                <p:cNvPr id="110" name="object 87"/>
                <p:cNvPicPr/>
                <p:nvPr/>
              </p:nvPicPr>
              <p:blipFill>
                <a:blip r:embed="rId18" cstate="print"/>
                <a:stretch>
                  <a:fillRect/>
                </a:stretch>
              </p:blipFill>
              <p:spPr>
                <a:xfrm>
                  <a:off x="2804704" y="2264663"/>
                  <a:ext cx="89534" cy="398906"/>
                </a:xfrm>
                <a:prstGeom prst="rect">
                  <a:avLst/>
                </a:prstGeom>
              </p:spPr>
            </p:pic>
            <p:pic>
              <p:nvPicPr>
                <p:cNvPr id="111" name="object 88"/>
                <p:cNvPicPr/>
                <p:nvPr/>
              </p:nvPicPr>
              <p:blipFill>
                <a:blip r:embed="rId5" cstate="print"/>
                <a:stretch>
                  <a:fillRect/>
                </a:stretch>
              </p:blipFill>
              <p:spPr>
                <a:xfrm>
                  <a:off x="5396456" y="1220533"/>
                  <a:ext cx="89534" cy="89534"/>
                </a:xfrm>
                <a:prstGeom prst="rect">
                  <a:avLst/>
                </a:prstGeom>
              </p:spPr>
            </p:pic>
            <p:pic>
              <p:nvPicPr>
                <p:cNvPr id="112" name="object 89"/>
                <p:cNvPicPr/>
                <p:nvPr/>
              </p:nvPicPr>
              <p:blipFill>
                <a:blip r:embed="rId19" cstate="print"/>
                <a:stretch>
                  <a:fillRect/>
                </a:stretch>
              </p:blipFill>
              <p:spPr>
                <a:xfrm>
                  <a:off x="3915455" y="2458021"/>
                  <a:ext cx="89534" cy="437578"/>
                </a:xfrm>
                <a:prstGeom prst="rect">
                  <a:avLst/>
                </a:prstGeom>
              </p:spPr>
            </p:pic>
            <p:pic>
              <p:nvPicPr>
                <p:cNvPr id="113" name="object 90"/>
                <p:cNvPicPr/>
                <p:nvPr/>
              </p:nvPicPr>
              <p:blipFill>
                <a:blip r:embed="rId20" cstate="print"/>
                <a:stretch>
                  <a:fillRect/>
                </a:stretch>
              </p:blipFill>
              <p:spPr>
                <a:xfrm>
                  <a:off x="4655956" y="1723262"/>
                  <a:ext cx="89534" cy="360235"/>
                </a:xfrm>
                <a:prstGeom prst="rect">
                  <a:avLst/>
                </a:prstGeom>
              </p:spPr>
            </p:pic>
            <p:pic>
              <p:nvPicPr>
                <p:cNvPr id="114" name="object 91"/>
                <p:cNvPicPr/>
                <p:nvPr/>
              </p:nvPicPr>
              <p:blipFill>
                <a:blip r:embed="rId21" cstate="print"/>
                <a:stretch>
                  <a:fillRect/>
                </a:stretch>
              </p:blipFill>
              <p:spPr>
                <a:xfrm>
                  <a:off x="4285705" y="756475"/>
                  <a:ext cx="89534" cy="360235"/>
                </a:xfrm>
                <a:prstGeom prst="rect">
                  <a:avLst/>
                </a:prstGeom>
              </p:spPr>
            </p:pic>
            <p:sp>
              <p:nvSpPr>
                <p:cNvPr id="115" name="object 92"/>
                <p:cNvSpPr/>
                <p:nvPr/>
              </p:nvSpPr>
              <p:spPr>
                <a:xfrm>
                  <a:off x="2068966" y="3120199"/>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pic>
              <p:nvPicPr>
                <p:cNvPr id="116" name="object 93"/>
                <p:cNvPicPr/>
                <p:nvPr/>
              </p:nvPicPr>
              <p:blipFill>
                <a:blip r:embed="rId22" cstate="print"/>
                <a:stretch>
                  <a:fillRect/>
                </a:stretch>
              </p:blipFill>
              <p:spPr>
                <a:xfrm>
                  <a:off x="2434453" y="2612707"/>
                  <a:ext cx="89534" cy="476249"/>
                </a:xfrm>
                <a:prstGeom prst="rect">
                  <a:avLst/>
                </a:prstGeom>
              </p:spPr>
            </p:pic>
            <p:sp>
              <p:nvSpPr>
                <p:cNvPr id="117" name="object 94"/>
                <p:cNvSpPr/>
                <p:nvPr/>
              </p:nvSpPr>
              <p:spPr>
                <a:xfrm>
                  <a:off x="2068966" y="3120199"/>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118" name="object 95"/>
                <p:cNvPicPr/>
                <p:nvPr/>
              </p:nvPicPr>
              <p:blipFill>
                <a:blip r:embed="rId23" cstate="print"/>
                <a:stretch>
                  <a:fillRect/>
                </a:stretch>
              </p:blipFill>
              <p:spPr>
                <a:xfrm>
                  <a:off x="3174954" y="2419349"/>
                  <a:ext cx="89534" cy="476249"/>
                </a:xfrm>
                <a:prstGeom prst="rect">
                  <a:avLst/>
                </a:prstGeom>
              </p:spPr>
            </p:pic>
            <p:sp>
              <p:nvSpPr>
                <p:cNvPr id="119" name="object 96"/>
                <p:cNvSpPr/>
                <p:nvPr/>
              </p:nvSpPr>
              <p:spPr>
                <a:xfrm>
                  <a:off x="3179717" y="1882711"/>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20" name="object 97"/>
                <p:cNvSpPr/>
                <p:nvPr/>
              </p:nvSpPr>
              <p:spPr>
                <a:xfrm>
                  <a:off x="3179717" y="1882711"/>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pic>
              <p:nvPicPr>
                <p:cNvPr id="121" name="object 98"/>
                <p:cNvPicPr/>
                <p:nvPr/>
              </p:nvPicPr>
              <p:blipFill>
                <a:blip r:embed="rId24" cstate="print"/>
                <a:stretch>
                  <a:fillRect/>
                </a:stretch>
              </p:blipFill>
              <p:spPr>
                <a:xfrm>
                  <a:off x="3545204" y="2148649"/>
                  <a:ext cx="89534" cy="321563"/>
                </a:xfrm>
                <a:prstGeom prst="rect">
                  <a:avLst/>
                </a:prstGeom>
              </p:spPr>
            </p:pic>
            <p:sp>
              <p:nvSpPr>
                <p:cNvPr id="122" name="object 99"/>
                <p:cNvSpPr/>
                <p:nvPr/>
              </p:nvSpPr>
              <p:spPr>
                <a:xfrm>
                  <a:off x="5030968" y="1341310"/>
                  <a:ext cx="80010" cy="80010"/>
                </a:xfrm>
                <a:custGeom>
                  <a:avLst/>
                  <a:gdLst/>
                  <a:ahLst/>
                  <a:cxnLst/>
                  <a:rect l="l" t="t" r="r" b="b"/>
                  <a:pathLst>
                    <a:path w="80010" h="80009">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23" name="object 100"/>
                <p:cNvSpPr/>
                <p:nvPr/>
              </p:nvSpPr>
              <p:spPr>
                <a:xfrm>
                  <a:off x="5030968" y="1341310"/>
                  <a:ext cx="80010" cy="80010"/>
                </a:xfrm>
                <a:custGeom>
                  <a:avLst/>
                  <a:gdLst/>
                  <a:ahLst/>
                  <a:cxnLst/>
                  <a:rect l="l" t="t" r="r" b="b"/>
                  <a:pathLst>
                    <a:path w="80010" h="80009">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124" name="object 101"/>
                <p:cNvSpPr/>
                <p:nvPr/>
              </p:nvSpPr>
              <p:spPr>
                <a:xfrm>
                  <a:off x="5030968" y="1495996"/>
                  <a:ext cx="80010" cy="80010"/>
                </a:xfrm>
                <a:custGeom>
                  <a:avLst/>
                  <a:gdLst/>
                  <a:ahLst/>
                  <a:cxnLst/>
                  <a:rect l="l" t="t" r="r" b="b"/>
                  <a:pathLst>
                    <a:path w="80010" h="80009">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25" name="object 102"/>
                <p:cNvSpPr/>
                <p:nvPr/>
              </p:nvSpPr>
              <p:spPr>
                <a:xfrm>
                  <a:off x="5030968" y="1495996"/>
                  <a:ext cx="80010" cy="80010"/>
                </a:xfrm>
                <a:custGeom>
                  <a:avLst/>
                  <a:gdLst/>
                  <a:ahLst/>
                  <a:cxnLst/>
                  <a:rect l="l" t="t" r="r" b="b"/>
                  <a:pathLst>
                    <a:path w="80010" h="80009">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126" name="object 103"/>
                <p:cNvSpPr/>
                <p:nvPr/>
              </p:nvSpPr>
              <p:spPr>
                <a:xfrm>
                  <a:off x="5401219" y="1109281"/>
                  <a:ext cx="80010" cy="80010"/>
                </a:xfrm>
                <a:custGeom>
                  <a:avLst/>
                  <a:gdLst/>
                  <a:ahLst/>
                  <a:cxnLst/>
                  <a:rect l="l" t="t" r="r" b="b"/>
                  <a:pathLst>
                    <a:path w="80010" h="80009">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27" name="object 104"/>
                <p:cNvSpPr/>
                <p:nvPr/>
              </p:nvSpPr>
              <p:spPr>
                <a:xfrm>
                  <a:off x="5401219" y="1109281"/>
                  <a:ext cx="80010" cy="80010"/>
                </a:xfrm>
                <a:custGeom>
                  <a:avLst/>
                  <a:gdLst/>
                  <a:ahLst/>
                  <a:cxnLst/>
                  <a:rect l="l" t="t" r="r" b="b"/>
                  <a:pathLst>
                    <a:path w="80010" h="80009">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128" name="object 105"/>
                <p:cNvSpPr/>
                <p:nvPr/>
              </p:nvSpPr>
              <p:spPr>
                <a:xfrm>
                  <a:off x="3179717" y="1844039"/>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29" name="object 106"/>
                <p:cNvSpPr/>
                <p:nvPr/>
              </p:nvSpPr>
              <p:spPr>
                <a:xfrm>
                  <a:off x="3179717" y="1844039"/>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sp>
              <p:nvSpPr>
                <p:cNvPr id="130" name="object 107"/>
                <p:cNvSpPr/>
                <p:nvPr/>
              </p:nvSpPr>
              <p:spPr>
                <a:xfrm>
                  <a:off x="2068966" y="3158870"/>
                  <a:ext cx="80010" cy="80010"/>
                </a:xfrm>
                <a:custGeom>
                  <a:avLst/>
                  <a:gdLst/>
                  <a:ahLst/>
                  <a:cxnLst/>
                  <a:rect l="l" t="t" r="r" b="b"/>
                  <a:pathLst>
                    <a:path w="80010" h="80010">
                      <a:moveTo>
                        <a:pt x="45309" y="80009"/>
                      </a:moveTo>
                      <a:lnTo>
                        <a:pt x="34700" y="80009"/>
                      </a:lnTo>
                      <a:lnTo>
                        <a:pt x="29596" y="78994"/>
                      </a:lnTo>
                      <a:lnTo>
                        <a:pt x="1015" y="50413"/>
                      </a:lnTo>
                      <a:lnTo>
                        <a:pt x="0" y="40004"/>
                      </a:lnTo>
                      <a:lnTo>
                        <a:pt x="0" y="34699"/>
                      </a:lnTo>
                      <a:lnTo>
                        <a:pt x="29596" y="1015"/>
                      </a:lnTo>
                      <a:lnTo>
                        <a:pt x="34700" y="0"/>
                      </a:lnTo>
                      <a:lnTo>
                        <a:pt x="45309" y="0"/>
                      </a:lnTo>
                      <a:lnTo>
                        <a:pt x="78994" y="29596"/>
                      </a:lnTo>
                      <a:lnTo>
                        <a:pt x="80009" y="34699"/>
                      </a:lnTo>
                      <a:lnTo>
                        <a:pt x="80009" y="45309"/>
                      </a:lnTo>
                      <a:lnTo>
                        <a:pt x="50413" y="78994"/>
                      </a:lnTo>
                      <a:lnTo>
                        <a:pt x="45309" y="80009"/>
                      </a:lnTo>
                      <a:close/>
                    </a:path>
                  </a:pathLst>
                </a:custGeom>
                <a:solidFill>
                  <a:srgbClr val="118CFF">
                    <a:alpha val="84999"/>
                  </a:srgbClr>
                </a:solidFill>
              </p:spPr>
              <p:txBody>
                <a:bodyPr wrap="square" lIns="0" tIns="0" rIns="0" bIns="0" rtlCol="0"/>
                <a:lstStyle/>
                <a:p>
                  <a:endParaRPr sz="1266"/>
                </a:p>
              </p:txBody>
            </p:sp>
            <p:sp>
              <p:nvSpPr>
                <p:cNvPr id="131" name="object 108"/>
                <p:cNvSpPr/>
                <p:nvPr/>
              </p:nvSpPr>
              <p:spPr>
                <a:xfrm>
                  <a:off x="2068966" y="3158870"/>
                  <a:ext cx="80010" cy="80010"/>
                </a:xfrm>
                <a:custGeom>
                  <a:avLst/>
                  <a:gdLst/>
                  <a:ahLst/>
                  <a:cxnLst/>
                  <a:rect l="l" t="t" r="r" b="b"/>
                  <a:pathLst>
                    <a:path w="80010" h="80010">
                      <a:moveTo>
                        <a:pt x="0" y="40004"/>
                      </a:moveTo>
                      <a:lnTo>
                        <a:pt x="19794" y="74934"/>
                      </a:lnTo>
                      <a:lnTo>
                        <a:pt x="40004" y="80009"/>
                      </a:lnTo>
                      <a:lnTo>
                        <a:pt x="45309" y="80009"/>
                      </a:lnTo>
                      <a:lnTo>
                        <a:pt x="76964" y="55314"/>
                      </a:lnTo>
                      <a:lnTo>
                        <a:pt x="80009" y="40004"/>
                      </a:lnTo>
                      <a:lnTo>
                        <a:pt x="80009" y="34700"/>
                      </a:lnTo>
                      <a:lnTo>
                        <a:pt x="55314" y="3045"/>
                      </a:lnTo>
                      <a:lnTo>
                        <a:pt x="40004" y="0"/>
                      </a:lnTo>
                      <a:lnTo>
                        <a:pt x="34700" y="0"/>
                      </a:lnTo>
                      <a:lnTo>
                        <a:pt x="3045" y="24695"/>
                      </a:lnTo>
                      <a:lnTo>
                        <a:pt x="0" y="40004"/>
                      </a:lnTo>
                    </a:path>
                  </a:pathLst>
                </a:custGeom>
                <a:ln w="9524">
                  <a:solidFill>
                    <a:srgbClr val="118CFF"/>
                  </a:solidFill>
                </a:ln>
              </p:spPr>
              <p:txBody>
                <a:bodyPr wrap="square" lIns="0" tIns="0" rIns="0" bIns="0" rtlCol="0"/>
                <a:lstStyle/>
                <a:p>
                  <a:endParaRPr sz="1266"/>
                </a:p>
              </p:txBody>
            </p:sp>
          </p:grpSp>
        </p:grpSp>
      </p:grpSp>
      <p:sp>
        <p:nvSpPr>
          <p:cNvPr id="136" name="Text 0">
            <a:extLst>
              <a:ext uri="{FF2B5EF4-FFF2-40B4-BE49-F238E27FC236}">
                <a16:creationId xmlns:a16="http://schemas.microsoft.com/office/drawing/2014/main" id="{DE61FB52-91C8-D7BD-3D4F-288582CD1F25}"/>
              </a:ext>
            </a:extLst>
          </p:cNvPr>
          <p:cNvSpPr/>
          <p:nvPr/>
        </p:nvSpPr>
        <p:spPr>
          <a:xfrm>
            <a:off x="202739" y="100211"/>
            <a:ext cx="61722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Customer </a:t>
            </a:r>
            <a:r>
              <a:rPr lang="en-US" sz="2250" b="1" dirty="0" err="1">
                <a:solidFill>
                  <a:srgbClr val="1E3A8A"/>
                </a:solidFill>
                <a:latin typeface="Calibri" pitchFamily="34" charset="0"/>
                <a:ea typeface="Calibri" pitchFamily="34" charset="-122"/>
                <a:cs typeface="Calibri" pitchFamily="34" charset="-120"/>
              </a:rPr>
              <a:t>Behaviour</a:t>
            </a:r>
            <a:r>
              <a:rPr lang="en-US" sz="2250" b="1" dirty="0">
                <a:solidFill>
                  <a:srgbClr val="1E3A8A"/>
                </a:solidFill>
                <a:latin typeface="Calibri" pitchFamily="34" charset="0"/>
                <a:ea typeface="Calibri" pitchFamily="34" charset="-122"/>
                <a:cs typeface="Calibri" pitchFamily="34" charset="-120"/>
              </a:rPr>
              <a:t> and Sales Relationships</a:t>
            </a:r>
            <a:endParaRPr lang="en-US" sz="2250" dirty="0"/>
          </a:p>
        </p:txBody>
      </p:sp>
      <p:sp>
        <p:nvSpPr>
          <p:cNvPr id="138" name="Text 1">
            <a:extLst>
              <a:ext uri="{FF2B5EF4-FFF2-40B4-BE49-F238E27FC236}">
                <a16:creationId xmlns:a16="http://schemas.microsoft.com/office/drawing/2014/main" id="{D3B60D56-E8A0-ACCE-2815-925B230DE4D1}"/>
              </a:ext>
            </a:extLst>
          </p:cNvPr>
          <p:cNvSpPr/>
          <p:nvPr/>
        </p:nvSpPr>
        <p:spPr>
          <a:xfrm>
            <a:off x="210955" y="448833"/>
            <a:ext cx="68580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Understanding the key factors influencing restaurant revenue</a:t>
            </a:r>
            <a:endParaRPr lang="en-US" sz="938" dirty="0"/>
          </a:p>
        </p:txBody>
      </p:sp>
      <p:graphicFrame>
        <p:nvGraphicFramePr>
          <p:cNvPr id="139" name="Table 138">
            <a:extLst>
              <a:ext uri="{FF2B5EF4-FFF2-40B4-BE49-F238E27FC236}">
                <a16:creationId xmlns:a16="http://schemas.microsoft.com/office/drawing/2014/main" id="{8C5BCCB9-EEA6-683E-C496-3B8286284E0E}"/>
              </a:ext>
            </a:extLst>
          </p:cNvPr>
          <p:cNvGraphicFramePr>
            <a:graphicFrameLocks noGrp="1"/>
          </p:cNvGraphicFramePr>
          <p:nvPr>
            <p:extLst>
              <p:ext uri="{D42A27DB-BD31-4B8C-83A1-F6EECF244321}">
                <p14:modId xmlns:p14="http://schemas.microsoft.com/office/powerpoint/2010/main" val="3569719881"/>
              </p:ext>
            </p:extLst>
          </p:nvPr>
        </p:nvGraphicFramePr>
        <p:xfrm>
          <a:off x="694611" y="4058506"/>
          <a:ext cx="7886700" cy="792480"/>
        </p:xfrm>
        <a:graphic>
          <a:graphicData uri="http://schemas.openxmlformats.org/drawingml/2006/table">
            <a:tbl>
              <a:tblPr/>
              <a:tblGrid>
                <a:gridCol w="2628900">
                  <a:extLst>
                    <a:ext uri="{9D8B030D-6E8A-4147-A177-3AD203B41FA5}">
                      <a16:colId xmlns:a16="http://schemas.microsoft.com/office/drawing/2014/main" val="2293544237"/>
                    </a:ext>
                  </a:extLst>
                </a:gridCol>
                <a:gridCol w="2628900">
                  <a:extLst>
                    <a:ext uri="{9D8B030D-6E8A-4147-A177-3AD203B41FA5}">
                      <a16:colId xmlns:a16="http://schemas.microsoft.com/office/drawing/2014/main" val="1542215543"/>
                    </a:ext>
                  </a:extLst>
                </a:gridCol>
                <a:gridCol w="2628900">
                  <a:extLst>
                    <a:ext uri="{9D8B030D-6E8A-4147-A177-3AD203B41FA5}">
                      <a16:colId xmlns:a16="http://schemas.microsoft.com/office/drawing/2014/main" val="2920038231"/>
                    </a:ext>
                  </a:extLst>
                </a:gridCol>
              </a:tblGrid>
              <a:tr h="0">
                <a:tc>
                  <a:txBody>
                    <a:bodyPr/>
                    <a:lstStyle/>
                    <a:p>
                      <a:pPr>
                        <a:buNone/>
                      </a:pPr>
                      <a:r>
                        <a:rPr lang="en-US" sz="1000" dirty="0"/>
                        <a:t>👥 </a:t>
                      </a:r>
                      <a:r>
                        <a:rPr lang="en-US" sz="1000" b="1" dirty="0"/>
                        <a:t>Customer Volume</a:t>
                      </a:r>
                      <a:endParaRPr lang="en-US" sz="1000" dirty="0"/>
                    </a:p>
                  </a:txBody>
                  <a:tcPr anchor="ctr">
                    <a:lnL>
                      <a:noFill/>
                    </a:lnL>
                    <a:lnR>
                      <a:noFill/>
                    </a:lnR>
                    <a:lnT>
                      <a:noFill/>
                    </a:lnT>
                    <a:lnB>
                      <a:noFill/>
                    </a:lnB>
                    <a:noFill/>
                  </a:tcPr>
                </a:tc>
                <a:tc>
                  <a:txBody>
                    <a:bodyPr/>
                    <a:lstStyle/>
                    <a:p>
                      <a:pPr>
                        <a:buNone/>
                      </a:pPr>
                      <a:r>
                        <a:rPr lang="en-US" sz="1000"/>
                        <a:t>⭐ </a:t>
                      </a:r>
                      <a:r>
                        <a:rPr lang="en-US" sz="1000" b="1"/>
                        <a:t>Customer Satisfaction</a:t>
                      </a:r>
                      <a:endParaRPr lang="en-US" sz="1000"/>
                    </a:p>
                  </a:txBody>
                  <a:tcPr anchor="ctr">
                    <a:lnL>
                      <a:noFill/>
                    </a:lnL>
                    <a:lnR>
                      <a:noFill/>
                    </a:lnR>
                    <a:lnT>
                      <a:noFill/>
                    </a:lnT>
                    <a:lnB>
                      <a:noFill/>
                    </a:lnB>
                    <a:noFill/>
                  </a:tcPr>
                </a:tc>
                <a:tc>
                  <a:txBody>
                    <a:bodyPr/>
                    <a:lstStyle/>
                    <a:p>
                      <a:pPr>
                        <a:buNone/>
                      </a:pPr>
                      <a:r>
                        <a:rPr lang="en-US" sz="1000"/>
                        <a:t>💼 </a:t>
                      </a:r>
                      <a:r>
                        <a:rPr lang="en-US" sz="1000" b="1"/>
                        <a:t>Business Insight</a:t>
                      </a:r>
                      <a:endParaRPr lang="en-US" sz="1000"/>
                    </a:p>
                  </a:txBody>
                  <a:tcPr anchor="ctr">
                    <a:lnL>
                      <a:noFill/>
                    </a:lnL>
                    <a:lnR>
                      <a:noFill/>
                    </a:lnR>
                    <a:lnT>
                      <a:noFill/>
                    </a:lnT>
                    <a:lnB>
                      <a:noFill/>
                    </a:lnB>
                    <a:noFill/>
                  </a:tcPr>
                </a:tc>
                <a:extLst>
                  <a:ext uri="{0D108BD9-81ED-4DB2-BD59-A6C34878D82A}">
                    <a16:rowId xmlns:a16="http://schemas.microsoft.com/office/drawing/2014/main" val="2448268964"/>
                  </a:ext>
                </a:extLst>
              </a:tr>
              <a:tr h="0">
                <a:tc>
                  <a:txBody>
                    <a:bodyPr/>
                    <a:lstStyle/>
                    <a:p>
                      <a:pPr>
                        <a:buNone/>
                      </a:pPr>
                      <a:r>
                        <a:rPr lang="en-US" sz="1000" b="1" dirty="0"/>
                        <a:t>Strong Positive Relationship </a:t>
                      </a:r>
                      <a:r>
                        <a:rPr lang="en-US" sz="1000" dirty="0"/>
                        <a:t>Higher customer traffic consistently resulted in higher sales revenue.</a:t>
                      </a:r>
                    </a:p>
                  </a:txBody>
                  <a:tcPr anchor="ctr">
                    <a:lnL>
                      <a:noFill/>
                    </a:lnL>
                    <a:lnR>
                      <a:noFill/>
                    </a:lnR>
                    <a:lnT>
                      <a:noFill/>
                    </a:lnT>
                    <a:lnB>
                      <a:noFill/>
                    </a:lnB>
                    <a:noFill/>
                  </a:tcPr>
                </a:tc>
                <a:tc>
                  <a:txBody>
                    <a:bodyPr/>
                    <a:lstStyle/>
                    <a:p>
                      <a:pPr>
                        <a:buNone/>
                      </a:pPr>
                      <a:r>
                        <a:rPr lang="en-US" sz="1000" b="1" dirty="0"/>
                        <a:t>Positive Association </a:t>
                      </a:r>
                      <a:r>
                        <a:rPr lang="en-US" sz="1000" dirty="0"/>
                        <a:t>Higher customer feedback scores were generally associated with increased sales.</a:t>
                      </a:r>
                    </a:p>
                  </a:txBody>
                  <a:tcPr anchor="ctr">
                    <a:lnL>
                      <a:noFill/>
                    </a:lnL>
                    <a:lnR>
                      <a:noFill/>
                    </a:lnR>
                    <a:lnT>
                      <a:noFill/>
                    </a:lnT>
                    <a:lnB>
                      <a:noFill/>
                    </a:lnB>
                    <a:noFill/>
                  </a:tcPr>
                </a:tc>
                <a:tc>
                  <a:txBody>
                    <a:bodyPr/>
                    <a:lstStyle/>
                    <a:p>
                      <a:pPr>
                        <a:buNone/>
                      </a:pPr>
                      <a:r>
                        <a:rPr lang="en-US" sz="1000" b="1" dirty="0"/>
                        <a:t>Revenue Growth Driver </a:t>
                      </a:r>
                      <a:r>
                        <a:rPr lang="en-US" sz="1000" dirty="0"/>
                        <a:t>Growing customer traffic while maintaining excellent service quality supports sustainable revenue growth.</a:t>
                      </a:r>
                    </a:p>
                  </a:txBody>
                  <a:tcPr anchor="ctr">
                    <a:lnL>
                      <a:noFill/>
                    </a:lnL>
                    <a:lnR>
                      <a:noFill/>
                    </a:lnR>
                    <a:lnT>
                      <a:noFill/>
                    </a:lnT>
                    <a:lnB>
                      <a:noFill/>
                    </a:lnB>
                    <a:noFill/>
                  </a:tcPr>
                </a:tc>
                <a:extLst>
                  <a:ext uri="{0D108BD9-81ED-4DB2-BD59-A6C34878D82A}">
                    <a16:rowId xmlns:a16="http://schemas.microsoft.com/office/drawing/2014/main" val="11294947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61722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Menu Performance</a:t>
            </a:r>
            <a:endParaRPr lang="en-US" sz="2250" dirty="0"/>
          </a:p>
        </p:txBody>
      </p:sp>
      <p:sp>
        <p:nvSpPr>
          <p:cNvPr id="3" name="Text 1"/>
          <p:cNvSpPr/>
          <p:nvPr/>
        </p:nvSpPr>
        <p:spPr>
          <a:xfrm>
            <a:off x="411480" y="672084"/>
            <a:ext cx="61722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Which dishes are earning their place on the menu</a:t>
            </a:r>
            <a:endParaRPr lang="en-US" sz="938" dirty="0"/>
          </a:p>
        </p:txBody>
      </p:sp>
      <p:sp>
        <p:nvSpPr>
          <p:cNvPr id="5" name="Shape 2"/>
          <p:cNvSpPr/>
          <p:nvPr/>
        </p:nvSpPr>
        <p:spPr>
          <a:xfrm>
            <a:off x="5589270" y="763200"/>
            <a:ext cx="3154680" cy="3988800"/>
          </a:xfrm>
          <a:prstGeom prst="roundRect">
            <a:avLst>
              <a:gd name="adj" fmla="val 1957"/>
            </a:avLst>
          </a:prstGeom>
          <a:solidFill>
            <a:srgbClr val="1E3A8A"/>
          </a:solidFill>
          <a:ln/>
          <a:effectLst>
            <a:outerShdw blurRad="127000" dist="38100" dir="5400000" algn="bl" rotWithShape="0">
              <a:srgbClr val="1F2937">
                <a:alpha val="14000"/>
              </a:srgbClr>
            </a:outerShdw>
          </a:effectLst>
        </p:spPr>
      </p:sp>
      <p:pic>
        <p:nvPicPr>
          <p:cNvPr id="6" name="Image 0" descr="icons/menu_F59E0B.png"/>
          <p:cNvPicPr>
            <a:picLocks noChangeAspect="1"/>
          </p:cNvPicPr>
          <p:nvPr/>
        </p:nvPicPr>
        <p:blipFill>
          <a:blip r:embed="rId3"/>
          <a:stretch>
            <a:fillRect/>
          </a:stretch>
        </p:blipFill>
        <p:spPr>
          <a:xfrm>
            <a:off x="5829300" y="1268730"/>
            <a:ext cx="411480" cy="411480"/>
          </a:xfrm>
          <a:prstGeom prst="rect">
            <a:avLst/>
          </a:prstGeom>
        </p:spPr>
      </p:pic>
      <p:sp>
        <p:nvSpPr>
          <p:cNvPr id="7" name="Text 3"/>
          <p:cNvSpPr/>
          <p:nvPr/>
        </p:nvSpPr>
        <p:spPr>
          <a:xfrm>
            <a:off x="5781294" y="984324"/>
            <a:ext cx="2263140" cy="205740"/>
          </a:xfrm>
          <a:prstGeom prst="rect">
            <a:avLst/>
          </a:prstGeom>
          <a:noFill/>
          <a:ln/>
        </p:spPr>
        <p:txBody>
          <a:bodyPr wrap="square" rtlCol="0" anchor="ctr"/>
          <a:lstStyle/>
          <a:p>
            <a:r>
              <a:rPr lang="en-US" sz="1000" b="1" kern="0" spc="75" dirty="0">
                <a:solidFill>
                  <a:srgbClr val="9FB3E8"/>
                </a:solidFill>
                <a:latin typeface="Calibri" pitchFamily="34" charset="0"/>
                <a:ea typeface="Calibri" pitchFamily="34" charset="-122"/>
                <a:cs typeface="Calibri" pitchFamily="34" charset="-120"/>
              </a:rPr>
              <a:t>TOP SELLING MENU ITEM</a:t>
            </a:r>
            <a:endParaRPr lang="en-US" sz="1000" dirty="0"/>
          </a:p>
        </p:txBody>
      </p:sp>
      <p:sp>
        <p:nvSpPr>
          <p:cNvPr id="8" name="Text 4"/>
          <p:cNvSpPr/>
          <p:nvPr/>
        </p:nvSpPr>
        <p:spPr>
          <a:xfrm>
            <a:off x="5781294" y="1205212"/>
            <a:ext cx="2263140" cy="377190"/>
          </a:xfrm>
          <a:prstGeom prst="rect">
            <a:avLst/>
          </a:prstGeom>
          <a:noFill/>
          <a:ln/>
        </p:spPr>
        <p:txBody>
          <a:bodyPr wrap="square" rtlCol="0" anchor="ctr"/>
          <a:lstStyle/>
          <a:p>
            <a:r>
              <a:rPr lang="en-US" sz="1650" b="1" dirty="0">
                <a:solidFill>
                  <a:srgbClr val="F59E0B"/>
                </a:solidFill>
                <a:latin typeface="Calibri" pitchFamily="34" charset="0"/>
                <a:ea typeface="Calibri" pitchFamily="34" charset="-122"/>
                <a:cs typeface="Calibri" pitchFamily="34" charset="-120"/>
              </a:rPr>
              <a:t>Jollof &amp; Chicken</a:t>
            </a:r>
            <a:endParaRPr lang="en-US" sz="1650" dirty="0"/>
          </a:p>
        </p:txBody>
      </p:sp>
      <p:sp>
        <p:nvSpPr>
          <p:cNvPr id="9" name="Text 5"/>
          <p:cNvSpPr/>
          <p:nvPr/>
        </p:nvSpPr>
        <p:spPr>
          <a:xfrm>
            <a:off x="5806561" y="1662967"/>
            <a:ext cx="2743200" cy="567181"/>
          </a:xfrm>
          <a:prstGeom prst="rect">
            <a:avLst/>
          </a:prstGeom>
          <a:noFill/>
          <a:ln/>
        </p:spPr>
        <p:txBody>
          <a:bodyPr wrap="square" rtlCol="0" anchor="ctr"/>
          <a:lstStyle/>
          <a:p>
            <a:r>
              <a:rPr lang="en-US" sz="2250" b="1" dirty="0">
                <a:solidFill>
                  <a:srgbClr val="FFFFFF"/>
                </a:solidFill>
                <a:latin typeface="Calibri" pitchFamily="34" charset="0"/>
                <a:ea typeface="Calibri" pitchFamily="34" charset="-122"/>
                <a:cs typeface="Calibri" pitchFamily="34" charset="-120"/>
              </a:rPr>
              <a:t>72 </a:t>
            </a:r>
            <a:r>
              <a:rPr lang="en-US" sz="1600" b="1" dirty="0">
                <a:solidFill>
                  <a:srgbClr val="FFFFFF"/>
                </a:solidFill>
                <a:latin typeface="Calibri" pitchFamily="34" charset="0"/>
                <a:ea typeface="Calibri" pitchFamily="34" charset="-122"/>
                <a:cs typeface="Calibri" pitchFamily="34" charset="-120"/>
              </a:rPr>
              <a:t>orders</a:t>
            </a:r>
            <a:r>
              <a:rPr lang="en-US" sz="2250" b="1" dirty="0">
                <a:solidFill>
                  <a:srgbClr val="FFFFFF"/>
                </a:solidFill>
                <a:latin typeface="Calibri" pitchFamily="34" charset="0"/>
                <a:ea typeface="Calibri" pitchFamily="34" charset="-122"/>
                <a:cs typeface="Calibri" pitchFamily="34" charset="-120"/>
              </a:rPr>
              <a:t> </a:t>
            </a:r>
          </a:p>
          <a:p>
            <a:r>
              <a:rPr lang="en-US" sz="2250" b="1" dirty="0">
                <a:solidFill>
                  <a:srgbClr val="FFFFFF"/>
                </a:solidFill>
                <a:latin typeface="Calibri" pitchFamily="34" charset="0"/>
                <a:ea typeface="Calibri" pitchFamily="34" charset="-122"/>
                <a:cs typeface="Calibri" pitchFamily="34" charset="-120"/>
              </a:rPr>
              <a:t>28.8%</a:t>
            </a:r>
            <a:r>
              <a:rPr lang="en-US" sz="2250" b="1" dirty="0"/>
              <a:t> </a:t>
            </a:r>
            <a:r>
              <a:rPr lang="en-US" sz="1000" dirty="0">
                <a:solidFill>
                  <a:srgbClr val="CADCFC"/>
                </a:solidFill>
                <a:latin typeface="Calibri" pitchFamily="34" charset="0"/>
                <a:ea typeface="Calibri" pitchFamily="34" charset="-122"/>
                <a:cs typeface="Calibri" pitchFamily="34" charset="-120"/>
              </a:rPr>
              <a:t>Menu share</a:t>
            </a:r>
            <a:endParaRPr lang="en-US" sz="1000" dirty="0"/>
          </a:p>
        </p:txBody>
      </p:sp>
      <p:sp>
        <p:nvSpPr>
          <p:cNvPr id="10" name="Shape 6"/>
          <p:cNvSpPr/>
          <p:nvPr/>
        </p:nvSpPr>
        <p:spPr>
          <a:xfrm>
            <a:off x="5867122" y="2397045"/>
            <a:ext cx="2674620" cy="0"/>
          </a:xfrm>
          <a:prstGeom prst="line">
            <a:avLst/>
          </a:prstGeom>
          <a:noFill/>
          <a:ln w="12700">
            <a:solidFill>
              <a:srgbClr val="3B57A6"/>
            </a:solidFill>
            <a:prstDash val="solid"/>
          </a:ln>
        </p:spPr>
        <p:txBody>
          <a:bodyPr/>
          <a:lstStyle/>
          <a:p>
            <a:endParaRPr lang="en-US" dirty="0"/>
          </a:p>
        </p:txBody>
      </p:sp>
      <p:sp>
        <p:nvSpPr>
          <p:cNvPr id="11" name="Text 7"/>
          <p:cNvSpPr/>
          <p:nvPr/>
        </p:nvSpPr>
        <p:spPr>
          <a:xfrm>
            <a:off x="5806561" y="2535512"/>
            <a:ext cx="2674620" cy="205740"/>
          </a:xfrm>
          <a:prstGeom prst="rect">
            <a:avLst/>
          </a:prstGeom>
          <a:noFill/>
          <a:ln/>
        </p:spPr>
        <p:txBody>
          <a:bodyPr wrap="square" rtlCol="0" anchor="ctr"/>
          <a:lstStyle/>
          <a:p>
            <a:r>
              <a:rPr lang="en-US" sz="788" b="1" kern="0" spc="75" dirty="0">
                <a:solidFill>
                  <a:srgbClr val="9FB3E8"/>
                </a:solidFill>
                <a:latin typeface="Calibri" pitchFamily="34" charset="0"/>
                <a:ea typeface="Calibri" pitchFamily="34" charset="-122"/>
                <a:cs typeface="Calibri" pitchFamily="34" charset="-120"/>
              </a:rPr>
              <a:t>WHY THIS MATTERS</a:t>
            </a:r>
            <a:endParaRPr lang="en-US" sz="788" dirty="0"/>
          </a:p>
        </p:txBody>
      </p:sp>
      <p:sp>
        <p:nvSpPr>
          <p:cNvPr id="12" name="Text 8"/>
          <p:cNvSpPr/>
          <p:nvPr/>
        </p:nvSpPr>
        <p:spPr>
          <a:xfrm>
            <a:off x="5781294" y="2819918"/>
            <a:ext cx="2674620" cy="685800"/>
          </a:xfrm>
          <a:prstGeom prst="rect">
            <a:avLst/>
          </a:prstGeom>
          <a:noFill/>
          <a:ln/>
        </p:spPr>
        <p:txBody>
          <a:bodyPr wrap="square" rtlCol="0" anchor="ctr"/>
          <a:lstStyle/>
          <a:p>
            <a:pPr>
              <a:lnSpc>
                <a:spcPct val="125000"/>
              </a:lnSpc>
            </a:pPr>
            <a:r>
              <a:rPr lang="en-US" sz="900" dirty="0">
                <a:solidFill>
                  <a:schemeClr val="tx2">
                    <a:lumMod val="20000"/>
                    <a:lumOff val="80000"/>
                  </a:schemeClr>
                </a:solidFill>
              </a:rPr>
              <a:t>Jollof &amp; Chicken is the restaurant's highest-demand menu item, making it a key driver of sales. Its consistent popularity supports demand forecasting, inventory planning, and purchasing decisions while creating opportunities for targeted promotions.</a:t>
            </a:r>
          </a:p>
        </p:txBody>
      </p:sp>
      <p:sp>
        <p:nvSpPr>
          <p:cNvPr id="13" name="Text 9"/>
          <p:cNvSpPr/>
          <p:nvPr/>
        </p:nvSpPr>
        <p:spPr>
          <a:xfrm>
            <a:off x="5781294" y="3694471"/>
            <a:ext cx="2674620" cy="205740"/>
          </a:xfrm>
          <a:prstGeom prst="rect">
            <a:avLst/>
          </a:prstGeom>
          <a:noFill/>
          <a:ln/>
        </p:spPr>
        <p:txBody>
          <a:bodyPr wrap="square" rtlCol="0" anchor="ctr"/>
          <a:lstStyle/>
          <a:p>
            <a:r>
              <a:rPr lang="en-US" sz="788" b="1" kern="0" spc="75" dirty="0">
                <a:solidFill>
                  <a:srgbClr val="9FB3E8"/>
                </a:solidFill>
                <a:latin typeface="Calibri" pitchFamily="34" charset="0"/>
                <a:ea typeface="Calibri" pitchFamily="34" charset="-122"/>
                <a:cs typeface="Calibri" pitchFamily="34" charset="-120"/>
              </a:rPr>
              <a:t>RECOMMENDED ACTION</a:t>
            </a:r>
            <a:endParaRPr lang="en-US" sz="788" dirty="0"/>
          </a:p>
        </p:txBody>
      </p:sp>
      <p:sp>
        <p:nvSpPr>
          <p:cNvPr id="14" name="Text 10"/>
          <p:cNvSpPr/>
          <p:nvPr/>
        </p:nvSpPr>
        <p:spPr>
          <a:xfrm>
            <a:off x="5795073" y="3934919"/>
            <a:ext cx="2674620" cy="548640"/>
          </a:xfrm>
          <a:prstGeom prst="rect">
            <a:avLst/>
          </a:prstGeom>
          <a:noFill/>
          <a:ln/>
        </p:spPr>
        <p:txBody>
          <a:bodyPr wrap="square" rtlCol="0" anchor="ctr"/>
          <a:lstStyle/>
          <a:p>
            <a:pPr>
              <a:lnSpc>
                <a:spcPct val="125000"/>
              </a:lnSpc>
            </a:pPr>
            <a:r>
              <a:rPr lang="en-US" sz="900" dirty="0">
                <a:solidFill>
                  <a:schemeClr val="tx2">
                    <a:lumMod val="20000"/>
                    <a:lumOff val="80000"/>
                  </a:schemeClr>
                </a:solidFill>
              </a:rPr>
              <a:t>Leverage Jollof &amp; Chicken in combo meals and promotional bundles to increase average order value while encouraging sales of lower-performing menu items.</a:t>
            </a:r>
          </a:p>
        </p:txBody>
      </p:sp>
      <p:sp>
        <p:nvSpPr>
          <p:cNvPr id="15" name="Text 11"/>
          <p:cNvSpPr/>
          <p:nvPr/>
        </p:nvSpPr>
        <p:spPr>
          <a:xfrm>
            <a:off x="342900" y="4855464"/>
            <a:ext cx="4114800" cy="205740"/>
          </a:xfrm>
          <a:prstGeom prst="rect">
            <a:avLst/>
          </a:prstGeom>
          <a:noFill/>
          <a:ln/>
        </p:spPr>
        <p:txBody>
          <a:bodyPr wrap="square" rtlCol="0" anchor="ctr"/>
          <a:lstStyle/>
          <a:p>
            <a:r>
              <a:rPr lang="en-US" sz="675" dirty="0">
                <a:solidFill>
                  <a:srgbClr val="6B7280"/>
                </a:solidFill>
                <a:latin typeface="Calibri" pitchFamily="34" charset="0"/>
                <a:ea typeface="Calibri" pitchFamily="34" charset="-122"/>
                <a:cs typeface="Calibri" pitchFamily="34" charset="-120"/>
              </a:rPr>
              <a:t>Tasty Bites  |  Sales Performance Analysis</a:t>
            </a:r>
            <a:endParaRPr lang="en-US" sz="675" dirty="0"/>
          </a:p>
        </p:txBody>
      </p:sp>
      <p:sp>
        <p:nvSpPr>
          <p:cNvPr id="16" name="Text 12"/>
          <p:cNvSpPr/>
          <p:nvPr/>
        </p:nvSpPr>
        <p:spPr>
          <a:xfrm>
            <a:off x="8455914" y="4855464"/>
            <a:ext cx="342900" cy="205740"/>
          </a:xfrm>
          <a:prstGeom prst="rect">
            <a:avLst/>
          </a:prstGeom>
          <a:noFill/>
          <a:ln/>
        </p:spPr>
        <p:txBody>
          <a:bodyPr wrap="square" rtlCol="0" anchor="ctr"/>
          <a:lstStyle/>
          <a:p>
            <a:pPr algn="r"/>
            <a:r>
              <a:rPr lang="en-US" sz="675" dirty="0">
                <a:solidFill>
                  <a:srgbClr val="6B7280"/>
                </a:solidFill>
                <a:latin typeface="Calibri" pitchFamily="34" charset="0"/>
                <a:ea typeface="Calibri" pitchFamily="34" charset="-122"/>
                <a:cs typeface="Calibri" pitchFamily="34" charset="-120"/>
              </a:rPr>
              <a:t>6</a:t>
            </a:r>
            <a:endParaRPr lang="en-US" sz="675" dirty="0"/>
          </a:p>
        </p:txBody>
      </p:sp>
      <p:grpSp>
        <p:nvGrpSpPr>
          <p:cNvPr id="36" name="Group 35">
            <a:extLst>
              <a:ext uri="{FF2B5EF4-FFF2-40B4-BE49-F238E27FC236}">
                <a16:creationId xmlns:a16="http://schemas.microsoft.com/office/drawing/2014/main" id="{52CF86E7-C4F5-309F-7243-BE55C3C64A57}"/>
              </a:ext>
            </a:extLst>
          </p:cNvPr>
          <p:cNvGrpSpPr/>
          <p:nvPr/>
        </p:nvGrpSpPr>
        <p:grpSpPr>
          <a:xfrm>
            <a:off x="411480" y="1062990"/>
            <a:ext cx="4573117" cy="3235410"/>
            <a:chOff x="310306" y="221349"/>
            <a:chExt cx="4573117" cy="2778006"/>
          </a:xfrm>
        </p:grpSpPr>
        <p:sp>
          <p:nvSpPr>
            <p:cNvPr id="37" name="object 2"/>
            <p:cNvSpPr txBox="1"/>
            <p:nvPr/>
          </p:nvSpPr>
          <p:spPr>
            <a:xfrm>
              <a:off x="4260577" y="221349"/>
              <a:ext cx="622846" cy="103711"/>
            </a:xfrm>
            <a:prstGeom prst="rect">
              <a:avLst/>
            </a:prstGeom>
          </p:spPr>
          <p:txBody>
            <a:bodyPr vert="horz" wrap="square" lIns="0" tIns="6251" rIns="0" bIns="0" rtlCol="0">
              <a:spAutoFit/>
            </a:bodyPr>
            <a:lstStyle/>
            <a:p>
              <a:pPr>
                <a:spcBef>
                  <a:spcPts val="49"/>
                </a:spcBef>
              </a:pPr>
              <a:r>
                <a:rPr sz="633" dirty="0">
                  <a:solidFill>
                    <a:srgbClr val="FFFFFF"/>
                  </a:solidFill>
                  <a:latin typeface="Segoe UI"/>
                  <a:cs typeface="Segoe UI"/>
                </a:rPr>
                <a:t>Power</a:t>
              </a:r>
              <a:r>
                <a:rPr sz="633" spc="-21" dirty="0">
                  <a:solidFill>
                    <a:srgbClr val="FFFFFF"/>
                  </a:solidFill>
                  <a:latin typeface="Segoe UI"/>
                  <a:cs typeface="Segoe UI"/>
                </a:rPr>
                <a:t> </a:t>
              </a:r>
              <a:r>
                <a:rPr sz="633" dirty="0">
                  <a:solidFill>
                    <a:srgbClr val="FFFFFF"/>
                  </a:solidFill>
                  <a:latin typeface="Segoe UI"/>
                  <a:cs typeface="Segoe UI"/>
                </a:rPr>
                <a:t>BI</a:t>
              </a:r>
              <a:r>
                <a:rPr sz="633" spc="-18" dirty="0">
                  <a:solidFill>
                    <a:srgbClr val="FFFFFF"/>
                  </a:solidFill>
                  <a:latin typeface="Segoe UI"/>
                  <a:cs typeface="Segoe UI"/>
                </a:rPr>
                <a:t> </a:t>
              </a:r>
              <a:r>
                <a:rPr sz="633" spc="-7" dirty="0">
                  <a:solidFill>
                    <a:srgbClr val="FFFFFF"/>
                  </a:solidFill>
                  <a:latin typeface="Segoe UI"/>
                  <a:cs typeface="Segoe UI"/>
                </a:rPr>
                <a:t>Desktop</a:t>
              </a:r>
              <a:endParaRPr sz="633">
                <a:latin typeface="Segoe UI"/>
                <a:cs typeface="Segoe UI"/>
              </a:endParaRPr>
            </a:p>
          </p:txBody>
        </p:sp>
        <p:sp>
          <p:nvSpPr>
            <p:cNvPr id="38" name="object 4"/>
            <p:cNvSpPr txBox="1"/>
            <p:nvPr/>
          </p:nvSpPr>
          <p:spPr>
            <a:xfrm>
              <a:off x="310306" y="227751"/>
              <a:ext cx="1289893" cy="160469"/>
            </a:xfrm>
            <a:prstGeom prst="rect">
              <a:avLst/>
            </a:prstGeom>
          </p:spPr>
          <p:txBody>
            <a:bodyPr vert="horz" wrap="square" lIns="0" tIns="8930" rIns="0" bIns="0" rtlCol="0">
              <a:spAutoFit/>
            </a:bodyPr>
            <a:lstStyle/>
            <a:p>
              <a:pPr marL="8929">
                <a:spcBef>
                  <a:spcPts val="70"/>
                </a:spcBef>
              </a:pPr>
              <a:r>
                <a:rPr sz="984" spc="-28" dirty="0">
                  <a:solidFill>
                    <a:srgbClr val="252423"/>
                  </a:solidFill>
                  <a:latin typeface="Trebuchet MS"/>
                  <a:cs typeface="Trebuchet MS"/>
                </a:rPr>
                <a:t>Most</a:t>
              </a:r>
              <a:r>
                <a:rPr sz="984" spc="-46" dirty="0">
                  <a:solidFill>
                    <a:srgbClr val="252423"/>
                  </a:solidFill>
                  <a:latin typeface="Trebuchet MS"/>
                  <a:cs typeface="Trebuchet MS"/>
                </a:rPr>
                <a:t> </a:t>
              </a:r>
              <a:r>
                <a:rPr sz="984" spc="-53" dirty="0">
                  <a:solidFill>
                    <a:srgbClr val="252423"/>
                  </a:solidFill>
                  <a:latin typeface="Trebuchet MS"/>
                  <a:cs typeface="Trebuchet MS"/>
                </a:rPr>
                <a:t>Popular</a:t>
              </a:r>
              <a:r>
                <a:rPr sz="984" spc="-42" dirty="0">
                  <a:solidFill>
                    <a:srgbClr val="252423"/>
                  </a:solidFill>
                  <a:latin typeface="Trebuchet MS"/>
                  <a:cs typeface="Trebuchet MS"/>
                </a:rPr>
                <a:t> </a:t>
              </a:r>
              <a:r>
                <a:rPr sz="984" spc="-49" dirty="0">
                  <a:solidFill>
                    <a:srgbClr val="252423"/>
                  </a:solidFill>
                  <a:latin typeface="Trebuchet MS"/>
                  <a:cs typeface="Trebuchet MS"/>
                </a:rPr>
                <a:t>Menu</a:t>
              </a:r>
              <a:r>
                <a:rPr sz="984" spc="-42" dirty="0">
                  <a:solidFill>
                    <a:srgbClr val="252423"/>
                  </a:solidFill>
                  <a:latin typeface="Trebuchet MS"/>
                  <a:cs typeface="Trebuchet MS"/>
                </a:rPr>
                <a:t> </a:t>
              </a:r>
              <a:r>
                <a:rPr sz="984" spc="-25" dirty="0">
                  <a:solidFill>
                    <a:srgbClr val="252423"/>
                  </a:solidFill>
                  <a:latin typeface="Trebuchet MS"/>
                  <a:cs typeface="Trebuchet MS"/>
                </a:rPr>
                <a:t>Items</a:t>
              </a:r>
              <a:endParaRPr sz="984">
                <a:latin typeface="Trebuchet MS"/>
                <a:cs typeface="Trebuchet MS"/>
              </a:endParaRPr>
            </a:p>
          </p:txBody>
        </p:sp>
        <p:sp>
          <p:nvSpPr>
            <p:cNvPr id="39" name="object 5"/>
            <p:cNvSpPr/>
            <p:nvPr/>
          </p:nvSpPr>
          <p:spPr>
            <a:xfrm>
              <a:off x="1228725" y="492249"/>
              <a:ext cx="6697" cy="2250281"/>
            </a:xfrm>
            <a:custGeom>
              <a:avLst/>
              <a:gdLst/>
              <a:ahLst/>
              <a:cxnLst/>
              <a:rect l="l" t="t" r="r" b="b"/>
              <a:pathLst>
                <a:path w="9525" h="320040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3200400">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20040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20040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20040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20040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200400">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200400">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200400">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200400">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20040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200400">
                  <a:moveTo>
                    <a:pt x="6077" y="2676524"/>
                  </a:moveTo>
                  <a:lnTo>
                    <a:pt x="3447" y="2676524"/>
                  </a:lnTo>
                  <a:lnTo>
                    <a:pt x="2324" y="2676059"/>
                  </a:lnTo>
                  <a:lnTo>
                    <a:pt x="464" y="2674199"/>
                  </a:lnTo>
                  <a:lnTo>
                    <a:pt x="0" y="2673077"/>
                  </a:lnTo>
                  <a:lnTo>
                    <a:pt x="0" y="2670446"/>
                  </a:lnTo>
                  <a:lnTo>
                    <a:pt x="464" y="2669324"/>
                  </a:lnTo>
                  <a:lnTo>
                    <a:pt x="2324" y="2667464"/>
                  </a:lnTo>
                  <a:lnTo>
                    <a:pt x="3447" y="2666999"/>
                  </a:lnTo>
                  <a:lnTo>
                    <a:pt x="6077" y="2666999"/>
                  </a:lnTo>
                  <a:lnTo>
                    <a:pt x="7200" y="2667464"/>
                  </a:lnTo>
                  <a:lnTo>
                    <a:pt x="9060" y="2669324"/>
                  </a:lnTo>
                  <a:lnTo>
                    <a:pt x="9524" y="2670446"/>
                  </a:lnTo>
                  <a:lnTo>
                    <a:pt x="9524" y="2673077"/>
                  </a:lnTo>
                  <a:lnTo>
                    <a:pt x="9060" y="2674199"/>
                  </a:lnTo>
                  <a:lnTo>
                    <a:pt x="7200" y="2676059"/>
                  </a:lnTo>
                  <a:lnTo>
                    <a:pt x="6077" y="2676524"/>
                  </a:lnTo>
                  <a:close/>
                </a:path>
                <a:path w="9525" h="320040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320040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320040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200400">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20040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20040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200400">
                  <a:moveTo>
                    <a:pt x="6077" y="2343149"/>
                  </a:moveTo>
                  <a:lnTo>
                    <a:pt x="3447" y="2343149"/>
                  </a:lnTo>
                  <a:lnTo>
                    <a:pt x="2324" y="2342684"/>
                  </a:lnTo>
                  <a:lnTo>
                    <a:pt x="464" y="2340824"/>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4"/>
                  </a:lnTo>
                  <a:lnTo>
                    <a:pt x="7200" y="2342684"/>
                  </a:lnTo>
                  <a:lnTo>
                    <a:pt x="6077" y="2343149"/>
                  </a:lnTo>
                  <a:close/>
                </a:path>
                <a:path w="9525" h="320040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20040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320040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20040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20040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20040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200400">
                  <a:moveTo>
                    <a:pt x="6077" y="2009774"/>
                  </a:moveTo>
                  <a:lnTo>
                    <a:pt x="3447" y="2009774"/>
                  </a:lnTo>
                  <a:lnTo>
                    <a:pt x="2324" y="2009309"/>
                  </a:lnTo>
                  <a:lnTo>
                    <a:pt x="464" y="2007449"/>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49"/>
                  </a:lnTo>
                  <a:lnTo>
                    <a:pt x="7200" y="2009309"/>
                  </a:lnTo>
                  <a:lnTo>
                    <a:pt x="6077" y="2009774"/>
                  </a:lnTo>
                  <a:close/>
                </a:path>
                <a:path w="9525" h="320040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20040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200400">
                  <a:moveTo>
                    <a:pt x="6077" y="1866899"/>
                  </a:moveTo>
                  <a:lnTo>
                    <a:pt x="3447" y="1866899"/>
                  </a:lnTo>
                  <a:lnTo>
                    <a:pt x="2324" y="1866434"/>
                  </a:lnTo>
                  <a:lnTo>
                    <a:pt x="464" y="1864574"/>
                  </a:lnTo>
                  <a:lnTo>
                    <a:pt x="0" y="1863452"/>
                  </a:lnTo>
                  <a:lnTo>
                    <a:pt x="0" y="1860821"/>
                  </a:lnTo>
                  <a:lnTo>
                    <a:pt x="464" y="1859699"/>
                  </a:lnTo>
                  <a:lnTo>
                    <a:pt x="2324" y="1857839"/>
                  </a:lnTo>
                  <a:lnTo>
                    <a:pt x="3447" y="1857374"/>
                  </a:lnTo>
                  <a:lnTo>
                    <a:pt x="6077" y="1857374"/>
                  </a:lnTo>
                  <a:lnTo>
                    <a:pt x="7200" y="1857839"/>
                  </a:lnTo>
                  <a:lnTo>
                    <a:pt x="9060" y="1859699"/>
                  </a:lnTo>
                  <a:lnTo>
                    <a:pt x="9524" y="1860821"/>
                  </a:lnTo>
                  <a:lnTo>
                    <a:pt x="9524" y="1863452"/>
                  </a:lnTo>
                  <a:lnTo>
                    <a:pt x="9060" y="1864574"/>
                  </a:lnTo>
                  <a:lnTo>
                    <a:pt x="7200" y="1866434"/>
                  </a:lnTo>
                  <a:lnTo>
                    <a:pt x="6077" y="1866899"/>
                  </a:lnTo>
                  <a:close/>
                </a:path>
                <a:path w="9525" h="320040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3200400">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20040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200400">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200400">
                  <a:moveTo>
                    <a:pt x="6077" y="1628774"/>
                  </a:moveTo>
                  <a:lnTo>
                    <a:pt x="3447" y="1628774"/>
                  </a:lnTo>
                  <a:lnTo>
                    <a:pt x="2324" y="1628309"/>
                  </a:lnTo>
                  <a:lnTo>
                    <a:pt x="464" y="1626449"/>
                  </a:lnTo>
                  <a:lnTo>
                    <a:pt x="0" y="1625327"/>
                  </a:lnTo>
                  <a:lnTo>
                    <a:pt x="0" y="1622696"/>
                  </a:lnTo>
                  <a:lnTo>
                    <a:pt x="464" y="1621574"/>
                  </a:lnTo>
                  <a:lnTo>
                    <a:pt x="2324" y="1619714"/>
                  </a:lnTo>
                  <a:lnTo>
                    <a:pt x="3447" y="1619249"/>
                  </a:lnTo>
                  <a:lnTo>
                    <a:pt x="6077" y="1619249"/>
                  </a:lnTo>
                  <a:lnTo>
                    <a:pt x="7200" y="1619714"/>
                  </a:lnTo>
                  <a:lnTo>
                    <a:pt x="9060" y="1621574"/>
                  </a:lnTo>
                  <a:lnTo>
                    <a:pt x="9524" y="1622696"/>
                  </a:lnTo>
                  <a:lnTo>
                    <a:pt x="9524" y="1625327"/>
                  </a:lnTo>
                  <a:lnTo>
                    <a:pt x="9060" y="1626449"/>
                  </a:lnTo>
                  <a:lnTo>
                    <a:pt x="7200" y="1628309"/>
                  </a:lnTo>
                  <a:lnTo>
                    <a:pt x="6077" y="1628774"/>
                  </a:lnTo>
                  <a:close/>
                </a:path>
                <a:path w="9525" h="3200400">
                  <a:moveTo>
                    <a:pt x="6077" y="1581149"/>
                  </a:moveTo>
                  <a:lnTo>
                    <a:pt x="3447" y="1581149"/>
                  </a:lnTo>
                  <a:lnTo>
                    <a:pt x="2324" y="1580684"/>
                  </a:lnTo>
                  <a:lnTo>
                    <a:pt x="464" y="1578824"/>
                  </a:lnTo>
                  <a:lnTo>
                    <a:pt x="0" y="1577702"/>
                  </a:lnTo>
                  <a:lnTo>
                    <a:pt x="0" y="1575072"/>
                  </a:lnTo>
                  <a:lnTo>
                    <a:pt x="464" y="1573949"/>
                  </a:lnTo>
                  <a:lnTo>
                    <a:pt x="2324" y="1572089"/>
                  </a:lnTo>
                  <a:lnTo>
                    <a:pt x="3447" y="1571624"/>
                  </a:lnTo>
                  <a:lnTo>
                    <a:pt x="6077" y="1571624"/>
                  </a:lnTo>
                  <a:lnTo>
                    <a:pt x="7200" y="1572089"/>
                  </a:lnTo>
                  <a:lnTo>
                    <a:pt x="9060" y="1573949"/>
                  </a:lnTo>
                  <a:lnTo>
                    <a:pt x="9524" y="1575072"/>
                  </a:lnTo>
                  <a:lnTo>
                    <a:pt x="9524" y="1577702"/>
                  </a:lnTo>
                  <a:lnTo>
                    <a:pt x="9060" y="1578824"/>
                  </a:lnTo>
                  <a:lnTo>
                    <a:pt x="7200" y="1580684"/>
                  </a:lnTo>
                  <a:lnTo>
                    <a:pt x="6077" y="1581149"/>
                  </a:lnTo>
                  <a:close/>
                </a:path>
                <a:path w="9525" h="3200400">
                  <a:moveTo>
                    <a:pt x="6077" y="1533524"/>
                  </a:moveTo>
                  <a:lnTo>
                    <a:pt x="3447" y="1533524"/>
                  </a:lnTo>
                  <a:lnTo>
                    <a:pt x="2324" y="1533059"/>
                  </a:lnTo>
                  <a:lnTo>
                    <a:pt x="464" y="1531199"/>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199"/>
                  </a:lnTo>
                  <a:lnTo>
                    <a:pt x="7200" y="1533059"/>
                  </a:lnTo>
                  <a:lnTo>
                    <a:pt x="6077" y="1533524"/>
                  </a:lnTo>
                  <a:close/>
                </a:path>
                <a:path w="9525" h="3200400">
                  <a:moveTo>
                    <a:pt x="6077" y="1485899"/>
                  </a:moveTo>
                  <a:lnTo>
                    <a:pt x="3447" y="1485899"/>
                  </a:lnTo>
                  <a:lnTo>
                    <a:pt x="2324" y="1485434"/>
                  </a:lnTo>
                  <a:lnTo>
                    <a:pt x="464" y="1483574"/>
                  </a:lnTo>
                  <a:lnTo>
                    <a:pt x="0" y="1482452"/>
                  </a:lnTo>
                  <a:lnTo>
                    <a:pt x="0" y="1479821"/>
                  </a:lnTo>
                  <a:lnTo>
                    <a:pt x="464" y="1478699"/>
                  </a:lnTo>
                  <a:lnTo>
                    <a:pt x="2324" y="1476839"/>
                  </a:lnTo>
                  <a:lnTo>
                    <a:pt x="3447" y="1476374"/>
                  </a:lnTo>
                  <a:lnTo>
                    <a:pt x="6077" y="1476374"/>
                  </a:lnTo>
                  <a:lnTo>
                    <a:pt x="7200" y="1476839"/>
                  </a:lnTo>
                  <a:lnTo>
                    <a:pt x="9060" y="1478699"/>
                  </a:lnTo>
                  <a:lnTo>
                    <a:pt x="9524" y="1479821"/>
                  </a:lnTo>
                  <a:lnTo>
                    <a:pt x="9524" y="1482452"/>
                  </a:lnTo>
                  <a:lnTo>
                    <a:pt x="9060" y="1483574"/>
                  </a:lnTo>
                  <a:lnTo>
                    <a:pt x="7200" y="1485434"/>
                  </a:lnTo>
                  <a:lnTo>
                    <a:pt x="6077" y="1485899"/>
                  </a:lnTo>
                  <a:close/>
                </a:path>
                <a:path w="9525" h="320040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20040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3200400">
                  <a:moveTo>
                    <a:pt x="6077" y="1343024"/>
                  </a:moveTo>
                  <a:lnTo>
                    <a:pt x="3447" y="1343024"/>
                  </a:lnTo>
                  <a:lnTo>
                    <a:pt x="2324" y="1342559"/>
                  </a:lnTo>
                  <a:lnTo>
                    <a:pt x="464" y="1340699"/>
                  </a:lnTo>
                  <a:lnTo>
                    <a:pt x="0" y="1339577"/>
                  </a:lnTo>
                  <a:lnTo>
                    <a:pt x="0" y="1336947"/>
                  </a:lnTo>
                  <a:lnTo>
                    <a:pt x="464" y="1335824"/>
                  </a:lnTo>
                  <a:lnTo>
                    <a:pt x="2324" y="1333964"/>
                  </a:lnTo>
                  <a:lnTo>
                    <a:pt x="3447" y="1333499"/>
                  </a:lnTo>
                  <a:lnTo>
                    <a:pt x="6077" y="1333499"/>
                  </a:lnTo>
                  <a:lnTo>
                    <a:pt x="7200" y="1333964"/>
                  </a:lnTo>
                  <a:lnTo>
                    <a:pt x="9060" y="1335824"/>
                  </a:lnTo>
                  <a:lnTo>
                    <a:pt x="9524" y="1336947"/>
                  </a:lnTo>
                  <a:lnTo>
                    <a:pt x="9524" y="1339577"/>
                  </a:lnTo>
                  <a:lnTo>
                    <a:pt x="9060" y="1340699"/>
                  </a:lnTo>
                  <a:lnTo>
                    <a:pt x="7200" y="1342559"/>
                  </a:lnTo>
                  <a:lnTo>
                    <a:pt x="6077" y="1343024"/>
                  </a:lnTo>
                  <a:close/>
                </a:path>
                <a:path w="9525" h="3200400">
                  <a:moveTo>
                    <a:pt x="6077" y="1295399"/>
                  </a:moveTo>
                  <a:lnTo>
                    <a:pt x="3447" y="1295399"/>
                  </a:lnTo>
                  <a:lnTo>
                    <a:pt x="2324" y="1294934"/>
                  </a:lnTo>
                  <a:lnTo>
                    <a:pt x="464" y="1293074"/>
                  </a:lnTo>
                  <a:lnTo>
                    <a:pt x="0" y="1291952"/>
                  </a:lnTo>
                  <a:lnTo>
                    <a:pt x="0" y="1289321"/>
                  </a:lnTo>
                  <a:lnTo>
                    <a:pt x="464" y="1288199"/>
                  </a:lnTo>
                  <a:lnTo>
                    <a:pt x="2324" y="1286339"/>
                  </a:lnTo>
                  <a:lnTo>
                    <a:pt x="3447" y="1285874"/>
                  </a:lnTo>
                  <a:lnTo>
                    <a:pt x="6077" y="1285874"/>
                  </a:lnTo>
                  <a:lnTo>
                    <a:pt x="7200" y="1286339"/>
                  </a:lnTo>
                  <a:lnTo>
                    <a:pt x="9060" y="1288199"/>
                  </a:lnTo>
                  <a:lnTo>
                    <a:pt x="9524" y="1289321"/>
                  </a:lnTo>
                  <a:lnTo>
                    <a:pt x="9524" y="1291952"/>
                  </a:lnTo>
                  <a:lnTo>
                    <a:pt x="9060" y="1293074"/>
                  </a:lnTo>
                  <a:lnTo>
                    <a:pt x="7200" y="1294934"/>
                  </a:lnTo>
                  <a:lnTo>
                    <a:pt x="6077" y="1295399"/>
                  </a:lnTo>
                  <a:close/>
                </a:path>
                <a:path w="9525" h="3200400">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200400">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200400">
                  <a:moveTo>
                    <a:pt x="6077" y="1152524"/>
                  </a:moveTo>
                  <a:lnTo>
                    <a:pt x="3447" y="1152524"/>
                  </a:lnTo>
                  <a:lnTo>
                    <a:pt x="2324" y="1152059"/>
                  </a:lnTo>
                  <a:lnTo>
                    <a:pt x="464" y="1150199"/>
                  </a:lnTo>
                  <a:lnTo>
                    <a:pt x="0" y="1149077"/>
                  </a:lnTo>
                  <a:lnTo>
                    <a:pt x="0" y="1146446"/>
                  </a:lnTo>
                  <a:lnTo>
                    <a:pt x="464" y="1145324"/>
                  </a:lnTo>
                  <a:lnTo>
                    <a:pt x="2324" y="1143464"/>
                  </a:lnTo>
                  <a:lnTo>
                    <a:pt x="3447" y="1142999"/>
                  </a:lnTo>
                  <a:lnTo>
                    <a:pt x="6077" y="1142999"/>
                  </a:lnTo>
                  <a:lnTo>
                    <a:pt x="7200" y="1143464"/>
                  </a:lnTo>
                  <a:lnTo>
                    <a:pt x="9060" y="1145324"/>
                  </a:lnTo>
                  <a:lnTo>
                    <a:pt x="9524" y="1146446"/>
                  </a:lnTo>
                  <a:lnTo>
                    <a:pt x="9524" y="1149077"/>
                  </a:lnTo>
                  <a:lnTo>
                    <a:pt x="9060" y="1150199"/>
                  </a:lnTo>
                  <a:lnTo>
                    <a:pt x="7200" y="1152059"/>
                  </a:lnTo>
                  <a:lnTo>
                    <a:pt x="6077" y="1152524"/>
                  </a:lnTo>
                  <a:close/>
                </a:path>
                <a:path w="9525" h="3200400">
                  <a:moveTo>
                    <a:pt x="6077" y="1104899"/>
                  </a:moveTo>
                  <a:lnTo>
                    <a:pt x="3447" y="1104899"/>
                  </a:lnTo>
                  <a:lnTo>
                    <a:pt x="2324" y="1104434"/>
                  </a:lnTo>
                  <a:lnTo>
                    <a:pt x="464" y="1102574"/>
                  </a:lnTo>
                  <a:lnTo>
                    <a:pt x="0" y="1101452"/>
                  </a:lnTo>
                  <a:lnTo>
                    <a:pt x="0" y="1098822"/>
                  </a:lnTo>
                  <a:lnTo>
                    <a:pt x="464" y="1097699"/>
                  </a:lnTo>
                  <a:lnTo>
                    <a:pt x="2324" y="1095839"/>
                  </a:lnTo>
                  <a:lnTo>
                    <a:pt x="3447" y="1095374"/>
                  </a:lnTo>
                  <a:lnTo>
                    <a:pt x="6077" y="1095374"/>
                  </a:lnTo>
                  <a:lnTo>
                    <a:pt x="7200" y="1095839"/>
                  </a:lnTo>
                  <a:lnTo>
                    <a:pt x="9060" y="1097699"/>
                  </a:lnTo>
                  <a:lnTo>
                    <a:pt x="9524" y="1098822"/>
                  </a:lnTo>
                  <a:lnTo>
                    <a:pt x="9524" y="1101452"/>
                  </a:lnTo>
                  <a:lnTo>
                    <a:pt x="9060" y="1102574"/>
                  </a:lnTo>
                  <a:lnTo>
                    <a:pt x="7200" y="1104434"/>
                  </a:lnTo>
                  <a:lnTo>
                    <a:pt x="6077" y="1104899"/>
                  </a:lnTo>
                  <a:close/>
                </a:path>
                <a:path w="9525" h="3200400">
                  <a:moveTo>
                    <a:pt x="6077" y="1057274"/>
                  </a:moveTo>
                  <a:lnTo>
                    <a:pt x="3447" y="1057274"/>
                  </a:lnTo>
                  <a:lnTo>
                    <a:pt x="2324" y="1056809"/>
                  </a:lnTo>
                  <a:lnTo>
                    <a:pt x="464" y="1054949"/>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49"/>
                  </a:lnTo>
                  <a:lnTo>
                    <a:pt x="7200" y="1056809"/>
                  </a:lnTo>
                  <a:lnTo>
                    <a:pt x="6077" y="1057274"/>
                  </a:lnTo>
                  <a:close/>
                </a:path>
                <a:path w="9525" h="3200400">
                  <a:moveTo>
                    <a:pt x="6077" y="1009649"/>
                  </a:moveTo>
                  <a:lnTo>
                    <a:pt x="3447" y="1009649"/>
                  </a:lnTo>
                  <a:lnTo>
                    <a:pt x="2324" y="1009184"/>
                  </a:lnTo>
                  <a:lnTo>
                    <a:pt x="464" y="1007325"/>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5"/>
                  </a:lnTo>
                  <a:lnTo>
                    <a:pt x="7200" y="1009184"/>
                  </a:lnTo>
                  <a:lnTo>
                    <a:pt x="6077" y="1009649"/>
                  </a:lnTo>
                  <a:close/>
                </a:path>
                <a:path w="9525" h="3200400">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20040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200400">
                  <a:moveTo>
                    <a:pt x="6077" y="866774"/>
                  </a:moveTo>
                  <a:lnTo>
                    <a:pt x="3447" y="866774"/>
                  </a:lnTo>
                  <a:lnTo>
                    <a:pt x="2324" y="866309"/>
                  </a:lnTo>
                  <a:lnTo>
                    <a:pt x="464" y="864449"/>
                  </a:lnTo>
                  <a:lnTo>
                    <a:pt x="0" y="863327"/>
                  </a:lnTo>
                  <a:lnTo>
                    <a:pt x="0" y="860697"/>
                  </a:lnTo>
                  <a:lnTo>
                    <a:pt x="464" y="859574"/>
                  </a:lnTo>
                  <a:lnTo>
                    <a:pt x="2324" y="857714"/>
                  </a:lnTo>
                  <a:lnTo>
                    <a:pt x="3447" y="857249"/>
                  </a:lnTo>
                  <a:lnTo>
                    <a:pt x="6077" y="857249"/>
                  </a:lnTo>
                  <a:lnTo>
                    <a:pt x="7200" y="857714"/>
                  </a:lnTo>
                  <a:lnTo>
                    <a:pt x="9060" y="859574"/>
                  </a:lnTo>
                  <a:lnTo>
                    <a:pt x="9524" y="860697"/>
                  </a:lnTo>
                  <a:lnTo>
                    <a:pt x="9524" y="863327"/>
                  </a:lnTo>
                  <a:lnTo>
                    <a:pt x="9060" y="864449"/>
                  </a:lnTo>
                  <a:lnTo>
                    <a:pt x="7200" y="866309"/>
                  </a:lnTo>
                  <a:lnTo>
                    <a:pt x="6077" y="866774"/>
                  </a:lnTo>
                  <a:close/>
                </a:path>
                <a:path w="9525" h="3200400">
                  <a:moveTo>
                    <a:pt x="6077" y="819149"/>
                  </a:moveTo>
                  <a:lnTo>
                    <a:pt x="3447" y="819149"/>
                  </a:lnTo>
                  <a:lnTo>
                    <a:pt x="2324" y="818684"/>
                  </a:lnTo>
                  <a:lnTo>
                    <a:pt x="464" y="816824"/>
                  </a:lnTo>
                  <a:lnTo>
                    <a:pt x="0" y="815702"/>
                  </a:lnTo>
                  <a:lnTo>
                    <a:pt x="0" y="813072"/>
                  </a:lnTo>
                  <a:lnTo>
                    <a:pt x="464" y="811949"/>
                  </a:lnTo>
                  <a:lnTo>
                    <a:pt x="2324" y="810089"/>
                  </a:lnTo>
                  <a:lnTo>
                    <a:pt x="3447" y="809624"/>
                  </a:lnTo>
                  <a:lnTo>
                    <a:pt x="6077" y="809624"/>
                  </a:lnTo>
                  <a:lnTo>
                    <a:pt x="7200" y="810089"/>
                  </a:lnTo>
                  <a:lnTo>
                    <a:pt x="9060" y="811949"/>
                  </a:lnTo>
                  <a:lnTo>
                    <a:pt x="9524" y="813072"/>
                  </a:lnTo>
                  <a:lnTo>
                    <a:pt x="9524" y="815702"/>
                  </a:lnTo>
                  <a:lnTo>
                    <a:pt x="9060" y="816824"/>
                  </a:lnTo>
                  <a:lnTo>
                    <a:pt x="7200" y="818684"/>
                  </a:lnTo>
                  <a:lnTo>
                    <a:pt x="6077" y="819149"/>
                  </a:lnTo>
                  <a:close/>
                </a:path>
                <a:path w="9525" h="320040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200400">
                  <a:moveTo>
                    <a:pt x="6077" y="723899"/>
                  </a:moveTo>
                  <a:lnTo>
                    <a:pt x="3447" y="723899"/>
                  </a:lnTo>
                  <a:lnTo>
                    <a:pt x="2324" y="723434"/>
                  </a:lnTo>
                  <a:lnTo>
                    <a:pt x="464" y="721575"/>
                  </a:lnTo>
                  <a:lnTo>
                    <a:pt x="0" y="720452"/>
                  </a:lnTo>
                  <a:lnTo>
                    <a:pt x="0" y="717822"/>
                  </a:lnTo>
                  <a:lnTo>
                    <a:pt x="464" y="716699"/>
                  </a:lnTo>
                  <a:lnTo>
                    <a:pt x="2324" y="714840"/>
                  </a:lnTo>
                  <a:lnTo>
                    <a:pt x="3447" y="714374"/>
                  </a:lnTo>
                  <a:lnTo>
                    <a:pt x="6077" y="714374"/>
                  </a:lnTo>
                  <a:lnTo>
                    <a:pt x="7200" y="714840"/>
                  </a:lnTo>
                  <a:lnTo>
                    <a:pt x="9060" y="716699"/>
                  </a:lnTo>
                  <a:lnTo>
                    <a:pt x="9524" y="717822"/>
                  </a:lnTo>
                  <a:lnTo>
                    <a:pt x="9524" y="720452"/>
                  </a:lnTo>
                  <a:lnTo>
                    <a:pt x="9060" y="721575"/>
                  </a:lnTo>
                  <a:lnTo>
                    <a:pt x="7200" y="723434"/>
                  </a:lnTo>
                  <a:lnTo>
                    <a:pt x="6077" y="723899"/>
                  </a:lnTo>
                  <a:close/>
                </a:path>
                <a:path w="9525" h="320040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3200400">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200400">
                  <a:moveTo>
                    <a:pt x="6077" y="581024"/>
                  </a:moveTo>
                  <a:lnTo>
                    <a:pt x="3447" y="581024"/>
                  </a:lnTo>
                  <a:lnTo>
                    <a:pt x="2324" y="580559"/>
                  </a:lnTo>
                  <a:lnTo>
                    <a:pt x="464" y="578699"/>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699"/>
                  </a:lnTo>
                  <a:lnTo>
                    <a:pt x="7200" y="580559"/>
                  </a:lnTo>
                  <a:lnTo>
                    <a:pt x="6077" y="581024"/>
                  </a:lnTo>
                  <a:close/>
                </a:path>
                <a:path w="9525" h="3200400">
                  <a:moveTo>
                    <a:pt x="6077" y="533399"/>
                  </a:moveTo>
                  <a:lnTo>
                    <a:pt x="3447" y="533399"/>
                  </a:lnTo>
                  <a:lnTo>
                    <a:pt x="2324" y="532934"/>
                  </a:lnTo>
                  <a:lnTo>
                    <a:pt x="464" y="531075"/>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5"/>
                  </a:lnTo>
                  <a:lnTo>
                    <a:pt x="7200" y="532934"/>
                  </a:lnTo>
                  <a:lnTo>
                    <a:pt x="6077" y="533399"/>
                  </a:lnTo>
                  <a:close/>
                </a:path>
                <a:path w="9525" h="320040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20040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320040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3200400">
                  <a:moveTo>
                    <a:pt x="6077" y="342899"/>
                  </a:moveTo>
                  <a:lnTo>
                    <a:pt x="3447" y="342899"/>
                  </a:lnTo>
                  <a:lnTo>
                    <a:pt x="2324" y="342434"/>
                  </a:lnTo>
                  <a:lnTo>
                    <a:pt x="464" y="340575"/>
                  </a:lnTo>
                  <a:lnTo>
                    <a:pt x="0" y="339452"/>
                  </a:lnTo>
                  <a:lnTo>
                    <a:pt x="0" y="336822"/>
                  </a:lnTo>
                  <a:lnTo>
                    <a:pt x="464" y="335699"/>
                  </a:lnTo>
                  <a:lnTo>
                    <a:pt x="2324" y="333839"/>
                  </a:lnTo>
                  <a:lnTo>
                    <a:pt x="3447" y="333374"/>
                  </a:lnTo>
                  <a:lnTo>
                    <a:pt x="6077" y="333374"/>
                  </a:lnTo>
                  <a:lnTo>
                    <a:pt x="7200" y="333839"/>
                  </a:lnTo>
                  <a:lnTo>
                    <a:pt x="9060" y="335699"/>
                  </a:lnTo>
                  <a:lnTo>
                    <a:pt x="9524" y="336822"/>
                  </a:lnTo>
                  <a:lnTo>
                    <a:pt x="9524" y="339452"/>
                  </a:lnTo>
                  <a:lnTo>
                    <a:pt x="9060" y="340575"/>
                  </a:lnTo>
                  <a:lnTo>
                    <a:pt x="7200" y="342434"/>
                  </a:lnTo>
                  <a:lnTo>
                    <a:pt x="6077" y="342899"/>
                  </a:lnTo>
                  <a:close/>
                </a:path>
                <a:path w="9525" h="320040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200400">
                  <a:moveTo>
                    <a:pt x="6077" y="247649"/>
                  </a:moveTo>
                  <a:lnTo>
                    <a:pt x="3447" y="247649"/>
                  </a:lnTo>
                  <a:lnTo>
                    <a:pt x="2324" y="247184"/>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4"/>
                  </a:lnTo>
                  <a:lnTo>
                    <a:pt x="6077" y="247649"/>
                  </a:lnTo>
                  <a:close/>
                </a:path>
                <a:path w="9525" h="3200400">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20040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200400">
                  <a:moveTo>
                    <a:pt x="6077" y="104774"/>
                  </a:moveTo>
                  <a:lnTo>
                    <a:pt x="3447" y="104774"/>
                  </a:lnTo>
                  <a:lnTo>
                    <a:pt x="2324" y="104309"/>
                  </a:lnTo>
                  <a:lnTo>
                    <a:pt x="464" y="102449"/>
                  </a:lnTo>
                  <a:lnTo>
                    <a:pt x="0" y="101327"/>
                  </a:lnTo>
                  <a:lnTo>
                    <a:pt x="0" y="98697"/>
                  </a:lnTo>
                  <a:lnTo>
                    <a:pt x="464" y="97574"/>
                  </a:lnTo>
                  <a:lnTo>
                    <a:pt x="2324" y="95714"/>
                  </a:lnTo>
                  <a:lnTo>
                    <a:pt x="3447" y="95249"/>
                  </a:lnTo>
                  <a:lnTo>
                    <a:pt x="6077" y="95249"/>
                  </a:lnTo>
                  <a:lnTo>
                    <a:pt x="7200" y="95714"/>
                  </a:lnTo>
                  <a:lnTo>
                    <a:pt x="9060" y="97574"/>
                  </a:lnTo>
                  <a:lnTo>
                    <a:pt x="9524" y="98697"/>
                  </a:lnTo>
                  <a:lnTo>
                    <a:pt x="9524" y="101327"/>
                  </a:lnTo>
                  <a:lnTo>
                    <a:pt x="9060" y="102449"/>
                  </a:lnTo>
                  <a:lnTo>
                    <a:pt x="7200" y="104309"/>
                  </a:lnTo>
                  <a:lnTo>
                    <a:pt x="6077" y="104774"/>
                  </a:lnTo>
                  <a:close/>
                </a:path>
                <a:path w="9525" h="3200400">
                  <a:moveTo>
                    <a:pt x="6077" y="57149"/>
                  </a:moveTo>
                  <a:lnTo>
                    <a:pt x="3447" y="57149"/>
                  </a:lnTo>
                  <a:lnTo>
                    <a:pt x="2324" y="56684"/>
                  </a:lnTo>
                  <a:lnTo>
                    <a:pt x="464" y="54825"/>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5"/>
                  </a:lnTo>
                  <a:lnTo>
                    <a:pt x="7200" y="56684"/>
                  </a:lnTo>
                  <a:lnTo>
                    <a:pt x="6077" y="57149"/>
                  </a:lnTo>
                  <a:close/>
                </a:path>
                <a:path w="9525" h="320040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40" name="object 6"/>
            <p:cNvSpPr txBox="1"/>
            <p:nvPr/>
          </p:nvSpPr>
          <p:spPr>
            <a:xfrm>
              <a:off x="1201482" y="2750344"/>
              <a:ext cx="61615" cy="106416"/>
            </a:xfrm>
            <a:prstGeom prst="rect">
              <a:avLst/>
            </a:prstGeom>
          </p:spPr>
          <p:txBody>
            <a:bodyPr vert="horz" wrap="square" lIns="0" tIns="8930" rIns="0" bIns="0" rtlCol="0">
              <a:spAutoFit/>
            </a:bodyPr>
            <a:lstStyle/>
            <a:p>
              <a:pPr marL="8929">
                <a:spcBef>
                  <a:spcPts val="70"/>
                </a:spcBef>
              </a:pPr>
              <a:r>
                <a:rPr sz="633" spc="-35" dirty="0">
                  <a:solidFill>
                    <a:srgbClr val="605D5C"/>
                  </a:solidFill>
                  <a:latin typeface="Segoe UI"/>
                  <a:cs typeface="Segoe UI"/>
                </a:rPr>
                <a:t>0</a:t>
              </a:r>
              <a:endParaRPr sz="633">
                <a:latin typeface="Segoe UI"/>
                <a:cs typeface="Segoe UI"/>
              </a:endParaRPr>
            </a:p>
          </p:txBody>
        </p:sp>
        <p:sp>
          <p:nvSpPr>
            <p:cNvPr id="41" name="object 7"/>
            <p:cNvSpPr/>
            <p:nvPr/>
          </p:nvSpPr>
          <p:spPr>
            <a:xfrm>
              <a:off x="1898955" y="492249"/>
              <a:ext cx="6697" cy="2250281"/>
            </a:xfrm>
            <a:custGeom>
              <a:avLst/>
              <a:gdLst/>
              <a:ahLst/>
              <a:cxnLst/>
              <a:rect l="l" t="t" r="r" b="b"/>
              <a:pathLst>
                <a:path w="9525" h="3200400">
                  <a:moveTo>
                    <a:pt x="6077" y="3200399"/>
                  </a:moveTo>
                  <a:lnTo>
                    <a:pt x="3447" y="3200399"/>
                  </a:lnTo>
                  <a:lnTo>
                    <a:pt x="2324" y="3199934"/>
                  </a:lnTo>
                  <a:lnTo>
                    <a:pt x="464" y="3198074"/>
                  </a:lnTo>
                  <a:lnTo>
                    <a:pt x="0" y="3196952"/>
                  </a:lnTo>
                  <a:lnTo>
                    <a:pt x="0" y="3194321"/>
                  </a:lnTo>
                  <a:lnTo>
                    <a:pt x="464" y="3193199"/>
                  </a:lnTo>
                  <a:lnTo>
                    <a:pt x="2324" y="3191339"/>
                  </a:lnTo>
                  <a:lnTo>
                    <a:pt x="3447" y="3190874"/>
                  </a:lnTo>
                  <a:lnTo>
                    <a:pt x="6077" y="3190874"/>
                  </a:lnTo>
                  <a:lnTo>
                    <a:pt x="7200" y="3191339"/>
                  </a:lnTo>
                  <a:lnTo>
                    <a:pt x="9060" y="3193199"/>
                  </a:lnTo>
                  <a:lnTo>
                    <a:pt x="9524" y="3194321"/>
                  </a:lnTo>
                  <a:lnTo>
                    <a:pt x="9524" y="3196952"/>
                  </a:lnTo>
                  <a:lnTo>
                    <a:pt x="9060" y="3198074"/>
                  </a:lnTo>
                  <a:lnTo>
                    <a:pt x="7200" y="3199934"/>
                  </a:lnTo>
                  <a:lnTo>
                    <a:pt x="6077" y="3200399"/>
                  </a:lnTo>
                  <a:close/>
                </a:path>
                <a:path w="9525" h="3200400">
                  <a:moveTo>
                    <a:pt x="6077" y="3152774"/>
                  </a:moveTo>
                  <a:lnTo>
                    <a:pt x="3447" y="3152774"/>
                  </a:lnTo>
                  <a:lnTo>
                    <a:pt x="2324" y="3152309"/>
                  </a:lnTo>
                  <a:lnTo>
                    <a:pt x="464" y="3150449"/>
                  </a:lnTo>
                  <a:lnTo>
                    <a:pt x="0" y="3149327"/>
                  </a:lnTo>
                  <a:lnTo>
                    <a:pt x="0" y="3146696"/>
                  </a:lnTo>
                  <a:lnTo>
                    <a:pt x="464" y="3145574"/>
                  </a:lnTo>
                  <a:lnTo>
                    <a:pt x="2324" y="3143714"/>
                  </a:lnTo>
                  <a:lnTo>
                    <a:pt x="3447" y="3143249"/>
                  </a:lnTo>
                  <a:lnTo>
                    <a:pt x="6077" y="3143249"/>
                  </a:lnTo>
                  <a:lnTo>
                    <a:pt x="7200" y="3143714"/>
                  </a:lnTo>
                  <a:lnTo>
                    <a:pt x="9060" y="3145574"/>
                  </a:lnTo>
                  <a:lnTo>
                    <a:pt x="9524" y="3146696"/>
                  </a:lnTo>
                  <a:lnTo>
                    <a:pt x="9524" y="3149327"/>
                  </a:lnTo>
                  <a:lnTo>
                    <a:pt x="9060" y="3150449"/>
                  </a:lnTo>
                  <a:lnTo>
                    <a:pt x="7200" y="3152309"/>
                  </a:lnTo>
                  <a:lnTo>
                    <a:pt x="6077" y="3152774"/>
                  </a:lnTo>
                  <a:close/>
                </a:path>
                <a:path w="9525" h="3200400">
                  <a:moveTo>
                    <a:pt x="6077" y="3105149"/>
                  </a:moveTo>
                  <a:lnTo>
                    <a:pt x="3447" y="3105149"/>
                  </a:lnTo>
                  <a:lnTo>
                    <a:pt x="2324" y="3104684"/>
                  </a:lnTo>
                  <a:lnTo>
                    <a:pt x="464" y="3102824"/>
                  </a:lnTo>
                  <a:lnTo>
                    <a:pt x="0" y="3101702"/>
                  </a:lnTo>
                  <a:lnTo>
                    <a:pt x="0" y="3099071"/>
                  </a:lnTo>
                  <a:lnTo>
                    <a:pt x="464" y="3097949"/>
                  </a:lnTo>
                  <a:lnTo>
                    <a:pt x="2324" y="3096089"/>
                  </a:lnTo>
                  <a:lnTo>
                    <a:pt x="3447" y="3095624"/>
                  </a:lnTo>
                  <a:lnTo>
                    <a:pt x="6077" y="3095624"/>
                  </a:lnTo>
                  <a:lnTo>
                    <a:pt x="7200" y="3096089"/>
                  </a:lnTo>
                  <a:lnTo>
                    <a:pt x="9060" y="3097949"/>
                  </a:lnTo>
                  <a:lnTo>
                    <a:pt x="9524" y="3099071"/>
                  </a:lnTo>
                  <a:lnTo>
                    <a:pt x="9524" y="3101702"/>
                  </a:lnTo>
                  <a:lnTo>
                    <a:pt x="9060" y="3102824"/>
                  </a:lnTo>
                  <a:lnTo>
                    <a:pt x="7200" y="3104684"/>
                  </a:lnTo>
                  <a:lnTo>
                    <a:pt x="6077" y="3105149"/>
                  </a:lnTo>
                  <a:close/>
                </a:path>
                <a:path w="9525" h="3200400">
                  <a:moveTo>
                    <a:pt x="6077" y="3057524"/>
                  </a:moveTo>
                  <a:lnTo>
                    <a:pt x="3447" y="3057524"/>
                  </a:lnTo>
                  <a:lnTo>
                    <a:pt x="2324" y="3057059"/>
                  </a:lnTo>
                  <a:lnTo>
                    <a:pt x="464" y="3055199"/>
                  </a:lnTo>
                  <a:lnTo>
                    <a:pt x="0" y="3054077"/>
                  </a:lnTo>
                  <a:lnTo>
                    <a:pt x="0" y="3051446"/>
                  </a:lnTo>
                  <a:lnTo>
                    <a:pt x="464" y="3050324"/>
                  </a:lnTo>
                  <a:lnTo>
                    <a:pt x="2324" y="3048464"/>
                  </a:lnTo>
                  <a:lnTo>
                    <a:pt x="3447" y="3047999"/>
                  </a:lnTo>
                  <a:lnTo>
                    <a:pt x="6077" y="3047999"/>
                  </a:lnTo>
                  <a:lnTo>
                    <a:pt x="7200" y="3048464"/>
                  </a:lnTo>
                  <a:lnTo>
                    <a:pt x="9060" y="3050324"/>
                  </a:lnTo>
                  <a:lnTo>
                    <a:pt x="9524" y="3051446"/>
                  </a:lnTo>
                  <a:lnTo>
                    <a:pt x="9524" y="3054077"/>
                  </a:lnTo>
                  <a:lnTo>
                    <a:pt x="9060" y="3055199"/>
                  </a:lnTo>
                  <a:lnTo>
                    <a:pt x="7200" y="3057059"/>
                  </a:lnTo>
                  <a:lnTo>
                    <a:pt x="6077" y="3057524"/>
                  </a:lnTo>
                  <a:close/>
                </a:path>
                <a:path w="9525" h="3200400">
                  <a:moveTo>
                    <a:pt x="6077" y="3009899"/>
                  </a:moveTo>
                  <a:lnTo>
                    <a:pt x="3447" y="3009899"/>
                  </a:lnTo>
                  <a:lnTo>
                    <a:pt x="2324" y="3009434"/>
                  </a:lnTo>
                  <a:lnTo>
                    <a:pt x="464" y="3007574"/>
                  </a:lnTo>
                  <a:lnTo>
                    <a:pt x="0" y="3006452"/>
                  </a:lnTo>
                  <a:lnTo>
                    <a:pt x="0" y="3003821"/>
                  </a:lnTo>
                  <a:lnTo>
                    <a:pt x="464" y="3002699"/>
                  </a:lnTo>
                  <a:lnTo>
                    <a:pt x="2324" y="3000839"/>
                  </a:lnTo>
                  <a:lnTo>
                    <a:pt x="3447" y="3000374"/>
                  </a:lnTo>
                  <a:lnTo>
                    <a:pt x="6077" y="3000374"/>
                  </a:lnTo>
                  <a:lnTo>
                    <a:pt x="7200" y="3000839"/>
                  </a:lnTo>
                  <a:lnTo>
                    <a:pt x="9060" y="3002699"/>
                  </a:lnTo>
                  <a:lnTo>
                    <a:pt x="9524" y="3003821"/>
                  </a:lnTo>
                  <a:lnTo>
                    <a:pt x="9524" y="3006452"/>
                  </a:lnTo>
                  <a:lnTo>
                    <a:pt x="9060" y="3007574"/>
                  </a:lnTo>
                  <a:lnTo>
                    <a:pt x="7200" y="3009434"/>
                  </a:lnTo>
                  <a:lnTo>
                    <a:pt x="6077" y="3009899"/>
                  </a:lnTo>
                  <a:close/>
                </a:path>
                <a:path w="9525" h="3200400">
                  <a:moveTo>
                    <a:pt x="6077" y="2962274"/>
                  </a:moveTo>
                  <a:lnTo>
                    <a:pt x="3447" y="2962274"/>
                  </a:lnTo>
                  <a:lnTo>
                    <a:pt x="2324" y="2961809"/>
                  </a:lnTo>
                  <a:lnTo>
                    <a:pt x="464" y="2959949"/>
                  </a:lnTo>
                  <a:lnTo>
                    <a:pt x="0" y="2958827"/>
                  </a:lnTo>
                  <a:lnTo>
                    <a:pt x="0" y="2956196"/>
                  </a:lnTo>
                  <a:lnTo>
                    <a:pt x="464" y="2955074"/>
                  </a:lnTo>
                  <a:lnTo>
                    <a:pt x="2324" y="2953214"/>
                  </a:lnTo>
                  <a:lnTo>
                    <a:pt x="3447" y="2952749"/>
                  </a:lnTo>
                  <a:lnTo>
                    <a:pt x="6077" y="2952749"/>
                  </a:lnTo>
                  <a:lnTo>
                    <a:pt x="7200" y="2953214"/>
                  </a:lnTo>
                  <a:lnTo>
                    <a:pt x="9060" y="2955074"/>
                  </a:lnTo>
                  <a:lnTo>
                    <a:pt x="9524" y="2956196"/>
                  </a:lnTo>
                  <a:lnTo>
                    <a:pt x="9524" y="2958827"/>
                  </a:lnTo>
                  <a:lnTo>
                    <a:pt x="9060" y="2959949"/>
                  </a:lnTo>
                  <a:lnTo>
                    <a:pt x="7200" y="2961809"/>
                  </a:lnTo>
                  <a:lnTo>
                    <a:pt x="6077" y="2962274"/>
                  </a:lnTo>
                  <a:close/>
                </a:path>
                <a:path w="9525" h="3200400">
                  <a:moveTo>
                    <a:pt x="6077" y="2914649"/>
                  </a:moveTo>
                  <a:lnTo>
                    <a:pt x="3447" y="2914649"/>
                  </a:lnTo>
                  <a:lnTo>
                    <a:pt x="2324" y="2914184"/>
                  </a:lnTo>
                  <a:lnTo>
                    <a:pt x="464" y="2912324"/>
                  </a:lnTo>
                  <a:lnTo>
                    <a:pt x="0" y="2911202"/>
                  </a:lnTo>
                  <a:lnTo>
                    <a:pt x="0" y="2908571"/>
                  </a:lnTo>
                  <a:lnTo>
                    <a:pt x="464" y="2907449"/>
                  </a:lnTo>
                  <a:lnTo>
                    <a:pt x="2324" y="2905589"/>
                  </a:lnTo>
                  <a:lnTo>
                    <a:pt x="3447" y="2905124"/>
                  </a:lnTo>
                  <a:lnTo>
                    <a:pt x="6077" y="2905124"/>
                  </a:lnTo>
                  <a:lnTo>
                    <a:pt x="7200" y="2905589"/>
                  </a:lnTo>
                  <a:lnTo>
                    <a:pt x="9060" y="2907449"/>
                  </a:lnTo>
                  <a:lnTo>
                    <a:pt x="9524" y="2908571"/>
                  </a:lnTo>
                  <a:lnTo>
                    <a:pt x="9524" y="2911202"/>
                  </a:lnTo>
                  <a:lnTo>
                    <a:pt x="9060" y="2912324"/>
                  </a:lnTo>
                  <a:lnTo>
                    <a:pt x="7200" y="2914184"/>
                  </a:lnTo>
                  <a:lnTo>
                    <a:pt x="6077" y="2914649"/>
                  </a:lnTo>
                  <a:close/>
                </a:path>
                <a:path w="9525" h="3200400">
                  <a:moveTo>
                    <a:pt x="6077" y="2867024"/>
                  </a:moveTo>
                  <a:lnTo>
                    <a:pt x="3447" y="2867024"/>
                  </a:lnTo>
                  <a:lnTo>
                    <a:pt x="2324" y="2866559"/>
                  </a:lnTo>
                  <a:lnTo>
                    <a:pt x="464" y="2864699"/>
                  </a:lnTo>
                  <a:lnTo>
                    <a:pt x="0" y="2863577"/>
                  </a:lnTo>
                  <a:lnTo>
                    <a:pt x="0" y="2860946"/>
                  </a:lnTo>
                  <a:lnTo>
                    <a:pt x="464" y="2859824"/>
                  </a:lnTo>
                  <a:lnTo>
                    <a:pt x="2324" y="2857964"/>
                  </a:lnTo>
                  <a:lnTo>
                    <a:pt x="3447" y="2857499"/>
                  </a:lnTo>
                  <a:lnTo>
                    <a:pt x="6077" y="2857499"/>
                  </a:lnTo>
                  <a:lnTo>
                    <a:pt x="7200" y="2857964"/>
                  </a:lnTo>
                  <a:lnTo>
                    <a:pt x="9060" y="2859824"/>
                  </a:lnTo>
                  <a:lnTo>
                    <a:pt x="9524" y="2860946"/>
                  </a:lnTo>
                  <a:lnTo>
                    <a:pt x="9524" y="2863577"/>
                  </a:lnTo>
                  <a:lnTo>
                    <a:pt x="9060" y="2864699"/>
                  </a:lnTo>
                  <a:lnTo>
                    <a:pt x="7200" y="2866559"/>
                  </a:lnTo>
                  <a:lnTo>
                    <a:pt x="6077" y="2867024"/>
                  </a:lnTo>
                  <a:close/>
                </a:path>
                <a:path w="9525" h="3200400">
                  <a:moveTo>
                    <a:pt x="6077" y="2819399"/>
                  </a:moveTo>
                  <a:lnTo>
                    <a:pt x="3447" y="2819399"/>
                  </a:lnTo>
                  <a:lnTo>
                    <a:pt x="2324" y="2818934"/>
                  </a:lnTo>
                  <a:lnTo>
                    <a:pt x="464" y="2817074"/>
                  </a:lnTo>
                  <a:lnTo>
                    <a:pt x="0" y="2815952"/>
                  </a:lnTo>
                  <a:lnTo>
                    <a:pt x="0" y="2813321"/>
                  </a:lnTo>
                  <a:lnTo>
                    <a:pt x="464" y="2812199"/>
                  </a:lnTo>
                  <a:lnTo>
                    <a:pt x="2324" y="2810339"/>
                  </a:lnTo>
                  <a:lnTo>
                    <a:pt x="3447" y="2809874"/>
                  </a:lnTo>
                  <a:lnTo>
                    <a:pt x="6077" y="2809874"/>
                  </a:lnTo>
                  <a:lnTo>
                    <a:pt x="7200" y="2810339"/>
                  </a:lnTo>
                  <a:lnTo>
                    <a:pt x="9060" y="2812199"/>
                  </a:lnTo>
                  <a:lnTo>
                    <a:pt x="9524" y="2813321"/>
                  </a:lnTo>
                  <a:lnTo>
                    <a:pt x="9524" y="2815952"/>
                  </a:lnTo>
                  <a:lnTo>
                    <a:pt x="9060" y="2817074"/>
                  </a:lnTo>
                  <a:lnTo>
                    <a:pt x="7200" y="2818934"/>
                  </a:lnTo>
                  <a:lnTo>
                    <a:pt x="6077" y="2819399"/>
                  </a:lnTo>
                  <a:close/>
                </a:path>
                <a:path w="9525" h="3200400">
                  <a:moveTo>
                    <a:pt x="6077" y="2771774"/>
                  </a:moveTo>
                  <a:lnTo>
                    <a:pt x="3447" y="2771774"/>
                  </a:lnTo>
                  <a:lnTo>
                    <a:pt x="2324" y="2771309"/>
                  </a:lnTo>
                  <a:lnTo>
                    <a:pt x="464" y="2769449"/>
                  </a:lnTo>
                  <a:lnTo>
                    <a:pt x="0" y="2768327"/>
                  </a:lnTo>
                  <a:lnTo>
                    <a:pt x="0" y="2765696"/>
                  </a:lnTo>
                  <a:lnTo>
                    <a:pt x="464" y="2764574"/>
                  </a:lnTo>
                  <a:lnTo>
                    <a:pt x="2324" y="2762714"/>
                  </a:lnTo>
                  <a:lnTo>
                    <a:pt x="3447" y="2762249"/>
                  </a:lnTo>
                  <a:lnTo>
                    <a:pt x="6077" y="2762249"/>
                  </a:lnTo>
                  <a:lnTo>
                    <a:pt x="7200" y="2762714"/>
                  </a:lnTo>
                  <a:lnTo>
                    <a:pt x="9060" y="2764574"/>
                  </a:lnTo>
                  <a:lnTo>
                    <a:pt x="9524" y="2765696"/>
                  </a:lnTo>
                  <a:lnTo>
                    <a:pt x="9524" y="2768327"/>
                  </a:lnTo>
                  <a:lnTo>
                    <a:pt x="9060" y="2769449"/>
                  </a:lnTo>
                  <a:lnTo>
                    <a:pt x="7200" y="2771309"/>
                  </a:lnTo>
                  <a:lnTo>
                    <a:pt x="6077" y="2771774"/>
                  </a:lnTo>
                  <a:close/>
                </a:path>
                <a:path w="9525" h="3200400">
                  <a:moveTo>
                    <a:pt x="6077" y="2724149"/>
                  </a:moveTo>
                  <a:lnTo>
                    <a:pt x="3447" y="2724149"/>
                  </a:lnTo>
                  <a:lnTo>
                    <a:pt x="2324" y="2723684"/>
                  </a:lnTo>
                  <a:lnTo>
                    <a:pt x="464" y="2721824"/>
                  </a:lnTo>
                  <a:lnTo>
                    <a:pt x="0" y="2720702"/>
                  </a:lnTo>
                  <a:lnTo>
                    <a:pt x="0" y="2718071"/>
                  </a:lnTo>
                  <a:lnTo>
                    <a:pt x="464" y="2716949"/>
                  </a:lnTo>
                  <a:lnTo>
                    <a:pt x="2324" y="2715089"/>
                  </a:lnTo>
                  <a:lnTo>
                    <a:pt x="3447" y="2714624"/>
                  </a:lnTo>
                  <a:lnTo>
                    <a:pt x="6077" y="2714624"/>
                  </a:lnTo>
                  <a:lnTo>
                    <a:pt x="7200" y="2715089"/>
                  </a:lnTo>
                  <a:lnTo>
                    <a:pt x="9060" y="2716949"/>
                  </a:lnTo>
                  <a:lnTo>
                    <a:pt x="9524" y="2718071"/>
                  </a:lnTo>
                  <a:lnTo>
                    <a:pt x="9524" y="2720702"/>
                  </a:lnTo>
                  <a:lnTo>
                    <a:pt x="9060" y="2721824"/>
                  </a:lnTo>
                  <a:lnTo>
                    <a:pt x="7200" y="2723684"/>
                  </a:lnTo>
                  <a:lnTo>
                    <a:pt x="6077" y="2724149"/>
                  </a:lnTo>
                  <a:close/>
                </a:path>
                <a:path w="9525" h="3200400">
                  <a:moveTo>
                    <a:pt x="6077" y="2676524"/>
                  </a:moveTo>
                  <a:lnTo>
                    <a:pt x="3447" y="2676524"/>
                  </a:lnTo>
                  <a:lnTo>
                    <a:pt x="2324" y="2676059"/>
                  </a:lnTo>
                  <a:lnTo>
                    <a:pt x="464" y="2674199"/>
                  </a:lnTo>
                  <a:lnTo>
                    <a:pt x="0" y="2673077"/>
                  </a:lnTo>
                  <a:lnTo>
                    <a:pt x="0" y="2670446"/>
                  </a:lnTo>
                  <a:lnTo>
                    <a:pt x="464" y="2669324"/>
                  </a:lnTo>
                  <a:lnTo>
                    <a:pt x="2324" y="2667464"/>
                  </a:lnTo>
                  <a:lnTo>
                    <a:pt x="3447" y="2666999"/>
                  </a:lnTo>
                  <a:lnTo>
                    <a:pt x="6077" y="2666999"/>
                  </a:lnTo>
                  <a:lnTo>
                    <a:pt x="7200" y="2667464"/>
                  </a:lnTo>
                  <a:lnTo>
                    <a:pt x="9060" y="2669324"/>
                  </a:lnTo>
                  <a:lnTo>
                    <a:pt x="9524" y="2670446"/>
                  </a:lnTo>
                  <a:lnTo>
                    <a:pt x="9524" y="2673077"/>
                  </a:lnTo>
                  <a:lnTo>
                    <a:pt x="9060" y="2674199"/>
                  </a:lnTo>
                  <a:lnTo>
                    <a:pt x="7200" y="2676059"/>
                  </a:lnTo>
                  <a:lnTo>
                    <a:pt x="6077" y="2676524"/>
                  </a:lnTo>
                  <a:close/>
                </a:path>
                <a:path w="9525" h="3200400">
                  <a:moveTo>
                    <a:pt x="6077" y="2628899"/>
                  </a:moveTo>
                  <a:lnTo>
                    <a:pt x="3447" y="2628899"/>
                  </a:lnTo>
                  <a:lnTo>
                    <a:pt x="2324" y="2628434"/>
                  </a:lnTo>
                  <a:lnTo>
                    <a:pt x="464" y="2626574"/>
                  </a:lnTo>
                  <a:lnTo>
                    <a:pt x="0" y="2625452"/>
                  </a:lnTo>
                  <a:lnTo>
                    <a:pt x="0" y="2622822"/>
                  </a:lnTo>
                  <a:lnTo>
                    <a:pt x="464" y="2621699"/>
                  </a:lnTo>
                  <a:lnTo>
                    <a:pt x="2324" y="2619839"/>
                  </a:lnTo>
                  <a:lnTo>
                    <a:pt x="3447" y="2619374"/>
                  </a:lnTo>
                  <a:lnTo>
                    <a:pt x="6077" y="2619374"/>
                  </a:lnTo>
                  <a:lnTo>
                    <a:pt x="7200" y="2619839"/>
                  </a:lnTo>
                  <a:lnTo>
                    <a:pt x="9060" y="2621699"/>
                  </a:lnTo>
                  <a:lnTo>
                    <a:pt x="9524" y="2622822"/>
                  </a:lnTo>
                  <a:lnTo>
                    <a:pt x="9524" y="2625452"/>
                  </a:lnTo>
                  <a:lnTo>
                    <a:pt x="9060" y="2626574"/>
                  </a:lnTo>
                  <a:lnTo>
                    <a:pt x="7200" y="2628434"/>
                  </a:lnTo>
                  <a:lnTo>
                    <a:pt x="6077" y="2628899"/>
                  </a:lnTo>
                  <a:close/>
                </a:path>
                <a:path w="9525" h="3200400">
                  <a:moveTo>
                    <a:pt x="6077" y="2581274"/>
                  </a:moveTo>
                  <a:lnTo>
                    <a:pt x="3447" y="2581274"/>
                  </a:lnTo>
                  <a:lnTo>
                    <a:pt x="2324" y="2580809"/>
                  </a:lnTo>
                  <a:lnTo>
                    <a:pt x="464" y="2578949"/>
                  </a:lnTo>
                  <a:lnTo>
                    <a:pt x="0" y="2577827"/>
                  </a:lnTo>
                  <a:lnTo>
                    <a:pt x="0" y="2575197"/>
                  </a:lnTo>
                  <a:lnTo>
                    <a:pt x="464" y="2574074"/>
                  </a:lnTo>
                  <a:lnTo>
                    <a:pt x="2324" y="2572214"/>
                  </a:lnTo>
                  <a:lnTo>
                    <a:pt x="3447" y="2571749"/>
                  </a:lnTo>
                  <a:lnTo>
                    <a:pt x="6077" y="2571749"/>
                  </a:lnTo>
                  <a:lnTo>
                    <a:pt x="7200" y="2572214"/>
                  </a:lnTo>
                  <a:lnTo>
                    <a:pt x="9060" y="2574074"/>
                  </a:lnTo>
                  <a:lnTo>
                    <a:pt x="9524" y="2575197"/>
                  </a:lnTo>
                  <a:lnTo>
                    <a:pt x="9524" y="2577827"/>
                  </a:lnTo>
                  <a:lnTo>
                    <a:pt x="9060" y="2578949"/>
                  </a:lnTo>
                  <a:lnTo>
                    <a:pt x="7200" y="2580809"/>
                  </a:lnTo>
                  <a:lnTo>
                    <a:pt x="6077" y="2581274"/>
                  </a:lnTo>
                  <a:close/>
                </a:path>
                <a:path w="9525" h="3200400">
                  <a:moveTo>
                    <a:pt x="6077" y="2533649"/>
                  </a:moveTo>
                  <a:lnTo>
                    <a:pt x="3447" y="2533649"/>
                  </a:lnTo>
                  <a:lnTo>
                    <a:pt x="2324" y="2533184"/>
                  </a:lnTo>
                  <a:lnTo>
                    <a:pt x="464" y="2531324"/>
                  </a:lnTo>
                  <a:lnTo>
                    <a:pt x="0" y="2530202"/>
                  </a:lnTo>
                  <a:lnTo>
                    <a:pt x="0" y="2527572"/>
                  </a:lnTo>
                  <a:lnTo>
                    <a:pt x="464" y="2526449"/>
                  </a:lnTo>
                  <a:lnTo>
                    <a:pt x="2324" y="2524589"/>
                  </a:lnTo>
                  <a:lnTo>
                    <a:pt x="3447" y="2524124"/>
                  </a:lnTo>
                  <a:lnTo>
                    <a:pt x="6077" y="2524124"/>
                  </a:lnTo>
                  <a:lnTo>
                    <a:pt x="7200" y="2524589"/>
                  </a:lnTo>
                  <a:lnTo>
                    <a:pt x="9060" y="2526449"/>
                  </a:lnTo>
                  <a:lnTo>
                    <a:pt x="9524" y="2527572"/>
                  </a:lnTo>
                  <a:lnTo>
                    <a:pt x="9524" y="2530202"/>
                  </a:lnTo>
                  <a:lnTo>
                    <a:pt x="9060" y="2531324"/>
                  </a:lnTo>
                  <a:lnTo>
                    <a:pt x="7200" y="2533184"/>
                  </a:lnTo>
                  <a:lnTo>
                    <a:pt x="6077" y="2533649"/>
                  </a:lnTo>
                  <a:close/>
                </a:path>
                <a:path w="9525" h="3200400">
                  <a:moveTo>
                    <a:pt x="6077" y="2486024"/>
                  </a:moveTo>
                  <a:lnTo>
                    <a:pt x="3447" y="2486024"/>
                  </a:lnTo>
                  <a:lnTo>
                    <a:pt x="2324" y="2485559"/>
                  </a:lnTo>
                  <a:lnTo>
                    <a:pt x="464" y="2483699"/>
                  </a:lnTo>
                  <a:lnTo>
                    <a:pt x="0" y="2482577"/>
                  </a:lnTo>
                  <a:lnTo>
                    <a:pt x="0" y="2479947"/>
                  </a:lnTo>
                  <a:lnTo>
                    <a:pt x="464" y="2478824"/>
                  </a:lnTo>
                  <a:lnTo>
                    <a:pt x="2324" y="2476964"/>
                  </a:lnTo>
                  <a:lnTo>
                    <a:pt x="3447" y="2476499"/>
                  </a:lnTo>
                  <a:lnTo>
                    <a:pt x="6077" y="2476499"/>
                  </a:lnTo>
                  <a:lnTo>
                    <a:pt x="7200" y="2476964"/>
                  </a:lnTo>
                  <a:lnTo>
                    <a:pt x="9060" y="2478824"/>
                  </a:lnTo>
                  <a:lnTo>
                    <a:pt x="9524" y="2479947"/>
                  </a:lnTo>
                  <a:lnTo>
                    <a:pt x="9524" y="2482577"/>
                  </a:lnTo>
                  <a:lnTo>
                    <a:pt x="9060" y="2483699"/>
                  </a:lnTo>
                  <a:lnTo>
                    <a:pt x="7200" y="2485559"/>
                  </a:lnTo>
                  <a:lnTo>
                    <a:pt x="6077" y="2486024"/>
                  </a:lnTo>
                  <a:close/>
                </a:path>
                <a:path w="9525" h="3200400">
                  <a:moveTo>
                    <a:pt x="6077" y="2438399"/>
                  </a:moveTo>
                  <a:lnTo>
                    <a:pt x="3447" y="2438399"/>
                  </a:lnTo>
                  <a:lnTo>
                    <a:pt x="2324" y="2437934"/>
                  </a:lnTo>
                  <a:lnTo>
                    <a:pt x="464" y="2436074"/>
                  </a:lnTo>
                  <a:lnTo>
                    <a:pt x="0" y="2434952"/>
                  </a:lnTo>
                  <a:lnTo>
                    <a:pt x="0" y="2432322"/>
                  </a:lnTo>
                  <a:lnTo>
                    <a:pt x="464" y="2431199"/>
                  </a:lnTo>
                  <a:lnTo>
                    <a:pt x="2324" y="2429339"/>
                  </a:lnTo>
                  <a:lnTo>
                    <a:pt x="3447" y="2428874"/>
                  </a:lnTo>
                  <a:lnTo>
                    <a:pt x="6077" y="2428874"/>
                  </a:lnTo>
                  <a:lnTo>
                    <a:pt x="7200" y="2429339"/>
                  </a:lnTo>
                  <a:lnTo>
                    <a:pt x="9060" y="2431199"/>
                  </a:lnTo>
                  <a:lnTo>
                    <a:pt x="9524" y="2432322"/>
                  </a:lnTo>
                  <a:lnTo>
                    <a:pt x="9524" y="2434952"/>
                  </a:lnTo>
                  <a:lnTo>
                    <a:pt x="9060" y="2436074"/>
                  </a:lnTo>
                  <a:lnTo>
                    <a:pt x="7200" y="2437934"/>
                  </a:lnTo>
                  <a:lnTo>
                    <a:pt x="6077" y="2438399"/>
                  </a:lnTo>
                  <a:close/>
                </a:path>
                <a:path w="9525" h="3200400">
                  <a:moveTo>
                    <a:pt x="6077" y="2390774"/>
                  </a:moveTo>
                  <a:lnTo>
                    <a:pt x="3447" y="2390774"/>
                  </a:lnTo>
                  <a:lnTo>
                    <a:pt x="2324" y="2390309"/>
                  </a:lnTo>
                  <a:lnTo>
                    <a:pt x="464" y="2388449"/>
                  </a:lnTo>
                  <a:lnTo>
                    <a:pt x="0" y="2387327"/>
                  </a:lnTo>
                  <a:lnTo>
                    <a:pt x="0" y="2384697"/>
                  </a:lnTo>
                  <a:lnTo>
                    <a:pt x="464" y="2383574"/>
                  </a:lnTo>
                  <a:lnTo>
                    <a:pt x="2324" y="2381714"/>
                  </a:lnTo>
                  <a:lnTo>
                    <a:pt x="3447" y="2381249"/>
                  </a:lnTo>
                  <a:lnTo>
                    <a:pt x="6077" y="2381249"/>
                  </a:lnTo>
                  <a:lnTo>
                    <a:pt x="7200" y="2381714"/>
                  </a:lnTo>
                  <a:lnTo>
                    <a:pt x="9060" y="2383574"/>
                  </a:lnTo>
                  <a:lnTo>
                    <a:pt x="9524" y="2384697"/>
                  </a:lnTo>
                  <a:lnTo>
                    <a:pt x="9524" y="2387327"/>
                  </a:lnTo>
                  <a:lnTo>
                    <a:pt x="9060" y="2388449"/>
                  </a:lnTo>
                  <a:lnTo>
                    <a:pt x="7200" y="2390309"/>
                  </a:lnTo>
                  <a:lnTo>
                    <a:pt x="6077" y="2390774"/>
                  </a:lnTo>
                  <a:close/>
                </a:path>
                <a:path w="9525" h="3200400">
                  <a:moveTo>
                    <a:pt x="6077" y="2343149"/>
                  </a:moveTo>
                  <a:lnTo>
                    <a:pt x="3447" y="2343149"/>
                  </a:lnTo>
                  <a:lnTo>
                    <a:pt x="2324" y="2342684"/>
                  </a:lnTo>
                  <a:lnTo>
                    <a:pt x="464" y="2340824"/>
                  </a:lnTo>
                  <a:lnTo>
                    <a:pt x="0" y="2339702"/>
                  </a:lnTo>
                  <a:lnTo>
                    <a:pt x="0" y="2337072"/>
                  </a:lnTo>
                  <a:lnTo>
                    <a:pt x="464" y="2335949"/>
                  </a:lnTo>
                  <a:lnTo>
                    <a:pt x="2324" y="2334089"/>
                  </a:lnTo>
                  <a:lnTo>
                    <a:pt x="3447" y="2333624"/>
                  </a:lnTo>
                  <a:lnTo>
                    <a:pt x="6077" y="2333624"/>
                  </a:lnTo>
                  <a:lnTo>
                    <a:pt x="7200" y="2334089"/>
                  </a:lnTo>
                  <a:lnTo>
                    <a:pt x="9060" y="2335949"/>
                  </a:lnTo>
                  <a:lnTo>
                    <a:pt x="9524" y="2337072"/>
                  </a:lnTo>
                  <a:lnTo>
                    <a:pt x="9524" y="2339702"/>
                  </a:lnTo>
                  <a:lnTo>
                    <a:pt x="9060" y="2340824"/>
                  </a:lnTo>
                  <a:lnTo>
                    <a:pt x="7200" y="2342684"/>
                  </a:lnTo>
                  <a:lnTo>
                    <a:pt x="6077" y="2343149"/>
                  </a:lnTo>
                  <a:close/>
                </a:path>
                <a:path w="9525" h="3200400">
                  <a:moveTo>
                    <a:pt x="6077" y="2295524"/>
                  </a:moveTo>
                  <a:lnTo>
                    <a:pt x="3447" y="2295524"/>
                  </a:lnTo>
                  <a:lnTo>
                    <a:pt x="2324" y="2295059"/>
                  </a:lnTo>
                  <a:lnTo>
                    <a:pt x="464" y="2293199"/>
                  </a:lnTo>
                  <a:lnTo>
                    <a:pt x="0" y="2292077"/>
                  </a:lnTo>
                  <a:lnTo>
                    <a:pt x="0" y="2289447"/>
                  </a:lnTo>
                  <a:lnTo>
                    <a:pt x="464" y="2288324"/>
                  </a:lnTo>
                  <a:lnTo>
                    <a:pt x="2324" y="2286464"/>
                  </a:lnTo>
                  <a:lnTo>
                    <a:pt x="3447" y="2285999"/>
                  </a:lnTo>
                  <a:lnTo>
                    <a:pt x="6077" y="2285999"/>
                  </a:lnTo>
                  <a:lnTo>
                    <a:pt x="7200" y="2286464"/>
                  </a:lnTo>
                  <a:lnTo>
                    <a:pt x="9060" y="2288324"/>
                  </a:lnTo>
                  <a:lnTo>
                    <a:pt x="9524" y="2289447"/>
                  </a:lnTo>
                  <a:lnTo>
                    <a:pt x="9524" y="2292077"/>
                  </a:lnTo>
                  <a:lnTo>
                    <a:pt x="9060" y="2293199"/>
                  </a:lnTo>
                  <a:lnTo>
                    <a:pt x="7200" y="2295059"/>
                  </a:lnTo>
                  <a:lnTo>
                    <a:pt x="6077" y="2295524"/>
                  </a:lnTo>
                  <a:close/>
                </a:path>
                <a:path w="9525" h="3200400">
                  <a:moveTo>
                    <a:pt x="6077" y="2247899"/>
                  </a:moveTo>
                  <a:lnTo>
                    <a:pt x="3447" y="2247899"/>
                  </a:lnTo>
                  <a:lnTo>
                    <a:pt x="2324" y="2247434"/>
                  </a:lnTo>
                  <a:lnTo>
                    <a:pt x="464" y="2245574"/>
                  </a:lnTo>
                  <a:lnTo>
                    <a:pt x="0" y="2244452"/>
                  </a:lnTo>
                  <a:lnTo>
                    <a:pt x="0" y="2241821"/>
                  </a:lnTo>
                  <a:lnTo>
                    <a:pt x="464" y="2240699"/>
                  </a:lnTo>
                  <a:lnTo>
                    <a:pt x="2324" y="2238839"/>
                  </a:lnTo>
                  <a:lnTo>
                    <a:pt x="3447" y="2238374"/>
                  </a:lnTo>
                  <a:lnTo>
                    <a:pt x="6077" y="2238374"/>
                  </a:lnTo>
                  <a:lnTo>
                    <a:pt x="7200" y="2238839"/>
                  </a:lnTo>
                  <a:lnTo>
                    <a:pt x="9060" y="2240699"/>
                  </a:lnTo>
                  <a:lnTo>
                    <a:pt x="9524" y="2241821"/>
                  </a:lnTo>
                  <a:lnTo>
                    <a:pt x="9524" y="2244452"/>
                  </a:lnTo>
                  <a:lnTo>
                    <a:pt x="9060" y="2245574"/>
                  </a:lnTo>
                  <a:lnTo>
                    <a:pt x="7200" y="2247434"/>
                  </a:lnTo>
                  <a:lnTo>
                    <a:pt x="6077" y="2247899"/>
                  </a:lnTo>
                  <a:close/>
                </a:path>
                <a:path w="9525" h="3200400">
                  <a:moveTo>
                    <a:pt x="6077" y="2200274"/>
                  </a:moveTo>
                  <a:lnTo>
                    <a:pt x="3447" y="2200274"/>
                  </a:lnTo>
                  <a:lnTo>
                    <a:pt x="2324" y="2199809"/>
                  </a:lnTo>
                  <a:lnTo>
                    <a:pt x="464" y="2197949"/>
                  </a:lnTo>
                  <a:lnTo>
                    <a:pt x="0" y="2196827"/>
                  </a:lnTo>
                  <a:lnTo>
                    <a:pt x="0" y="2194197"/>
                  </a:lnTo>
                  <a:lnTo>
                    <a:pt x="464" y="2193074"/>
                  </a:lnTo>
                  <a:lnTo>
                    <a:pt x="2324" y="2191214"/>
                  </a:lnTo>
                  <a:lnTo>
                    <a:pt x="3447" y="2190749"/>
                  </a:lnTo>
                  <a:lnTo>
                    <a:pt x="6077" y="2190749"/>
                  </a:lnTo>
                  <a:lnTo>
                    <a:pt x="7200" y="2191214"/>
                  </a:lnTo>
                  <a:lnTo>
                    <a:pt x="9060" y="2193074"/>
                  </a:lnTo>
                  <a:lnTo>
                    <a:pt x="9524" y="2194197"/>
                  </a:lnTo>
                  <a:lnTo>
                    <a:pt x="9524" y="2196827"/>
                  </a:lnTo>
                  <a:lnTo>
                    <a:pt x="9060" y="2197949"/>
                  </a:lnTo>
                  <a:lnTo>
                    <a:pt x="7200" y="2199809"/>
                  </a:lnTo>
                  <a:lnTo>
                    <a:pt x="6077" y="2200274"/>
                  </a:lnTo>
                  <a:close/>
                </a:path>
                <a:path w="9525" h="3200400">
                  <a:moveTo>
                    <a:pt x="6077" y="2152649"/>
                  </a:moveTo>
                  <a:lnTo>
                    <a:pt x="3447" y="2152649"/>
                  </a:lnTo>
                  <a:lnTo>
                    <a:pt x="2324" y="2152184"/>
                  </a:lnTo>
                  <a:lnTo>
                    <a:pt x="464" y="2150324"/>
                  </a:lnTo>
                  <a:lnTo>
                    <a:pt x="0" y="2149202"/>
                  </a:lnTo>
                  <a:lnTo>
                    <a:pt x="0" y="2146572"/>
                  </a:lnTo>
                  <a:lnTo>
                    <a:pt x="464" y="2145449"/>
                  </a:lnTo>
                  <a:lnTo>
                    <a:pt x="2324" y="2143589"/>
                  </a:lnTo>
                  <a:lnTo>
                    <a:pt x="3447" y="2143124"/>
                  </a:lnTo>
                  <a:lnTo>
                    <a:pt x="6077" y="2143124"/>
                  </a:lnTo>
                  <a:lnTo>
                    <a:pt x="7200" y="2143589"/>
                  </a:lnTo>
                  <a:lnTo>
                    <a:pt x="9060" y="2145449"/>
                  </a:lnTo>
                  <a:lnTo>
                    <a:pt x="9524" y="2146572"/>
                  </a:lnTo>
                  <a:lnTo>
                    <a:pt x="9524" y="2149202"/>
                  </a:lnTo>
                  <a:lnTo>
                    <a:pt x="9060" y="2150324"/>
                  </a:lnTo>
                  <a:lnTo>
                    <a:pt x="7200" y="2152184"/>
                  </a:lnTo>
                  <a:lnTo>
                    <a:pt x="6077" y="2152649"/>
                  </a:lnTo>
                  <a:close/>
                </a:path>
                <a:path w="9525" h="3200400">
                  <a:moveTo>
                    <a:pt x="6077" y="2105024"/>
                  </a:moveTo>
                  <a:lnTo>
                    <a:pt x="3447" y="2105024"/>
                  </a:lnTo>
                  <a:lnTo>
                    <a:pt x="2324" y="2104559"/>
                  </a:lnTo>
                  <a:lnTo>
                    <a:pt x="464" y="2102699"/>
                  </a:lnTo>
                  <a:lnTo>
                    <a:pt x="0" y="2101577"/>
                  </a:lnTo>
                  <a:lnTo>
                    <a:pt x="0" y="2098947"/>
                  </a:lnTo>
                  <a:lnTo>
                    <a:pt x="464" y="2097824"/>
                  </a:lnTo>
                  <a:lnTo>
                    <a:pt x="2324" y="2095964"/>
                  </a:lnTo>
                  <a:lnTo>
                    <a:pt x="3447" y="2095499"/>
                  </a:lnTo>
                  <a:lnTo>
                    <a:pt x="6077" y="2095499"/>
                  </a:lnTo>
                  <a:lnTo>
                    <a:pt x="7200" y="2095964"/>
                  </a:lnTo>
                  <a:lnTo>
                    <a:pt x="9060" y="2097824"/>
                  </a:lnTo>
                  <a:lnTo>
                    <a:pt x="9524" y="2098947"/>
                  </a:lnTo>
                  <a:lnTo>
                    <a:pt x="9524" y="2101577"/>
                  </a:lnTo>
                  <a:lnTo>
                    <a:pt x="9060" y="2102699"/>
                  </a:lnTo>
                  <a:lnTo>
                    <a:pt x="7200" y="2104559"/>
                  </a:lnTo>
                  <a:lnTo>
                    <a:pt x="6077" y="2105024"/>
                  </a:lnTo>
                  <a:close/>
                </a:path>
                <a:path w="9525" h="3200400">
                  <a:moveTo>
                    <a:pt x="6077" y="2057399"/>
                  </a:moveTo>
                  <a:lnTo>
                    <a:pt x="3447" y="2057399"/>
                  </a:lnTo>
                  <a:lnTo>
                    <a:pt x="2324" y="2056934"/>
                  </a:lnTo>
                  <a:lnTo>
                    <a:pt x="464" y="2055074"/>
                  </a:lnTo>
                  <a:lnTo>
                    <a:pt x="0" y="2053952"/>
                  </a:lnTo>
                  <a:lnTo>
                    <a:pt x="0" y="2051322"/>
                  </a:lnTo>
                  <a:lnTo>
                    <a:pt x="464" y="2050199"/>
                  </a:lnTo>
                  <a:lnTo>
                    <a:pt x="2324" y="2048339"/>
                  </a:lnTo>
                  <a:lnTo>
                    <a:pt x="3447" y="2047874"/>
                  </a:lnTo>
                  <a:lnTo>
                    <a:pt x="6077" y="2047874"/>
                  </a:lnTo>
                  <a:lnTo>
                    <a:pt x="7200" y="2048339"/>
                  </a:lnTo>
                  <a:lnTo>
                    <a:pt x="9060" y="2050199"/>
                  </a:lnTo>
                  <a:lnTo>
                    <a:pt x="9524" y="2051322"/>
                  </a:lnTo>
                  <a:lnTo>
                    <a:pt x="9524" y="2053952"/>
                  </a:lnTo>
                  <a:lnTo>
                    <a:pt x="9060" y="2055074"/>
                  </a:lnTo>
                  <a:lnTo>
                    <a:pt x="7200" y="2056934"/>
                  </a:lnTo>
                  <a:lnTo>
                    <a:pt x="6077" y="2057399"/>
                  </a:lnTo>
                  <a:close/>
                </a:path>
                <a:path w="9525" h="3200400">
                  <a:moveTo>
                    <a:pt x="6077" y="2009774"/>
                  </a:moveTo>
                  <a:lnTo>
                    <a:pt x="3447" y="2009774"/>
                  </a:lnTo>
                  <a:lnTo>
                    <a:pt x="2324" y="2009309"/>
                  </a:lnTo>
                  <a:lnTo>
                    <a:pt x="464" y="2007449"/>
                  </a:lnTo>
                  <a:lnTo>
                    <a:pt x="0" y="2006327"/>
                  </a:lnTo>
                  <a:lnTo>
                    <a:pt x="0" y="2003697"/>
                  </a:lnTo>
                  <a:lnTo>
                    <a:pt x="464" y="2002574"/>
                  </a:lnTo>
                  <a:lnTo>
                    <a:pt x="2324" y="2000714"/>
                  </a:lnTo>
                  <a:lnTo>
                    <a:pt x="3447" y="2000249"/>
                  </a:lnTo>
                  <a:lnTo>
                    <a:pt x="6077" y="2000249"/>
                  </a:lnTo>
                  <a:lnTo>
                    <a:pt x="7200" y="2000714"/>
                  </a:lnTo>
                  <a:lnTo>
                    <a:pt x="9060" y="2002574"/>
                  </a:lnTo>
                  <a:lnTo>
                    <a:pt x="9524" y="2003697"/>
                  </a:lnTo>
                  <a:lnTo>
                    <a:pt x="9524" y="2006327"/>
                  </a:lnTo>
                  <a:lnTo>
                    <a:pt x="9060" y="2007449"/>
                  </a:lnTo>
                  <a:lnTo>
                    <a:pt x="7200" y="2009309"/>
                  </a:lnTo>
                  <a:lnTo>
                    <a:pt x="6077" y="2009774"/>
                  </a:lnTo>
                  <a:close/>
                </a:path>
                <a:path w="9525" h="3200400">
                  <a:moveTo>
                    <a:pt x="6077" y="1962149"/>
                  </a:moveTo>
                  <a:lnTo>
                    <a:pt x="3447" y="1962149"/>
                  </a:lnTo>
                  <a:lnTo>
                    <a:pt x="2324" y="1961684"/>
                  </a:lnTo>
                  <a:lnTo>
                    <a:pt x="464" y="1959824"/>
                  </a:lnTo>
                  <a:lnTo>
                    <a:pt x="0" y="1958702"/>
                  </a:lnTo>
                  <a:lnTo>
                    <a:pt x="0" y="1956072"/>
                  </a:lnTo>
                  <a:lnTo>
                    <a:pt x="464" y="1954949"/>
                  </a:lnTo>
                  <a:lnTo>
                    <a:pt x="2324" y="1953089"/>
                  </a:lnTo>
                  <a:lnTo>
                    <a:pt x="3447" y="1952624"/>
                  </a:lnTo>
                  <a:lnTo>
                    <a:pt x="6077" y="1952624"/>
                  </a:lnTo>
                  <a:lnTo>
                    <a:pt x="7200" y="1953089"/>
                  </a:lnTo>
                  <a:lnTo>
                    <a:pt x="9060" y="1954949"/>
                  </a:lnTo>
                  <a:lnTo>
                    <a:pt x="9524" y="1956072"/>
                  </a:lnTo>
                  <a:lnTo>
                    <a:pt x="9524" y="1958702"/>
                  </a:lnTo>
                  <a:lnTo>
                    <a:pt x="9060" y="1959824"/>
                  </a:lnTo>
                  <a:lnTo>
                    <a:pt x="7200" y="1961684"/>
                  </a:lnTo>
                  <a:lnTo>
                    <a:pt x="6077" y="1962149"/>
                  </a:lnTo>
                  <a:close/>
                </a:path>
                <a:path w="9525" h="3200400">
                  <a:moveTo>
                    <a:pt x="6077" y="1914524"/>
                  </a:moveTo>
                  <a:lnTo>
                    <a:pt x="3447" y="1914524"/>
                  </a:lnTo>
                  <a:lnTo>
                    <a:pt x="2324" y="1914059"/>
                  </a:lnTo>
                  <a:lnTo>
                    <a:pt x="464" y="1912199"/>
                  </a:lnTo>
                  <a:lnTo>
                    <a:pt x="0" y="1911077"/>
                  </a:lnTo>
                  <a:lnTo>
                    <a:pt x="0" y="1908447"/>
                  </a:lnTo>
                  <a:lnTo>
                    <a:pt x="464" y="1907324"/>
                  </a:lnTo>
                  <a:lnTo>
                    <a:pt x="2324" y="1905464"/>
                  </a:lnTo>
                  <a:lnTo>
                    <a:pt x="3447" y="1904999"/>
                  </a:lnTo>
                  <a:lnTo>
                    <a:pt x="6077" y="1904999"/>
                  </a:lnTo>
                  <a:lnTo>
                    <a:pt x="7200" y="1905464"/>
                  </a:lnTo>
                  <a:lnTo>
                    <a:pt x="9060" y="1907324"/>
                  </a:lnTo>
                  <a:lnTo>
                    <a:pt x="9524" y="1908447"/>
                  </a:lnTo>
                  <a:lnTo>
                    <a:pt x="9524" y="1911077"/>
                  </a:lnTo>
                  <a:lnTo>
                    <a:pt x="9060" y="1912199"/>
                  </a:lnTo>
                  <a:lnTo>
                    <a:pt x="7200" y="1914059"/>
                  </a:lnTo>
                  <a:lnTo>
                    <a:pt x="6077" y="1914524"/>
                  </a:lnTo>
                  <a:close/>
                </a:path>
                <a:path w="9525" h="3200400">
                  <a:moveTo>
                    <a:pt x="6077" y="1866899"/>
                  </a:moveTo>
                  <a:lnTo>
                    <a:pt x="3447" y="1866899"/>
                  </a:lnTo>
                  <a:lnTo>
                    <a:pt x="2324" y="1866434"/>
                  </a:lnTo>
                  <a:lnTo>
                    <a:pt x="464" y="1864574"/>
                  </a:lnTo>
                  <a:lnTo>
                    <a:pt x="0" y="1863452"/>
                  </a:lnTo>
                  <a:lnTo>
                    <a:pt x="0" y="1860821"/>
                  </a:lnTo>
                  <a:lnTo>
                    <a:pt x="464" y="1859699"/>
                  </a:lnTo>
                  <a:lnTo>
                    <a:pt x="2324" y="1857839"/>
                  </a:lnTo>
                  <a:lnTo>
                    <a:pt x="3447" y="1857374"/>
                  </a:lnTo>
                  <a:lnTo>
                    <a:pt x="6077" y="1857374"/>
                  </a:lnTo>
                  <a:lnTo>
                    <a:pt x="7200" y="1857839"/>
                  </a:lnTo>
                  <a:lnTo>
                    <a:pt x="9060" y="1859699"/>
                  </a:lnTo>
                  <a:lnTo>
                    <a:pt x="9524" y="1860821"/>
                  </a:lnTo>
                  <a:lnTo>
                    <a:pt x="9524" y="1863452"/>
                  </a:lnTo>
                  <a:lnTo>
                    <a:pt x="9060" y="1864574"/>
                  </a:lnTo>
                  <a:lnTo>
                    <a:pt x="7200" y="1866434"/>
                  </a:lnTo>
                  <a:lnTo>
                    <a:pt x="6077" y="1866899"/>
                  </a:lnTo>
                  <a:close/>
                </a:path>
                <a:path w="9525" h="3200400">
                  <a:moveTo>
                    <a:pt x="6077" y="1819274"/>
                  </a:moveTo>
                  <a:lnTo>
                    <a:pt x="3447" y="1819274"/>
                  </a:lnTo>
                  <a:lnTo>
                    <a:pt x="2324" y="1818809"/>
                  </a:lnTo>
                  <a:lnTo>
                    <a:pt x="464" y="1816949"/>
                  </a:lnTo>
                  <a:lnTo>
                    <a:pt x="0" y="1815827"/>
                  </a:lnTo>
                  <a:lnTo>
                    <a:pt x="0" y="1813197"/>
                  </a:lnTo>
                  <a:lnTo>
                    <a:pt x="464" y="1812074"/>
                  </a:lnTo>
                  <a:lnTo>
                    <a:pt x="2324" y="1810214"/>
                  </a:lnTo>
                  <a:lnTo>
                    <a:pt x="3447" y="1809749"/>
                  </a:lnTo>
                  <a:lnTo>
                    <a:pt x="6077" y="1809749"/>
                  </a:lnTo>
                  <a:lnTo>
                    <a:pt x="7200" y="1810214"/>
                  </a:lnTo>
                  <a:lnTo>
                    <a:pt x="9060" y="1812074"/>
                  </a:lnTo>
                  <a:lnTo>
                    <a:pt x="9524" y="1813197"/>
                  </a:lnTo>
                  <a:lnTo>
                    <a:pt x="9524" y="1815827"/>
                  </a:lnTo>
                  <a:lnTo>
                    <a:pt x="9060" y="1816949"/>
                  </a:lnTo>
                  <a:lnTo>
                    <a:pt x="7200" y="1818809"/>
                  </a:lnTo>
                  <a:lnTo>
                    <a:pt x="6077" y="1819274"/>
                  </a:lnTo>
                  <a:close/>
                </a:path>
                <a:path w="9525" h="3200400">
                  <a:moveTo>
                    <a:pt x="6077" y="1771649"/>
                  </a:moveTo>
                  <a:lnTo>
                    <a:pt x="3447" y="1771649"/>
                  </a:lnTo>
                  <a:lnTo>
                    <a:pt x="2324" y="1771184"/>
                  </a:lnTo>
                  <a:lnTo>
                    <a:pt x="464" y="1769324"/>
                  </a:lnTo>
                  <a:lnTo>
                    <a:pt x="0" y="1768202"/>
                  </a:lnTo>
                  <a:lnTo>
                    <a:pt x="0" y="1765572"/>
                  </a:lnTo>
                  <a:lnTo>
                    <a:pt x="464" y="1764449"/>
                  </a:lnTo>
                  <a:lnTo>
                    <a:pt x="2324" y="1762589"/>
                  </a:lnTo>
                  <a:lnTo>
                    <a:pt x="3447" y="1762124"/>
                  </a:lnTo>
                  <a:lnTo>
                    <a:pt x="6077" y="1762124"/>
                  </a:lnTo>
                  <a:lnTo>
                    <a:pt x="7200" y="1762589"/>
                  </a:lnTo>
                  <a:lnTo>
                    <a:pt x="9060" y="1764449"/>
                  </a:lnTo>
                  <a:lnTo>
                    <a:pt x="9524" y="1765572"/>
                  </a:lnTo>
                  <a:lnTo>
                    <a:pt x="9524" y="1768202"/>
                  </a:lnTo>
                  <a:lnTo>
                    <a:pt x="9060" y="1769324"/>
                  </a:lnTo>
                  <a:lnTo>
                    <a:pt x="7200" y="1771184"/>
                  </a:lnTo>
                  <a:lnTo>
                    <a:pt x="6077" y="1771649"/>
                  </a:lnTo>
                  <a:close/>
                </a:path>
                <a:path w="9525" h="3200400">
                  <a:moveTo>
                    <a:pt x="6077" y="1724024"/>
                  </a:moveTo>
                  <a:lnTo>
                    <a:pt x="3447" y="1724024"/>
                  </a:lnTo>
                  <a:lnTo>
                    <a:pt x="2324" y="1723559"/>
                  </a:lnTo>
                  <a:lnTo>
                    <a:pt x="464" y="1721699"/>
                  </a:lnTo>
                  <a:lnTo>
                    <a:pt x="0" y="1720577"/>
                  </a:lnTo>
                  <a:lnTo>
                    <a:pt x="0" y="1717947"/>
                  </a:lnTo>
                  <a:lnTo>
                    <a:pt x="464" y="1716824"/>
                  </a:lnTo>
                  <a:lnTo>
                    <a:pt x="2324" y="1714964"/>
                  </a:lnTo>
                  <a:lnTo>
                    <a:pt x="3447" y="1714499"/>
                  </a:lnTo>
                  <a:lnTo>
                    <a:pt x="6077" y="1714499"/>
                  </a:lnTo>
                  <a:lnTo>
                    <a:pt x="7200" y="1714964"/>
                  </a:lnTo>
                  <a:lnTo>
                    <a:pt x="9060" y="1716824"/>
                  </a:lnTo>
                  <a:lnTo>
                    <a:pt x="9524" y="1717947"/>
                  </a:lnTo>
                  <a:lnTo>
                    <a:pt x="9524" y="1720577"/>
                  </a:lnTo>
                  <a:lnTo>
                    <a:pt x="9060" y="1721699"/>
                  </a:lnTo>
                  <a:lnTo>
                    <a:pt x="7200" y="1723559"/>
                  </a:lnTo>
                  <a:lnTo>
                    <a:pt x="6077" y="1724024"/>
                  </a:lnTo>
                  <a:close/>
                </a:path>
                <a:path w="9525" h="3200400">
                  <a:moveTo>
                    <a:pt x="6077" y="1676399"/>
                  </a:moveTo>
                  <a:lnTo>
                    <a:pt x="3447" y="1676399"/>
                  </a:lnTo>
                  <a:lnTo>
                    <a:pt x="2324" y="1675934"/>
                  </a:lnTo>
                  <a:lnTo>
                    <a:pt x="464" y="1674074"/>
                  </a:lnTo>
                  <a:lnTo>
                    <a:pt x="0" y="1672952"/>
                  </a:lnTo>
                  <a:lnTo>
                    <a:pt x="0" y="1670322"/>
                  </a:lnTo>
                  <a:lnTo>
                    <a:pt x="464" y="1669199"/>
                  </a:lnTo>
                  <a:lnTo>
                    <a:pt x="2324" y="1667339"/>
                  </a:lnTo>
                  <a:lnTo>
                    <a:pt x="3447" y="1666874"/>
                  </a:lnTo>
                  <a:lnTo>
                    <a:pt x="6077" y="1666874"/>
                  </a:lnTo>
                  <a:lnTo>
                    <a:pt x="7200" y="1667339"/>
                  </a:lnTo>
                  <a:lnTo>
                    <a:pt x="9060" y="1669199"/>
                  </a:lnTo>
                  <a:lnTo>
                    <a:pt x="9524" y="1670322"/>
                  </a:lnTo>
                  <a:lnTo>
                    <a:pt x="9524" y="1672952"/>
                  </a:lnTo>
                  <a:lnTo>
                    <a:pt x="9060" y="1674074"/>
                  </a:lnTo>
                  <a:lnTo>
                    <a:pt x="7200" y="1675934"/>
                  </a:lnTo>
                  <a:lnTo>
                    <a:pt x="6077" y="1676399"/>
                  </a:lnTo>
                  <a:close/>
                </a:path>
                <a:path w="9525" h="3200400">
                  <a:moveTo>
                    <a:pt x="6077" y="1628774"/>
                  </a:moveTo>
                  <a:lnTo>
                    <a:pt x="3447" y="1628774"/>
                  </a:lnTo>
                  <a:lnTo>
                    <a:pt x="2324" y="1628309"/>
                  </a:lnTo>
                  <a:lnTo>
                    <a:pt x="464" y="1626449"/>
                  </a:lnTo>
                  <a:lnTo>
                    <a:pt x="0" y="1625327"/>
                  </a:lnTo>
                  <a:lnTo>
                    <a:pt x="0" y="1622696"/>
                  </a:lnTo>
                  <a:lnTo>
                    <a:pt x="464" y="1621574"/>
                  </a:lnTo>
                  <a:lnTo>
                    <a:pt x="2324" y="1619714"/>
                  </a:lnTo>
                  <a:lnTo>
                    <a:pt x="3447" y="1619249"/>
                  </a:lnTo>
                  <a:lnTo>
                    <a:pt x="6077" y="1619249"/>
                  </a:lnTo>
                  <a:lnTo>
                    <a:pt x="7200" y="1619714"/>
                  </a:lnTo>
                  <a:lnTo>
                    <a:pt x="9060" y="1621574"/>
                  </a:lnTo>
                  <a:lnTo>
                    <a:pt x="9524" y="1622696"/>
                  </a:lnTo>
                  <a:lnTo>
                    <a:pt x="9524" y="1625327"/>
                  </a:lnTo>
                  <a:lnTo>
                    <a:pt x="9060" y="1626449"/>
                  </a:lnTo>
                  <a:lnTo>
                    <a:pt x="7200" y="1628309"/>
                  </a:lnTo>
                  <a:lnTo>
                    <a:pt x="6077" y="1628774"/>
                  </a:lnTo>
                  <a:close/>
                </a:path>
                <a:path w="9525" h="3200400">
                  <a:moveTo>
                    <a:pt x="6077" y="1581149"/>
                  </a:moveTo>
                  <a:lnTo>
                    <a:pt x="3447" y="1581149"/>
                  </a:lnTo>
                  <a:lnTo>
                    <a:pt x="2324" y="1580684"/>
                  </a:lnTo>
                  <a:lnTo>
                    <a:pt x="464" y="1578824"/>
                  </a:lnTo>
                  <a:lnTo>
                    <a:pt x="0" y="1577702"/>
                  </a:lnTo>
                  <a:lnTo>
                    <a:pt x="0" y="1575072"/>
                  </a:lnTo>
                  <a:lnTo>
                    <a:pt x="464" y="1573949"/>
                  </a:lnTo>
                  <a:lnTo>
                    <a:pt x="2324" y="1572089"/>
                  </a:lnTo>
                  <a:lnTo>
                    <a:pt x="3447" y="1571624"/>
                  </a:lnTo>
                  <a:lnTo>
                    <a:pt x="6077" y="1571624"/>
                  </a:lnTo>
                  <a:lnTo>
                    <a:pt x="7200" y="1572089"/>
                  </a:lnTo>
                  <a:lnTo>
                    <a:pt x="9060" y="1573949"/>
                  </a:lnTo>
                  <a:lnTo>
                    <a:pt x="9524" y="1575072"/>
                  </a:lnTo>
                  <a:lnTo>
                    <a:pt x="9524" y="1577702"/>
                  </a:lnTo>
                  <a:lnTo>
                    <a:pt x="9060" y="1578824"/>
                  </a:lnTo>
                  <a:lnTo>
                    <a:pt x="7200" y="1580684"/>
                  </a:lnTo>
                  <a:lnTo>
                    <a:pt x="6077" y="1581149"/>
                  </a:lnTo>
                  <a:close/>
                </a:path>
                <a:path w="9525" h="3200400">
                  <a:moveTo>
                    <a:pt x="6077" y="1533524"/>
                  </a:moveTo>
                  <a:lnTo>
                    <a:pt x="3447" y="1533524"/>
                  </a:lnTo>
                  <a:lnTo>
                    <a:pt x="2324" y="1533059"/>
                  </a:lnTo>
                  <a:lnTo>
                    <a:pt x="464" y="1531199"/>
                  </a:lnTo>
                  <a:lnTo>
                    <a:pt x="0" y="1530077"/>
                  </a:lnTo>
                  <a:lnTo>
                    <a:pt x="0" y="1527447"/>
                  </a:lnTo>
                  <a:lnTo>
                    <a:pt x="464" y="1526324"/>
                  </a:lnTo>
                  <a:lnTo>
                    <a:pt x="2324" y="1524464"/>
                  </a:lnTo>
                  <a:lnTo>
                    <a:pt x="3447" y="1523999"/>
                  </a:lnTo>
                  <a:lnTo>
                    <a:pt x="6077" y="1523999"/>
                  </a:lnTo>
                  <a:lnTo>
                    <a:pt x="7200" y="1524464"/>
                  </a:lnTo>
                  <a:lnTo>
                    <a:pt x="9060" y="1526324"/>
                  </a:lnTo>
                  <a:lnTo>
                    <a:pt x="9524" y="1527447"/>
                  </a:lnTo>
                  <a:lnTo>
                    <a:pt x="9524" y="1530077"/>
                  </a:lnTo>
                  <a:lnTo>
                    <a:pt x="9060" y="1531199"/>
                  </a:lnTo>
                  <a:lnTo>
                    <a:pt x="7200" y="1533059"/>
                  </a:lnTo>
                  <a:lnTo>
                    <a:pt x="6077" y="1533524"/>
                  </a:lnTo>
                  <a:close/>
                </a:path>
                <a:path w="9525" h="3200400">
                  <a:moveTo>
                    <a:pt x="6077" y="1485899"/>
                  </a:moveTo>
                  <a:lnTo>
                    <a:pt x="3447" y="1485899"/>
                  </a:lnTo>
                  <a:lnTo>
                    <a:pt x="2324" y="1485434"/>
                  </a:lnTo>
                  <a:lnTo>
                    <a:pt x="464" y="1483574"/>
                  </a:lnTo>
                  <a:lnTo>
                    <a:pt x="0" y="1482452"/>
                  </a:lnTo>
                  <a:lnTo>
                    <a:pt x="0" y="1479821"/>
                  </a:lnTo>
                  <a:lnTo>
                    <a:pt x="464" y="1478699"/>
                  </a:lnTo>
                  <a:lnTo>
                    <a:pt x="2324" y="1476839"/>
                  </a:lnTo>
                  <a:lnTo>
                    <a:pt x="3447" y="1476374"/>
                  </a:lnTo>
                  <a:lnTo>
                    <a:pt x="6077" y="1476374"/>
                  </a:lnTo>
                  <a:lnTo>
                    <a:pt x="7200" y="1476839"/>
                  </a:lnTo>
                  <a:lnTo>
                    <a:pt x="9060" y="1478699"/>
                  </a:lnTo>
                  <a:lnTo>
                    <a:pt x="9524" y="1479821"/>
                  </a:lnTo>
                  <a:lnTo>
                    <a:pt x="9524" y="1482452"/>
                  </a:lnTo>
                  <a:lnTo>
                    <a:pt x="9060" y="1483574"/>
                  </a:lnTo>
                  <a:lnTo>
                    <a:pt x="7200" y="1485434"/>
                  </a:lnTo>
                  <a:lnTo>
                    <a:pt x="6077" y="1485899"/>
                  </a:lnTo>
                  <a:close/>
                </a:path>
                <a:path w="9525" h="3200400">
                  <a:moveTo>
                    <a:pt x="6077" y="1438274"/>
                  </a:moveTo>
                  <a:lnTo>
                    <a:pt x="3447" y="1438274"/>
                  </a:lnTo>
                  <a:lnTo>
                    <a:pt x="2324" y="1437809"/>
                  </a:lnTo>
                  <a:lnTo>
                    <a:pt x="464" y="1435949"/>
                  </a:lnTo>
                  <a:lnTo>
                    <a:pt x="0" y="1434827"/>
                  </a:lnTo>
                  <a:lnTo>
                    <a:pt x="0" y="1432197"/>
                  </a:lnTo>
                  <a:lnTo>
                    <a:pt x="464" y="1431074"/>
                  </a:lnTo>
                  <a:lnTo>
                    <a:pt x="2324" y="1429214"/>
                  </a:lnTo>
                  <a:lnTo>
                    <a:pt x="3447" y="1428749"/>
                  </a:lnTo>
                  <a:lnTo>
                    <a:pt x="6077" y="1428749"/>
                  </a:lnTo>
                  <a:lnTo>
                    <a:pt x="7200" y="1429214"/>
                  </a:lnTo>
                  <a:lnTo>
                    <a:pt x="9060" y="1431074"/>
                  </a:lnTo>
                  <a:lnTo>
                    <a:pt x="9524" y="1432197"/>
                  </a:lnTo>
                  <a:lnTo>
                    <a:pt x="9524" y="1434827"/>
                  </a:lnTo>
                  <a:lnTo>
                    <a:pt x="9060" y="1435949"/>
                  </a:lnTo>
                  <a:lnTo>
                    <a:pt x="7200" y="1437809"/>
                  </a:lnTo>
                  <a:lnTo>
                    <a:pt x="6077" y="1438274"/>
                  </a:lnTo>
                  <a:close/>
                </a:path>
                <a:path w="9525" h="3200400">
                  <a:moveTo>
                    <a:pt x="6077" y="1390649"/>
                  </a:moveTo>
                  <a:lnTo>
                    <a:pt x="3447" y="1390649"/>
                  </a:lnTo>
                  <a:lnTo>
                    <a:pt x="2324" y="1390184"/>
                  </a:lnTo>
                  <a:lnTo>
                    <a:pt x="464" y="1388325"/>
                  </a:lnTo>
                  <a:lnTo>
                    <a:pt x="0" y="1387202"/>
                  </a:lnTo>
                  <a:lnTo>
                    <a:pt x="0" y="1384572"/>
                  </a:lnTo>
                  <a:lnTo>
                    <a:pt x="464" y="1383449"/>
                  </a:lnTo>
                  <a:lnTo>
                    <a:pt x="2324" y="1381589"/>
                  </a:lnTo>
                  <a:lnTo>
                    <a:pt x="3447" y="1381124"/>
                  </a:lnTo>
                  <a:lnTo>
                    <a:pt x="6077" y="1381124"/>
                  </a:lnTo>
                  <a:lnTo>
                    <a:pt x="7200" y="1381589"/>
                  </a:lnTo>
                  <a:lnTo>
                    <a:pt x="9060" y="1383449"/>
                  </a:lnTo>
                  <a:lnTo>
                    <a:pt x="9524" y="1384572"/>
                  </a:lnTo>
                  <a:lnTo>
                    <a:pt x="9524" y="1387202"/>
                  </a:lnTo>
                  <a:lnTo>
                    <a:pt x="9060" y="1388325"/>
                  </a:lnTo>
                  <a:lnTo>
                    <a:pt x="7200" y="1390184"/>
                  </a:lnTo>
                  <a:lnTo>
                    <a:pt x="6077" y="1390649"/>
                  </a:lnTo>
                  <a:close/>
                </a:path>
                <a:path w="9525" h="3200400">
                  <a:moveTo>
                    <a:pt x="6077" y="1343024"/>
                  </a:moveTo>
                  <a:lnTo>
                    <a:pt x="3447" y="1343024"/>
                  </a:lnTo>
                  <a:lnTo>
                    <a:pt x="2324" y="1342559"/>
                  </a:lnTo>
                  <a:lnTo>
                    <a:pt x="464" y="1340699"/>
                  </a:lnTo>
                  <a:lnTo>
                    <a:pt x="0" y="1339577"/>
                  </a:lnTo>
                  <a:lnTo>
                    <a:pt x="0" y="1336947"/>
                  </a:lnTo>
                  <a:lnTo>
                    <a:pt x="464" y="1335824"/>
                  </a:lnTo>
                  <a:lnTo>
                    <a:pt x="2324" y="1333964"/>
                  </a:lnTo>
                  <a:lnTo>
                    <a:pt x="3447" y="1333499"/>
                  </a:lnTo>
                  <a:lnTo>
                    <a:pt x="6077" y="1333499"/>
                  </a:lnTo>
                  <a:lnTo>
                    <a:pt x="7200" y="1333964"/>
                  </a:lnTo>
                  <a:lnTo>
                    <a:pt x="9060" y="1335824"/>
                  </a:lnTo>
                  <a:lnTo>
                    <a:pt x="9524" y="1336947"/>
                  </a:lnTo>
                  <a:lnTo>
                    <a:pt x="9524" y="1339577"/>
                  </a:lnTo>
                  <a:lnTo>
                    <a:pt x="9060" y="1340699"/>
                  </a:lnTo>
                  <a:lnTo>
                    <a:pt x="7200" y="1342559"/>
                  </a:lnTo>
                  <a:lnTo>
                    <a:pt x="6077" y="1343024"/>
                  </a:lnTo>
                  <a:close/>
                </a:path>
                <a:path w="9525" h="3200400">
                  <a:moveTo>
                    <a:pt x="6077" y="1295399"/>
                  </a:moveTo>
                  <a:lnTo>
                    <a:pt x="3447" y="1295399"/>
                  </a:lnTo>
                  <a:lnTo>
                    <a:pt x="2324" y="1294934"/>
                  </a:lnTo>
                  <a:lnTo>
                    <a:pt x="464" y="1293074"/>
                  </a:lnTo>
                  <a:lnTo>
                    <a:pt x="0" y="1291952"/>
                  </a:lnTo>
                  <a:lnTo>
                    <a:pt x="0" y="1289321"/>
                  </a:lnTo>
                  <a:lnTo>
                    <a:pt x="464" y="1288199"/>
                  </a:lnTo>
                  <a:lnTo>
                    <a:pt x="2324" y="1286339"/>
                  </a:lnTo>
                  <a:lnTo>
                    <a:pt x="3447" y="1285874"/>
                  </a:lnTo>
                  <a:lnTo>
                    <a:pt x="6077" y="1285874"/>
                  </a:lnTo>
                  <a:lnTo>
                    <a:pt x="7200" y="1286339"/>
                  </a:lnTo>
                  <a:lnTo>
                    <a:pt x="9060" y="1288199"/>
                  </a:lnTo>
                  <a:lnTo>
                    <a:pt x="9524" y="1289321"/>
                  </a:lnTo>
                  <a:lnTo>
                    <a:pt x="9524" y="1291952"/>
                  </a:lnTo>
                  <a:lnTo>
                    <a:pt x="9060" y="1293074"/>
                  </a:lnTo>
                  <a:lnTo>
                    <a:pt x="7200" y="1294934"/>
                  </a:lnTo>
                  <a:lnTo>
                    <a:pt x="6077" y="1295399"/>
                  </a:lnTo>
                  <a:close/>
                </a:path>
                <a:path w="9525" h="3200400">
                  <a:moveTo>
                    <a:pt x="6077" y="1247774"/>
                  </a:moveTo>
                  <a:lnTo>
                    <a:pt x="3447" y="1247774"/>
                  </a:lnTo>
                  <a:lnTo>
                    <a:pt x="2324" y="1247309"/>
                  </a:lnTo>
                  <a:lnTo>
                    <a:pt x="464" y="1245449"/>
                  </a:lnTo>
                  <a:lnTo>
                    <a:pt x="0" y="1244327"/>
                  </a:lnTo>
                  <a:lnTo>
                    <a:pt x="0" y="1241697"/>
                  </a:lnTo>
                  <a:lnTo>
                    <a:pt x="464" y="1240574"/>
                  </a:lnTo>
                  <a:lnTo>
                    <a:pt x="2324" y="1238714"/>
                  </a:lnTo>
                  <a:lnTo>
                    <a:pt x="3447" y="1238249"/>
                  </a:lnTo>
                  <a:lnTo>
                    <a:pt x="6077" y="1238249"/>
                  </a:lnTo>
                  <a:lnTo>
                    <a:pt x="7200" y="1238714"/>
                  </a:lnTo>
                  <a:lnTo>
                    <a:pt x="9060" y="1240574"/>
                  </a:lnTo>
                  <a:lnTo>
                    <a:pt x="9524" y="1241697"/>
                  </a:lnTo>
                  <a:lnTo>
                    <a:pt x="9524" y="1244327"/>
                  </a:lnTo>
                  <a:lnTo>
                    <a:pt x="9060" y="1245449"/>
                  </a:lnTo>
                  <a:lnTo>
                    <a:pt x="7200" y="1247309"/>
                  </a:lnTo>
                  <a:lnTo>
                    <a:pt x="6077" y="1247774"/>
                  </a:lnTo>
                  <a:close/>
                </a:path>
                <a:path w="9525" h="3200400">
                  <a:moveTo>
                    <a:pt x="6077" y="1200149"/>
                  </a:moveTo>
                  <a:lnTo>
                    <a:pt x="3447" y="1200149"/>
                  </a:lnTo>
                  <a:lnTo>
                    <a:pt x="2324" y="1199684"/>
                  </a:lnTo>
                  <a:lnTo>
                    <a:pt x="464" y="1197824"/>
                  </a:lnTo>
                  <a:lnTo>
                    <a:pt x="0" y="1196702"/>
                  </a:lnTo>
                  <a:lnTo>
                    <a:pt x="0" y="1194072"/>
                  </a:lnTo>
                  <a:lnTo>
                    <a:pt x="464" y="1192949"/>
                  </a:lnTo>
                  <a:lnTo>
                    <a:pt x="2324" y="1191089"/>
                  </a:lnTo>
                  <a:lnTo>
                    <a:pt x="3447" y="1190624"/>
                  </a:lnTo>
                  <a:lnTo>
                    <a:pt x="6077" y="1190624"/>
                  </a:lnTo>
                  <a:lnTo>
                    <a:pt x="7200" y="1191089"/>
                  </a:lnTo>
                  <a:lnTo>
                    <a:pt x="9060" y="1192949"/>
                  </a:lnTo>
                  <a:lnTo>
                    <a:pt x="9524" y="1194072"/>
                  </a:lnTo>
                  <a:lnTo>
                    <a:pt x="9524" y="1196702"/>
                  </a:lnTo>
                  <a:lnTo>
                    <a:pt x="9060" y="1197824"/>
                  </a:lnTo>
                  <a:lnTo>
                    <a:pt x="7200" y="1199684"/>
                  </a:lnTo>
                  <a:lnTo>
                    <a:pt x="6077" y="1200149"/>
                  </a:lnTo>
                  <a:close/>
                </a:path>
                <a:path w="9525" h="3200400">
                  <a:moveTo>
                    <a:pt x="6077" y="1152524"/>
                  </a:moveTo>
                  <a:lnTo>
                    <a:pt x="3447" y="1152524"/>
                  </a:lnTo>
                  <a:lnTo>
                    <a:pt x="2324" y="1152059"/>
                  </a:lnTo>
                  <a:lnTo>
                    <a:pt x="464" y="1150199"/>
                  </a:lnTo>
                  <a:lnTo>
                    <a:pt x="0" y="1149077"/>
                  </a:lnTo>
                  <a:lnTo>
                    <a:pt x="0" y="1146446"/>
                  </a:lnTo>
                  <a:lnTo>
                    <a:pt x="464" y="1145324"/>
                  </a:lnTo>
                  <a:lnTo>
                    <a:pt x="2324" y="1143464"/>
                  </a:lnTo>
                  <a:lnTo>
                    <a:pt x="3447" y="1142999"/>
                  </a:lnTo>
                  <a:lnTo>
                    <a:pt x="6077" y="1142999"/>
                  </a:lnTo>
                  <a:lnTo>
                    <a:pt x="7200" y="1143464"/>
                  </a:lnTo>
                  <a:lnTo>
                    <a:pt x="9060" y="1145324"/>
                  </a:lnTo>
                  <a:lnTo>
                    <a:pt x="9524" y="1146446"/>
                  </a:lnTo>
                  <a:lnTo>
                    <a:pt x="9524" y="1149077"/>
                  </a:lnTo>
                  <a:lnTo>
                    <a:pt x="9060" y="1150199"/>
                  </a:lnTo>
                  <a:lnTo>
                    <a:pt x="7200" y="1152059"/>
                  </a:lnTo>
                  <a:lnTo>
                    <a:pt x="6077" y="1152524"/>
                  </a:lnTo>
                  <a:close/>
                </a:path>
                <a:path w="9525" h="3200400">
                  <a:moveTo>
                    <a:pt x="6077" y="1104899"/>
                  </a:moveTo>
                  <a:lnTo>
                    <a:pt x="3447" y="1104899"/>
                  </a:lnTo>
                  <a:lnTo>
                    <a:pt x="2324" y="1104434"/>
                  </a:lnTo>
                  <a:lnTo>
                    <a:pt x="464" y="1102574"/>
                  </a:lnTo>
                  <a:lnTo>
                    <a:pt x="0" y="1101452"/>
                  </a:lnTo>
                  <a:lnTo>
                    <a:pt x="0" y="1098822"/>
                  </a:lnTo>
                  <a:lnTo>
                    <a:pt x="464" y="1097699"/>
                  </a:lnTo>
                  <a:lnTo>
                    <a:pt x="2324" y="1095839"/>
                  </a:lnTo>
                  <a:lnTo>
                    <a:pt x="3447" y="1095374"/>
                  </a:lnTo>
                  <a:lnTo>
                    <a:pt x="6077" y="1095374"/>
                  </a:lnTo>
                  <a:lnTo>
                    <a:pt x="7200" y="1095839"/>
                  </a:lnTo>
                  <a:lnTo>
                    <a:pt x="9060" y="1097699"/>
                  </a:lnTo>
                  <a:lnTo>
                    <a:pt x="9524" y="1098822"/>
                  </a:lnTo>
                  <a:lnTo>
                    <a:pt x="9524" y="1101452"/>
                  </a:lnTo>
                  <a:lnTo>
                    <a:pt x="9060" y="1102574"/>
                  </a:lnTo>
                  <a:lnTo>
                    <a:pt x="7200" y="1104434"/>
                  </a:lnTo>
                  <a:lnTo>
                    <a:pt x="6077" y="1104899"/>
                  </a:lnTo>
                  <a:close/>
                </a:path>
                <a:path w="9525" h="3200400">
                  <a:moveTo>
                    <a:pt x="6077" y="1057274"/>
                  </a:moveTo>
                  <a:lnTo>
                    <a:pt x="3447" y="1057274"/>
                  </a:lnTo>
                  <a:lnTo>
                    <a:pt x="2324" y="1056809"/>
                  </a:lnTo>
                  <a:lnTo>
                    <a:pt x="464" y="1054949"/>
                  </a:lnTo>
                  <a:lnTo>
                    <a:pt x="0" y="1053827"/>
                  </a:lnTo>
                  <a:lnTo>
                    <a:pt x="0" y="1051197"/>
                  </a:lnTo>
                  <a:lnTo>
                    <a:pt x="464" y="1050074"/>
                  </a:lnTo>
                  <a:lnTo>
                    <a:pt x="2324" y="1048214"/>
                  </a:lnTo>
                  <a:lnTo>
                    <a:pt x="3447" y="1047749"/>
                  </a:lnTo>
                  <a:lnTo>
                    <a:pt x="6077" y="1047749"/>
                  </a:lnTo>
                  <a:lnTo>
                    <a:pt x="7200" y="1048214"/>
                  </a:lnTo>
                  <a:lnTo>
                    <a:pt x="9060" y="1050074"/>
                  </a:lnTo>
                  <a:lnTo>
                    <a:pt x="9524" y="1051197"/>
                  </a:lnTo>
                  <a:lnTo>
                    <a:pt x="9524" y="1053827"/>
                  </a:lnTo>
                  <a:lnTo>
                    <a:pt x="9060" y="1054949"/>
                  </a:lnTo>
                  <a:lnTo>
                    <a:pt x="7200" y="1056809"/>
                  </a:lnTo>
                  <a:lnTo>
                    <a:pt x="6077" y="1057274"/>
                  </a:lnTo>
                  <a:close/>
                </a:path>
                <a:path w="9525" h="3200400">
                  <a:moveTo>
                    <a:pt x="6077" y="1009649"/>
                  </a:moveTo>
                  <a:lnTo>
                    <a:pt x="3447" y="1009649"/>
                  </a:lnTo>
                  <a:lnTo>
                    <a:pt x="2324" y="1009184"/>
                  </a:lnTo>
                  <a:lnTo>
                    <a:pt x="464" y="1007325"/>
                  </a:lnTo>
                  <a:lnTo>
                    <a:pt x="0" y="1006202"/>
                  </a:lnTo>
                  <a:lnTo>
                    <a:pt x="0" y="1003572"/>
                  </a:lnTo>
                  <a:lnTo>
                    <a:pt x="464" y="1002449"/>
                  </a:lnTo>
                  <a:lnTo>
                    <a:pt x="2324" y="1000589"/>
                  </a:lnTo>
                  <a:lnTo>
                    <a:pt x="3447" y="1000124"/>
                  </a:lnTo>
                  <a:lnTo>
                    <a:pt x="6077" y="1000124"/>
                  </a:lnTo>
                  <a:lnTo>
                    <a:pt x="7200" y="1000589"/>
                  </a:lnTo>
                  <a:lnTo>
                    <a:pt x="9060" y="1002449"/>
                  </a:lnTo>
                  <a:lnTo>
                    <a:pt x="9524" y="1003572"/>
                  </a:lnTo>
                  <a:lnTo>
                    <a:pt x="9524" y="1006202"/>
                  </a:lnTo>
                  <a:lnTo>
                    <a:pt x="9060" y="1007325"/>
                  </a:lnTo>
                  <a:lnTo>
                    <a:pt x="7200" y="1009184"/>
                  </a:lnTo>
                  <a:lnTo>
                    <a:pt x="6077" y="1009649"/>
                  </a:lnTo>
                  <a:close/>
                </a:path>
                <a:path w="9525" h="3200400">
                  <a:moveTo>
                    <a:pt x="6077" y="962024"/>
                  </a:moveTo>
                  <a:lnTo>
                    <a:pt x="3447" y="962024"/>
                  </a:lnTo>
                  <a:lnTo>
                    <a:pt x="2324" y="961559"/>
                  </a:lnTo>
                  <a:lnTo>
                    <a:pt x="464" y="959700"/>
                  </a:lnTo>
                  <a:lnTo>
                    <a:pt x="0" y="958577"/>
                  </a:lnTo>
                  <a:lnTo>
                    <a:pt x="0" y="955947"/>
                  </a:lnTo>
                  <a:lnTo>
                    <a:pt x="464" y="954824"/>
                  </a:lnTo>
                  <a:lnTo>
                    <a:pt x="2324" y="952964"/>
                  </a:lnTo>
                  <a:lnTo>
                    <a:pt x="3447" y="952499"/>
                  </a:lnTo>
                  <a:lnTo>
                    <a:pt x="6077" y="952499"/>
                  </a:lnTo>
                  <a:lnTo>
                    <a:pt x="7200" y="952964"/>
                  </a:lnTo>
                  <a:lnTo>
                    <a:pt x="9060" y="954824"/>
                  </a:lnTo>
                  <a:lnTo>
                    <a:pt x="9524" y="955947"/>
                  </a:lnTo>
                  <a:lnTo>
                    <a:pt x="9524" y="958577"/>
                  </a:lnTo>
                  <a:lnTo>
                    <a:pt x="9060" y="959700"/>
                  </a:lnTo>
                  <a:lnTo>
                    <a:pt x="7200" y="961559"/>
                  </a:lnTo>
                  <a:lnTo>
                    <a:pt x="6077" y="962024"/>
                  </a:lnTo>
                  <a:close/>
                </a:path>
                <a:path w="9525" h="3200400">
                  <a:moveTo>
                    <a:pt x="6077" y="914399"/>
                  </a:moveTo>
                  <a:lnTo>
                    <a:pt x="3447" y="914399"/>
                  </a:lnTo>
                  <a:lnTo>
                    <a:pt x="2324" y="913934"/>
                  </a:lnTo>
                  <a:lnTo>
                    <a:pt x="464" y="912075"/>
                  </a:lnTo>
                  <a:lnTo>
                    <a:pt x="0" y="910952"/>
                  </a:lnTo>
                  <a:lnTo>
                    <a:pt x="0" y="908322"/>
                  </a:lnTo>
                  <a:lnTo>
                    <a:pt x="464" y="907199"/>
                  </a:lnTo>
                  <a:lnTo>
                    <a:pt x="2324" y="905339"/>
                  </a:lnTo>
                  <a:lnTo>
                    <a:pt x="3447" y="904874"/>
                  </a:lnTo>
                  <a:lnTo>
                    <a:pt x="6077" y="904874"/>
                  </a:lnTo>
                  <a:lnTo>
                    <a:pt x="7200" y="905339"/>
                  </a:lnTo>
                  <a:lnTo>
                    <a:pt x="9060" y="907199"/>
                  </a:lnTo>
                  <a:lnTo>
                    <a:pt x="9524" y="908322"/>
                  </a:lnTo>
                  <a:lnTo>
                    <a:pt x="9524" y="910952"/>
                  </a:lnTo>
                  <a:lnTo>
                    <a:pt x="9060" y="912075"/>
                  </a:lnTo>
                  <a:lnTo>
                    <a:pt x="7200" y="913934"/>
                  </a:lnTo>
                  <a:lnTo>
                    <a:pt x="6077" y="914399"/>
                  </a:lnTo>
                  <a:close/>
                </a:path>
                <a:path w="9525" h="3200400">
                  <a:moveTo>
                    <a:pt x="6077" y="866774"/>
                  </a:moveTo>
                  <a:lnTo>
                    <a:pt x="3447" y="866774"/>
                  </a:lnTo>
                  <a:lnTo>
                    <a:pt x="2324" y="866309"/>
                  </a:lnTo>
                  <a:lnTo>
                    <a:pt x="464" y="864449"/>
                  </a:lnTo>
                  <a:lnTo>
                    <a:pt x="0" y="863327"/>
                  </a:lnTo>
                  <a:lnTo>
                    <a:pt x="0" y="860697"/>
                  </a:lnTo>
                  <a:lnTo>
                    <a:pt x="464" y="859574"/>
                  </a:lnTo>
                  <a:lnTo>
                    <a:pt x="2324" y="857714"/>
                  </a:lnTo>
                  <a:lnTo>
                    <a:pt x="3447" y="857249"/>
                  </a:lnTo>
                  <a:lnTo>
                    <a:pt x="6077" y="857249"/>
                  </a:lnTo>
                  <a:lnTo>
                    <a:pt x="7200" y="857714"/>
                  </a:lnTo>
                  <a:lnTo>
                    <a:pt x="9060" y="859574"/>
                  </a:lnTo>
                  <a:lnTo>
                    <a:pt x="9524" y="860697"/>
                  </a:lnTo>
                  <a:lnTo>
                    <a:pt x="9524" y="863327"/>
                  </a:lnTo>
                  <a:lnTo>
                    <a:pt x="9060" y="864449"/>
                  </a:lnTo>
                  <a:lnTo>
                    <a:pt x="7200" y="866309"/>
                  </a:lnTo>
                  <a:lnTo>
                    <a:pt x="6077" y="866774"/>
                  </a:lnTo>
                  <a:close/>
                </a:path>
                <a:path w="9525" h="3200400">
                  <a:moveTo>
                    <a:pt x="6077" y="819149"/>
                  </a:moveTo>
                  <a:lnTo>
                    <a:pt x="3447" y="819149"/>
                  </a:lnTo>
                  <a:lnTo>
                    <a:pt x="2324" y="818684"/>
                  </a:lnTo>
                  <a:lnTo>
                    <a:pt x="464" y="816824"/>
                  </a:lnTo>
                  <a:lnTo>
                    <a:pt x="0" y="815702"/>
                  </a:lnTo>
                  <a:lnTo>
                    <a:pt x="0" y="813072"/>
                  </a:lnTo>
                  <a:lnTo>
                    <a:pt x="464" y="811949"/>
                  </a:lnTo>
                  <a:lnTo>
                    <a:pt x="2324" y="810089"/>
                  </a:lnTo>
                  <a:lnTo>
                    <a:pt x="3447" y="809624"/>
                  </a:lnTo>
                  <a:lnTo>
                    <a:pt x="6077" y="809624"/>
                  </a:lnTo>
                  <a:lnTo>
                    <a:pt x="7200" y="810089"/>
                  </a:lnTo>
                  <a:lnTo>
                    <a:pt x="9060" y="811949"/>
                  </a:lnTo>
                  <a:lnTo>
                    <a:pt x="9524" y="813072"/>
                  </a:lnTo>
                  <a:lnTo>
                    <a:pt x="9524" y="815702"/>
                  </a:lnTo>
                  <a:lnTo>
                    <a:pt x="9060" y="816824"/>
                  </a:lnTo>
                  <a:lnTo>
                    <a:pt x="7200" y="818684"/>
                  </a:lnTo>
                  <a:lnTo>
                    <a:pt x="6077" y="819149"/>
                  </a:lnTo>
                  <a:close/>
                </a:path>
                <a:path w="9525" h="3200400">
                  <a:moveTo>
                    <a:pt x="6077" y="771524"/>
                  </a:moveTo>
                  <a:lnTo>
                    <a:pt x="3447" y="771524"/>
                  </a:lnTo>
                  <a:lnTo>
                    <a:pt x="2324" y="771059"/>
                  </a:lnTo>
                  <a:lnTo>
                    <a:pt x="464" y="769200"/>
                  </a:lnTo>
                  <a:lnTo>
                    <a:pt x="0" y="768077"/>
                  </a:lnTo>
                  <a:lnTo>
                    <a:pt x="0" y="765447"/>
                  </a:lnTo>
                  <a:lnTo>
                    <a:pt x="464" y="764324"/>
                  </a:lnTo>
                  <a:lnTo>
                    <a:pt x="2324" y="762464"/>
                  </a:lnTo>
                  <a:lnTo>
                    <a:pt x="3447" y="761999"/>
                  </a:lnTo>
                  <a:lnTo>
                    <a:pt x="6077" y="761999"/>
                  </a:lnTo>
                  <a:lnTo>
                    <a:pt x="7200" y="762464"/>
                  </a:lnTo>
                  <a:lnTo>
                    <a:pt x="9060" y="764324"/>
                  </a:lnTo>
                  <a:lnTo>
                    <a:pt x="9524" y="765447"/>
                  </a:lnTo>
                  <a:lnTo>
                    <a:pt x="9524" y="768077"/>
                  </a:lnTo>
                  <a:lnTo>
                    <a:pt x="9060" y="769200"/>
                  </a:lnTo>
                  <a:lnTo>
                    <a:pt x="7200" y="771059"/>
                  </a:lnTo>
                  <a:lnTo>
                    <a:pt x="6077" y="771524"/>
                  </a:lnTo>
                  <a:close/>
                </a:path>
                <a:path w="9525" h="3200400">
                  <a:moveTo>
                    <a:pt x="6077" y="723899"/>
                  </a:moveTo>
                  <a:lnTo>
                    <a:pt x="3447" y="723899"/>
                  </a:lnTo>
                  <a:lnTo>
                    <a:pt x="2324" y="723434"/>
                  </a:lnTo>
                  <a:lnTo>
                    <a:pt x="464" y="721575"/>
                  </a:lnTo>
                  <a:lnTo>
                    <a:pt x="0" y="720452"/>
                  </a:lnTo>
                  <a:lnTo>
                    <a:pt x="0" y="717822"/>
                  </a:lnTo>
                  <a:lnTo>
                    <a:pt x="464" y="716699"/>
                  </a:lnTo>
                  <a:lnTo>
                    <a:pt x="2324" y="714840"/>
                  </a:lnTo>
                  <a:lnTo>
                    <a:pt x="3447" y="714374"/>
                  </a:lnTo>
                  <a:lnTo>
                    <a:pt x="6077" y="714374"/>
                  </a:lnTo>
                  <a:lnTo>
                    <a:pt x="7200" y="714840"/>
                  </a:lnTo>
                  <a:lnTo>
                    <a:pt x="9060" y="716699"/>
                  </a:lnTo>
                  <a:lnTo>
                    <a:pt x="9524" y="717822"/>
                  </a:lnTo>
                  <a:lnTo>
                    <a:pt x="9524" y="720452"/>
                  </a:lnTo>
                  <a:lnTo>
                    <a:pt x="9060" y="721575"/>
                  </a:lnTo>
                  <a:lnTo>
                    <a:pt x="7200" y="723434"/>
                  </a:lnTo>
                  <a:lnTo>
                    <a:pt x="6077" y="723899"/>
                  </a:lnTo>
                  <a:close/>
                </a:path>
                <a:path w="9525" h="3200400">
                  <a:moveTo>
                    <a:pt x="6077" y="676274"/>
                  </a:moveTo>
                  <a:lnTo>
                    <a:pt x="3447" y="676274"/>
                  </a:lnTo>
                  <a:lnTo>
                    <a:pt x="2324" y="675809"/>
                  </a:lnTo>
                  <a:lnTo>
                    <a:pt x="464" y="673950"/>
                  </a:lnTo>
                  <a:lnTo>
                    <a:pt x="0" y="672827"/>
                  </a:lnTo>
                  <a:lnTo>
                    <a:pt x="0" y="670197"/>
                  </a:lnTo>
                  <a:lnTo>
                    <a:pt x="464" y="669074"/>
                  </a:lnTo>
                  <a:lnTo>
                    <a:pt x="2324" y="667214"/>
                  </a:lnTo>
                  <a:lnTo>
                    <a:pt x="3447" y="666749"/>
                  </a:lnTo>
                  <a:lnTo>
                    <a:pt x="6077" y="666749"/>
                  </a:lnTo>
                  <a:lnTo>
                    <a:pt x="7200" y="667214"/>
                  </a:lnTo>
                  <a:lnTo>
                    <a:pt x="9060" y="669074"/>
                  </a:lnTo>
                  <a:lnTo>
                    <a:pt x="9524" y="670197"/>
                  </a:lnTo>
                  <a:lnTo>
                    <a:pt x="9524" y="672827"/>
                  </a:lnTo>
                  <a:lnTo>
                    <a:pt x="9060" y="673950"/>
                  </a:lnTo>
                  <a:lnTo>
                    <a:pt x="7200" y="675809"/>
                  </a:lnTo>
                  <a:lnTo>
                    <a:pt x="6077" y="676274"/>
                  </a:lnTo>
                  <a:close/>
                </a:path>
                <a:path w="9525" h="3200400">
                  <a:moveTo>
                    <a:pt x="6077" y="628649"/>
                  </a:moveTo>
                  <a:lnTo>
                    <a:pt x="3447" y="628649"/>
                  </a:lnTo>
                  <a:lnTo>
                    <a:pt x="2324" y="628184"/>
                  </a:lnTo>
                  <a:lnTo>
                    <a:pt x="464" y="626325"/>
                  </a:lnTo>
                  <a:lnTo>
                    <a:pt x="0" y="625202"/>
                  </a:lnTo>
                  <a:lnTo>
                    <a:pt x="0" y="622572"/>
                  </a:lnTo>
                  <a:lnTo>
                    <a:pt x="464" y="621449"/>
                  </a:lnTo>
                  <a:lnTo>
                    <a:pt x="2324" y="619589"/>
                  </a:lnTo>
                  <a:lnTo>
                    <a:pt x="3447" y="619124"/>
                  </a:lnTo>
                  <a:lnTo>
                    <a:pt x="6077" y="619124"/>
                  </a:lnTo>
                  <a:lnTo>
                    <a:pt x="7200" y="619589"/>
                  </a:lnTo>
                  <a:lnTo>
                    <a:pt x="9060" y="621449"/>
                  </a:lnTo>
                  <a:lnTo>
                    <a:pt x="9524" y="622572"/>
                  </a:lnTo>
                  <a:lnTo>
                    <a:pt x="9524" y="625202"/>
                  </a:lnTo>
                  <a:lnTo>
                    <a:pt x="9060" y="626325"/>
                  </a:lnTo>
                  <a:lnTo>
                    <a:pt x="7200" y="628184"/>
                  </a:lnTo>
                  <a:lnTo>
                    <a:pt x="6077" y="628649"/>
                  </a:lnTo>
                  <a:close/>
                </a:path>
                <a:path w="9525" h="3200400">
                  <a:moveTo>
                    <a:pt x="6077" y="581024"/>
                  </a:moveTo>
                  <a:lnTo>
                    <a:pt x="3447" y="581024"/>
                  </a:lnTo>
                  <a:lnTo>
                    <a:pt x="2324" y="580559"/>
                  </a:lnTo>
                  <a:lnTo>
                    <a:pt x="464" y="578699"/>
                  </a:lnTo>
                  <a:lnTo>
                    <a:pt x="0" y="577577"/>
                  </a:lnTo>
                  <a:lnTo>
                    <a:pt x="0" y="574947"/>
                  </a:lnTo>
                  <a:lnTo>
                    <a:pt x="464" y="573824"/>
                  </a:lnTo>
                  <a:lnTo>
                    <a:pt x="2324" y="571964"/>
                  </a:lnTo>
                  <a:lnTo>
                    <a:pt x="3447" y="571499"/>
                  </a:lnTo>
                  <a:lnTo>
                    <a:pt x="6077" y="571499"/>
                  </a:lnTo>
                  <a:lnTo>
                    <a:pt x="7200" y="571964"/>
                  </a:lnTo>
                  <a:lnTo>
                    <a:pt x="9060" y="573824"/>
                  </a:lnTo>
                  <a:lnTo>
                    <a:pt x="9524" y="574947"/>
                  </a:lnTo>
                  <a:lnTo>
                    <a:pt x="9524" y="577577"/>
                  </a:lnTo>
                  <a:lnTo>
                    <a:pt x="9060" y="578699"/>
                  </a:lnTo>
                  <a:lnTo>
                    <a:pt x="7200" y="580559"/>
                  </a:lnTo>
                  <a:lnTo>
                    <a:pt x="6077" y="581024"/>
                  </a:lnTo>
                  <a:close/>
                </a:path>
                <a:path w="9525" h="3200400">
                  <a:moveTo>
                    <a:pt x="6077" y="533399"/>
                  </a:moveTo>
                  <a:lnTo>
                    <a:pt x="3447" y="533399"/>
                  </a:lnTo>
                  <a:lnTo>
                    <a:pt x="2324" y="532934"/>
                  </a:lnTo>
                  <a:lnTo>
                    <a:pt x="464" y="531075"/>
                  </a:lnTo>
                  <a:lnTo>
                    <a:pt x="0" y="529952"/>
                  </a:lnTo>
                  <a:lnTo>
                    <a:pt x="0" y="527322"/>
                  </a:lnTo>
                  <a:lnTo>
                    <a:pt x="464" y="526199"/>
                  </a:lnTo>
                  <a:lnTo>
                    <a:pt x="2324" y="524339"/>
                  </a:lnTo>
                  <a:lnTo>
                    <a:pt x="3447" y="523874"/>
                  </a:lnTo>
                  <a:lnTo>
                    <a:pt x="6077" y="523874"/>
                  </a:lnTo>
                  <a:lnTo>
                    <a:pt x="7200" y="524339"/>
                  </a:lnTo>
                  <a:lnTo>
                    <a:pt x="9060" y="526199"/>
                  </a:lnTo>
                  <a:lnTo>
                    <a:pt x="9524" y="527322"/>
                  </a:lnTo>
                  <a:lnTo>
                    <a:pt x="9524" y="529952"/>
                  </a:lnTo>
                  <a:lnTo>
                    <a:pt x="9060" y="531075"/>
                  </a:lnTo>
                  <a:lnTo>
                    <a:pt x="7200" y="532934"/>
                  </a:lnTo>
                  <a:lnTo>
                    <a:pt x="6077" y="533399"/>
                  </a:lnTo>
                  <a:close/>
                </a:path>
                <a:path w="9525" h="3200400">
                  <a:moveTo>
                    <a:pt x="6077" y="485774"/>
                  </a:moveTo>
                  <a:lnTo>
                    <a:pt x="3447" y="485774"/>
                  </a:lnTo>
                  <a:lnTo>
                    <a:pt x="2324" y="485309"/>
                  </a:lnTo>
                  <a:lnTo>
                    <a:pt x="464" y="483450"/>
                  </a:lnTo>
                  <a:lnTo>
                    <a:pt x="0" y="482327"/>
                  </a:lnTo>
                  <a:lnTo>
                    <a:pt x="0" y="479697"/>
                  </a:lnTo>
                  <a:lnTo>
                    <a:pt x="464" y="478574"/>
                  </a:lnTo>
                  <a:lnTo>
                    <a:pt x="2324" y="476715"/>
                  </a:lnTo>
                  <a:lnTo>
                    <a:pt x="3447" y="476249"/>
                  </a:lnTo>
                  <a:lnTo>
                    <a:pt x="6077" y="476249"/>
                  </a:lnTo>
                  <a:lnTo>
                    <a:pt x="7200" y="476715"/>
                  </a:lnTo>
                  <a:lnTo>
                    <a:pt x="9060" y="478574"/>
                  </a:lnTo>
                  <a:lnTo>
                    <a:pt x="9524" y="479697"/>
                  </a:lnTo>
                  <a:lnTo>
                    <a:pt x="9524" y="482327"/>
                  </a:lnTo>
                  <a:lnTo>
                    <a:pt x="9060" y="483450"/>
                  </a:lnTo>
                  <a:lnTo>
                    <a:pt x="7200" y="485309"/>
                  </a:lnTo>
                  <a:lnTo>
                    <a:pt x="6077" y="485774"/>
                  </a:lnTo>
                  <a:close/>
                </a:path>
                <a:path w="9525" h="3200400">
                  <a:moveTo>
                    <a:pt x="6077" y="438149"/>
                  </a:moveTo>
                  <a:lnTo>
                    <a:pt x="3447" y="438149"/>
                  </a:lnTo>
                  <a:lnTo>
                    <a:pt x="2324" y="437684"/>
                  </a:lnTo>
                  <a:lnTo>
                    <a:pt x="464" y="435825"/>
                  </a:lnTo>
                  <a:lnTo>
                    <a:pt x="0" y="434702"/>
                  </a:lnTo>
                  <a:lnTo>
                    <a:pt x="0" y="432072"/>
                  </a:lnTo>
                  <a:lnTo>
                    <a:pt x="464" y="430949"/>
                  </a:lnTo>
                  <a:lnTo>
                    <a:pt x="2324" y="429089"/>
                  </a:lnTo>
                  <a:lnTo>
                    <a:pt x="3447" y="428624"/>
                  </a:lnTo>
                  <a:lnTo>
                    <a:pt x="6077" y="428624"/>
                  </a:lnTo>
                  <a:lnTo>
                    <a:pt x="7200" y="429089"/>
                  </a:lnTo>
                  <a:lnTo>
                    <a:pt x="9060" y="430949"/>
                  </a:lnTo>
                  <a:lnTo>
                    <a:pt x="9524" y="432072"/>
                  </a:lnTo>
                  <a:lnTo>
                    <a:pt x="9524" y="434702"/>
                  </a:lnTo>
                  <a:lnTo>
                    <a:pt x="9060" y="435825"/>
                  </a:lnTo>
                  <a:lnTo>
                    <a:pt x="7200" y="437684"/>
                  </a:lnTo>
                  <a:lnTo>
                    <a:pt x="6077" y="438149"/>
                  </a:lnTo>
                  <a:close/>
                </a:path>
                <a:path w="9525" h="3200400">
                  <a:moveTo>
                    <a:pt x="6077" y="390524"/>
                  </a:moveTo>
                  <a:lnTo>
                    <a:pt x="3447" y="390524"/>
                  </a:lnTo>
                  <a:lnTo>
                    <a:pt x="2324" y="390059"/>
                  </a:lnTo>
                  <a:lnTo>
                    <a:pt x="464" y="388200"/>
                  </a:lnTo>
                  <a:lnTo>
                    <a:pt x="0" y="387077"/>
                  </a:lnTo>
                  <a:lnTo>
                    <a:pt x="0" y="384447"/>
                  </a:lnTo>
                  <a:lnTo>
                    <a:pt x="464" y="383324"/>
                  </a:lnTo>
                  <a:lnTo>
                    <a:pt x="2324" y="381465"/>
                  </a:lnTo>
                  <a:lnTo>
                    <a:pt x="3447" y="380999"/>
                  </a:lnTo>
                  <a:lnTo>
                    <a:pt x="6077" y="380999"/>
                  </a:lnTo>
                  <a:lnTo>
                    <a:pt x="7200" y="381465"/>
                  </a:lnTo>
                  <a:lnTo>
                    <a:pt x="9060" y="383324"/>
                  </a:lnTo>
                  <a:lnTo>
                    <a:pt x="9524" y="384447"/>
                  </a:lnTo>
                  <a:lnTo>
                    <a:pt x="9524" y="387077"/>
                  </a:lnTo>
                  <a:lnTo>
                    <a:pt x="9060" y="388200"/>
                  </a:lnTo>
                  <a:lnTo>
                    <a:pt x="7200" y="390059"/>
                  </a:lnTo>
                  <a:lnTo>
                    <a:pt x="6077" y="390524"/>
                  </a:lnTo>
                  <a:close/>
                </a:path>
                <a:path w="9525" h="3200400">
                  <a:moveTo>
                    <a:pt x="6077" y="342899"/>
                  </a:moveTo>
                  <a:lnTo>
                    <a:pt x="3447" y="342899"/>
                  </a:lnTo>
                  <a:lnTo>
                    <a:pt x="2324" y="342434"/>
                  </a:lnTo>
                  <a:lnTo>
                    <a:pt x="464" y="340575"/>
                  </a:lnTo>
                  <a:lnTo>
                    <a:pt x="0" y="339452"/>
                  </a:lnTo>
                  <a:lnTo>
                    <a:pt x="0" y="336822"/>
                  </a:lnTo>
                  <a:lnTo>
                    <a:pt x="464" y="335699"/>
                  </a:lnTo>
                  <a:lnTo>
                    <a:pt x="2324" y="333839"/>
                  </a:lnTo>
                  <a:lnTo>
                    <a:pt x="3447" y="333374"/>
                  </a:lnTo>
                  <a:lnTo>
                    <a:pt x="6077" y="333374"/>
                  </a:lnTo>
                  <a:lnTo>
                    <a:pt x="7200" y="333839"/>
                  </a:lnTo>
                  <a:lnTo>
                    <a:pt x="9060" y="335699"/>
                  </a:lnTo>
                  <a:lnTo>
                    <a:pt x="9524" y="336822"/>
                  </a:lnTo>
                  <a:lnTo>
                    <a:pt x="9524" y="339452"/>
                  </a:lnTo>
                  <a:lnTo>
                    <a:pt x="9060" y="340575"/>
                  </a:lnTo>
                  <a:lnTo>
                    <a:pt x="7200" y="342434"/>
                  </a:lnTo>
                  <a:lnTo>
                    <a:pt x="6077" y="342899"/>
                  </a:lnTo>
                  <a:close/>
                </a:path>
                <a:path w="9525" h="3200400">
                  <a:moveTo>
                    <a:pt x="6077" y="295274"/>
                  </a:moveTo>
                  <a:lnTo>
                    <a:pt x="3447" y="295274"/>
                  </a:lnTo>
                  <a:lnTo>
                    <a:pt x="2324" y="294809"/>
                  </a:lnTo>
                  <a:lnTo>
                    <a:pt x="464" y="292950"/>
                  </a:lnTo>
                  <a:lnTo>
                    <a:pt x="0" y="291827"/>
                  </a:lnTo>
                  <a:lnTo>
                    <a:pt x="0" y="289197"/>
                  </a:lnTo>
                  <a:lnTo>
                    <a:pt x="464" y="288074"/>
                  </a:lnTo>
                  <a:lnTo>
                    <a:pt x="2324" y="286214"/>
                  </a:lnTo>
                  <a:lnTo>
                    <a:pt x="3447" y="285749"/>
                  </a:lnTo>
                  <a:lnTo>
                    <a:pt x="6077" y="285749"/>
                  </a:lnTo>
                  <a:lnTo>
                    <a:pt x="7200" y="286214"/>
                  </a:lnTo>
                  <a:lnTo>
                    <a:pt x="9060" y="288074"/>
                  </a:lnTo>
                  <a:lnTo>
                    <a:pt x="9524" y="289197"/>
                  </a:lnTo>
                  <a:lnTo>
                    <a:pt x="9524" y="291827"/>
                  </a:lnTo>
                  <a:lnTo>
                    <a:pt x="9060" y="292950"/>
                  </a:lnTo>
                  <a:lnTo>
                    <a:pt x="7200" y="294809"/>
                  </a:lnTo>
                  <a:lnTo>
                    <a:pt x="6077" y="295274"/>
                  </a:lnTo>
                  <a:close/>
                </a:path>
                <a:path w="9525" h="3200400">
                  <a:moveTo>
                    <a:pt x="6077" y="247649"/>
                  </a:moveTo>
                  <a:lnTo>
                    <a:pt x="3447" y="247649"/>
                  </a:lnTo>
                  <a:lnTo>
                    <a:pt x="2324" y="247184"/>
                  </a:lnTo>
                  <a:lnTo>
                    <a:pt x="464" y="245325"/>
                  </a:lnTo>
                  <a:lnTo>
                    <a:pt x="0" y="244202"/>
                  </a:lnTo>
                  <a:lnTo>
                    <a:pt x="0" y="241572"/>
                  </a:lnTo>
                  <a:lnTo>
                    <a:pt x="464" y="240449"/>
                  </a:lnTo>
                  <a:lnTo>
                    <a:pt x="2324" y="238590"/>
                  </a:lnTo>
                  <a:lnTo>
                    <a:pt x="3447" y="238124"/>
                  </a:lnTo>
                  <a:lnTo>
                    <a:pt x="6077" y="238124"/>
                  </a:lnTo>
                  <a:lnTo>
                    <a:pt x="7200" y="238590"/>
                  </a:lnTo>
                  <a:lnTo>
                    <a:pt x="9060" y="240449"/>
                  </a:lnTo>
                  <a:lnTo>
                    <a:pt x="9524" y="241572"/>
                  </a:lnTo>
                  <a:lnTo>
                    <a:pt x="9524" y="244202"/>
                  </a:lnTo>
                  <a:lnTo>
                    <a:pt x="9060" y="245325"/>
                  </a:lnTo>
                  <a:lnTo>
                    <a:pt x="7200" y="247184"/>
                  </a:lnTo>
                  <a:lnTo>
                    <a:pt x="6077" y="247649"/>
                  </a:lnTo>
                  <a:close/>
                </a:path>
                <a:path w="9525" h="3200400">
                  <a:moveTo>
                    <a:pt x="6077" y="200024"/>
                  </a:moveTo>
                  <a:lnTo>
                    <a:pt x="3447" y="200024"/>
                  </a:lnTo>
                  <a:lnTo>
                    <a:pt x="2324" y="199559"/>
                  </a:lnTo>
                  <a:lnTo>
                    <a:pt x="464" y="197700"/>
                  </a:lnTo>
                  <a:lnTo>
                    <a:pt x="0" y="196577"/>
                  </a:lnTo>
                  <a:lnTo>
                    <a:pt x="0" y="193947"/>
                  </a:lnTo>
                  <a:lnTo>
                    <a:pt x="464" y="192824"/>
                  </a:lnTo>
                  <a:lnTo>
                    <a:pt x="2324" y="190965"/>
                  </a:lnTo>
                  <a:lnTo>
                    <a:pt x="3447" y="190499"/>
                  </a:lnTo>
                  <a:lnTo>
                    <a:pt x="6077" y="190499"/>
                  </a:lnTo>
                  <a:lnTo>
                    <a:pt x="7200" y="190965"/>
                  </a:lnTo>
                  <a:lnTo>
                    <a:pt x="9060" y="192824"/>
                  </a:lnTo>
                  <a:lnTo>
                    <a:pt x="9524" y="193947"/>
                  </a:lnTo>
                  <a:lnTo>
                    <a:pt x="9524" y="196577"/>
                  </a:lnTo>
                  <a:lnTo>
                    <a:pt x="9060" y="197700"/>
                  </a:lnTo>
                  <a:lnTo>
                    <a:pt x="7200" y="199559"/>
                  </a:lnTo>
                  <a:lnTo>
                    <a:pt x="6077" y="200024"/>
                  </a:lnTo>
                  <a:close/>
                </a:path>
                <a:path w="9525" h="3200400">
                  <a:moveTo>
                    <a:pt x="6077" y="152399"/>
                  </a:moveTo>
                  <a:lnTo>
                    <a:pt x="3447" y="152399"/>
                  </a:lnTo>
                  <a:lnTo>
                    <a:pt x="2324" y="151934"/>
                  </a:lnTo>
                  <a:lnTo>
                    <a:pt x="464" y="150075"/>
                  </a:lnTo>
                  <a:lnTo>
                    <a:pt x="0" y="148952"/>
                  </a:lnTo>
                  <a:lnTo>
                    <a:pt x="0" y="146322"/>
                  </a:lnTo>
                  <a:lnTo>
                    <a:pt x="464" y="145199"/>
                  </a:lnTo>
                  <a:lnTo>
                    <a:pt x="2324" y="143340"/>
                  </a:lnTo>
                  <a:lnTo>
                    <a:pt x="3447" y="142874"/>
                  </a:lnTo>
                  <a:lnTo>
                    <a:pt x="6077" y="142874"/>
                  </a:lnTo>
                  <a:lnTo>
                    <a:pt x="7200" y="143340"/>
                  </a:lnTo>
                  <a:lnTo>
                    <a:pt x="9060" y="145199"/>
                  </a:lnTo>
                  <a:lnTo>
                    <a:pt x="9524" y="146322"/>
                  </a:lnTo>
                  <a:lnTo>
                    <a:pt x="9524" y="148952"/>
                  </a:lnTo>
                  <a:lnTo>
                    <a:pt x="9060" y="150075"/>
                  </a:lnTo>
                  <a:lnTo>
                    <a:pt x="7200" y="151934"/>
                  </a:lnTo>
                  <a:lnTo>
                    <a:pt x="6077" y="152399"/>
                  </a:lnTo>
                  <a:close/>
                </a:path>
                <a:path w="9525" h="3200400">
                  <a:moveTo>
                    <a:pt x="6077" y="104774"/>
                  </a:moveTo>
                  <a:lnTo>
                    <a:pt x="3447" y="104774"/>
                  </a:lnTo>
                  <a:lnTo>
                    <a:pt x="2324" y="104309"/>
                  </a:lnTo>
                  <a:lnTo>
                    <a:pt x="464" y="102449"/>
                  </a:lnTo>
                  <a:lnTo>
                    <a:pt x="0" y="101327"/>
                  </a:lnTo>
                  <a:lnTo>
                    <a:pt x="0" y="98697"/>
                  </a:lnTo>
                  <a:lnTo>
                    <a:pt x="464" y="97574"/>
                  </a:lnTo>
                  <a:lnTo>
                    <a:pt x="2324" y="95714"/>
                  </a:lnTo>
                  <a:lnTo>
                    <a:pt x="3447" y="95249"/>
                  </a:lnTo>
                  <a:lnTo>
                    <a:pt x="6077" y="95249"/>
                  </a:lnTo>
                  <a:lnTo>
                    <a:pt x="7200" y="95714"/>
                  </a:lnTo>
                  <a:lnTo>
                    <a:pt x="9060" y="97574"/>
                  </a:lnTo>
                  <a:lnTo>
                    <a:pt x="9524" y="98697"/>
                  </a:lnTo>
                  <a:lnTo>
                    <a:pt x="9524" y="101327"/>
                  </a:lnTo>
                  <a:lnTo>
                    <a:pt x="9060" y="102449"/>
                  </a:lnTo>
                  <a:lnTo>
                    <a:pt x="7200" y="104309"/>
                  </a:lnTo>
                  <a:lnTo>
                    <a:pt x="6077" y="104774"/>
                  </a:lnTo>
                  <a:close/>
                </a:path>
                <a:path w="9525" h="3200400">
                  <a:moveTo>
                    <a:pt x="6077" y="57149"/>
                  </a:moveTo>
                  <a:lnTo>
                    <a:pt x="3447" y="57149"/>
                  </a:lnTo>
                  <a:lnTo>
                    <a:pt x="2324" y="56684"/>
                  </a:lnTo>
                  <a:lnTo>
                    <a:pt x="464" y="54825"/>
                  </a:lnTo>
                  <a:lnTo>
                    <a:pt x="0" y="53702"/>
                  </a:lnTo>
                  <a:lnTo>
                    <a:pt x="0" y="51072"/>
                  </a:lnTo>
                  <a:lnTo>
                    <a:pt x="464" y="49949"/>
                  </a:lnTo>
                  <a:lnTo>
                    <a:pt x="2324" y="48089"/>
                  </a:lnTo>
                  <a:lnTo>
                    <a:pt x="3447" y="47624"/>
                  </a:lnTo>
                  <a:lnTo>
                    <a:pt x="6077" y="47624"/>
                  </a:lnTo>
                  <a:lnTo>
                    <a:pt x="7200" y="48089"/>
                  </a:lnTo>
                  <a:lnTo>
                    <a:pt x="9060" y="49949"/>
                  </a:lnTo>
                  <a:lnTo>
                    <a:pt x="9524" y="51072"/>
                  </a:lnTo>
                  <a:lnTo>
                    <a:pt x="9524" y="53702"/>
                  </a:lnTo>
                  <a:lnTo>
                    <a:pt x="9060" y="54825"/>
                  </a:lnTo>
                  <a:lnTo>
                    <a:pt x="7200" y="56684"/>
                  </a:lnTo>
                  <a:lnTo>
                    <a:pt x="6077" y="57149"/>
                  </a:lnTo>
                  <a:close/>
                </a:path>
                <a:path w="9525" h="3200400">
                  <a:moveTo>
                    <a:pt x="6077" y="9524"/>
                  </a:moveTo>
                  <a:lnTo>
                    <a:pt x="3447" y="9524"/>
                  </a:lnTo>
                  <a:lnTo>
                    <a:pt x="2324" y="9059"/>
                  </a:lnTo>
                  <a:lnTo>
                    <a:pt x="464" y="7200"/>
                  </a:lnTo>
                  <a:lnTo>
                    <a:pt x="0" y="6077"/>
                  </a:lnTo>
                  <a:lnTo>
                    <a:pt x="0" y="3447"/>
                  </a:lnTo>
                  <a:lnTo>
                    <a:pt x="464" y="2324"/>
                  </a:lnTo>
                  <a:lnTo>
                    <a:pt x="2324" y="465"/>
                  </a:lnTo>
                  <a:lnTo>
                    <a:pt x="3447" y="0"/>
                  </a:lnTo>
                  <a:lnTo>
                    <a:pt x="6077" y="0"/>
                  </a:lnTo>
                  <a:lnTo>
                    <a:pt x="7200" y="465"/>
                  </a:lnTo>
                  <a:lnTo>
                    <a:pt x="9060" y="2324"/>
                  </a:lnTo>
                  <a:lnTo>
                    <a:pt x="9524" y="3447"/>
                  </a:lnTo>
                  <a:lnTo>
                    <a:pt x="9524" y="6077"/>
                  </a:lnTo>
                  <a:lnTo>
                    <a:pt x="9060" y="7200"/>
                  </a:lnTo>
                  <a:lnTo>
                    <a:pt x="7200" y="9059"/>
                  </a:lnTo>
                  <a:lnTo>
                    <a:pt x="6077" y="9524"/>
                  </a:lnTo>
                  <a:close/>
                </a:path>
              </a:pathLst>
            </a:custGeom>
            <a:solidFill>
              <a:srgbClr val="C7C6C3"/>
            </a:solidFill>
          </p:spPr>
          <p:txBody>
            <a:bodyPr wrap="square" lIns="0" tIns="0" rIns="0" bIns="0" rtlCol="0"/>
            <a:lstStyle/>
            <a:p>
              <a:endParaRPr sz="1266"/>
            </a:p>
          </p:txBody>
        </p:sp>
        <p:sp>
          <p:nvSpPr>
            <p:cNvPr id="42" name="object 8"/>
            <p:cNvSpPr txBox="1"/>
            <p:nvPr/>
          </p:nvSpPr>
          <p:spPr>
            <a:xfrm>
              <a:off x="1850052" y="2750344"/>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20</a:t>
              </a:r>
              <a:endParaRPr sz="633">
                <a:latin typeface="Segoe UI"/>
                <a:cs typeface="Segoe UI"/>
              </a:endParaRPr>
            </a:p>
          </p:txBody>
        </p:sp>
        <p:sp>
          <p:nvSpPr>
            <p:cNvPr id="43" name="object 9"/>
            <p:cNvSpPr/>
            <p:nvPr/>
          </p:nvSpPr>
          <p:spPr>
            <a:xfrm>
              <a:off x="2569178" y="492257"/>
              <a:ext cx="677316" cy="2250281"/>
            </a:xfrm>
            <a:custGeom>
              <a:avLst/>
              <a:gdLst/>
              <a:ahLst/>
              <a:cxnLst/>
              <a:rect l="l" t="t" r="r" b="b"/>
              <a:pathLst>
                <a:path w="963295" h="3200400">
                  <a:moveTo>
                    <a:pt x="9525" y="3194316"/>
                  </a:moveTo>
                  <a:lnTo>
                    <a:pt x="9067" y="3193199"/>
                  </a:lnTo>
                  <a:lnTo>
                    <a:pt x="7200" y="3191332"/>
                  </a:lnTo>
                  <a:lnTo>
                    <a:pt x="6083" y="3190862"/>
                  </a:lnTo>
                  <a:lnTo>
                    <a:pt x="3454" y="3190862"/>
                  </a:lnTo>
                  <a:lnTo>
                    <a:pt x="2324" y="3191332"/>
                  </a:lnTo>
                  <a:lnTo>
                    <a:pt x="469" y="3193199"/>
                  </a:lnTo>
                  <a:lnTo>
                    <a:pt x="0" y="3194316"/>
                  </a:lnTo>
                  <a:lnTo>
                    <a:pt x="0" y="3196945"/>
                  </a:lnTo>
                  <a:lnTo>
                    <a:pt x="469" y="3198063"/>
                  </a:lnTo>
                  <a:lnTo>
                    <a:pt x="2324" y="3199930"/>
                  </a:lnTo>
                  <a:lnTo>
                    <a:pt x="3454" y="3200387"/>
                  </a:lnTo>
                  <a:lnTo>
                    <a:pt x="6083" y="3200387"/>
                  </a:lnTo>
                  <a:lnTo>
                    <a:pt x="7200" y="3199930"/>
                  </a:lnTo>
                  <a:lnTo>
                    <a:pt x="9067" y="3198063"/>
                  </a:lnTo>
                  <a:lnTo>
                    <a:pt x="9525" y="3196945"/>
                  </a:lnTo>
                  <a:lnTo>
                    <a:pt x="9525" y="3194316"/>
                  </a:lnTo>
                  <a:close/>
                </a:path>
                <a:path w="963295" h="3200400">
                  <a:moveTo>
                    <a:pt x="9525" y="3146691"/>
                  </a:moveTo>
                  <a:lnTo>
                    <a:pt x="9067" y="3145574"/>
                  </a:lnTo>
                  <a:lnTo>
                    <a:pt x="7200" y="3143707"/>
                  </a:lnTo>
                  <a:lnTo>
                    <a:pt x="6083" y="3143237"/>
                  </a:lnTo>
                  <a:lnTo>
                    <a:pt x="3454" y="3143237"/>
                  </a:lnTo>
                  <a:lnTo>
                    <a:pt x="2324" y="3143707"/>
                  </a:lnTo>
                  <a:lnTo>
                    <a:pt x="469" y="3145574"/>
                  </a:lnTo>
                  <a:lnTo>
                    <a:pt x="0" y="3146691"/>
                  </a:lnTo>
                  <a:lnTo>
                    <a:pt x="0" y="3149320"/>
                  </a:lnTo>
                  <a:lnTo>
                    <a:pt x="469" y="3150438"/>
                  </a:lnTo>
                  <a:lnTo>
                    <a:pt x="2324" y="3152305"/>
                  </a:lnTo>
                  <a:lnTo>
                    <a:pt x="3454" y="3152762"/>
                  </a:lnTo>
                  <a:lnTo>
                    <a:pt x="6083" y="3152762"/>
                  </a:lnTo>
                  <a:lnTo>
                    <a:pt x="7200" y="3152305"/>
                  </a:lnTo>
                  <a:lnTo>
                    <a:pt x="9067" y="3150438"/>
                  </a:lnTo>
                  <a:lnTo>
                    <a:pt x="9525" y="3149320"/>
                  </a:lnTo>
                  <a:lnTo>
                    <a:pt x="9525" y="3146691"/>
                  </a:lnTo>
                  <a:close/>
                </a:path>
                <a:path w="963295" h="3200400">
                  <a:moveTo>
                    <a:pt x="9525" y="3099066"/>
                  </a:moveTo>
                  <a:lnTo>
                    <a:pt x="9067" y="3097949"/>
                  </a:lnTo>
                  <a:lnTo>
                    <a:pt x="7200" y="3096082"/>
                  </a:lnTo>
                  <a:lnTo>
                    <a:pt x="6083" y="3095612"/>
                  </a:lnTo>
                  <a:lnTo>
                    <a:pt x="3454" y="3095612"/>
                  </a:lnTo>
                  <a:lnTo>
                    <a:pt x="2324" y="3096082"/>
                  </a:lnTo>
                  <a:lnTo>
                    <a:pt x="469" y="3097949"/>
                  </a:lnTo>
                  <a:lnTo>
                    <a:pt x="0" y="3099066"/>
                  </a:lnTo>
                  <a:lnTo>
                    <a:pt x="0" y="3101695"/>
                  </a:lnTo>
                  <a:lnTo>
                    <a:pt x="469" y="3102813"/>
                  </a:lnTo>
                  <a:lnTo>
                    <a:pt x="2324" y="3104680"/>
                  </a:lnTo>
                  <a:lnTo>
                    <a:pt x="3454" y="3105137"/>
                  </a:lnTo>
                  <a:lnTo>
                    <a:pt x="6083" y="3105137"/>
                  </a:lnTo>
                  <a:lnTo>
                    <a:pt x="7200" y="3104680"/>
                  </a:lnTo>
                  <a:lnTo>
                    <a:pt x="9067" y="3102813"/>
                  </a:lnTo>
                  <a:lnTo>
                    <a:pt x="9525" y="3101695"/>
                  </a:lnTo>
                  <a:lnTo>
                    <a:pt x="9525" y="3099066"/>
                  </a:lnTo>
                  <a:close/>
                </a:path>
                <a:path w="963295" h="3200400">
                  <a:moveTo>
                    <a:pt x="9525" y="3051441"/>
                  </a:moveTo>
                  <a:lnTo>
                    <a:pt x="9067" y="3050324"/>
                  </a:lnTo>
                  <a:lnTo>
                    <a:pt x="7200" y="3048457"/>
                  </a:lnTo>
                  <a:lnTo>
                    <a:pt x="6083" y="3047987"/>
                  </a:lnTo>
                  <a:lnTo>
                    <a:pt x="3454" y="3047987"/>
                  </a:lnTo>
                  <a:lnTo>
                    <a:pt x="2324" y="3048457"/>
                  </a:lnTo>
                  <a:lnTo>
                    <a:pt x="469" y="3050324"/>
                  </a:lnTo>
                  <a:lnTo>
                    <a:pt x="0" y="3051441"/>
                  </a:lnTo>
                  <a:lnTo>
                    <a:pt x="0" y="3054070"/>
                  </a:lnTo>
                  <a:lnTo>
                    <a:pt x="469" y="3055188"/>
                  </a:lnTo>
                  <a:lnTo>
                    <a:pt x="2324" y="3057055"/>
                  </a:lnTo>
                  <a:lnTo>
                    <a:pt x="3454" y="3057512"/>
                  </a:lnTo>
                  <a:lnTo>
                    <a:pt x="6083" y="3057512"/>
                  </a:lnTo>
                  <a:lnTo>
                    <a:pt x="7200" y="3057055"/>
                  </a:lnTo>
                  <a:lnTo>
                    <a:pt x="9067" y="3055188"/>
                  </a:lnTo>
                  <a:lnTo>
                    <a:pt x="9525" y="3054070"/>
                  </a:lnTo>
                  <a:lnTo>
                    <a:pt x="9525" y="3051441"/>
                  </a:lnTo>
                  <a:close/>
                </a:path>
                <a:path w="963295" h="3200400">
                  <a:moveTo>
                    <a:pt x="9525" y="3003816"/>
                  </a:moveTo>
                  <a:lnTo>
                    <a:pt x="9067" y="3002699"/>
                  </a:lnTo>
                  <a:lnTo>
                    <a:pt x="7200" y="3000832"/>
                  </a:lnTo>
                  <a:lnTo>
                    <a:pt x="6083" y="3000362"/>
                  </a:lnTo>
                  <a:lnTo>
                    <a:pt x="3454" y="3000362"/>
                  </a:lnTo>
                  <a:lnTo>
                    <a:pt x="2324" y="3000832"/>
                  </a:lnTo>
                  <a:lnTo>
                    <a:pt x="469" y="3002699"/>
                  </a:lnTo>
                  <a:lnTo>
                    <a:pt x="0" y="3003816"/>
                  </a:lnTo>
                  <a:lnTo>
                    <a:pt x="0" y="3006445"/>
                  </a:lnTo>
                  <a:lnTo>
                    <a:pt x="469" y="3007563"/>
                  </a:lnTo>
                  <a:lnTo>
                    <a:pt x="2324" y="3009430"/>
                  </a:lnTo>
                  <a:lnTo>
                    <a:pt x="3454" y="3009887"/>
                  </a:lnTo>
                  <a:lnTo>
                    <a:pt x="6083" y="3009887"/>
                  </a:lnTo>
                  <a:lnTo>
                    <a:pt x="7200" y="3009430"/>
                  </a:lnTo>
                  <a:lnTo>
                    <a:pt x="9067" y="3007563"/>
                  </a:lnTo>
                  <a:lnTo>
                    <a:pt x="9525" y="3006445"/>
                  </a:lnTo>
                  <a:lnTo>
                    <a:pt x="9525" y="3003816"/>
                  </a:lnTo>
                  <a:close/>
                </a:path>
                <a:path w="963295" h="3200400">
                  <a:moveTo>
                    <a:pt x="9525" y="2956191"/>
                  </a:moveTo>
                  <a:lnTo>
                    <a:pt x="9067" y="2955074"/>
                  </a:lnTo>
                  <a:lnTo>
                    <a:pt x="7200" y="2953207"/>
                  </a:lnTo>
                  <a:lnTo>
                    <a:pt x="6083" y="2952737"/>
                  </a:lnTo>
                  <a:lnTo>
                    <a:pt x="3454" y="2952737"/>
                  </a:lnTo>
                  <a:lnTo>
                    <a:pt x="2324" y="2953207"/>
                  </a:lnTo>
                  <a:lnTo>
                    <a:pt x="469" y="2955074"/>
                  </a:lnTo>
                  <a:lnTo>
                    <a:pt x="0" y="2956191"/>
                  </a:lnTo>
                  <a:lnTo>
                    <a:pt x="0" y="2958820"/>
                  </a:lnTo>
                  <a:lnTo>
                    <a:pt x="469" y="2959938"/>
                  </a:lnTo>
                  <a:lnTo>
                    <a:pt x="2324" y="2961805"/>
                  </a:lnTo>
                  <a:lnTo>
                    <a:pt x="3454" y="2962262"/>
                  </a:lnTo>
                  <a:lnTo>
                    <a:pt x="6083" y="2962262"/>
                  </a:lnTo>
                  <a:lnTo>
                    <a:pt x="7200" y="2961805"/>
                  </a:lnTo>
                  <a:lnTo>
                    <a:pt x="9067" y="2959938"/>
                  </a:lnTo>
                  <a:lnTo>
                    <a:pt x="9525" y="2958820"/>
                  </a:lnTo>
                  <a:lnTo>
                    <a:pt x="9525" y="2956191"/>
                  </a:lnTo>
                  <a:close/>
                </a:path>
                <a:path w="963295" h="3200400">
                  <a:moveTo>
                    <a:pt x="9525" y="2908566"/>
                  </a:moveTo>
                  <a:lnTo>
                    <a:pt x="9067" y="2907449"/>
                  </a:lnTo>
                  <a:lnTo>
                    <a:pt x="7200" y="2905582"/>
                  </a:lnTo>
                  <a:lnTo>
                    <a:pt x="6083" y="2905112"/>
                  </a:lnTo>
                  <a:lnTo>
                    <a:pt x="3454" y="2905112"/>
                  </a:lnTo>
                  <a:lnTo>
                    <a:pt x="2324" y="2905582"/>
                  </a:lnTo>
                  <a:lnTo>
                    <a:pt x="469" y="2907449"/>
                  </a:lnTo>
                  <a:lnTo>
                    <a:pt x="0" y="2908566"/>
                  </a:lnTo>
                  <a:lnTo>
                    <a:pt x="0" y="2911195"/>
                  </a:lnTo>
                  <a:lnTo>
                    <a:pt x="469" y="2912313"/>
                  </a:lnTo>
                  <a:lnTo>
                    <a:pt x="2324" y="2914180"/>
                  </a:lnTo>
                  <a:lnTo>
                    <a:pt x="3454" y="2914637"/>
                  </a:lnTo>
                  <a:lnTo>
                    <a:pt x="6083" y="2914637"/>
                  </a:lnTo>
                  <a:lnTo>
                    <a:pt x="7200" y="2914180"/>
                  </a:lnTo>
                  <a:lnTo>
                    <a:pt x="9067" y="2912313"/>
                  </a:lnTo>
                  <a:lnTo>
                    <a:pt x="9525" y="2911195"/>
                  </a:lnTo>
                  <a:lnTo>
                    <a:pt x="9525" y="2908566"/>
                  </a:lnTo>
                  <a:close/>
                </a:path>
                <a:path w="963295" h="3200400">
                  <a:moveTo>
                    <a:pt x="9525" y="2860941"/>
                  </a:moveTo>
                  <a:lnTo>
                    <a:pt x="9067" y="2859824"/>
                  </a:lnTo>
                  <a:lnTo>
                    <a:pt x="7200" y="2857957"/>
                  </a:lnTo>
                  <a:lnTo>
                    <a:pt x="6083" y="2857487"/>
                  </a:lnTo>
                  <a:lnTo>
                    <a:pt x="3454" y="2857487"/>
                  </a:lnTo>
                  <a:lnTo>
                    <a:pt x="2324" y="2857957"/>
                  </a:lnTo>
                  <a:lnTo>
                    <a:pt x="469" y="2859824"/>
                  </a:lnTo>
                  <a:lnTo>
                    <a:pt x="0" y="2860941"/>
                  </a:lnTo>
                  <a:lnTo>
                    <a:pt x="0" y="2863570"/>
                  </a:lnTo>
                  <a:lnTo>
                    <a:pt x="469" y="2864688"/>
                  </a:lnTo>
                  <a:lnTo>
                    <a:pt x="2324" y="2866555"/>
                  </a:lnTo>
                  <a:lnTo>
                    <a:pt x="3454" y="2867012"/>
                  </a:lnTo>
                  <a:lnTo>
                    <a:pt x="6083" y="2867012"/>
                  </a:lnTo>
                  <a:lnTo>
                    <a:pt x="7200" y="2866555"/>
                  </a:lnTo>
                  <a:lnTo>
                    <a:pt x="9067" y="2864688"/>
                  </a:lnTo>
                  <a:lnTo>
                    <a:pt x="9525" y="2863570"/>
                  </a:lnTo>
                  <a:lnTo>
                    <a:pt x="9525" y="2860941"/>
                  </a:lnTo>
                  <a:close/>
                </a:path>
                <a:path w="963295" h="3200400">
                  <a:moveTo>
                    <a:pt x="9525" y="2813316"/>
                  </a:moveTo>
                  <a:lnTo>
                    <a:pt x="9067" y="2812199"/>
                  </a:lnTo>
                  <a:lnTo>
                    <a:pt x="7200" y="2810332"/>
                  </a:lnTo>
                  <a:lnTo>
                    <a:pt x="6083" y="2809862"/>
                  </a:lnTo>
                  <a:lnTo>
                    <a:pt x="3454" y="2809862"/>
                  </a:lnTo>
                  <a:lnTo>
                    <a:pt x="2324" y="2810332"/>
                  </a:lnTo>
                  <a:lnTo>
                    <a:pt x="469" y="2812199"/>
                  </a:lnTo>
                  <a:lnTo>
                    <a:pt x="0" y="2813316"/>
                  </a:lnTo>
                  <a:lnTo>
                    <a:pt x="0" y="2815945"/>
                  </a:lnTo>
                  <a:lnTo>
                    <a:pt x="469" y="2817063"/>
                  </a:lnTo>
                  <a:lnTo>
                    <a:pt x="2324" y="2818930"/>
                  </a:lnTo>
                  <a:lnTo>
                    <a:pt x="3454" y="2819387"/>
                  </a:lnTo>
                  <a:lnTo>
                    <a:pt x="6083" y="2819387"/>
                  </a:lnTo>
                  <a:lnTo>
                    <a:pt x="7200" y="2818930"/>
                  </a:lnTo>
                  <a:lnTo>
                    <a:pt x="9067" y="2817063"/>
                  </a:lnTo>
                  <a:lnTo>
                    <a:pt x="9525" y="2815945"/>
                  </a:lnTo>
                  <a:lnTo>
                    <a:pt x="9525" y="2813316"/>
                  </a:lnTo>
                  <a:close/>
                </a:path>
                <a:path w="963295" h="3200400">
                  <a:moveTo>
                    <a:pt x="9525" y="2765691"/>
                  </a:moveTo>
                  <a:lnTo>
                    <a:pt x="9067" y="2764574"/>
                  </a:lnTo>
                  <a:lnTo>
                    <a:pt x="7200" y="2762707"/>
                  </a:lnTo>
                  <a:lnTo>
                    <a:pt x="6083" y="2762237"/>
                  </a:lnTo>
                  <a:lnTo>
                    <a:pt x="3454" y="2762237"/>
                  </a:lnTo>
                  <a:lnTo>
                    <a:pt x="2324" y="2762707"/>
                  </a:lnTo>
                  <a:lnTo>
                    <a:pt x="469" y="2764574"/>
                  </a:lnTo>
                  <a:lnTo>
                    <a:pt x="0" y="2765691"/>
                  </a:lnTo>
                  <a:lnTo>
                    <a:pt x="0" y="2768320"/>
                  </a:lnTo>
                  <a:lnTo>
                    <a:pt x="469" y="2769438"/>
                  </a:lnTo>
                  <a:lnTo>
                    <a:pt x="2324" y="2771305"/>
                  </a:lnTo>
                  <a:lnTo>
                    <a:pt x="3454" y="2771762"/>
                  </a:lnTo>
                  <a:lnTo>
                    <a:pt x="6083" y="2771762"/>
                  </a:lnTo>
                  <a:lnTo>
                    <a:pt x="7200" y="2771305"/>
                  </a:lnTo>
                  <a:lnTo>
                    <a:pt x="9067" y="2769438"/>
                  </a:lnTo>
                  <a:lnTo>
                    <a:pt x="9525" y="2768320"/>
                  </a:lnTo>
                  <a:lnTo>
                    <a:pt x="9525" y="2765691"/>
                  </a:lnTo>
                  <a:close/>
                </a:path>
                <a:path w="963295" h="3200400">
                  <a:moveTo>
                    <a:pt x="9525" y="2718066"/>
                  </a:moveTo>
                  <a:lnTo>
                    <a:pt x="9067" y="2716949"/>
                  </a:lnTo>
                  <a:lnTo>
                    <a:pt x="7200" y="2715082"/>
                  </a:lnTo>
                  <a:lnTo>
                    <a:pt x="6083" y="2714612"/>
                  </a:lnTo>
                  <a:lnTo>
                    <a:pt x="3454" y="2714612"/>
                  </a:lnTo>
                  <a:lnTo>
                    <a:pt x="2324" y="2715082"/>
                  </a:lnTo>
                  <a:lnTo>
                    <a:pt x="469" y="2716949"/>
                  </a:lnTo>
                  <a:lnTo>
                    <a:pt x="0" y="2718066"/>
                  </a:lnTo>
                  <a:lnTo>
                    <a:pt x="0" y="2720695"/>
                  </a:lnTo>
                  <a:lnTo>
                    <a:pt x="469" y="2721813"/>
                  </a:lnTo>
                  <a:lnTo>
                    <a:pt x="2324" y="2723680"/>
                  </a:lnTo>
                  <a:lnTo>
                    <a:pt x="3454" y="2724137"/>
                  </a:lnTo>
                  <a:lnTo>
                    <a:pt x="6083" y="2724137"/>
                  </a:lnTo>
                  <a:lnTo>
                    <a:pt x="7200" y="2723680"/>
                  </a:lnTo>
                  <a:lnTo>
                    <a:pt x="9067" y="2721813"/>
                  </a:lnTo>
                  <a:lnTo>
                    <a:pt x="9525" y="2720695"/>
                  </a:lnTo>
                  <a:lnTo>
                    <a:pt x="9525" y="2718066"/>
                  </a:lnTo>
                  <a:close/>
                </a:path>
                <a:path w="963295" h="3200400">
                  <a:moveTo>
                    <a:pt x="9525" y="2670441"/>
                  </a:moveTo>
                  <a:lnTo>
                    <a:pt x="9067" y="2669324"/>
                  </a:lnTo>
                  <a:lnTo>
                    <a:pt x="7200" y="2667457"/>
                  </a:lnTo>
                  <a:lnTo>
                    <a:pt x="6083" y="2666987"/>
                  </a:lnTo>
                  <a:lnTo>
                    <a:pt x="3454" y="2666987"/>
                  </a:lnTo>
                  <a:lnTo>
                    <a:pt x="2324" y="2667457"/>
                  </a:lnTo>
                  <a:lnTo>
                    <a:pt x="469" y="2669324"/>
                  </a:lnTo>
                  <a:lnTo>
                    <a:pt x="0" y="2670441"/>
                  </a:lnTo>
                  <a:lnTo>
                    <a:pt x="0" y="2673070"/>
                  </a:lnTo>
                  <a:lnTo>
                    <a:pt x="469" y="2674188"/>
                  </a:lnTo>
                  <a:lnTo>
                    <a:pt x="2324" y="2676055"/>
                  </a:lnTo>
                  <a:lnTo>
                    <a:pt x="3454" y="2676512"/>
                  </a:lnTo>
                  <a:lnTo>
                    <a:pt x="6083" y="2676512"/>
                  </a:lnTo>
                  <a:lnTo>
                    <a:pt x="7200" y="2676055"/>
                  </a:lnTo>
                  <a:lnTo>
                    <a:pt x="9067" y="2674188"/>
                  </a:lnTo>
                  <a:lnTo>
                    <a:pt x="9525" y="2673070"/>
                  </a:lnTo>
                  <a:lnTo>
                    <a:pt x="9525" y="2670441"/>
                  </a:lnTo>
                  <a:close/>
                </a:path>
                <a:path w="963295" h="3200400">
                  <a:moveTo>
                    <a:pt x="9525" y="2622816"/>
                  </a:moveTo>
                  <a:lnTo>
                    <a:pt x="9067" y="2621699"/>
                  </a:lnTo>
                  <a:lnTo>
                    <a:pt x="7200" y="2619832"/>
                  </a:lnTo>
                  <a:lnTo>
                    <a:pt x="6083" y="2619362"/>
                  </a:lnTo>
                  <a:lnTo>
                    <a:pt x="3454" y="2619362"/>
                  </a:lnTo>
                  <a:lnTo>
                    <a:pt x="2324" y="2619832"/>
                  </a:lnTo>
                  <a:lnTo>
                    <a:pt x="469" y="2621699"/>
                  </a:lnTo>
                  <a:lnTo>
                    <a:pt x="0" y="2622816"/>
                  </a:lnTo>
                  <a:lnTo>
                    <a:pt x="0" y="2625445"/>
                  </a:lnTo>
                  <a:lnTo>
                    <a:pt x="469" y="2626563"/>
                  </a:lnTo>
                  <a:lnTo>
                    <a:pt x="2324" y="2628430"/>
                  </a:lnTo>
                  <a:lnTo>
                    <a:pt x="3454" y="2628887"/>
                  </a:lnTo>
                  <a:lnTo>
                    <a:pt x="6083" y="2628887"/>
                  </a:lnTo>
                  <a:lnTo>
                    <a:pt x="7200" y="2628430"/>
                  </a:lnTo>
                  <a:lnTo>
                    <a:pt x="9067" y="2626563"/>
                  </a:lnTo>
                  <a:lnTo>
                    <a:pt x="9525" y="2625445"/>
                  </a:lnTo>
                  <a:lnTo>
                    <a:pt x="9525" y="2622816"/>
                  </a:lnTo>
                  <a:close/>
                </a:path>
                <a:path w="963295" h="3200400">
                  <a:moveTo>
                    <a:pt x="9525" y="2575191"/>
                  </a:moveTo>
                  <a:lnTo>
                    <a:pt x="9067" y="2574074"/>
                  </a:lnTo>
                  <a:lnTo>
                    <a:pt x="7200" y="2572207"/>
                  </a:lnTo>
                  <a:lnTo>
                    <a:pt x="6083" y="2571737"/>
                  </a:lnTo>
                  <a:lnTo>
                    <a:pt x="3454" y="2571737"/>
                  </a:lnTo>
                  <a:lnTo>
                    <a:pt x="2324" y="2572207"/>
                  </a:lnTo>
                  <a:lnTo>
                    <a:pt x="469" y="2574074"/>
                  </a:lnTo>
                  <a:lnTo>
                    <a:pt x="0" y="2575191"/>
                  </a:lnTo>
                  <a:lnTo>
                    <a:pt x="0" y="2577820"/>
                  </a:lnTo>
                  <a:lnTo>
                    <a:pt x="469" y="2578938"/>
                  </a:lnTo>
                  <a:lnTo>
                    <a:pt x="2324" y="2580805"/>
                  </a:lnTo>
                  <a:lnTo>
                    <a:pt x="3454" y="2581262"/>
                  </a:lnTo>
                  <a:lnTo>
                    <a:pt x="6083" y="2581262"/>
                  </a:lnTo>
                  <a:lnTo>
                    <a:pt x="7200" y="2580805"/>
                  </a:lnTo>
                  <a:lnTo>
                    <a:pt x="9067" y="2578938"/>
                  </a:lnTo>
                  <a:lnTo>
                    <a:pt x="9525" y="2577820"/>
                  </a:lnTo>
                  <a:lnTo>
                    <a:pt x="9525" y="2575191"/>
                  </a:lnTo>
                  <a:close/>
                </a:path>
                <a:path w="963295" h="3200400">
                  <a:moveTo>
                    <a:pt x="9525" y="2527566"/>
                  </a:moveTo>
                  <a:lnTo>
                    <a:pt x="9067" y="2526449"/>
                  </a:lnTo>
                  <a:lnTo>
                    <a:pt x="7200" y="2524582"/>
                  </a:lnTo>
                  <a:lnTo>
                    <a:pt x="6083" y="2524112"/>
                  </a:lnTo>
                  <a:lnTo>
                    <a:pt x="3454" y="2524112"/>
                  </a:lnTo>
                  <a:lnTo>
                    <a:pt x="2324" y="2524582"/>
                  </a:lnTo>
                  <a:lnTo>
                    <a:pt x="469" y="2526449"/>
                  </a:lnTo>
                  <a:lnTo>
                    <a:pt x="0" y="2527566"/>
                  </a:lnTo>
                  <a:lnTo>
                    <a:pt x="0" y="2530195"/>
                  </a:lnTo>
                  <a:lnTo>
                    <a:pt x="469" y="2531313"/>
                  </a:lnTo>
                  <a:lnTo>
                    <a:pt x="2324" y="2533180"/>
                  </a:lnTo>
                  <a:lnTo>
                    <a:pt x="3454" y="2533637"/>
                  </a:lnTo>
                  <a:lnTo>
                    <a:pt x="6083" y="2533637"/>
                  </a:lnTo>
                  <a:lnTo>
                    <a:pt x="7200" y="2533180"/>
                  </a:lnTo>
                  <a:lnTo>
                    <a:pt x="9067" y="2531313"/>
                  </a:lnTo>
                  <a:lnTo>
                    <a:pt x="9525" y="2530195"/>
                  </a:lnTo>
                  <a:lnTo>
                    <a:pt x="9525" y="2527566"/>
                  </a:lnTo>
                  <a:close/>
                </a:path>
                <a:path w="963295" h="3200400">
                  <a:moveTo>
                    <a:pt x="9525" y="2479941"/>
                  </a:moveTo>
                  <a:lnTo>
                    <a:pt x="9067" y="2478824"/>
                  </a:lnTo>
                  <a:lnTo>
                    <a:pt x="7200" y="2476957"/>
                  </a:lnTo>
                  <a:lnTo>
                    <a:pt x="6083" y="2476487"/>
                  </a:lnTo>
                  <a:lnTo>
                    <a:pt x="3454" y="2476487"/>
                  </a:lnTo>
                  <a:lnTo>
                    <a:pt x="2324" y="2476957"/>
                  </a:lnTo>
                  <a:lnTo>
                    <a:pt x="469" y="2478824"/>
                  </a:lnTo>
                  <a:lnTo>
                    <a:pt x="0" y="2479941"/>
                  </a:lnTo>
                  <a:lnTo>
                    <a:pt x="0" y="2482570"/>
                  </a:lnTo>
                  <a:lnTo>
                    <a:pt x="469" y="2483688"/>
                  </a:lnTo>
                  <a:lnTo>
                    <a:pt x="2324" y="2485555"/>
                  </a:lnTo>
                  <a:lnTo>
                    <a:pt x="3454" y="2486012"/>
                  </a:lnTo>
                  <a:lnTo>
                    <a:pt x="6083" y="2486012"/>
                  </a:lnTo>
                  <a:lnTo>
                    <a:pt x="7200" y="2485555"/>
                  </a:lnTo>
                  <a:lnTo>
                    <a:pt x="9067" y="2483688"/>
                  </a:lnTo>
                  <a:lnTo>
                    <a:pt x="9525" y="2482570"/>
                  </a:lnTo>
                  <a:lnTo>
                    <a:pt x="9525" y="2479941"/>
                  </a:lnTo>
                  <a:close/>
                </a:path>
                <a:path w="963295" h="3200400">
                  <a:moveTo>
                    <a:pt x="9525" y="2432316"/>
                  </a:moveTo>
                  <a:lnTo>
                    <a:pt x="9067" y="2431199"/>
                  </a:lnTo>
                  <a:lnTo>
                    <a:pt x="7200" y="2429332"/>
                  </a:lnTo>
                  <a:lnTo>
                    <a:pt x="6083" y="2428862"/>
                  </a:lnTo>
                  <a:lnTo>
                    <a:pt x="3454" y="2428862"/>
                  </a:lnTo>
                  <a:lnTo>
                    <a:pt x="2324" y="2429332"/>
                  </a:lnTo>
                  <a:lnTo>
                    <a:pt x="469" y="2431199"/>
                  </a:lnTo>
                  <a:lnTo>
                    <a:pt x="0" y="2432316"/>
                  </a:lnTo>
                  <a:lnTo>
                    <a:pt x="0" y="2434945"/>
                  </a:lnTo>
                  <a:lnTo>
                    <a:pt x="469" y="2436063"/>
                  </a:lnTo>
                  <a:lnTo>
                    <a:pt x="2324" y="2437930"/>
                  </a:lnTo>
                  <a:lnTo>
                    <a:pt x="3454" y="2438387"/>
                  </a:lnTo>
                  <a:lnTo>
                    <a:pt x="6083" y="2438387"/>
                  </a:lnTo>
                  <a:lnTo>
                    <a:pt x="7200" y="2437930"/>
                  </a:lnTo>
                  <a:lnTo>
                    <a:pt x="9067" y="2436063"/>
                  </a:lnTo>
                  <a:lnTo>
                    <a:pt x="9525" y="2434945"/>
                  </a:lnTo>
                  <a:lnTo>
                    <a:pt x="9525" y="2432316"/>
                  </a:lnTo>
                  <a:close/>
                </a:path>
                <a:path w="963295" h="3200400">
                  <a:moveTo>
                    <a:pt x="9525" y="2384691"/>
                  </a:moveTo>
                  <a:lnTo>
                    <a:pt x="9067" y="2383574"/>
                  </a:lnTo>
                  <a:lnTo>
                    <a:pt x="7200" y="2381707"/>
                  </a:lnTo>
                  <a:lnTo>
                    <a:pt x="6083" y="2381237"/>
                  </a:lnTo>
                  <a:lnTo>
                    <a:pt x="3454" y="2381237"/>
                  </a:lnTo>
                  <a:lnTo>
                    <a:pt x="2324" y="2381707"/>
                  </a:lnTo>
                  <a:lnTo>
                    <a:pt x="469" y="2383574"/>
                  </a:lnTo>
                  <a:lnTo>
                    <a:pt x="0" y="2384691"/>
                  </a:lnTo>
                  <a:lnTo>
                    <a:pt x="0" y="2387320"/>
                  </a:lnTo>
                  <a:lnTo>
                    <a:pt x="469" y="2388438"/>
                  </a:lnTo>
                  <a:lnTo>
                    <a:pt x="2324" y="2390305"/>
                  </a:lnTo>
                  <a:lnTo>
                    <a:pt x="3454" y="2390762"/>
                  </a:lnTo>
                  <a:lnTo>
                    <a:pt x="6083" y="2390762"/>
                  </a:lnTo>
                  <a:lnTo>
                    <a:pt x="7200" y="2390305"/>
                  </a:lnTo>
                  <a:lnTo>
                    <a:pt x="9067" y="2388438"/>
                  </a:lnTo>
                  <a:lnTo>
                    <a:pt x="9525" y="2387320"/>
                  </a:lnTo>
                  <a:lnTo>
                    <a:pt x="9525" y="2384691"/>
                  </a:lnTo>
                  <a:close/>
                </a:path>
                <a:path w="963295" h="3200400">
                  <a:moveTo>
                    <a:pt x="9525" y="2337066"/>
                  </a:moveTo>
                  <a:lnTo>
                    <a:pt x="9067" y="2335949"/>
                  </a:lnTo>
                  <a:lnTo>
                    <a:pt x="7200" y="2334082"/>
                  </a:lnTo>
                  <a:lnTo>
                    <a:pt x="6083" y="2333612"/>
                  </a:lnTo>
                  <a:lnTo>
                    <a:pt x="3454" y="2333612"/>
                  </a:lnTo>
                  <a:lnTo>
                    <a:pt x="2324" y="2334082"/>
                  </a:lnTo>
                  <a:lnTo>
                    <a:pt x="469" y="2335949"/>
                  </a:lnTo>
                  <a:lnTo>
                    <a:pt x="0" y="2337066"/>
                  </a:lnTo>
                  <a:lnTo>
                    <a:pt x="0" y="2339695"/>
                  </a:lnTo>
                  <a:lnTo>
                    <a:pt x="469" y="2340813"/>
                  </a:lnTo>
                  <a:lnTo>
                    <a:pt x="2324" y="2342680"/>
                  </a:lnTo>
                  <a:lnTo>
                    <a:pt x="3454" y="2343137"/>
                  </a:lnTo>
                  <a:lnTo>
                    <a:pt x="6083" y="2343137"/>
                  </a:lnTo>
                  <a:lnTo>
                    <a:pt x="7200" y="2342680"/>
                  </a:lnTo>
                  <a:lnTo>
                    <a:pt x="9067" y="2340813"/>
                  </a:lnTo>
                  <a:lnTo>
                    <a:pt x="9525" y="2339695"/>
                  </a:lnTo>
                  <a:lnTo>
                    <a:pt x="9525" y="2337066"/>
                  </a:lnTo>
                  <a:close/>
                </a:path>
                <a:path w="963295" h="3200400">
                  <a:moveTo>
                    <a:pt x="9525" y="2289441"/>
                  </a:moveTo>
                  <a:lnTo>
                    <a:pt x="9067" y="2288324"/>
                  </a:lnTo>
                  <a:lnTo>
                    <a:pt x="7200" y="2286457"/>
                  </a:lnTo>
                  <a:lnTo>
                    <a:pt x="6083" y="2286000"/>
                  </a:lnTo>
                  <a:lnTo>
                    <a:pt x="3454" y="2286000"/>
                  </a:lnTo>
                  <a:lnTo>
                    <a:pt x="2324" y="2286457"/>
                  </a:lnTo>
                  <a:lnTo>
                    <a:pt x="469" y="2288324"/>
                  </a:lnTo>
                  <a:lnTo>
                    <a:pt x="0" y="2289441"/>
                  </a:lnTo>
                  <a:lnTo>
                    <a:pt x="0" y="2292070"/>
                  </a:lnTo>
                  <a:lnTo>
                    <a:pt x="469" y="2293188"/>
                  </a:lnTo>
                  <a:lnTo>
                    <a:pt x="2324" y="2295055"/>
                  </a:lnTo>
                  <a:lnTo>
                    <a:pt x="3454" y="2295512"/>
                  </a:lnTo>
                  <a:lnTo>
                    <a:pt x="6083" y="2295512"/>
                  </a:lnTo>
                  <a:lnTo>
                    <a:pt x="7200" y="2295055"/>
                  </a:lnTo>
                  <a:lnTo>
                    <a:pt x="9067" y="2293188"/>
                  </a:lnTo>
                  <a:lnTo>
                    <a:pt x="9525" y="2292070"/>
                  </a:lnTo>
                  <a:lnTo>
                    <a:pt x="9525" y="2289441"/>
                  </a:lnTo>
                  <a:close/>
                </a:path>
                <a:path w="963295" h="3200400">
                  <a:moveTo>
                    <a:pt x="9525" y="2241816"/>
                  </a:moveTo>
                  <a:lnTo>
                    <a:pt x="9067" y="2240699"/>
                  </a:lnTo>
                  <a:lnTo>
                    <a:pt x="7200" y="2238832"/>
                  </a:lnTo>
                  <a:lnTo>
                    <a:pt x="6083" y="2238362"/>
                  </a:lnTo>
                  <a:lnTo>
                    <a:pt x="3454" y="2238362"/>
                  </a:lnTo>
                  <a:lnTo>
                    <a:pt x="2324" y="2238832"/>
                  </a:lnTo>
                  <a:lnTo>
                    <a:pt x="469" y="2240699"/>
                  </a:lnTo>
                  <a:lnTo>
                    <a:pt x="0" y="2241816"/>
                  </a:lnTo>
                  <a:lnTo>
                    <a:pt x="0" y="2244445"/>
                  </a:lnTo>
                  <a:lnTo>
                    <a:pt x="469" y="2245563"/>
                  </a:lnTo>
                  <a:lnTo>
                    <a:pt x="2324" y="2247430"/>
                  </a:lnTo>
                  <a:lnTo>
                    <a:pt x="3454" y="2247887"/>
                  </a:lnTo>
                  <a:lnTo>
                    <a:pt x="6083" y="2247887"/>
                  </a:lnTo>
                  <a:lnTo>
                    <a:pt x="7200" y="2247430"/>
                  </a:lnTo>
                  <a:lnTo>
                    <a:pt x="9067" y="2245563"/>
                  </a:lnTo>
                  <a:lnTo>
                    <a:pt x="9525" y="2244445"/>
                  </a:lnTo>
                  <a:lnTo>
                    <a:pt x="9525" y="2241816"/>
                  </a:lnTo>
                  <a:close/>
                </a:path>
                <a:path w="963295" h="3200400">
                  <a:moveTo>
                    <a:pt x="9525" y="2194191"/>
                  </a:moveTo>
                  <a:lnTo>
                    <a:pt x="9067" y="2193074"/>
                  </a:lnTo>
                  <a:lnTo>
                    <a:pt x="7200" y="2191207"/>
                  </a:lnTo>
                  <a:lnTo>
                    <a:pt x="6083" y="2190737"/>
                  </a:lnTo>
                  <a:lnTo>
                    <a:pt x="3454" y="2190737"/>
                  </a:lnTo>
                  <a:lnTo>
                    <a:pt x="2324" y="2191207"/>
                  </a:lnTo>
                  <a:lnTo>
                    <a:pt x="469" y="2193074"/>
                  </a:lnTo>
                  <a:lnTo>
                    <a:pt x="0" y="2194191"/>
                  </a:lnTo>
                  <a:lnTo>
                    <a:pt x="0" y="2196820"/>
                  </a:lnTo>
                  <a:lnTo>
                    <a:pt x="469" y="2197938"/>
                  </a:lnTo>
                  <a:lnTo>
                    <a:pt x="2324" y="2199805"/>
                  </a:lnTo>
                  <a:lnTo>
                    <a:pt x="3454" y="2200262"/>
                  </a:lnTo>
                  <a:lnTo>
                    <a:pt x="6083" y="2200262"/>
                  </a:lnTo>
                  <a:lnTo>
                    <a:pt x="7200" y="2199805"/>
                  </a:lnTo>
                  <a:lnTo>
                    <a:pt x="9067" y="2197938"/>
                  </a:lnTo>
                  <a:lnTo>
                    <a:pt x="9525" y="2196820"/>
                  </a:lnTo>
                  <a:lnTo>
                    <a:pt x="9525" y="2194191"/>
                  </a:lnTo>
                  <a:close/>
                </a:path>
                <a:path w="963295" h="3200400">
                  <a:moveTo>
                    <a:pt x="9525" y="2146566"/>
                  </a:moveTo>
                  <a:lnTo>
                    <a:pt x="9067" y="2145449"/>
                  </a:lnTo>
                  <a:lnTo>
                    <a:pt x="7200" y="2143582"/>
                  </a:lnTo>
                  <a:lnTo>
                    <a:pt x="6083" y="2143112"/>
                  </a:lnTo>
                  <a:lnTo>
                    <a:pt x="3454" y="2143112"/>
                  </a:lnTo>
                  <a:lnTo>
                    <a:pt x="2324" y="2143582"/>
                  </a:lnTo>
                  <a:lnTo>
                    <a:pt x="469" y="2145449"/>
                  </a:lnTo>
                  <a:lnTo>
                    <a:pt x="0" y="2146566"/>
                  </a:lnTo>
                  <a:lnTo>
                    <a:pt x="0" y="2149195"/>
                  </a:lnTo>
                  <a:lnTo>
                    <a:pt x="469" y="2150313"/>
                  </a:lnTo>
                  <a:lnTo>
                    <a:pt x="2324" y="2152180"/>
                  </a:lnTo>
                  <a:lnTo>
                    <a:pt x="3454" y="2152637"/>
                  </a:lnTo>
                  <a:lnTo>
                    <a:pt x="6083" y="2152637"/>
                  </a:lnTo>
                  <a:lnTo>
                    <a:pt x="7200" y="2152180"/>
                  </a:lnTo>
                  <a:lnTo>
                    <a:pt x="9067" y="2150313"/>
                  </a:lnTo>
                  <a:lnTo>
                    <a:pt x="9525" y="2149195"/>
                  </a:lnTo>
                  <a:lnTo>
                    <a:pt x="9525" y="2146566"/>
                  </a:lnTo>
                  <a:close/>
                </a:path>
                <a:path w="963295" h="3200400">
                  <a:moveTo>
                    <a:pt x="9525" y="2098941"/>
                  </a:moveTo>
                  <a:lnTo>
                    <a:pt x="9067" y="2097824"/>
                  </a:lnTo>
                  <a:lnTo>
                    <a:pt x="7200" y="2095957"/>
                  </a:lnTo>
                  <a:lnTo>
                    <a:pt x="6083" y="2095487"/>
                  </a:lnTo>
                  <a:lnTo>
                    <a:pt x="3454" y="2095487"/>
                  </a:lnTo>
                  <a:lnTo>
                    <a:pt x="2324" y="2095957"/>
                  </a:lnTo>
                  <a:lnTo>
                    <a:pt x="469" y="2097824"/>
                  </a:lnTo>
                  <a:lnTo>
                    <a:pt x="0" y="2098941"/>
                  </a:lnTo>
                  <a:lnTo>
                    <a:pt x="0" y="2101570"/>
                  </a:lnTo>
                  <a:lnTo>
                    <a:pt x="469" y="2102688"/>
                  </a:lnTo>
                  <a:lnTo>
                    <a:pt x="2324" y="2104555"/>
                  </a:lnTo>
                  <a:lnTo>
                    <a:pt x="3454" y="2105012"/>
                  </a:lnTo>
                  <a:lnTo>
                    <a:pt x="6083" y="2105012"/>
                  </a:lnTo>
                  <a:lnTo>
                    <a:pt x="7200" y="2104555"/>
                  </a:lnTo>
                  <a:lnTo>
                    <a:pt x="9067" y="2102688"/>
                  </a:lnTo>
                  <a:lnTo>
                    <a:pt x="9525" y="2101570"/>
                  </a:lnTo>
                  <a:lnTo>
                    <a:pt x="9525" y="2098941"/>
                  </a:lnTo>
                  <a:close/>
                </a:path>
                <a:path w="963295" h="3200400">
                  <a:moveTo>
                    <a:pt x="9525" y="2051316"/>
                  </a:moveTo>
                  <a:lnTo>
                    <a:pt x="9067" y="2050199"/>
                  </a:lnTo>
                  <a:lnTo>
                    <a:pt x="7200" y="2048332"/>
                  </a:lnTo>
                  <a:lnTo>
                    <a:pt x="6083" y="2047862"/>
                  </a:lnTo>
                  <a:lnTo>
                    <a:pt x="3454" y="2047862"/>
                  </a:lnTo>
                  <a:lnTo>
                    <a:pt x="2324" y="2048332"/>
                  </a:lnTo>
                  <a:lnTo>
                    <a:pt x="469" y="2050199"/>
                  </a:lnTo>
                  <a:lnTo>
                    <a:pt x="0" y="2051316"/>
                  </a:lnTo>
                  <a:lnTo>
                    <a:pt x="0" y="2053945"/>
                  </a:lnTo>
                  <a:lnTo>
                    <a:pt x="469" y="2055063"/>
                  </a:lnTo>
                  <a:lnTo>
                    <a:pt x="2324" y="2056930"/>
                  </a:lnTo>
                  <a:lnTo>
                    <a:pt x="3454" y="2057387"/>
                  </a:lnTo>
                  <a:lnTo>
                    <a:pt x="6083" y="2057387"/>
                  </a:lnTo>
                  <a:lnTo>
                    <a:pt x="7200" y="2056930"/>
                  </a:lnTo>
                  <a:lnTo>
                    <a:pt x="9067" y="2055063"/>
                  </a:lnTo>
                  <a:lnTo>
                    <a:pt x="9525" y="2053945"/>
                  </a:lnTo>
                  <a:lnTo>
                    <a:pt x="9525" y="2051316"/>
                  </a:lnTo>
                  <a:close/>
                </a:path>
                <a:path w="963295" h="3200400">
                  <a:moveTo>
                    <a:pt x="9525" y="2003691"/>
                  </a:moveTo>
                  <a:lnTo>
                    <a:pt x="9067" y="2002574"/>
                  </a:lnTo>
                  <a:lnTo>
                    <a:pt x="7200" y="2000707"/>
                  </a:lnTo>
                  <a:lnTo>
                    <a:pt x="6083" y="2000237"/>
                  </a:lnTo>
                  <a:lnTo>
                    <a:pt x="3454" y="2000237"/>
                  </a:lnTo>
                  <a:lnTo>
                    <a:pt x="2324" y="2000707"/>
                  </a:lnTo>
                  <a:lnTo>
                    <a:pt x="469" y="2002574"/>
                  </a:lnTo>
                  <a:lnTo>
                    <a:pt x="0" y="2003691"/>
                  </a:lnTo>
                  <a:lnTo>
                    <a:pt x="0" y="2006320"/>
                  </a:lnTo>
                  <a:lnTo>
                    <a:pt x="469" y="2007438"/>
                  </a:lnTo>
                  <a:lnTo>
                    <a:pt x="2324" y="2009305"/>
                  </a:lnTo>
                  <a:lnTo>
                    <a:pt x="3454" y="2009762"/>
                  </a:lnTo>
                  <a:lnTo>
                    <a:pt x="6083" y="2009762"/>
                  </a:lnTo>
                  <a:lnTo>
                    <a:pt x="7200" y="2009305"/>
                  </a:lnTo>
                  <a:lnTo>
                    <a:pt x="9067" y="2007438"/>
                  </a:lnTo>
                  <a:lnTo>
                    <a:pt x="9525" y="2006320"/>
                  </a:lnTo>
                  <a:lnTo>
                    <a:pt x="9525" y="2003691"/>
                  </a:lnTo>
                  <a:close/>
                </a:path>
                <a:path w="963295" h="3200400">
                  <a:moveTo>
                    <a:pt x="9525" y="1956066"/>
                  </a:moveTo>
                  <a:lnTo>
                    <a:pt x="9067" y="1954949"/>
                  </a:lnTo>
                  <a:lnTo>
                    <a:pt x="7200" y="1953082"/>
                  </a:lnTo>
                  <a:lnTo>
                    <a:pt x="6083" y="1952625"/>
                  </a:lnTo>
                  <a:lnTo>
                    <a:pt x="3454" y="1952625"/>
                  </a:lnTo>
                  <a:lnTo>
                    <a:pt x="2324" y="1953082"/>
                  </a:lnTo>
                  <a:lnTo>
                    <a:pt x="469" y="1954949"/>
                  </a:lnTo>
                  <a:lnTo>
                    <a:pt x="0" y="1956066"/>
                  </a:lnTo>
                  <a:lnTo>
                    <a:pt x="0" y="1958695"/>
                  </a:lnTo>
                  <a:lnTo>
                    <a:pt x="469" y="1959813"/>
                  </a:lnTo>
                  <a:lnTo>
                    <a:pt x="2324" y="1961680"/>
                  </a:lnTo>
                  <a:lnTo>
                    <a:pt x="3454" y="1962137"/>
                  </a:lnTo>
                  <a:lnTo>
                    <a:pt x="6083" y="1962137"/>
                  </a:lnTo>
                  <a:lnTo>
                    <a:pt x="7200" y="1961680"/>
                  </a:lnTo>
                  <a:lnTo>
                    <a:pt x="9067" y="1959813"/>
                  </a:lnTo>
                  <a:lnTo>
                    <a:pt x="9525" y="1958695"/>
                  </a:lnTo>
                  <a:lnTo>
                    <a:pt x="9525" y="1956066"/>
                  </a:lnTo>
                  <a:close/>
                </a:path>
                <a:path w="963295" h="3200400">
                  <a:moveTo>
                    <a:pt x="9525" y="1908441"/>
                  </a:moveTo>
                  <a:lnTo>
                    <a:pt x="9067" y="1907324"/>
                  </a:lnTo>
                  <a:lnTo>
                    <a:pt x="7200" y="1905457"/>
                  </a:lnTo>
                  <a:lnTo>
                    <a:pt x="6083" y="1905000"/>
                  </a:lnTo>
                  <a:lnTo>
                    <a:pt x="3454" y="1905000"/>
                  </a:lnTo>
                  <a:lnTo>
                    <a:pt x="2324" y="1905457"/>
                  </a:lnTo>
                  <a:lnTo>
                    <a:pt x="469" y="1907324"/>
                  </a:lnTo>
                  <a:lnTo>
                    <a:pt x="0" y="1908441"/>
                  </a:lnTo>
                  <a:lnTo>
                    <a:pt x="0" y="1911070"/>
                  </a:lnTo>
                  <a:lnTo>
                    <a:pt x="469" y="1912188"/>
                  </a:lnTo>
                  <a:lnTo>
                    <a:pt x="2324" y="1914055"/>
                  </a:lnTo>
                  <a:lnTo>
                    <a:pt x="3454" y="1914512"/>
                  </a:lnTo>
                  <a:lnTo>
                    <a:pt x="6083" y="1914512"/>
                  </a:lnTo>
                  <a:lnTo>
                    <a:pt x="7200" y="1914055"/>
                  </a:lnTo>
                  <a:lnTo>
                    <a:pt x="9067" y="1912188"/>
                  </a:lnTo>
                  <a:lnTo>
                    <a:pt x="9525" y="1911070"/>
                  </a:lnTo>
                  <a:lnTo>
                    <a:pt x="9525" y="1908441"/>
                  </a:lnTo>
                  <a:close/>
                </a:path>
                <a:path w="963295" h="3200400">
                  <a:moveTo>
                    <a:pt x="9525" y="1860816"/>
                  </a:moveTo>
                  <a:lnTo>
                    <a:pt x="9067" y="1859699"/>
                  </a:lnTo>
                  <a:lnTo>
                    <a:pt x="7200" y="1857832"/>
                  </a:lnTo>
                  <a:lnTo>
                    <a:pt x="6083" y="1857362"/>
                  </a:lnTo>
                  <a:lnTo>
                    <a:pt x="3454" y="1857362"/>
                  </a:lnTo>
                  <a:lnTo>
                    <a:pt x="2324" y="1857832"/>
                  </a:lnTo>
                  <a:lnTo>
                    <a:pt x="469" y="1859699"/>
                  </a:lnTo>
                  <a:lnTo>
                    <a:pt x="0" y="1860816"/>
                  </a:lnTo>
                  <a:lnTo>
                    <a:pt x="0" y="1863445"/>
                  </a:lnTo>
                  <a:lnTo>
                    <a:pt x="469" y="1864563"/>
                  </a:lnTo>
                  <a:lnTo>
                    <a:pt x="2324" y="1866430"/>
                  </a:lnTo>
                  <a:lnTo>
                    <a:pt x="3454" y="1866887"/>
                  </a:lnTo>
                  <a:lnTo>
                    <a:pt x="6083" y="1866887"/>
                  </a:lnTo>
                  <a:lnTo>
                    <a:pt x="7200" y="1866430"/>
                  </a:lnTo>
                  <a:lnTo>
                    <a:pt x="9067" y="1864563"/>
                  </a:lnTo>
                  <a:lnTo>
                    <a:pt x="9525" y="1863445"/>
                  </a:lnTo>
                  <a:lnTo>
                    <a:pt x="9525" y="1860816"/>
                  </a:lnTo>
                  <a:close/>
                </a:path>
                <a:path w="963295" h="3200400">
                  <a:moveTo>
                    <a:pt x="9525" y="1813191"/>
                  </a:moveTo>
                  <a:lnTo>
                    <a:pt x="9067" y="1812074"/>
                  </a:lnTo>
                  <a:lnTo>
                    <a:pt x="7200" y="1810207"/>
                  </a:lnTo>
                  <a:lnTo>
                    <a:pt x="6083" y="1809750"/>
                  </a:lnTo>
                  <a:lnTo>
                    <a:pt x="3454" y="1809750"/>
                  </a:lnTo>
                  <a:lnTo>
                    <a:pt x="2324" y="1810207"/>
                  </a:lnTo>
                  <a:lnTo>
                    <a:pt x="469" y="1812074"/>
                  </a:lnTo>
                  <a:lnTo>
                    <a:pt x="0" y="1813191"/>
                  </a:lnTo>
                  <a:lnTo>
                    <a:pt x="0" y="1815820"/>
                  </a:lnTo>
                  <a:lnTo>
                    <a:pt x="469" y="1816938"/>
                  </a:lnTo>
                  <a:lnTo>
                    <a:pt x="2324" y="1818805"/>
                  </a:lnTo>
                  <a:lnTo>
                    <a:pt x="3454" y="1819262"/>
                  </a:lnTo>
                  <a:lnTo>
                    <a:pt x="6083" y="1819262"/>
                  </a:lnTo>
                  <a:lnTo>
                    <a:pt x="7200" y="1818805"/>
                  </a:lnTo>
                  <a:lnTo>
                    <a:pt x="9067" y="1816938"/>
                  </a:lnTo>
                  <a:lnTo>
                    <a:pt x="9525" y="1815820"/>
                  </a:lnTo>
                  <a:lnTo>
                    <a:pt x="9525" y="1813191"/>
                  </a:lnTo>
                  <a:close/>
                </a:path>
                <a:path w="963295" h="3200400">
                  <a:moveTo>
                    <a:pt x="9525" y="1765566"/>
                  </a:moveTo>
                  <a:lnTo>
                    <a:pt x="9067" y="1764449"/>
                  </a:lnTo>
                  <a:lnTo>
                    <a:pt x="7200" y="1762582"/>
                  </a:lnTo>
                  <a:lnTo>
                    <a:pt x="6083" y="1762125"/>
                  </a:lnTo>
                  <a:lnTo>
                    <a:pt x="3454" y="1762125"/>
                  </a:lnTo>
                  <a:lnTo>
                    <a:pt x="2324" y="1762582"/>
                  </a:lnTo>
                  <a:lnTo>
                    <a:pt x="469" y="1764449"/>
                  </a:lnTo>
                  <a:lnTo>
                    <a:pt x="0" y="1765566"/>
                  </a:lnTo>
                  <a:lnTo>
                    <a:pt x="0" y="1768195"/>
                  </a:lnTo>
                  <a:lnTo>
                    <a:pt x="469" y="1769313"/>
                  </a:lnTo>
                  <a:lnTo>
                    <a:pt x="2324" y="1771180"/>
                  </a:lnTo>
                  <a:lnTo>
                    <a:pt x="3454" y="1771637"/>
                  </a:lnTo>
                  <a:lnTo>
                    <a:pt x="6083" y="1771637"/>
                  </a:lnTo>
                  <a:lnTo>
                    <a:pt x="7200" y="1771180"/>
                  </a:lnTo>
                  <a:lnTo>
                    <a:pt x="9067" y="1769313"/>
                  </a:lnTo>
                  <a:lnTo>
                    <a:pt x="9525" y="1768195"/>
                  </a:lnTo>
                  <a:lnTo>
                    <a:pt x="9525" y="1765566"/>
                  </a:lnTo>
                  <a:close/>
                </a:path>
                <a:path w="963295" h="3200400">
                  <a:moveTo>
                    <a:pt x="9525" y="1717941"/>
                  </a:moveTo>
                  <a:lnTo>
                    <a:pt x="9067" y="1716824"/>
                  </a:lnTo>
                  <a:lnTo>
                    <a:pt x="7200" y="1714957"/>
                  </a:lnTo>
                  <a:lnTo>
                    <a:pt x="6083" y="1714487"/>
                  </a:lnTo>
                  <a:lnTo>
                    <a:pt x="3454" y="1714487"/>
                  </a:lnTo>
                  <a:lnTo>
                    <a:pt x="2324" y="1714957"/>
                  </a:lnTo>
                  <a:lnTo>
                    <a:pt x="469" y="1716824"/>
                  </a:lnTo>
                  <a:lnTo>
                    <a:pt x="0" y="1717941"/>
                  </a:lnTo>
                  <a:lnTo>
                    <a:pt x="0" y="1720570"/>
                  </a:lnTo>
                  <a:lnTo>
                    <a:pt x="469" y="1721688"/>
                  </a:lnTo>
                  <a:lnTo>
                    <a:pt x="2324" y="1723555"/>
                  </a:lnTo>
                  <a:lnTo>
                    <a:pt x="3454" y="1724012"/>
                  </a:lnTo>
                  <a:lnTo>
                    <a:pt x="6083" y="1724012"/>
                  </a:lnTo>
                  <a:lnTo>
                    <a:pt x="7200" y="1723555"/>
                  </a:lnTo>
                  <a:lnTo>
                    <a:pt x="9067" y="1721688"/>
                  </a:lnTo>
                  <a:lnTo>
                    <a:pt x="9525" y="1720570"/>
                  </a:lnTo>
                  <a:lnTo>
                    <a:pt x="9525" y="1717941"/>
                  </a:lnTo>
                  <a:close/>
                </a:path>
                <a:path w="963295" h="3200400">
                  <a:moveTo>
                    <a:pt x="9525" y="1670316"/>
                  </a:moveTo>
                  <a:lnTo>
                    <a:pt x="9067" y="1669199"/>
                  </a:lnTo>
                  <a:lnTo>
                    <a:pt x="7200" y="1667332"/>
                  </a:lnTo>
                  <a:lnTo>
                    <a:pt x="6083" y="1666875"/>
                  </a:lnTo>
                  <a:lnTo>
                    <a:pt x="3454" y="1666875"/>
                  </a:lnTo>
                  <a:lnTo>
                    <a:pt x="2324" y="1667332"/>
                  </a:lnTo>
                  <a:lnTo>
                    <a:pt x="469" y="1669199"/>
                  </a:lnTo>
                  <a:lnTo>
                    <a:pt x="0" y="1670316"/>
                  </a:lnTo>
                  <a:lnTo>
                    <a:pt x="0" y="1672945"/>
                  </a:lnTo>
                  <a:lnTo>
                    <a:pt x="469" y="1674063"/>
                  </a:lnTo>
                  <a:lnTo>
                    <a:pt x="2324" y="1675930"/>
                  </a:lnTo>
                  <a:lnTo>
                    <a:pt x="3454" y="1676387"/>
                  </a:lnTo>
                  <a:lnTo>
                    <a:pt x="6083" y="1676387"/>
                  </a:lnTo>
                  <a:lnTo>
                    <a:pt x="7200" y="1675930"/>
                  </a:lnTo>
                  <a:lnTo>
                    <a:pt x="9067" y="1674063"/>
                  </a:lnTo>
                  <a:lnTo>
                    <a:pt x="9525" y="1672945"/>
                  </a:lnTo>
                  <a:lnTo>
                    <a:pt x="9525" y="1670316"/>
                  </a:lnTo>
                  <a:close/>
                </a:path>
                <a:path w="963295" h="3200400">
                  <a:moveTo>
                    <a:pt x="9525" y="1622691"/>
                  </a:moveTo>
                  <a:lnTo>
                    <a:pt x="9067" y="1621574"/>
                  </a:lnTo>
                  <a:lnTo>
                    <a:pt x="7200" y="1619707"/>
                  </a:lnTo>
                  <a:lnTo>
                    <a:pt x="6083" y="1619237"/>
                  </a:lnTo>
                  <a:lnTo>
                    <a:pt x="3454" y="1619237"/>
                  </a:lnTo>
                  <a:lnTo>
                    <a:pt x="2324" y="1619707"/>
                  </a:lnTo>
                  <a:lnTo>
                    <a:pt x="469" y="1621574"/>
                  </a:lnTo>
                  <a:lnTo>
                    <a:pt x="0" y="1622691"/>
                  </a:lnTo>
                  <a:lnTo>
                    <a:pt x="0" y="1625320"/>
                  </a:lnTo>
                  <a:lnTo>
                    <a:pt x="469" y="1626438"/>
                  </a:lnTo>
                  <a:lnTo>
                    <a:pt x="2324" y="1628305"/>
                  </a:lnTo>
                  <a:lnTo>
                    <a:pt x="3454" y="1628762"/>
                  </a:lnTo>
                  <a:lnTo>
                    <a:pt x="6083" y="1628762"/>
                  </a:lnTo>
                  <a:lnTo>
                    <a:pt x="7200" y="1628305"/>
                  </a:lnTo>
                  <a:lnTo>
                    <a:pt x="9067" y="1626438"/>
                  </a:lnTo>
                  <a:lnTo>
                    <a:pt x="9525" y="1625320"/>
                  </a:lnTo>
                  <a:lnTo>
                    <a:pt x="9525" y="1622691"/>
                  </a:lnTo>
                  <a:close/>
                </a:path>
                <a:path w="963295" h="3200400">
                  <a:moveTo>
                    <a:pt x="9525" y="1575066"/>
                  </a:moveTo>
                  <a:lnTo>
                    <a:pt x="9067" y="1573949"/>
                  </a:lnTo>
                  <a:lnTo>
                    <a:pt x="7200" y="1572082"/>
                  </a:lnTo>
                  <a:lnTo>
                    <a:pt x="6083" y="1571625"/>
                  </a:lnTo>
                  <a:lnTo>
                    <a:pt x="3454" y="1571625"/>
                  </a:lnTo>
                  <a:lnTo>
                    <a:pt x="2324" y="1572082"/>
                  </a:lnTo>
                  <a:lnTo>
                    <a:pt x="469" y="1573949"/>
                  </a:lnTo>
                  <a:lnTo>
                    <a:pt x="0" y="1575066"/>
                  </a:lnTo>
                  <a:lnTo>
                    <a:pt x="0" y="1577695"/>
                  </a:lnTo>
                  <a:lnTo>
                    <a:pt x="469" y="1578813"/>
                  </a:lnTo>
                  <a:lnTo>
                    <a:pt x="2324" y="1580680"/>
                  </a:lnTo>
                  <a:lnTo>
                    <a:pt x="3454" y="1581137"/>
                  </a:lnTo>
                  <a:lnTo>
                    <a:pt x="6083" y="1581137"/>
                  </a:lnTo>
                  <a:lnTo>
                    <a:pt x="7200" y="1580680"/>
                  </a:lnTo>
                  <a:lnTo>
                    <a:pt x="9067" y="1578813"/>
                  </a:lnTo>
                  <a:lnTo>
                    <a:pt x="9525" y="1577695"/>
                  </a:lnTo>
                  <a:lnTo>
                    <a:pt x="9525" y="1575066"/>
                  </a:lnTo>
                  <a:close/>
                </a:path>
                <a:path w="963295" h="3200400">
                  <a:moveTo>
                    <a:pt x="9525" y="1527441"/>
                  </a:moveTo>
                  <a:lnTo>
                    <a:pt x="9067" y="1526324"/>
                  </a:lnTo>
                  <a:lnTo>
                    <a:pt x="7200" y="1524457"/>
                  </a:lnTo>
                  <a:lnTo>
                    <a:pt x="6083" y="1524000"/>
                  </a:lnTo>
                  <a:lnTo>
                    <a:pt x="3454" y="1524000"/>
                  </a:lnTo>
                  <a:lnTo>
                    <a:pt x="2324" y="1524457"/>
                  </a:lnTo>
                  <a:lnTo>
                    <a:pt x="469" y="1526324"/>
                  </a:lnTo>
                  <a:lnTo>
                    <a:pt x="0" y="1527441"/>
                  </a:lnTo>
                  <a:lnTo>
                    <a:pt x="0" y="1530070"/>
                  </a:lnTo>
                  <a:lnTo>
                    <a:pt x="469" y="1531188"/>
                  </a:lnTo>
                  <a:lnTo>
                    <a:pt x="2324" y="1533055"/>
                  </a:lnTo>
                  <a:lnTo>
                    <a:pt x="3454" y="1533512"/>
                  </a:lnTo>
                  <a:lnTo>
                    <a:pt x="6083" y="1533512"/>
                  </a:lnTo>
                  <a:lnTo>
                    <a:pt x="7200" y="1533055"/>
                  </a:lnTo>
                  <a:lnTo>
                    <a:pt x="9067" y="1531188"/>
                  </a:lnTo>
                  <a:lnTo>
                    <a:pt x="9525" y="1530070"/>
                  </a:lnTo>
                  <a:lnTo>
                    <a:pt x="9525" y="1527441"/>
                  </a:lnTo>
                  <a:close/>
                </a:path>
                <a:path w="963295" h="3200400">
                  <a:moveTo>
                    <a:pt x="9525" y="1479816"/>
                  </a:moveTo>
                  <a:lnTo>
                    <a:pt x="9067" y="1478699"/>
                  </a:lnTo>
                  <a:lnTo>
                    <a:pt x="7200" y="1476832"/>
                  </a:lnTo>
                  <a:lnTo>
                    <a:pt x="6083" y="1476362"/>
                  </a:lnTo>
                  <a:lnTo>
                    <a:pt x="3454" y="1476362"/>
                  </a:lnTo>
                  <a:lnTo>
                    <a:pt x="2324" y="1476832"/>
                  </a:lnTo>
                  <a:lnTo>
                    <a:pt x="469" y="1478699"/>
                  </a:lnTo>
                  <a:lnTo>
                    <a:pt x="0" y="1479816"/>
                  </a:lnTo>
                  <a:lnTo>
                    <a:pt x="0" y="1482445"/>
                  </a:lnTo>
                  <a:lnTo>
                    <a:pt x="469" y="1483563"/>
                  </a:lnTo>
                  <a:lnTo>
                    <a:pt x="2324" y="1485430"/>
                  </a:lnTo>
                  <a:lnTo>
                    <a:pt x="3454" y="1485887"/>
                  </a:lnTo>
                  <a:lnTo>
                    <a:pt x="6083" y="1485887"/>
                  </a:lnTo>
                  <a:lnTo>
                    <a:pt x="7200" y="1485430"/>
                  </a:lnTo>
                  <a:lnTo>
                    <a:pt x="9067" y="1483563"/>
                  </a:lnTo>
                  <a:lnTo>
                    <a:pt x="9525" y="1482445"/>
                  </a:lnTo>
                  <a:lnTo>
                    <a:pt x="9525" y="1479816"/>
                  </a:lnTo>
                  <a:close/>
                </a:path>
                <a:path w="963295" h="3200400">
                  <a:moveTo>
                    <a:pt x="9525" y="1432191"/>
                  </a:moveTo>
                  <a:lnTo>
                    <a:pt x="9067" y="1431074"/>
                  </a:lnTo>
                  <a:lnTo>
                    <a:pt x="7200" y="1429207"/>
                  </a:lnTo>
                  <a:lnTo>
                    <a:pt x="6083" y="1428750"/>
                  </a:lnTo>
                  <a:lnTo>
                    <a:pt x="3454" y="1428750"/>
                  </a:lnTo>
                  <a:lnTo>
                    <a:pt x="2324" y="1429207"/>
                  </a:lnTo>
                  <a:lnTo>
                    <a:pt x="469" y="1431074"/>
                  </a:lnTo>
                  <a:lnTo>
                    <a:pt x="0" y="1432191"/>
                  </a:lnTo>
                  <a:lnTo>
                    <a:pt x="0" y="1434820"/>
                  </a:lnTo>
                  <a:lnTo>
                    <a:pt x="469" y="1435938"/>
                  </a:lnTo>
                  <a:lnTo>
                    <a:pt x="2324" y="1437805"/>
                  </a:lnTo>
                  <a:lnTo>
                    <a:pt x="3454" y="1438262"/>
                  </a:lnTo>
                  <a:lnTo>
                    <a:pt x="6083" y="1438262"/>
                  </a:lnTo>
                  <a:lnTo>
                    <a:pt x="7200" y="1437805"/>
                  </a:lnTo>
                  <a:lnTo>
                    <a:pt x="9067" y="1435938"/>
                  </a:lnTo>
                  <a:lnTo>
                    <a:pt x="9525" y="1434820"/>
                  </a:lnTo>
                  <a:lnTo>
                    <a:pt x="9525" y="1432191"/>
                  </a:lnTo>
                  <a:close/>
                </a:path>
                <a:path w="963295" h="3200400">
                  <a:moveTo>
                    <a:pt x="9525" y="1384566"/>
                  </a:moveTo>
                  <a:lnTo>
                    <a:pt x="9067" y="1383449"/>
                  </a:lnTo>
                  <a:lnTo>
                    <a:pt x="7200" y="1381582"/>
                  </a:lnTo>
                  <a:lnTo>
                    <a:pt x="6083" y="1381125"/>
                  </a:lnTo>
                  <a:lnTo>
                    <a:pt x="3454" y="1381125"/>
                  </a:lnTo>
                  <a:lnTo>
                    <a:pt x="2324" y="1381582"/>
                  </a:lnTo>
                  <a:lnTo>
                    <a:pt x="469" y="1383449"/>
                  </a:lnTo>
                  <a:lnTo>
                    <a:pt x="0" y="1384566"/>
                  </a:lnTo>
                  <a:lnTo>
                    <a:pt x="0" y="1387195"/>
                  </a:lnTo>
                  <a:lnTo>
                    <a:pt x="469" y="1388313"/>
                  </a:lnTo>
                  <a:lnTo>
                    <a:pt x="2324" y="1390180"/>
                  </a:lnTo>
                  <a:lnTo>
                    <a:pt x="3454" y="1390650"/>
                  </a:lnTo>
                  <a:lnTo>
                    <a:pt x="6083" y="1390650"/>
                  </a:lnTo>
                  <a:lnTo>
                    <a:pt x="7200" y="1390180"/>
                  </a:lnTo>
                  <a:lnTo>
                    <a:pt x="9067" y="1388313"/>
                  </a:lnTo>
                  <a:lnTo>
                    <a:pt x="9525" y="1387195"/>
                  </a:lnTo>
                  <a:lnTo>
                    <a:pt x="9525" y="1384566"/>
                  </a:lnTo>
                  <a:close/>
                </a:path>
                <a:path w="963295" h="3200400">
                  <a:moveTo>
                    <a:pt x="9525" y="1336941"/>
                  </a:moveTo>
                  <a:lnTo>
                    <a:pt x="9067" y="1335824"/>
                  </a:lnTo>
                  <a:lnTo>
                    <a:pt x="7200" y="1333957"/>
                  </a:lnTo>
                  <a:lnTo>
                    <a:pt x="6083" y="1333500"/>
                  </a:lnTo>
                  <a:lnTo>
                    <a:pt x="3454" y="1333500"/>
                  </a:lnTo>
                  <a:lnTo>
                    <a:pt x="2324" y="1333957"/>
                  </a:lnTo>
                  <a:lnTo>
                    <a:pt x="469" y="1335824"/>
                  </a:lnTo>
                  <a:lnTo>
                    <a:pt x="0" y="1336941"/>
                  </a:lnTo>
                  <a:lnTo>
                    <a:pt x="0" y="1339570"/>
                  </a:lnTo>
                  <a:lnTo>
                    <a:pt x="469" y="1340688"/>
                  </a:lnTo>
                  <a:lnTo>
                    <a:pt x="2324" y="1342555"/>
                  </a:lnTo>
                  <a:lnTo>
                    <a:pt x="3454" y="1343012"/>
                  </a:lnTo>
                  <a:lnTo>
                    <a:pt x="6083" y="1343012"/>
                  </a:lnTo>
                  <a:lnTo>
                    <a:pt x="7200" y="1342555"/>
                  </a:lnTo>
                  <a:lnTo>
                    <a:pt x="9067" y="1340688"/>
                  </a:lnTo>
                  <a:lnTo>
                    <a:pt x="9525" y="1339570"/>
                  </a:lnTo>
                  <a:lnTo>
                    <a:pt x="9525" y="1336941"/>
                  </a:lnTo>
                  <a:close/>
                </a:path>
                <a:path w="963295" h="3200400">
                  <a:moveTo>
                    <a:pt x="9525" y="1289316"/>
                  </a:moveTo>
                  <a:lnTo>
                    <a:pt x="9067" y="1288199"/>
                  </a:lnTo>
                  <a:lnTo>
                    <a:pt x="7200" y="1286332"/>
                  </a:lnTo>
                  <a:lnTo>
                    <a:pt x="6083" y="1285862"/>
                  </a:lnTo>
                  <a:lnTo>
                    <a:pt x="3454" y="1285862"/>
                  </a:lnTo>
                  <a:lnTo>
                    <a:pt x="2324" y="1286332"/>
                  </a:lnTo>
                  <a:lnTo>
                    <a:pt x="469" y="1288199"/>
                  </a:lnTo>
                  <a:lnTo>
                    <a:pt x="0" y="1289316"/>
                  </a:lnTo>
                  <a:lnTo>
                    <a:pt x="0" y="1291945"/>
                  </a:lnTo>
                  <a:lnTo>
                    <a:pt x="469" y="1293063"/>
                  </a:lnTo>
                  <a:lnTo>
                    <a:pt x="2324" y="1294930"/>
                  </a:lnTo>
                  <a:lnTo>
                    <a:pt x="3454" y="1295387"/>
                  </a:lnTo>
                  <a:lnTo>
                    <a:pt x="6083" y="1295387"/>
                  </a:lnTo>
                  <a:lnTo>
                    <a:pt x="7200" y="1294930"/>
                  </a:lnTo>
                  <a:lnTo>
                    <a:pt x="9067" y="1293063"/>
                  </a:lnTo>
                  <a:lnTo>
                    <a:pt x="9525" y="1291945"/>
                  </a:lnTo>
                  <a:lnTo>
                    <a:pt x="9525" y="1289316"/>
                  </a:lnTo>
                  <a:close/>
                </a:path>
                <a:path w="963295" h="3200400">
                  <a:moveTo>
                    <a:pt x="9525" y="1241691"/>
                  </a:moveTo>
                  <a:lnTo>
                    <a:pt x="9067" y="1240574"/>
                  </a:lnTo>
                  <a:lnTo>
                    <a:pt x="7200" y="1238707"/>
                  </a:lnTo>
                  <a:lnTo>
                    <a:pt x="6083" y="1238250"/>
                  </a:lnTo>
                  <a:lnTo>
                    <a:pt x="3454" y="1238250"/>
                  </a:lnTo>
                  <a:lnTo>
                    <a:pt x="2324" y="1238707"/>
                  </a:lnTo>
                  <a:lnTo>
                    <a:pt x="469" y="1240574"/>
                  </a:lnTo>
                  <a:lnTo>
                    <a:pt x="0" y="1241691"/>
                  </a:lnTo>
                  <a:lnTo>
                    <a:pt x="0" y="1244320"/>
                  </a:lnTo>
                  <a:lnTo>
                    <a:pt x="469" y="1245438"/>
                  </a:lnTo>
                  <a:lnTo>
                    <a:pt x="2324" y="1247305"/>
                  </a:lnTo>
                  <a:lnTo>
                    <a:pt x="3454" y="1247762"/>
                  </a:lnTo>
                  <a:lnTo>
                    <a:pt x="6083" y="1247762"/>
                  </a:lnTo>
                  <a:lnTo>
                    <a:pt x="7200" y="1247305"/>
                  </a:lnTo>
                  <a:lnTo>
                    <a:pt x="9067" y="1245438"/>
                  </a:lnTo>
                  <a:lnTo>
                    <a:pt x="9525" y="1244320"/>
                  </a:lnTo>
                  <a:lnTo>
                    <a:pt x="9525" y="1241691"/>
                  </a:lnTo>
                  <a:close/>
                </a:path>
                <a:path w="963295" h="3200400">
                  <a:moveTo>
                    <a:pt x="9525" y="1194066"/>
                  </a:moveTo>
                  <a:lnTo>
                    <a:pt x="9067" y="1192949"/>
                  </a:lnTo>
                  <a:lnTo>
                    <a:pt x="7200" y="1191082"/>
                  </a:lnTo>
                  <a:lnTo>
                    <a:pt x="6083" y="1190625"/>
                  </a:lnTo>
                  <a:lnTo>
                    <a:pt x="3454" y="1190625"/>
                  </a:lnTo>
                  <a:lnTo>
                    <a:pt x="2324" y="1191082"/>
                  </a:lnTo>
                  <a:lnTo>
                    <a:pt x="469" y="1192949"/>
                  </a:lnTo>
                  <a:lnTo>
                    <a:pt x="0" y="1194066"/>
                  </a:lnTo>
                  <a:lnTo>
                    <a:pt x="0" y="1196695"/>
                  </a:lnTo>
                  <a:lnTo>
                    <a:pt x="469" y="1197813"/>
                  </a:lnTo>
                  <a:lnTo>
                    <a:pt x="2324" y="1199680"/>
                  </a:lnTo>
                  <a:lnTo>
                    <a:pt x="3454" y="1200137"/>
                  </a:lnTo>
                  <a:lnTo>
                    <a:pt x="6083" y="1200137"/>
                  </a:lnTo>
                  <a:lnTo>
                    <a:pt x="7200" y="1199680"/>
                  </a:lnTo>
                  <a:lnTo>
                    <a:pt x="9067" y="1197813"/>
                  </a:lnTo>
                  <a:lnTo>
                    <a:pt x="9525" y="1196695"/>
                  </a:lnTo>
                  <a:lnTo>
                    <a:pt x="9525" y="1194066"/>
                  </a:lnTo>
                  <a:close/>
                </a:path>
                <a:path w="963295" h="3200400">
                  <a:moveTo>
                    <a:pt x="9525" y="1146441"/>
                  </a:moveTo>
                  <a:lnTo>
                    <a:pt x="9067" y="1145324"/>
                  </a:lnTo>
                  <a:lnTo>
                    <a:pt x="7200" y="1143457"/>
                  </a:lnTo>
                  <a:lnTo>
                    <a:pt x="6083" y="1142987"/>
                  </a:lnTo>
                  <a:lnTo>
                    <a:pt x="3454" y="1142987"/>
                  </a:lnTo>
                  <a:lnTo>
                    <a:pt x="2324" y="1143457"/>
                  </a:lnTo>
                  <a:lnTo>
                    <a:pt x="469" y="1145324"/>
                  </a:lnTo>
                  <a:lnTo>
                    <a:pt x="0" y="1146441"/>
                  </a:lnTo>
                  <a:lnTo>
                    <a:pt x="0" y="1149070"/>
                  </a:lnTo>
                  <a:lnTo>
                    <a:pt x="469" y="1150188"/>
                  </a:lnTo>
                  <a:lnTo>
                    <a:pt x="2324" y="1152055"/>
                  </a:lnTo>
                  <a:lnTo>
                    <a:pt x="3454" y="1152512"/>
                  </a:lnTo>
                  <a:lnTo>
                    <a:pt x="6083" y="1152512"/>
                  </a:lnTo>
                  <a:lnTo>
                    <a:pt x="7200" y="1152055"/>
                  </a:lnTo>
                  <a:lnTo>
                    <a:pt x="9067" y="1150188"/>
                  </a:lnTo>
                  <a:lnTo>
                    <a:pt x="9525" y="1149070"/>
                  </a:lnTo>
                  <a:lnTo>
                    <a:pt x="9525" y="1146441"/>
                  </a:lnTo>
                  <a:close/>
                </a:path>
                <a:path w="963295" h="3200400">
                  <a:moveTo>
                    <a:pt x="9525" y="1098816"/>
                  </a:moveTo>
                  <a:lnTo>
                    <a:pt x="9067" y="1097699"/>
                  </a:lnTo>
                  <a:lnTo>
                    <a:pt x="7200" y="1095832"/>
                  </a:lnTo>
                  <a:lnTo>
                    <a:pt x="6083" y="1095375"/>
                  </a:lnTo>
                  <a:lnTo>
                    <a:pt x="3454" y="1095375"/>
                  </a:lnTo>
                  <a:lnTo>
                    <a:pt x="2324" y="1095832"/>
                  </a:lnTo>
                  <a:lnTo>
                    <a:pt x="469" y="1097699"/>
                  </a:lnTo>
                  <a:lnTo>
                    <a:pt x="0" y="1098816"/>
                  </a:lnTo>
                  <a:lnTo>
                    <a:pt x="0" y="1101445"/>
                  </a:lnTo>
                  <a:lnTo>
                    <a:pt x="469" y="1102563"/>
                  </a:lnTo>
                  <a:lnTo>
                    <a:pt x="2324" y="1104430"/>
                  </a:lnTo>
                  <a:lnTo>
                    <a:pt x="3454" y="1104887"/>
                  </a:lnTo>
                  <a:lnTo>
                    <a:pt x="6083" y="1104887"/>
                  </a:lnTo>
                  <a:lnTo>
                    <a:pt x="7200" y="1104430"/>
                  </a:lnTo>
                  <a:lnTo>
                    <a:pt x="9067" y="1102563"/>
                  </a:lnTo>
                  <a:lnTo>
                    <a:pt x="9525" y="1101445"/>
                  </a:lnTo>
                  <a:lnTo>
                    <a:pt x="9525" y="1098816"/>
                  </a:lnTo>
                  <a:close/>
                </a:path>
                <a:path w="963295" h="3200400">
                  <a:moveTo>
                    <a:pt x="9525" y="1051191"/>
                  </a:moveTo>
                  <a:lnTo>
                    <a:pt x="9067" y="1050074"/>
                  </a:lnTo>
                  <a:lnTo>
                    <a:pt x="7200" y="1048207"/>
                  </a:lnTo>
                  <a:lnTo>
                    <a:pt x="6083" y="1047750"/>
                  </a:lnTo>
                  <a:lnTo>
                    <a:pt x="3454" y="1047750"/>
                  </a:lnTo>
                  <a:lnTo>
                    <a:pt x="2324" y="1048207"/>
                  </a:lnTo>
                  <a:lnTo>
                    <a:pt x="469" y="1050074"/>
                  </a:lnTo>
                  <a:lnTo>
                    <a:pt x="0" y="1051191"/>
                  </a:lnTo>
                  <a:lnTo>
                    <a:pt x="0" y="1053820"/>
                  </a:lnTo>
                  <a:lnTo>
                    <a:pt x="469" y="1054938"/>
                  </a:lnTo>
                  <a:lnTo>
                    <a:pt x="2324" y="1056805"/>
                  </a:lnTo>
                  <a:lnTo>
                    <a:pt x="3454" y="1057262"/>
                  </a:lnTo>
                  <a:lnTo>
                    <a:pt x="6083" y="1057262"/>
                  </a:lnTo>
                  <a:lnTo>
                    <a:pt x="7200" y="1056805"/>
                  </a:lnTo>
                  <a:lnTo>
                    <a:pt x="9067" y="1054938"/>
                  </a:lnTo>
                  <a:lnTo>
                    <a:pt x="9525" y="1053820"/>
                  </a:lnTo>
                  <a:lnTo>
                    <a:pt x="9525" y="1051191"/>
                  </a:lnTo>
                  <a:close/>
                </a:path>
                <a:path w="963295" h="3200400">
                  <a:moveTo>
                    <a:pt x="9525" y="1003566"/>
                  </a:moveTo>
                  <a:lnTo>
                    <a:pt x="9067" y="1002449"/>
                  </a:lnTo>
                  <a:lnTo>
                    <a:pt x="7200" y="1000582"/>
                  </a:lnTo>
                  <a:lnTo>
                    <a:pt x="6083" y="1000125"/>
                  </a:lnTo>
                  <a:lnTo>
                    <a:pt x="3454" y="1000125"/>
                  </a:lnTo>
                  <a:lnTo>
                    <a:pt x="2324" y="1000582"/>
                  </a:lnTo>
                  <a:lnTo>
                    <a:pt x="469" y="1002449"/>
                  </a:lnTo>
                  <a:lnTo>
                    <a:pt x="0" y="1003566"/>
                  </a:lnTo>
                  <a:lnTo>
                    <a:pt x="0" y="1006195"/>
                  </a:lnTo>
                  <a:lnTo>
                    <a:pt x="469" y="1007313"/>
                  </a:lnTo>
                  <a:lnTo>
                    <a:pt x="2324" y="1009180"/>
                  </a:lnTo>
                  <a:lnTo>
                    <a:pt x="3454" y="1009637"/>
                  </a:lnTo>
                  <a:lnTo>
                    <a:pt x="6083" y="1009637"/>
                  </a:lnTo>
                  <a:lnTo>
                    <a:pt x="7200" y="1009180"/>
                  </a:lnTo>
                  <a:lnTo>
                    <a:pt x="9067" y="1007313"/>
                  </a:lnTo>
                  <a:lnTo>
                    <a:pt x="9525" y="1006195"/>
                  </a:lnTo>
                  <a:lnTo>
                    <a:pt x="9525" y="1003566"/>
                  </a:lnTo>
                  <a:close/>
                </a:path>
                <a:path w="963295" h="3200400">
                  <a:moveTo>
                    <a:pt x="9525" y="955941"/>
                  </a:moveTo>
                  <a:lnTo>
                    <a:pt x="9067" y="954824"/>
                  </a:lnTo>
                  <a:lnTo>
                    <a:pt x="7200" y="952957"/>
                  </a:lnTo>
                  <a:lnTo>
                    <a:pt x="6083" y="952500"/>
                  </a:lnTo>
                  <a:lnTo>
                    <a:pt x="3454" y="952500"/>
                  </a:lnTo>
                  <a:lnTo>
                    <a:pt x="2324" y="952957"/>
                  </a:lnTo>
                  <a:lnTo>
                    <a:pt x="469" y="954824"/>
                  </a:lnTo>
                  <a:lnTo>
                    <a:pt x="0" y="955941"/>
                  </a:lnTo>
                  <a:lnTo>
                    <a:pt x="0" y="958570"/>
                  </a:lnTo>
                  <a:lnTo>
                    <a:pt x="469" y="959688"/>
                  </a:lnTo>
                  <a:lnTo>
                    <a:pt x="2324" y="961555"/>
                  </a:lnTo>
                  <a:lnTo>
                    <a:pt x="3454" y="962025"/>
                  </a:lnTo>
                  <a:lnTo>
                    <a:pt x="6083" y="962025"/>
                  </a:lnTo>
                  <a:lnTo>
                    <a:pt x="7200" y="961555"/>
                  </a:lnTo>
                  <a:lnTo>
                    <a:pt x="9067" y="959688"/>
                  </a:lnTo>
                  <a:lnTo>
                    <a:pt x="9525" y="958570"/>
                  </a:lnTo>
                  <a:lnTo>
                    <a:pt x="9525" y="955941"/>
                  </a:lnTo>
                  <a:close/>
                </a:path>
                <a:path w="963295" h="3200400">
                  <a:moveTo>
                    <a:pt x="9525" y="908316"/>
                  </a:moveTo>
                  <a:lnTo>
                    <a:pt x="9067" y="907199"/>
                  </a:lnTo>
                  <a:lnTo>
                    <a:pt x="7200" y="905332"/>
                  </a:lnTo>
                  <a:lnTo>
                    <a:pt x="6083" y="904875"/>
                  </a:lnTo>
                  <a:lnTo>
                    <a:pt x="3454" y="904875"/>
                  </a:lnTo>
                  <a:lnTo>
                    <a:pt x="2324" y="905332"/>
                  </a:lnTo>
                  <a:lnTo>
                    <a:pt x="469" y="907199"/>
                  </a:lnTo>
                  <a:lnTo>
                    <a:pt x="0" y="908316"/>
                  </a:lnTo>
                  <a:lnTo>
                    <a:pt x="0" y="910945"/>
                  </a:lnTo>
                  <a:lnTo>
                    <a:pt x="469" y="912063"/>
                  </a:lnTo>
                  <a:lnTo>
                    <a:pt x="2324" y="913930"/>
                  </a:lnTo>
                  <a:lnTo>
                    <a:pt x="3454" y="914387"/>
                  </a:lnTo>
                  <a:lnTo>
                    <a:pt x="6083" y="914387"/>
                  </a:lnTo>
                  <a:lnTo>
                    <a:pt x="7200" y="913930"/>
                  </a:lnTo>
                  <a:lnTo>
                    <a:pt x="9067" y="912063"/>
                  </a:lnTo>
                  <a:lnTo>
                    <a:pt x="9525" y="910945"/>
                  </a:lnTo>
                  <a:lnTo>
                    <a:pt x="9525" y="908316"/>
                  </a:lnTo>
                  <a:close/>
                </a:path>
                <a:path w="963295" h="3200400">
                  <a:moveTo>
                    <a:pt x="9525" y="860691"/>
                  </a:moveTo>
                  <a:lnTo>
                    <a:pt x="9067" y="859574"/>
                  </a:lnTo>
                  <a:lnTo>
                    <a:pt x="7200" y="857707"/>
                  </a:lnTo>
                  <a:lnTo>
                    <a:pt x="6083" y="857237"/>
                  </a:lnTo>
                  <a:lnTo>
                    <a:pt x="3454" y="857237"/>
                  </a:lnTo>
                  <a:lnTo>
                    <a:pt x="2324" y="857707"/>
                  </a:lnTo>
                  <a:lnTo>
                    <a:pt x="469" y="859574"/>
                  </a:lnTo>
                  <a:lnTo>
                    <a:pt x="0" y="860691"/>
                  </a:lnTo>
                  <a:lnTo>
                    <a:pt x="0" y="863320"/>
                  </a:lnTo>
                  <a:lnTo>
                    <a:pt x="469" y="864438"/>
                  </a:lnTo>
                  <a:lnTo>
                    <a:pt x="2324" y="866305"/>
                  </a:lnTo>
                  <a:lnTo>
                    <a:pt x="3454" y="866762"/>
                  </a:lnTo>
                  <a:lnTo>
                    <a:pt x="6083" y="866762"/>
                  </a:lnTo>
                  <a:lnTo>
                    <a:pt x="7200" y="866305"/>
                  </a:lnTo>
                  <a:lnTo>
                    <a:pt x="9067" y="864438"/>
                  </a:lnTo>
                  <a:lnTo>
                    <a:pt x="9525" y="863320"/>
                  </a:lnTo>
                  <a:lnTo>
                    <a:pt x="9525" y="860691"/>
                  </a:lnTo>
                  <a:close/>
                </a:path>
                <a:path w="963295" h="3200400">
                  <a:moveTo>
                    <a:pt x="9525" y="813066"/>
                  </a:moveTo>
                  <a:lnTo>
                    <a:pt x="9067" y="811949"/>
                  </a:lnTo>
                  <a:lnTo>
                    <a:pt x="7200" y="810082"/>
                  </a:lnTo>
                  <a:lnTo>
                    <a:pt x="6083" y="809625"/>
                  </a:lnTo>
                  <a:lnTo>
                    <a:pt x="3454" y="809625"/>
                  </a:lnTo>
                  <a:lnTo>
                    <a:pt x="2324" y="810082"/>
                  </a:lnTo>
                  <a:lnTo>
                    <a:pt x="469" y="811949"/>
                  </a:lnTo>
                  <a:lnTo>
                    <a:pt x="0" y="813066"/>
                  </a:lnTo>
                  <a:lnTo>
                    <a:pt x="0" y="815695"/>
                  </a:lnTo>
                  <a:lnTo>
                    <a:pt x="469" y="816813"/>
                  </a:lnTo>
                  <a:lnTo>
                    <a:pt x="2324" y="818680"/>
                  </a:lnTo>
                  <a:lnTo>
                    <a:pt x="3454" y="819137"/>
                  </a:lnTo>
                  <a:lnTo>
                    <a:pt x="6083" y="819137"/>
                  </a:lnTo>
                  <a:lnTo>
                    <a:pt x="7200" y="818680"/>
                  </a:lnTo>
                  <a:lnTo>
                    <a:pt x="9067" y="816813"/>
                  </a:lnTo>
                  <a:lnTo>
                    <a:pt x="9525" y="815695"/>
                  </a:lnTo>
                  <a:lnTo>
                    <a:pt x="9525" y="813066"/>
                  </a:lnTo>
                  <a:close/>
                </a:path>
                <a:path w="963295" h="3200400">
                  <a:moveTo>
                    <a:pt x="9525" y="765441"/>
                  </a:moveTo>
                  <a:lnTo>
                    <a:pt x="9067" y="764324"/>
                  </a:lnTo>
                  <a:lnTo>
                    <a:pt x="7200" y="762457"/>
                  </a:lnTo>
                  <a:lnTo>
                    <a:pt x="6083" y="762000"/>
                  </a:lnTo>
                  <a:lnTo>
                    <a:pt x="3454" y="762000"/>
                  </a:lnTo>
                  <a:lnTo>
                    <a:pt x="2324" y="762457"/>
                  </a:lnTo>
                  <a:lnTo>
                    <a:pt x="469" y="764324"/>
                  </a:lnTo>
                  <a:lnTo>
                    <a:pt x="0" y="765441"/>
                  </a:lnTo>
                  <a:lnTo>
                    <a:pt x="0" y="768070"/>
                  </a:lnTo>
                  <a:lnTo>
                    <a:pt x="469" y="769188"/>
                  </a:lnTo>
                  <a:lnTo>
                    <a:pt x="2324" y="771055"/>
                  </a:lnTo>
                  <a:lnTo>
                    <a:pt x="3454" y="771512"/>
                  </a:lnTo>
                  <a:lnTo>
                    <a:pt x="6083" y="771512"/>
                  </a:lnTo>
                  <a:lnTo>
                    <a:pt x="7200" y="771055"/>
                  </a:lnTo>
                  <a:lnTo>
                    <a:pt x="9067" y="769188"/>
                  </a:lnTo>
                  <a:lnTo>
                    <a:pt x="9525" y="768070"/>
                  </a:lnTo>
                  <a:lnTo>
                    <a:pt x="9525" y="765441"/>
                  </a:lnTo>
                  <a:close/>
                </a:path>
                <a:path w="963295" h="3200400">
                  <a:moveTo>
                    <a:pt x="9525" y="717816"/>
                  </a:moveTo>
                  <a:lnTo>
                    <a:pt x="9067" y="716699"/>
                  </a:lnTo>
                  <a:lnTo>
                    <a:pt x="7200" y="714832"/>
                  </a:lnTo>
                  <a:lnTo>
                    <a:pt x="6083" y="714375"/>
                  </a:lnTo>
                  <a:lnTo>
                    <a:pt x="3454" y="714375"/>
                  </a:lnTo>
                  <a:lnTo>
                    <a:pt x="2324" y="714832"/>
                  </a:lnTo>
                  <a:lnTo>
                    <a:pt x="469" y="716699"/>
                  </a:lnTo>
                  <a:lnTo>
                    <a:pt x="0" y="717816"/>
                  </a:lnTo>
                  <a:lnTo>
                    <a:pt x="0" y="720445"/>
                  </a:lnTo>
                  <a:lnTo>
                    <a:pt x="469" y="721563"/>
                  </a:lnTo>
                  <a:lnTo>
                    <a:pt x="2324" y="723430"/>
                  </a:lnTo>
                  <a:lnTo>
                    <a:pt x="3454" y="723887"/>
                  </a:lnTo>
                  <a:lnTo>
                    <a:pt x="6083" y="723887"/>
                  </a:lnTo>
                  <a:lnTo>
                    <a:pt x="7200" y="723430"/>
                  </a:lnTo>
                  <a:lnTo>
                    <a:pt x="9067" y="721563"/>
                  </a:lnTo>
                  <a:lnTo>
                    <a:pt x="9525" y="720445"/>
                  </a:lnTo>
                  <a:lnTo>
                    <a:pt x="9525" y="717816"/>
                  </a:lnTo>
                  <a:close/>
                </a:path>
                <a:path w="963295" h="3200400">
                  <a:moveTo>
                    <a:pt x="9525" y="670191"/>
                  </a:moveTo>
                  <a:lnTo>
                    <a:pt x="9067" y="669074"/>
                  </a:lnTo>
                  <a:lnTo>
                    <a:pt x="7200" y="667207"/>
                  </a:lnTo>
                  <a:lnTo>
                    <a:pt x="6083" y="666750"/>
                  </a:lnTo>
                  <a:lnTo>
                    <a:pt x="3454" y="666750"/>
                  </a:lnTo>
                  <a:lnTo>
                    <a:pt x="2324" y="667207"/>
                  </a:lnTo>
                  <a:lnTo>
                    <a:pt x="469" y="669074"/>
                  </a:lnTo>
                  <a:lnTo>
                    <a:pt x="0" y="670191"/>
                  </a:lnTo>
                  <a:lnTo>
                    <a:pt x="0" y="672820"/>
                  </a:lnTo>
                  <a:lnTo>
                    <a:pt x="469" y="673938"/>
                  </a:lnTo>
                  <a:lnTo>
                    <a:pt x="2324" y="675805"/>
                  </a:lnTo>
                  <a:lnTo>
                    <a:pt x="3454" y="676262"/>
                  </a:lnTo>
                  <a:lnTo>
                    <a:pt x="6083" y="676262"/>
                  </a:lnTo>
                  <a:lnTo>
                    <a:pt x="7200" y="675805"/>
                  </a:lnTo>
                  <a:lnTo>
                    <a:pt x="9067" y="673938"/>
                  </a:lnTo>
                  <a:lnTo>
                    <a:pt x="9525" y="672820"/>
                  </a:lnTo>
                  <a:lnTo>
                    <a:pt x="9525" y="670191"/>
                  </a:lnTo>
                  <a:close/>
                </a:path>
                <a:path w="963295" h="3200400">
                  <a:moveTo>
                    <a:pt x="9525" y="622566"/>
                  </a:moveTo>
                  <a:lnTo>
                    <a:pt x="9067" y="621449"/>
                  </a:lnTo>
                  <a:lnTo>
                    <a:pt x="7200" y="619582"/>
                  </a:lnTo>
                  <a:lnTo>
                    <a:pt x="6083" y="619112"/>
                  </a:lnTo>
                  <a:lnTo>
                    <a:pt x="3454" y="619112"/>
                  </a:lnTo>
                  <a:lnTo>
                    <a:pt x="2324" y="619582"/>
                  </a:lnTo>
                  <a:lnTo>
                    <a:pt x="469" y="621449"/>
                  </a:lnTo>
                  <a:lnTo>
                    <a:pt x="0" y="622566"/>
                  </a:lnTo>
                  <a:lnTo>
                    <a:pt x="0" y="625195"/>
                  </a:lnTo>
                  <a:lnTo>
                    <a:pt x="469" y="626313"/>
                  </a:lnTo>
                  <a:lnTo>
                    <a:pt x="2324" y="628180"/>
                  </a:lnTo>
                  <a:lnTo>
                    <a:pt x="3454" y="628637"/>
                  </a:lnTo>
                  <a:lnTo>
                    <a:pt x="6083" y="628637"/>
                  </a:lnTo>
                  <a:lnTo>
                    <a:pt x="7200" y="628180"/>
                  </a:lnTo>
                  <a:lnTo>
                    <a:pt x="9067" y="626313"/>
                  </a:lnTo>
                  <a:lnTo>
                    <a:pt x="9525" y="625195"/>
                  </a:lnTo>
                  <a:lnTo>
                    <a:pt x="9525" y="622566"/>
                  </a:lnTo>
                  <a:close/>
                </a:path>
                <a:path w="963295" h="3200400">
                  <a:moveTo>
                    <a:pt x="9525" y="574941"/>
                  </a:moveTo>
                  <a:lnTo>
                    <a:pt x="9067" y="573824"/>
                  </a:lnTo>
                  <a:lnTo>
                    <a:pt x="7200" y="571957"/>
                  </a:lnTo>
                  <a:lnTo>
                    <a:pt x="6083" y="571487"/>
                  </a:lnTo>
                  <a:lnTo>
                    <a:pt x="3454" y="571487"/>
                  </a:lnTo>
                  <a:lnTo>
                    <a:pt x="2324" y="571957"/>
                  </a:lnTo>
                  <a:lnTo>
                    <a:pt x="469" y="573824"/>
                  </a:lnTo>
                  <a:lnTo>
                    <a:pt x="0" y="574941"/>
                  </a:lnTo>
                  <a:lnTo>
                    <a:pt x="0" y="577570"/>
                  </a:lnTo>
                  <a:lnTo>
                    <a:pt x="469" y="578688"/>
                  </a:lnTo>
                  <a:lnTo>
                    <a:pt x="2324" y="580555"/>
                  </a:lnTo>
                  <a:lnTo>
                    <a:pt x="3454" y="581012"/>
                  </a:lnTo>
                  <a:lnTo>
                    <a:pt x="6083" y="581012"/>
                  </a:lnTo>
                  <a:lnTo>
                    <a:pt x="7200" y="580555"/>
                  </a:lnTo>
                  <a:lnTo>
                    <a:pt x="9067" y="578688"/>
                  </a:lnTo>
                  <a:lnTo>
                    <a:pt x="9525" y="577570"/>
                  </a:lnTo>
                  <a:lnTo>
                    <a:pt x="9525" y="574941"/>
                  </a:lnTo>
                  <a:close/>
                </a:path>
                <a:path w="963295" h="3200400">
                  <a:moveTo>
                    <a:pt x="9525" y="527316"/>
                  </a:moveTo>
                  <a:lnTo>
                    <a:pt x="9067" y="526199"/>
                  </a:lnTo>
                  <a:lnTo>
                    <a:pt x="7200" y="524332"/>
                  </a:lnTo>
                  <a:lnTo>
                    <a:pt x="6083" y="523875"/>
                  </a:lnTo>
                  <a:lnTo>
                    <a:pt x="3454" y="523875"/>
                  </a:lnTo>
                  <a:lnTo>
                    <a:pt x="2324" y="524332"/>
                  </a:lnTo>
                  <a:lnTo>
                    <a:pt x="469" y="526199"/>
                  </a:lnTo>
                  <a:lnTo>
                    <a:pt x="0" y="527316"/>
                  </a:lnTo>
                  <a:lnTo>
                    <a:pt x="0" y="529945"/>
                  </a:lnTo>
                  <a:lnTo>
                    <a:pt x="469" y="531063"/>
                  </a:lnTo>
                  <a:lnTo>
                    <a:pt x="2324" y="532930"/>
                  </a:lnTo>
                  <a:lnTo>
                    <a:pt x="3454" y="533387"/>
                  </a:lnTo>
                  <a:lnTo>
                    <a:pt x="6083" y="533387"/>
                  </a:lnTo>
                  <a:lnTo>
                    <a:pt x="7200" y="532930"/>
                  </a:lnTo>
                  <a:lnTo>
                    <a:pt x="9067" y="531063"/>
                  </a:lnTo>
                  <a:lnTo>
                    <a:pt x="9525" y="529945"/>
                  </a:lnTo>
                  <a:lnTo>
                    <a:pt x="9525" y="527316"/>
                  </a:lnTo>
                  <a:close/>
                </a:path>
                <a:path w="963295" h="3200400">
                  <a:moveTo>
                    <a:pt x="9525" y="479691"/>
                  </a:moveTo>
                  <a:lnTo>
                    <a:pt x="9067" y="478574"/>
                  </a:lnTo>
                  <a:lnTo>
                    <a:pt x="7200" y="476707"/>
                  </a:lnTo>
                  <a:lnTo>
                    <a:pt x="6083" y="476250"/>
                  </a:lnTo>
                  <a:lnTo>
                    <a:pt x="3454" y="476250"/>
                  </a:lnTo>
                  <a:lnTo>
                    <a:pt x="2324" y="476707"/>
                  </a:lnTo>
                  <a:lnTo>
                    <a:pt x="469" y="478574"/>
                  </a:lnTo>
                  <a:lnTo>
                    <a:pt x="0" y="479691"/>
                  </a:lnTo>
                  <a:lnTo>
                    <a:pt x="0" y="482320"/>
                  </a:lnTo>
                  <a:lnTo>
                    <a:pt x="469" y="483438"/>
                  </a:lnTo>
                  <a:lnTo>
                    <a:pt x="2324" y="485305"/>
                  </a:lnTo>
                  <a:lnTo>
                    <a:pt x="3454" y="485762"/>
                  </a:lnTo>
                  <a:lnTo>
                    <a:pt x="6083" y="485762"/>
                  </a:lnTo>
                  <a:lnTo>
                    <a:pt x="7200" y="485305"/>
                  </a:lnTo>
                  <a:lnTo>
                    <a:pt x="9067" y="483438"/>
                  </a:lnTo>
                  <a:lnTo>
                    <a:pt x="9525" y="482320"/>
                  </a:lnTo>
                  <a:lnTo>
                    <a:pt x="9525" y="479691"/>
                  </a:lnTo>
                  <a:close/>
                </a:path>
                <a:path w="963295" h="3200400">
                  <a:moveTo>
                    <a:pt x="9525" y="432066"/>
                  </a:moveTo>
                  <a:lnTo>
                    <a:pt x="9067" y="430949"/>
                  </a:lnTo>
                  <a:lnTo>
                    <a:pt x="7200" y="429082"/>
                  </a:lnTo>
                  <a:lnTo>
                    <a:pt x="6083" y="428625"/>
                  </a:lnTo>
                  <a:lnTo>
                    <a:pt x="3454" y="428625"/>
                  </a:lnTo>
                  <a:lnTo>
                    <a:pt x="2324" y="429082"/>
                  </a:lnTo>
                  <a:lnTo>
                    <a:pt x="469" y="430949"/>
                  </a:lnTo>
                  <a:lnTo>
                    <a:pt x="0" y="432066"/>
                  </a:lnTo>
                  <a:lnTo>
                    <a:pt x="0" y="434695"/>
                  </a:lnTo>
                  <a:lnTo>
                    <a:pt x="469" y="435813"/>
                  </a:lnTo>
                  <a:lnTo>
                    <a:pt x="2324" y="437680"/>
                  </a:lnTo>
                  <a:lnTo>
                    <a:pt x="3454" y="438137"/>
                  </a:lnTo>
                  <a:lnTo>
                    <a:pt x="6083" y="438137"/>
                  </a:lnTo>
                  <a:lnTo>
                    <a:pt x="7200" y="437680"/>
                  </a:lnTo>
                  <a:lnTo>
                    <a:pt x="9067" y="435813"/>
                  </a:lnTo>
                  <a:lnTo>
                    <a:pt x="9525" y="434695"/>
                  </a:lnTo>
                  <a:lnTo>
                    <a:pt x="9525" y="432066"/>
                  </a:lnTo>
                  <a:close/>
                </a:path>
                <a:path w="963295" h="3200400">
                  <a:moveTo>
                    <a:pt x="9525" y="384441"/>
                  </a:moveTo>
                  <a:lnTo>
                    <a:pt x="9067" y="383324"/>
                  </a:lnTo>
                  <a:lnTo>
                    <a:pt x="7200" y="381457"/>
                  </a:lnTo>
                  <a:lnTo>
                    <a:pt x="6083" y="381000"/>
                  </a:lnTo>
                  <a:lnTo>
                    <a:pt x="3454" y="381000"/>
                  </a:lnTo>
                  <a:lnTo>
                    <a:pt x="2324" y="381457"/>
                  </a:lnTo>
                  <a:lnTo>
                    <a:pt x="469" y="383324"/>
                  </a:lnTo>
                  <a:lnTo>
                    <a:pt x="0" y="384441"/>
                  </a:lnTo>
                  <a:lnTo>
                    <a:pt x="0" y="387070"/>
                  </a:lnTo>
                  <a:lnTo>
                    <a:pt x="469" y="388188"/>
                  </a:lnTo>
                  <a:lnTo>
                    <a:pt x="2324" y="390055"/>
                  </a:lnTo>
                  <a:lnTo>
                    <a:pt x="3454" y="390512"/>
                  </a:lnTo>
                  <a:lnTo>
                    <a:pt x="6083" y="390512"/>
                  </a:lnTo>
                  <a:lnTo>
                    <a:pt x="7200" y="390055"/>
                  </a:lnTo>
                  <a:lnTo>
                    <a:pt x="9067" y="388188"/>
                  </a:lnTo>
                  <a:lnTo>
                    <a:pt x="9525" y="387070"/>
                  </a:lnTo>
                  <a:lnTo>
                    <a:pt x="9525" y="384441"/>
                  </a:lnTo>
                  <a:close/>
                </a:path>
                <a:path w="963295" h="3200400">
                  <a:moveTo>
                    <a:pt x="9525" y="336816"/>
                  </a:moveTo>
                  <a:lnTo>
                    <a:pt x="9067" y="335699"/>
                  </a:lnTo>
                  <a:lnTo>
                    <a:pt x="7200" y="333832"/>
                  </a:lnTo>
                  <a:lnTo>
                    <a:pt x="6083" y="333362"/>
                  </a:lnTo>
                  <a:lnTo>
                    <a:pt x="3454" y="333362"/>
                  </a:lnTo>
                  <a:lnTo>
                    <a:pt x="2324" y="333832"/>
                  </a:lnTo>
                  <a:lnTo>
                    <a:pt x="469" y="335699"/>
                  </a:lnTo>
                  <a:lnTo>
                    <a:pt x="0" y="336816"/>
                  </a:lnTo>
                  <a:lnTo>
                    <a:pt x="0" y="339445"/>
                  </a:lnTo>
                  <a:lnTo>
                    <a:pt x="469" y="340563"/>
                  </a:lnTo>
                  <a:lnTo>
                    <a:pt x="2324" y="342430"/>
                  </a:lnTo>
                  <a:lnTo>
                    <a:pt x="3454" y="342887"/>
                  </a:lnTo>
                  <a:lnTo>
                    <a:pt x="6083" y="342887"/>
                  </a:lnTo>
                  <a:lnTo>
                    <a:pt x="7200" y="342430"/>
                  </a:lnTo>
                  <a:lnTo>
                    <a:pt x="9067" y="340563"/>
                  </a:lnTo>
                  <a:lnTo>
                    <a:pt x="9525" y="339445"/>
                  </a:lnTo>
                  <a:lnTo>
                    <a:pt x="9525" y="336816"/>
                  </a:lnTo>
                  <a:close/>
                </a:path>
                <a:path w="963295" h="3200400">
                  <a:moveTo>
                    <a:pt x="9525" y="289191"/>
                  </a:moveTo>
                  <a:lnTo>
                    <a:pt x="9067" y="288074"/>
                  </a:lnTo>
                  <a:lnTo>
                    <a:pt x="7200" y="286207"/>
                  </a:lnTo>
                  <a:lnTo>
                    <a:pt x="6083" y="285750"/>
                  </a:lnTo>
                  <a:lnTo>
                    <a:pt x="3454" y="285750"/>
                  </a:lnTo>
                  <a:lnTo>
                    <a:pt x="2324" y="286207"/>
                  </a:lnTo>
                  <a:lnTo>
                    <a:pt x="469" y="288074"/>
                  </a:lnTo>
                  <a:lnTo>
                    <a:pt x="0" y="289191"/>
                  </a:lnTo>
                  <a:lnTo>
                    <a:pt x="0" y="291820"/>
                  </a:lnTo>
                  <a:lnTo>
                    <a:pt x="469" y="292938"/>
                  </a:lnTo>
                  <a:lnTo>
                    <a:pt x="2324" y="294805"/>
                  </a:lnTo>
                  <a:lnTo>
                    <a:pt x="3454" y="295262"/>
                  </a:lnTo>
                  <a:lnTo>
                    <a:pt x="6083" y="295262"/>
                  </a:lnTo>
                  <a:lnTo>
                    <a:pt x="7200" y="294805"/>
                  </a:lnTo>
                  <a:lnTo>
                    <a:pt x="9067" y="292938"/>
                  </a:lnTo>
                  <a:lnTo>
                    <a:pt x="9525" y="291820"/>
                  </a:lnTo>
                  <a:lnTo>
                    <a:pt x="9525" y="289191"/>
                  </a:lnTo>
                  <a:close/>
                </a:path>
                <a:path w="963295" h="3200400">
                  <a:moveTo>
                    <a:pt x="9525" y="241566"/>
                  </a:moveTo>
                  <a:lnTo>
                    <a:pt x="9067" y="240449"/>
                  </a:lnTo>
                  <a:lnTo>
                    <a:pt x="7200" y="238582"/>
                  </a:lnTo>
                  <a:lnTo>
                    <a:pt x="6083" y="238125"/>
                  </a:lnTo>
                  <a:lnTo>
                    <a:pt x="3454" y="238125"/>
                  </a:lnTo>
                  <a:lnTo>
                    <a:pt x="2324" y="238582"/>
                  </a:lnTo>
                  <a:lnTo>
                    <a:pt x="469" y="240449"/>
                  </a:lnTo>
                  <a:lnTo>
                    <a:pt x="0" y="241566"/>
                  </a:lnTo>
                  <a:lnTo>
                    <a:pt x="0" y="244195"/>
                  </a:lnTo>
                  <a:lnTo>
                    <a:pt x="469" y="245313"/>
                  </a:lnTo>
                  <a:lnTo>
                    <a:pt x="2324" y="247180"/>
                  </a:lnTo>
                  <a:lnTo>
                    <a:pt x="3454" y="247637"/>
                  </a:lnTo>
                  <a:lnTo>
                    <a:pt x="6083" y="247637"/>
                  </a:lnTo>
                  <a:lnTo>
                    <a:pt x="7200" y="247180"/>
                  </a:lnTo>
                  <a:lnTo>
                    <a:pt x="9067" y="245313"/>
                  </a:lnTo>
                  <a:lnTo>
                    <a:pt x="9525" y="244195"/>
                  </a:lnTo>
                  <a:lnTo>
                    <a:pt x="9525" y="241566"/>
                  </a:lnTo>
                  <a:close/>
                </a:path>
                <a:path w="963295" h="3200400">
                  <a:moveTo>
                    <a:pt x="9525" y="193941"/>
                  </a:moveTo>
                  <a:lnTo>
                    <a:pt x="9067" y="192824"/>
                  </a:lnTo>
                  <a:lnTo>
                    <a:pt x="7200" y="190957"/>
                  </a:lnTo>
                  <a:lnTo>
                    <a:pt x="6083" y="190500"/>
                  </a:lnTo>
                  <a:lnTo>
                    <a:pt x="3454" y="190500"/>
                  </a:lnTo>
                  <a:lnTo>
                    <a:pt x="2324" y="190957"/>
                  </a:lnTo>
                  <a:lnTo>
                    <a:pt x="469" y="192824"/>
                  </a:lnTo>
                  <a:lnTo>
                    <a:pt x="0" y="193941"/>
                  </a:lnTo>
                  <a:lnTo>
                    <a:pt x="0" y="196570"/>
                  </a:lnTo>
                  <a:lnTo>
                    <a:pt x="469" y="197688"/>
                  </a:lnTo>
                  <a:lnTo>
                    <a:pt x="2324" y="199555"/>
                  </a:lnTo>
                  <a:lnTo>
                    <a:pt x="3454" y="200012"/>
                  </a:lnTo>
                  <a:lnTo>
                    <a:pt x="6083" y="200012"/>
                  </a:lnTo>
                  <a:lnTo>
                    <a:pt x="7200" y="199555"/>
                  </a:lnTo>
                  <a:lnTo>
                    <a:pt x="9067" y="197688"/>
                  </a:lnTo>
                  <a:lnTo>
                    <a:pt x="9525" y="196570"/>
                  </a:lnTo>
                  <a:lnTo>
                    <a:pt x="9525" y="193941"/>
                  </a:lnTo>
                  <a:close/>
                </a:path>
                <a:path w="963295" h="3200400">
                  <a:moveTo>
                    <a:pt x="9525" y="146316"/>
                  </a:moveTo>
                  <a:lnTo>
                    <a:pt x="9067" y="145199"/>
                  </a:lnTo>
                  <a:lnTo>
                    <a:pt x="7200" y="143332"/>
                  </a:lnTo>
                  <a:lnTo>
                    <a:pt x="6083" y="142875"/>
                  </a:lnTo>
                  <a:lnTo>
                    <a:pt x="3454" y="142875"/>
                  </a:lnTo>
                  <a:lnTo>
                    <a:pt x="2324" y="143332"/>
                  </a:lnTo>
                  <a:lnTo>
                    <a:pt x="469" y="145199"/>
                  </a:lnTo>
                  <a:lnTo>
                    <a:pt x="0" y="146316"/>
                  </a:lnTo>
                  <a:lnTo>
                    <a:pt x="0" y="148945"/>
                  </a:lnTo>
                  <a:lnTo>
                    <a:pt x="469" y="150063"/>
                  </a:lnTo>
                  <a:lnTo>
                    <a:pt x="2324" y="151930"/>
                  </a:lnTo>
                  <a:lnTo>
                    <a:pt x="3454" y="152387"/>
                  </a:lnTo>
                  <a:lnTo>
                    <a:pt x="6083" y="152387"/>
                  </a:lnTo>
                  <a:lnTo>
                    <a:pt x="7200" y="151930"/>
                  </a:lnTo>
                  <a:lnTo>
                    <a:pt x="9067" y="150063"/>
                  </a:lnTo>
                  <a:lnTo>
                    <a:pt x="9525" y="148945"/>
                  </a:lnTo>
                  <a:lnTo>
                    <a:pt x="9525" y="146316"/>
                  </a:lnTo>
                  <a:close/>
                </a:path>
                <a:path w="963295" h="3200400">
                  <a:moveTo>
                    <a:pt x="9525" y="98691"/>
                  </a:moveTo>
                  <a:lnTo>
                    <a:pt x="9067" y="97574"/>
                  </a:lnTo>
                  <a:lnTo>
                    <a:pt x="7200" y="95707"/>
                  </a:lnTo>
                  <a:lnTo>
                    <a:pt x="6083" y="95237"/>
                  </a:lnTo>
                  <a:lnTo>
                    <a:pt x="3454" y="95237"/>
                  </a:lnTo>
                  <a:lnTo>
                    <a:pt x="2324" y="95707"/>
                  </a:lnTo>
                  <a:lnTo>
                    <a:pt x="469" y="97574"/>
                  </a:lnTo>
                  <a:lnTo>
                    <a:pt x="0" y="98691"/>
                  </a:lnTo>
                  <a:lnTo>
                    <a:pt x="0" y="101320"/>
                  </a:lnTo>
                  <a:lnTo>
                    <a:pt x="469" y="102438"/>
                  </a:lnTo>
                  <a:lnTo>
                    <a:pt x="2324" y="104305"/>
                  </a:lnTo>
                  <a:lnTo>
                    <a:pt x="3454" y="104762"/>
                  </a:lnTo>
                  <a:lnTo>
                    <a:pt x="6083" y="104762"/>
                  </a:lnTo>
                  <a:lnTo>
                    <a:pt x="7200" y="104305"/>
                  </a:lnTo>
                  <a:lnTo>
                    <a:pt x="9067" y="102438"/>
                  </a:lnTo>
                  <a:lnTo>
                    <a:pt x="9525" y="101320"/>
                  </a:lnTo>
                  <a:lnTo>
                    <a:pt x="9525" y="98691"/>
                  </a:lnTo>
                  <a:close/>
                </a:path>
                <a:path w="963295" h="3200400">
                  <a:moveTo>
                    <a:pt x="9525" y="51066"/>
                  </a:moveTo>
                  <a:lnTo>
                    <a:pt x="9067" y="49949"/>
                  </a:lnTo>
                  <a:lnTo>
                    <a:pt x="7200" y="48082"/>
                  </a:lnTo>
                  <a:lnTo>
                    <a:pt x="6083" y="47625"/>
                  </a:lnTo>
                  <a:lnTo>
                    <a:pt x="3454" y="47625"/>
                  </a:lnTo>
                  <a:lnTo>
                    <a:pt x="2324" y="48082"/>
                  </a:lnTo>
                  <a:lnTo>
                    <a:pt x="469" y="49949"/>
                  </a:lnTo>
                  <a:lnTo>
                    <a:pt x="0" y="51066"/>
                  </a:lnTo>
                  <a:lnTo>
                    <a:pt x="0" y="53695"/>
                  </a:lnTo>
                  <a:lnTo>
                    <a:pt x="469" y="54813"/>
                  </a:lnTo>
                  <a:lnTo>
                    <a:pt x="2324" y="56680"/>
                  </a:lnTo>
                  <a:lnTo>
                    <a:pt x="3454" y="57137"/>
                  </a:lnTo>
                  <a:lnTo>
                    <a:pt x="6083" y="57137"/>
                  </a:lnTo>
                  <a:lnTo>
                    <a:pt x="7200" y="56680"/>
                  </a:lnTo>
                  <a:lnTo>
                    <a:pt x="9067" y="54813"/>
                  </a:lnTo>
                  <a:lnTo>
                    <a:pt x="9525" y="53695"/>
                  </a:lnTo>
                  <a:lnTo>
                    <a:pt x="9525" y="51066"/>
                  </a:lnTo>
                  <a:close/>
                </a:path>
                <a:path w="963295" h="3200400">
                  <a:moveTo>
                    <a:pt x="9525" y="3441"/>
                  </a:moveTo>
                  <a:lnTo>
                    <a:pt x="9067" y="2324"/>
                  </a:lnTo>
                  <a:lnTo>
                    <a:pt x="7200" y="457"/>
                  </a:lnTo>
                  <a:lnTo>
                    <a:pt x="6083" y="0"/>
                  </a:lnTo>
                  <a:lnTo>
                    <a:pt x="3454" y="0"/>
                  </a:lnTo>
                  <a:lnTo>
                    <a:pt x="2324" y="457"/>
                  </a:lnTo>
                  <a:lnTo>
                    <a:pt x="469" y="2324"/>
                  </a:lnTo>
                  <a:lnTo>
                    <a:pt x="0" y="3441"/>
                  </a:lnTo>
                  <a:lnTo>
                    <a:pt x="0" y="6070"/>
                  </a:lnTo>
                  <a:lnTo>
                    <a:pt x="469" y="7188"/>
                  </a:lnTo>
                  <a:lnTo>
                    <a:pt x="2324" y="9055"/>
                  </a:lnTo>
                  <a:lnTo>
                    <a:pt x="3454" y="9512"/>
                  </a:lnTo>
                  <a:lnTo>
                    <a:pt x="6083" y="9512"/>
                  </a:lnTo>
                  <a:lnTo>
                    <a:pt x="7200" y="9055"/>
                  </a:lnTo>
                  <a:lnTo>
                    <a:pt x="9067" y="7188"/>
                  </a:lnTo>
                  <a:lnTo>
                    <a:pt x="9525" y="6070"/>
                  </a:lnTo>
                  <a:lnTo>
                    <a:pt x="9525" y="3441"/>
                  </a:lnTo>
                  <a:close/>
                </a:path>
                <a:path w="963295" h="3200400">
                  <a:moveTo>
                    <a:pt x="962748" y="3194316"/>
                  </a:moveTo>
                  <a:lnTo>
                    <a:pt x="962279" y="3193199"/>
                  </a:lnTo>
                  <a:lnTo>
                    <a:pt x="960424" y="3191332"/>
                  </a:lnTo>
                  <a:lnTo>
                    <a:pt x="959294" y="3190862"/>
                  </a:lnTo>
                  <a:lnTo>
                    <a:pt x="956665" y="3190862"/>
                  </a:lnTo>
                  <a:lnTo>
                    <a:pt x="955548" y="3191332"/>
                  </a:lnTo>
                  <a:lnTo>
                    <a:pt x="953681" y="3193199"/>
                  </a:lnTo>
                  <a:lnTo>
                    <a:pt x="953223" y="3194316"/>
                  </a:lnTo>
                  <a:lnTo>
                    <a:pt x="953223" y="3196945"/>
                  </a:lnTo>
                  <a:lnTo>
                    <a:pt x="953681" y="3198063"/>
                  </a:lnTo>
                  <a:lnTo>
                    <a:pt x="955548" y="3199930"/>
                  </a:lnTo>
                  <a:lnTo>
                    <a:pt x="956665" y="3200387"/>
                  </a:lnTo>
                  <a:lnTo>
                    <a:pt x="959294" y="3200387"/>
                  </a:lnTo>
                  <a:lnTo>
                    <a:pt x="960424" y="3199930"/>
                  </a:lnTo>
                  <a:lnTo>
                    <a:pt x="962279" y="3198063"/>
                  </a:lnTo>
                  <a:lnTo>
                    <a:pt x="962748" y="3196945"/>
                  </a:lnTo>
                  <a:lnTo>
                    <a:pt x="962748" y="3194316"/>
                  </a:lnTo>
                  <a:close/>
                </a:path>
                <a:path w="963295" h="3200400">
                  <a:moveTo>
                    <a:pt x="962748" y="3146691"/>
                  </a:moveTo>
                  <a:lnTo>
                    <a:pt x="962279" y="3145574"/>
                  </a:lnTo>
                  <a:lnTo>
                    <a:pt x="960424" y="3143707"/>
                  </a:lnTo>
                  <a:lnTo>
                    <a:pt x="959294" y="3143237"/>
                  </a:lnTo>
                  <a:lnTo>
                    <a:pt x="956665" y="3143237"/>
                  </a:lnTo>
                  <a:lnTo>
                    <a:pt x="955548" y="3143707"/>
                  </a:lnTo>
                  <a:lnTo>
                    <a:pt x="953681" y="3145574"/>
                  </a:lnTo>
                  <a:lnTo>
                    <a:pt x="953223" y="3146691"/>
                  </a:lnTo>
                  <a:lnTo>
                    <a:pt x="953223" y="3149320"/>
                  </a:lnTo>
                  <a:lnTo>
                    <a:pt x="953681" y="3150438"/>
                  </a:lnTo>
                  <a:lnTo>
                    <a:pt x="955548" y="3152305"/>
                  </a:lnTo>
                  <a:lnTo>
                    <a:pt x="956665" y="3152762"/>
                  </a:lnTo>
                  <a:lnTo>
                    <a:pt x="959294" y="3152762"/>
                  </a:lnTo>
                  <a:lnTo>
                    <a:pt x="960424" y="3152305"/>
                  </a:lnTo>
                  <a:lnTo>
                    <a:pt x="962279" y="3150438"/>
                  </a:lnTo>
                  <a:lnTo>
                    <a:pt x="962748" y="3149320"/>
                  </a:lnTo>
                  <a:lnTo>
                    <a:pt x="962748" y="3146691"/>
                  </a:lnTo>
                  <a:close/>
                </a:path>
                <a:path w="963295" h="3200400">
                  <a:moveTo>
                    <a:pt x="962748" y="3099066"/>
                  </a:moveTo>
                  <a:lnTo>
                    <a:pt x="962279" y="3097949"/>
                  </a:lnTo>
                  <a:lnTo>
                    <a:pt x="960424" y="3096082"/>
                  </a:lnTo>
                  <a:lnTo>
                    <a:pt x="959294" y="3095612"/>
                  </a:lnTo>
                  <a:lnTo>
                    <a:pt x="956665" y="3095612"/>
                  </a:lnTo>
                  <a:lnTo>
                    <a:pt x="955548" y="3096082"/>
                  </a:lnTo>
                  <a:lnTo>
                    <a:pt x="953681" y="3097949"/>
                  </a:lnTo>
                  <a:lnTo>
                    <a:pt x="953223" y="3099066"/>
                  </a:lnTo>
                  <a:lnTo>
                    <a:pt x="953223" y="3101695"/>
                  </a:lnTo>
                  <a:lnTo>
                    <a:pt x="953681" y="3102813"/>
                  </a:lnTo>
                  <a:lnTo>
                    <a:pt x="955548" y="3104680"/>
                  </a:lnTo>
                  <a:lnTo>
                    <a:pt x="956665" y="3105137"/>
                  </a:lnTo>
                  <a:lnTo>
                    <a:pt x="959294" y="3105137"/>
                  </a:lnTo>
                  <a:lnTo>
                    <a:pt x="960424" y="3104680"/>
                  </a:lnTo>
                  <a:lnTo>
                    <a:pt x="962279" y="3102813"/>
                  </a:lnTo>
                  <a:lnTo>
                    <a:pt x="962748" y="3101695"/>
                  </a:lnTo>
                  <a:lnTo>
                    <a:pt x="962748" y="3099066"/>
                  </a:lnTo>
                  <a:close/>
                </a:path>
                <a:path w="963295" h="3200400">
                  <a:moveTo>
                    <a:pt x="962748" y="3051441"/>
                  </a:moveTo>
                  <a:lnTo>
                    <a:pt x="962279" y="3050324"/>
                  </a:lnTo>
                  <a:lnTo>
                    <a:pt x="960424" y="3048457"/>
                  </a:lnTo>
                  <a:lnTo>
                    <a:pt x="959294" y="3047987"/>
                  </a:lnTo>
                  <a:lnTo>
                    <a:pt x="956665" y="3047987"/>
                  </a:lnTo>
                  <a:lnTo>
                    <a:pt x="955548" y="3048457"/>
                  </a:lnTo>
                  <a:lnTo>
                    <a:pt x="953681" y="3050324"/>
                  </a:lnTo>
                  <a:lnTo>
                    <a:pt x="953223" y="3051441"/>
                  </a:lnTo>
                  <a:lnTo>
                    <a:pt x="953223" y="3054070"/>
                  </a:lnTo>
                  <a:lnTo>
                    <a:pt x="953681" y="3055188"/>
                  </a:lnTo>
                  <a:lnTo>
                    <a:pt x="955548" y="3057055"/>
                  </a:lnTo>
                  <a:lnTo>
                    <a:pt x="956665" y="3057512"/>
                  </a:lnTo>
                  <a:lnTo>
                    <a:pt x="959294" y="3057512"/>
                  </a:lnTo>
                  <a:lnTo>
                    <a:pt x="960424" y="3057055"/>
                  </a:lnTo>
                  <a:lnTo>
                    <a:pt x="962279" y="3055188"/>
                  </a:lnTo>
                  <a:lnTo>
                    <a:pt x="962748" y="3054070"/>
                  </a:lnTo>
                  <a:lnTo>
                    <a:pt x="962748" y="3051441"/>
                  </a:lnTo>
                  <a:close/>
                </a:path>
                <a:path w="963295" h="3200400">
                  <a:moveTo>
                    <a:pt x="962748" y="3003816"/>
                  </a:moveTo>
                  <a:lnTo>
                    <a:pt x="962279" y="3002699"/>
                  </a:lnTo>
                  <a:lnTo>
                    <a:pt x="960424" y="3000832"/>
                  </a:lnTo>
                  <a:lnTo>
                    <a:pt x="959294" y="3000362"/>
                  </a:lnTo>
                  <a:lnTo>
                    <a:pt x="956665" y="3000362"/>
                  </a:lnTo>
                  <a:lnTo>
                    <a:pt x="955548" y="3000832"/>
                  </a:lnTo>
                  <a:lnTo>
                    <a:pt x="953681" y="3002699"/>
                  </a:lnTo>
                  <a:lnTo>
                    <a:pt x="953223" y="3003816"/>
                  </a:lnTo>
                  <a:lnTo>
                    <a:pt x="953223" y="3006445"/>
                  </a:lnTo>
                  <a:lnTo>
                    <a:pt x="953681" y="3007563"/>
                  </a:lnTo>
                  <a:lnTo>
                    <a:pt x="955548" y="3009430"/>
                  </a:lnTo>
                  <a:lnTo>
                    <a:pt x="956665" y="3009887"/>
                  </a:lnTo>
                  <a:lnTo>
                    <a:pt x="959294" y="3009887"/>
                  </a:lnTo>
                  <a:lnTo>
                    <a:pt x="960424" y="3009430"/>
                  </a:lnTo>
                  <a:lnTo>
                    <a:pt x="962279" y="3007563"/>
                  </a:lnTo>
                  <a:lnTo>
                    <a:pt x="962748" y="3006445"/>
                  </a:lnTo>
                  <a:lnTo>
                    <a:pt x="962748" y="3003816"/>
                  </a:lnTo>
                  <a:close/>
                </a:path>
                <a:path w="963295" h="3200400">
                  <a:moveTo>
                    <a:pt x="962748" y="2956191"/>
                  </a:moveTo>
                  <a:lnTo>
                    <a:pt x="962279" y="2955074"/>
                  </a:lnTo>
                  <a:lnTo>
                    <a:pt x="960424" y="2953207"/>
                  </a:lnTo>
                  <a:lnTo>
                    <a:pt x="959294" y="2952737"/>
                  </a:lnTo>
                  <a:lnTo>
                    <a:pt x="956665" y="2952737"/>
                  </a:lnTo>
                  <a:lnTo>
                    <a:pt x="955548" y="2953207"/>
                  </a:lnTo>
                  <a:lnTo>
                    <a:pt x="953681" y="2955074"/>
                  </a:lnTo>
                  <a:lnTo>
                    <a:pt x="953223" y="2956191"/>
                  </a:lnTo>
                  <a:lnTo>
                    <a:pt x="953223" y="2958820"/>
                  </a:lnTo>
                  <a:lnTo>
                    <a:pt x="953681" y="2959938"/>
                  </a:lnTo>
                  <a:lnTo>
                    <a:pt x="955548" y="2961805"/>
                  </a:lnTo>
                  <a:lnTo>
                    <a:pt x="956665" y="2962262"/>
                  </a:lnTo>
                  <a:lnTo>
                    <a:pt x="959294" y="2962262"/>
                  </a:lnTo>
                  <a:lnTo>
                    <a:pt x="960424" y="2961805"/>
                  </a:lnTo>
                  <a:lnTo>
                    <a:pt x="962279" y="2959938"/>
                  </a:lnTo>
                  <a:lnTo>
                    <a:pt x="962748" y="2958820"/>
                  </a:lnTo>
                  <a:lnTo>
                    <a:pt x="962748" y="2956191"/>
                  </a:lnTo>
                  <a:close/>
                </a:path>
                <a:path w="963295" h="3200400">
                  <a:moveTo>
                    <a:pt x="962748" y="2908566"/>
                  </a:moveTo>
                  <a:lnTo>
                    <a:pt x="962279" y="2907449"/>
                  </a:lnTo>
                  <a:lnTo>
                    <a:pt x="960424" y="2905582"/>
                  </a:lnTo>
                  <a:lnTo>
                    <a:pt x="959294" y="2905112"/>
                  </a:lnTo>
                  <a:lnTo>
                    <a:pt x="956665" y="2905112"/>
                  </a:lnTo>
                  <a:lnTo>
                    <a:pt x="955548" y="2905582"/>
                  </a:lnTo>
                  <a:lnTo>
                    <a:pt x="953681" y="2907449"/>
                  </a:lnTo>
                  <a:lnTo>
                    <a:pt x="953223" y="2908566"/>
                  </a:lnTo>
                  <a:lnTo>
                    <a:pt x="953223" y="2911195"/>
                  </a:lnTo>
                  <a:lnTo>
                    <a:pt x="953681" y="2912313"/>
                  </a:lnTo>
                  <a:lnTo>
                    <a:pt x="955548" y="2914180"/>
                  </a:lnTo>
                  <a:lnTo>
                    <a:pt x="956665" y="2914637"/>
                  </a:lnTo>
                  <a:lnTo>
                    <a:pt x="959294" y="2914637"/>
                  </a:lnTo>
                  <a:lnTo>
                    <a:pt x="960424" y="2914180"/>
                  </a:lnTo>
                  <a:lnTo>
                    <a:pt x="962279" y="2912313"/>
                  </a:lnTo>
                  <a:lnTo>
                    <a:pt x="962748" y="2911195"/>
                  </a:lnTo>
                  <a:lnTo>
                    <a:pt x="962748" y="2908566"/>
                  </a:lnTo>
                  <a:close/>
                </a:path>
                <a:path w="963295" h="3200400">
                  <a:moveTo>
                    <a:pt x="962748" y="2860941"/>
                  </a:moveTo>
                  <a:lnTo>
                    <a:pt x="962279" y="2859824"/>
                  </a:lnTo>
                  <a:lnTo>
                    <a:pt x="960424" y="2857957"/>
                  </a:lnTo>
                  <a:lnTo>
                    <a:pt x="959294" y="2857487"/>
                  </a:lnTo>
                  <a:lnTo>
                    <a:pt x="956665" y="2857487"/>
                  </a:lnTo>
                  <a:lnTo>
                    <a:pt x="955548" y="2857957"/>
                  </a:lnTo>
                  <a:lnTo>
                    <a:pt x="953681" y="2859824"/>
                  </a:lnTo>
                  <a:lnTo>
                    <a:pt x="953223" y="2860941"/>
                  </a:lnTo>
                  <a:lnTo>
                    <a:pt x="953223" y="2863570"/>
                  </a:lnTo>
                  <a:lnTo>
                    <a:pt x="953681" y="2864688"/>
                  </a:lnTo>
                  <a:lnTo>
                    <a:pt x="955548" y="2866555"/>
                  </a:lnTo>
                  <a:lnTo>
                    <a:pt x="956665" y="2867012"/>
                  </a:lnTo>
                  <a:lnTo>
                    <a:pt x="959294" y="2867012"/>
                  </a:lnTo>
                  <a:lnTo>
                    <a:pt x="960424" y="2866555"/>
                  </a:lnTo>
                  <a:lnTo>
                    <a:pt x="962279" y="2864688"/>
                  </a:lnTo>
                  <a:lnTo>
                    <a:pt x="962748" y="2863570"/>
                  </a:lnTo>
                  <a:lnTo>
                    <a:pt x="962748" y="2860941"/>
                  </a:lnTo>
                  <a:close/>
                </a:path>
                <a:path w="963295" h="3200400">
                  <a:moveTo>
                    <a:pt x="962748" y="2813316"/>
                  </a:moveTo>
                  <a:lnTo>
                    <a:pt x="962279" y="2812199"/>
                  </a:lnTo>
                  <a:lnTo>
                    <a:pt x="960424" y="2810332"/>
                  </a:lnTo>
                  <a:lnTo>
                    <a:pt x="959294" y="2809862"/>
                  </a:lnTo>
                  <a:lnTo>
                    <a:pt x="956665" y="2809862"/>
                  </a:lnTo>
                  <a:lnTo>
                    <a:pt x="955548" y="2810332"/>
                  </a:lnTo>
                  <a:lnTo>
                    <a:pt x="953681" y="2812199"/>
                  </a:lnTo>
                  <a:lnTo>
                    <a:pt x="953223" y="2813316"/>
                  </a:lnTo>
                  <a:lnTo>
                    <a:pt x="953223" y="2815945"/>
                  </a:lnTo>
                  <a:lnTo>
                    <a:pt x="953681" y="2817063"/>
                  </a:lnTo>
                  <a:lnTo>
                    <a:pt x="955548" y="2818930"/>
                  </a:lnTo>
                  <a:lnTo>
                    <a:pt x="956665" y="2819387"/>
                  </a:lnTo>
                  <a:lnTo>
                    <a:pt x="959294" y="2819387"/>
                  </a:lnTo>
                  <a:lnTo>
                    <a:pt x="960424" y="2818930"/>
                  </a:lnTo>
                  <a:lnTo>
                    <a:pt x="962279" y="2817063"/>
                  </a:lnTo>
                  <a:lnTo>
                    <a:pt x="962748" y="2815945"/>
                  </a:lnTo>
                  <a:lnTo>
                    <a:pt x="962748" y="2813316"/>
                  </a:lnTo>
                  <a:close/>
                </a:path>
                <a:path w="963295" h="3200400">
                  <a:moveTo>
                    <a:pt x="962748" y="2765691"/>
                  </a:moveTo>
                  <a:lnTo>
                    <a:pt x="962279" y="2764574"/>
                  </a:lnTo>
                  <a:lnTo>
                    <a:pt x="960424" y="2762707"/>
                  </a:lnTo>
                  <a:lnTo>
                    <a:pt x="959294" y="2762237"/>
                  </a:lnTo>
                  <a:lnTo>
                    <a:pt x="956665" y="2762237"/>
                  </a:lnTo>
                  <a:lnTo>
                    <a:pt x="955548" y="2762707"/>
                  </a:lnTo>
                  <a:lnTo>
                    <a:pt x="953681" y="2764574"/>
                  </a:lnTo>
                  <a:lnTo>
                    <a:pt x="953223" y="2765691"/>
                  </a:lnTo>
                  <a:lnTo>
                    <a:pt x="953223" y="2768320"/>
                  </a:lnTo>
                  <a:lnTo>
                    <a:pt x="953681" y="2769438"/>
                  </a:lnTo>
                  <a:lnTo>
                    <a:pt x="955548" y="2771305"/>
                  </a:lnTo>
                  <a:lnTo>
                    <a:pt x="956665" y="2771762"/>
                  </a:lnTo>
                  <a:lnTo>
                    <a:pt x="959294" y="2771762"/>
                  </a:lnTo>
                  <a:lnTo>
                    <a:pt x="960424" y="2771305"/>
                  </a:lnTo>
                  <a:lnTo>
                    <a:pt x="962279" y="2769438"/>
                  </a:lnTo>
                  <a:lnTo>
                    <a:pt x="962748" y="2768320"/>
                  </a:lnTo>
                  <a:lnTo>
                    <a:pt x="962748" y="2765691"/>
                  </a:lnTo>
                  <a:close/>
                </a:path>
                <a:path w="963295" h="3200400">
                  <a:moveTo>
                    <a:pt x="962748" y="2718066"/>
                  </a:moveTo>
                  <a:lnTo>
                    <a:pt x="962279" y="2716949"/>
                  </a:lnTo>
                  <a:lnTo>
                    <a:pt x="960424" y="2715082"/>
                  </a:lnTo>
                  <a:lnTo>
                    <a:pt x="959294" y="2714612"/>
                  </a:lnTo>
                  <a:lnTo>
                    <a:pt x="956665" y="2714612"/>
                  </a:lnTo>
                  <a:lnTo>
                    <a:pt x="955548" y="2715082"/>
                  </a:lnTo>
                  <a:lnTo>
                    <a:pt x="953681" y="2716949"/>
                  </a:lnTo>
                  <a:lnTo>
                    <a:pt x="953223" y="2718066"/>
                  </a:lnTo>
                  <a:lnTo>
                    <a:pt x="953223" y="2720695"/>
                  </a:lnTo>
                  <a:lnTo>
                    <a:pt x="953681" y="2721813"/>
                  </a:lnTo>
                  <a:lnTo>
                    <a:pt x="955548" y="2723680"/>
                  </a:lnTo>
                  <a:lnTo>
                    <a:pt x="956665" y="2724137"/>
                  </a:lnTo>
                  <a:lnTo>
                    <a:pt x="959294" y="2724137"/>
                  </a:lnTo>
                  <a:lnTo>
                    <a:pt x="960424" y="2723680"/>
                  </a:lnTo>
                  <a:lnTo>
                    <a:pt x="962279" y="2721813"/>
                  </a:lnTo>
                  <a:lnTo>
                    <a:pt x="962748" y="2720695"/>
                  </a:lnTo>
                  <a:lnTo>
                    <a:pt x="962748" y="2718066"/>
                  </a:lnTo>
                  <a:close/>
                </a:path>
                <a:path w="963295" h="3200400">
                  <a:moveTo>
                    <a:pt x="962748" y="2670441"/>
                  </a:moveTo>
                  <a:lnTo>
                    <a:pt x="962279" y="2669324"/>
                  </a:lnTo>
                  <a:lnTo>
                    <a:pt x="960424" y="2667457"/>
                  </a:lnTo>
                  <a:lnTo>
                    <a:pt x="959294" y="2666987"/>
                  </a:lnTo>
                  <a:lnTo>
                    <a:pt x="956665" y="2666987"/>
                  </a:lnTo>
                  <a:lnTo>
                    <a:pt x="955548" y="2667457"/>
                  </a:lnTo>
                  <a:lnTo>
                    <a:pt x="953681" y="2669324"/>
                  </a:lnTo>
                  <a:lnTo>
                    <a:pt x="953223" y="2670441"/>
                  </a:lnTo>
                  <a:lnTo>
                    <a:pt x="953223" y="2673070"/>
                  </a:lnTo>
                  <a:lnTo>
                    <a:pt x="953681" y="2674188"/>
                  </a:lnTo>
                  <a:lnTo>
                    <a:pt x="955548" y="2676055"/>
                  </a:lnTo>
                  <a:lnTo>
                    <a:pt x="956665" y="2676512"/>
                  </a:lnTo>
                  <a:lnTo>
                    <a:pt x="959294" y="2676512"/>
                  </a:lnTo>
                  <a:lnTo>
                    <a:pt x="960424" y="2676055"/>
                  </a:lnTo>
                  <a:lnTo>
                    <a:pt x="962279" y="2674188"/>
                  </a:lnTo>
                  <a:lnTo>
                    <a:pt x="962748" y="2673070"/>
                  </a:lnTo>
                  <a:lnTo>
                    <a:pt x="962748" y="2670441"/>
                  </a:lnTo>
                  <a:close/>
                </a:path>
                <a:path w="963295" h="3200400">
                  <a:moveTo>
                    <a:pt x="962748" y="2622816"/>
                  </a:moveTo>
                  <a:lnTo>
                    <a:pt x="962279" y="2621699"/>
                  </a:lnTo>
                  <a:lnTo>
                    <a:pt x="960424" y="2619832"/>
                  </a:lnTo>
                  <a:lnTo>
                    <a:pt x="959294" y="2619362"/>
                  </a:lnTo>
                  <a:lnTo>
                    <a:pt x="956665" y="2619362"/>
                  </a:lnTo>
                  <a:lnTo>
                    <a:pt x="955548" y="2619832"/>
                  </a:lnTo>
                  <a:lnTo>
                    <a:pt x="953681" y="2621699"/>
                  </a:lnTo>
                  <a:lnTo>
                    <a:pt x="953223" y="2622816"/>
                  </a:lnTo>
                  <a:lnTo>
                    <a:pt x="953223" y="2625445"/>
                  </a:lnTo>
                  <a:lnTo>
                    <a:pt x="953681" y="2626563"/>
                  </a:lnTo>
                  <a:lnTo>
                    <a:pt x="955548" y="2628430"/>
                  </a:lnTo>
                  <a:lnTo>
                    <a:pt x="956665" y="2628887"/>
                  </a:lnTo>
                  <a:lnTo>
                    <a:pt x="959294" y="2628887"/>
                  </a:lnTo>
                  <a:lnTo>
                    <a:pt x="960424" y="2628430"/>
                  </a:lnTo>
                  <a:lnTo>
                    <a:pt x="962279" y="2626563"/>
                  </a:lnTo>
                  <a:lnTo>
                    <a:pt x="962748" y="2625445"/>
                  </a:lnTo>
                  <a:lnTo>
                    <a:pt x="962748" y="2622816"/>
                  </a:lnTo>
                  <a:close/>
                </a:path>
                <a:path w="963295" h="3200400">
                  <a:moveTo>
                    <a:pt x="962748" y="2575191"/>
                  </a:moveTo>
                  <a:lnTo>
                    <a:pt x="962279" y="2574074"/>
                  </a:lnTo>
                  <a:lnTo>
                    <a:pt x="960424" y="2572207"/>
                  </a:lnTo>
                  <a:lnTo>
                    <a:pt x="959294" y="2571737"/>
                  </a:lnTo>
                  <a:lnTo>
                    <a:pt x="956665" y="2571737"/>
                  </a:lnTo>
                  <a:lnTo>
                    <a:pt x="955548" y="2572207"/>
                  </a:lnTo>
                  <a:lnTo>
                    <a:pt x="953681" y="2574074"/>
                  </a:lnTo>
                  <a:lnTo>
                    <a:pt x="953223" y="2575191"/>
                  </a:lnTo>
                  <a:lnTo>
                    <a:pt x="953223" y="2577820"/>
                  </a:lnTo>
                  <a:lnTo>
                    <a:pt x="953681" y="2578938"/>
                  </a:lnTo>
                  <a:lnTo>
                    <a:pt x="955548" y="2580805"/>
                  </a:lnTo>
                  <a:lnTo>
                    <a:pt x="956665" y="2581262"/>
                  </a:lnTo>
                  <a:lnTo>
                    <a:pt x="959294" y="2581262"/>
                  </a:lnTo>
                  <a:lnTo>
                    <a:pt x="960424" y="2580805"/>
                  </a:lnTo>
                  <a:lnTo>
                    <a:pt x="962279" y="2578938"/>
                  </a:lnTo>
                  <a:lnTo>
                    <a:pt x="962748" y="2577820"/>
                  </a:lnTo>
                  <a:lnTo>
                    <a:pt x="962748" y="2575191"/>
                  </a:lnTo>
                  <a:close/>
                </a:path>
                <a:path w="963295" h="3200400">
                  <a:moveTo>
                    <a:pt x="962748" y="2527566"/>
                  </a:moveTo>
                  <a:lnTo>
                    <a:pt x="962279" y="2526449"/>
                  </a:lnTo>
                  <a:lnTo>
                    <a:pt x="960424" y="2524582"/>
                  </a:lnTo>
                  <a:lnTo>
                    <a:pt x="959294" y="2524112"/>
                  </a:lnTo>
                  <a:lnTo>
                    <a:pt x="956665" y="2524112"/>
                  </a:lnTo>
                  <a:lnTo>
                    <a:pt x="955548" y="2524582"/>
                  </a:lnTo>
                  <a:lnTo>
                    <a:pt x="953681" y="2526449"/>
                  </a:lnTo>
                  <a:lnTo>
                    <a:pt x="953223" y="2527566"/>
                  </a:lnTo>
                  <a:lnTo>
                    <a:pt x="953223" y="2530195"/>
                  </a:lnTo>
                  <a:lnTo>
                    <a:pt x="953681" y="2531313"/>
                  </a:lnTo>
                  <a:lnTo>
                    <a:pt x="955548" y="2533180"/>
                  </a:lnTo>
                  <a:lnTo>
                    <a:pt x="956665" y="2533637"/>
                  </a:lnTo>
                  <a:lnTo>
                    <a:pt x="959294" y="2533637"/>
                  </a:lnTo>
                  <a:lnTo>
                    <a:pt x="960424" y="2533180"/>
                  </a:lnTo>
                  <a:lnTo>
                    <a:pt x="962279" y="2531313"/>
                  </a:lnTo>
                  <a:lnTo>
                    <a:pt x="962748" y="2530195"/>
                  </a:lnTo>
                  <a:lnTo>
                    <a:pt x="962748" y="2527566"/>
                  </a:lnTo>
                  <a:close/>
                </a:path>
                <a:path w="963295" h="3200400">
                  <a:moveTo>
                    <a:pt x="962748" y="2479941"/>
                  </a:moveTo>
                  <a:lnTo>
                    <a:pt x="962279" y="2478824"/>
                  </a:lnTo>
                  <a:lnTo>
                    <a:pt x="960424" y="2476957"/>
                  </a:lnTo>
                  <a:lnTo>
                    <a:pt x="959294" y="2476487"/>
                  </a:lnTo>
                  <a:lnTo>
                    <a:pt x="956665" y="2476487"/>
                  </a:lnTo>
                  <a:lnTo>
                    <a:pt x="955548" y="2476957"/>
                  </a:lnTo>
                  <a:lnTo>
                    <a:pt x="953681" y="2478824"/>
                  </a:lnTo>
                  <a:lnTo>
                    <a:pt x="953223" y="2479941"/>
                  </a:lnTo>
                  <a:lnTo>
                    <a:pt x="953223" y="2482570"/>
                  </a:lnTo>
                  <a:lnTo>
                    <a:pt x="953681" y="2483688"/>
                  </a:lnTo>
                  <a:lnTo>
                    <a:pt x="955548" y="2485555"/>
                  </a:lnTo>
                  <a:lnTo>
                    <a:pt x="956665" y="2486012"/>
                  </a:lnTo>
                  <a:lnTo>
                    <a:pt x="959294" y="2486012"/>
                  </a:lnTo>
                  <a:lnTo>
                    <a:pt x="960424" y="2485555"/>
                  </a:lnTo>
                  <a:lnTo>
                    <a:pt x="962279" y="2483688"/>
                  </a:lnTo>
                  <a:lnTo>
                    <a:pt x="962748" y="2482570"/>
                  </a:lnTo>
                  <a:lnTo>
                    <a:pt x="962748" y="2479941"/>
                  </a:lnTo>
                  <a:close/>
                </a:path>
                <a:path w="963295" h="3200400">
                  <a:moveTo>
                    <a:pt x="962748" y="2432316"/>
                  </a:moveTo>
                  <a:lnTo>
                    <a:pt x="962279" y="2431199"/>
                  </a:lnTo>
                  <a:lnTo>
                    <a:pt x="960424" y="2429332"/>
                  </a:lnTo>
                  <a:lnTo>
                    <a:pt x="959294" y="2428862"/>
                  </a:lnTo>
                  <a:lnTo>
                    <a:pt x="956665" y="2428862"/>
                  </a:lnTo>
                  <a:lnTo>
                    <a:pt x="955548" y="2429332"/>
                  </a:lnTo>
                  <a:lnTo>
                    <a:pt x="953681" y="2431199"/>
                  </a:lnTo>
                  <a:lnTo>
                    <a:pt x="953223" y="2432316"/>
                  </a:lnTo>
                  <a:lnTo>
                    <a:pt x="953223" y="2434945"/>
                  </a:lnTo>
                  <a:lnTo>
                    <a:pt x="953681" y="2436063"/>
                  </a:lnTo>
                  <a:lnTo>
                    <a:pt x="955548" y="2437930"/>
                  </a:lnTo>
                  <a:lnTo>
                    <a:pt x="956665" y="2438387"/>
                  </a:lnTo>
                  <a:lnTo>
                    <a:pt x="959294" y="2438387"/>
                  </a:lnTo>
                  <a:lnTo>
                    <a:pt x="960424" y="2437930"/>
                  </a:lnTo>
                  <a:lnTo>
                    <a:pt x="962279" y="2436063"/>
                  </a:lnTo>
                  <a:lnTo>
                    <a:pt x="962748" y="2434945"/>
                  </a:lnTo>
                  <a:lnTo>
                    <a:pt x="962748" y="2432316"/>
                  </a:lnTo>
                  <a:close/>
                </a:path>
                <a:path w="963295" h="3200400">
                  <a:moveTo>
                    <a:pt x="962748" y="2384691"/>
                  </a:moveTo>
                  <a:lnTo>
                    <a:pt x="962279" y="2383574"/>
                  </a:lnTo>
                  <a:lnTo>
                    <a:pt x="960424" y="2381707"/>
                  </a:lnTo>
                  <a:lnTo>
                    <a:pt x="959294" y="2381237"/>
                  </a:lnTo>
                  <a:lnTo>
                    <a:pt x="956665" y="2381237"/>
                  </a:lnTo>
                  <a:lnTo>
                    <a:pt x="955548" y="2381707"/>
                  </a:lnTo>
                  <a:lnTo>
                    <a:pt x="953681" y="2383574"/>
                  </a:lnTo>
                  <a:lnTo>
                    <a:pt x="953223" y="2384691"/>
                  </a:lnTo>
                  <a:lnTo>
                    <a:pt x="953223" y="2387320"/>
                  </a:lnTo>
                  <a:lnTo>
                    <a:pt x="953681" y="2388438"/>
                  </a:lnTo>
                  <a:lnTo>
                    <a:pt x="955548" y="2390305"/>
                  </a:lnTo>
                  <a:lnTo>
                    <a:pt x="956665" y="2390762"/>
                  </a:lnTo>
                  <a:lnTo>
                    <a:pt x="959294" y="2390762"/>
                  </a:lnTo>
                  <a:lnTo>
                    <a:pt x="960424" y="2390305"/>
                  </a:lnTo>
                  <a:lnTo>
                    <a:pt x="962279" y="2388438"/>
                  </a:lnTo>
                  <a:lnTo>
                    <a:pt x="962748" y="2387320"/>
                  </a:lnTo>
                  <a:lnTo>
                    <a:pt x="962748" y="2384691"/>
                  </a:lnTo>
                  <a:close/>
                </a:path>
                <a:path w="963295" h="3200400">
                  <a:moveTo>
                    <a:pt x="962748" y="2337066"/>
                  </a:moveTo>
                  <a:lnTo>
                    <a:pt x="962279" y="2335949"/>
                  </a:lnTo>
                  <a:lnTo>
                    <a:pt x="960424" y="2334082"/>
                  </a:lnTo>
                  <a:lnTo>
                    <a:pt x="959294" y="2333612"/>
                  </a:lnTo>
                  <a:lnTo>
                    <a:pt x="956665" y="2333612"/>
                  </a:lnTo>
                  <a:lnTo>
                    <a:pt x="955548" y="2334082"/>
                  </a:lnTo>
                  <a:lnTo>
                    <a:pt x="953681" y="2335949"/>
                  </a:lnTo>
                  <a:lnTo>
                    <a:pt x="953223" y="2337066"/>
                  </a:lnTo>
                  <a:lnTo>
                    <a:pt x="953223" y="2339695"/>
                  </a:lnTo>
                  <a:lnTo>
                    <a:pt x="953681" y="2340813"/>
                  </a:lnTo>
                  <a:lnTo>
                    <a:pt x="955548" y="2342680"/>
                  </a:lnTo>
                  <a:lnTo>
                    <a:pt x="956665" y="2343137"/>
                  </a:lnTo>
                  <a:lnTo>
                    <a:pt x="959294" y="2343137"/>
                  </a:lnTo>
                  <a:lnTo>
                    <a:pt x="960424" y="2342680"/>
                  </a:lnTo>
                  <a:lnTo>
                    <a:pt x="962279" y="2340813"/>
                  </a:lnTo>
                  <a:lnTo>
                    <a:pt x="962748" y="2339695"/>
                  </a:lnTo>
                  <a:lnTo>
                    <a:pt x="962748" y="2337066"/>
                  </a:lnTo>
                  <a:close/>
                </a:path>
                <a:path w="963295" h="3200400">
                  <a:moveTo>
                    <a:pt x="962748" y="2289441"/>
                  </a:moveTo>
                  <a:lnTo>
                    <a:pt x="962279" y="2288324"/>
                  </a:lnTo>
                  <a:lnTo>
                    <a:pt x="960424" y="2286457"/>
                  </a:lnTo>
                  <a:lnTo>
                    <a:pt x="959294" y="2286000"/>
                  </a:lnTo>
                  <a:lnTo>
                    <a:pt x="956665" y="2286000"/>
                  </a:lnTo>
                  <a:lnTo>
                    <a:pt x="955548" y="2286457"/>
                  </a:lnTo>
                  <a:lnTo>
                    <a:pt x="953681" y="2288324"/>
                  </a:lnTo>
                  <a:lnTo>
                    <a:pt x="953223" y="2289441"/>
                  </a:lnTo>
                  <a:lnTo>
                    <a:pt x="953223" y="2292070"/>
                  </a:lnTo>
                  <a:lnTo>
                    <a:pt x="953681" y="2293188"/>
                  </a:lnTo>
                  <a:lnTo>
                    <a:pt x="955548" y="2295055"/>
                  </a:lnTo>
                  <a:lnTo>
                    <a:pt x="956665" y="2295512"/>
                  </a:lnTo>
                  <a:lnTo>
                    <a:pt x="959294" y="2295512"/>
                  </a:lnTo>
                  <a:lnTo>
                    <a:pt x="960424" y="2295055"/>
                  </a:lnTo>
                  <a:lnTo>
                    <a:pt x="962279" y="2293188"/>
                  </a:lnTo>
                  <a:lnTo>
                    <a:pt x="962748" y="2292070"/>
                  </a:lnTo>
                  <a:lnTo>
                    <a:pt x="962748" y="2289441"/>
                  </a:lnTo>
                  <a:close/>
                </a:path>
                <a:path w="963295" h="3200400">
                  <a:moveTo>
                    <a:pt x="962748" y="2241816"/>
                  </a:moveTo>
                  <a:lnTo>
                    <a:pt x="962279" y="2240699"/>
                  </a:lnTo>
                  <a:lnTo>
                    <a:pt x="960424" y="2238832"/>
                  </a:lnTo>
                  <a:lnTo>
                    <a:pt x="959294" y="2238362"/>
                  </a:lnTo>
                  <a:lnTo>
                    <a:pt x="956665" y="2238362"/>
                  </a:lnTo>
                  <a:lnTo>
                    <a:pt x="955548" y="2238832"/>
                  </a:lnTo>
                  <a:lnTo>
                    <a:pt x="953681" y="2240699"/>
                  </a:lnTo>
                  <a:lnTo>
                    <a:pt x="953223" y="2241816"/>
                  </a:lnTo>
                  <a:lnTo>
                    <a:pt x="953223" y="2244445"/>
                  </a:lnTo>
                  <a:lnTo>
                    <a:pt x="953681" y="2245563"/>
                  </a:lnTo>
                  <a:lnTo>
                    <a:pt x="955548" y="2247430"/>
                  </a:lnTo>
                  <a:lnTo>
                    <a:pt x="956665" y="2247887"/>
                  </a:lnTo>
                  <a:lnTo>
                    <a:pt x="959294" y="2247887"/>
                  </a:lnTo>
                  <a:lnTo>
                    <a:pt x="960424" y="2247430"/>
                  </a:lnTo>
                  <a:lnTo>
                    <a:pt x="962279" y="2245563"/>
                  </a:lnTo>
                  <a:lnTo>
                    <a:pt x="962748" y="2244445"/>
                  </a:lnTo>
                  <a:lnTo>
                    <a:pt x="962748" y="2241816"/>
                  </a:lnTo>
                  <a:close/>
                </a:path>
                <a:path w="963295" h="3200400">
                  <a:moveTo>
                    <a:pt x="962748" y="2194191"/>
                  </a:moveTo>
                  <a:lnTo>
                    <a:pt x="962279" y="2193074"/>
                  </a:lnTo>
                  <a:lnTo>
                    <a:pt x="960424" y="2191207"/>
                  </a:lnTo>
                  <a:lnTo>
                    <a:pt x="959294" y="2190737"/>
                  </a:lnTo>
                  <a:lnTo>
                    <a:pt x="956665" y="2190737"/>
                  </a:lnTo>
                  <a:lnTo>
                    <a:pt x="955548" y="2191207"/>
                  </a:lnTo>
                  <a:lnTo>
                    <a:pt x="953681" y="2193074"/>
                  </a:lnTo>
                  <a:lnTo>
                    <a:pt x="953223" y="2194191"/>
                  </a:lnTo>
                  <a:lnTo>
                    <a:pt x="953223" y="2196820"/>
                  </a:lnTo>
                  <a:lnTo>
                    <a:pt x="953681" y="2197938"/>
                  </a:lnTo>
                  <a:lnTo>
                    <a:pt x="955548" y="2199805"/>
                  </a:lnTo>
                  <a:lnTo>
                    <a:pt x="956665" y="2200262"/>
                  </a:lnTo>
                  <a:lnTo>
                    <a:pt x="959294" y="2200262"/>
                  </a:lnTo>
                  <a:lnTo>
                    <a:pt x="960424" y="2199805"/>
                  </a:lnTo>
                  <a:lnTo>
                    <a:pt x="962279" y="2197938"/>
                  </a:lnTo>
                  <a:lnTo>
                    <a:pt x="962748" y="2196820"/>
                  </a:lnTo>
                  <a:lnTo>
                    <a:pt x="962748" y="2194191"/>
                  </a:lnTo>
                  <a:close/>
                </a:path>
                <a:path w="963295" h="3200400">
                  <a:moveTo>
                    <a:pt x="962748" y="2146566"/>
                  </a:moveTo>
                  <a:lnTo>
                    <a:pt x="962279" y="2145449"/>
                  </a:lnTo>
                  <a:lnTo>
                    <a:pt x="960424" y="2143582"/>
                  </a:lnTo>
                  <a:lnTo>
                    <a:pt x="959294" y="2143112"/>
                  </a:lnTo>
                  <a:lnTo>
                    <a:pt x="956665" y="2143112"/>
                  </a:lnTo>
                  <a:lnTo>
                    <a:pt x="955548" y="2143582"/>
                  </a:lnTo>
                  <a:lnTo>
                    <a:pt x="953681" y="2145449"/>
                  </a:lnTo>
                  <a:lnTo>
                    <a:pt x="953223" y="2146566"/>
                  </a:lnTo>
                  <a:lnTo>
                    <a:pt x="953223" y="2149195"/>
                  </a:lnTo>
                  <a:lnTo>
                    <a:pt x="953681" y="2150313"/>
                  </a:lnTo>
                  <a:lnTo>
                    <a:pt x="955548" y="2152180"/>
                  </a:lnTo>
                  <a:lnTo>
                    <a:pt x="956665" y="2152637"/>
                  </a:lnTo>
                  <a:lnTo>
                    <a:pt x="959294" y="2152637"/>
                  </a:lnTo>
                  <a:lnTo>
                    <a:pt x="960424" y="2152180"/>
                  </a:lnTo>
                  <a:lnTo>
                    <a:pt x="962279" y="2150313"/>
                  </a:lnTo>
                  <a:lnTo>
                    <a:pt x="962748" y="2149195"/>
                  </a:lnTo>
                  <a:lnTo>
                    <a:pt x="962748" y="2146566"/>
                  </a:lnTo>
                  <a:close/>
                </a:path>
                <a:path w="963295" h="3200400">
                  <a:moveTo>
                    <a:pt x="962748" y="2098941"/>
                  </a:moveTo>
                  <a:lnTo>
                    <a:pt x="962279" y="2097824"/>
                  </a:lnTo>
                  <a:lnTo>
                    <a:pt x="960424" y="2095957"/>
                  </a:lnTo>
                  <a:lnTo>
                    <a:pt x="959294" y="2095487"/>
                  </a:lnTo>
                  <a:lnTo>
                    <a:pt x="956665" y="2095487"/>
                  </a:lnTo>
                  <a:lnTo>
                    <a:pt x="955548" y="2095957"/>
                  </a:lnTo>
                  <a:lnTo>
                    <a:pt x="953681" y="2097824"/>
                  </a:lnTo>
                  <a:lnTo>
                    <a:pt x="953223" y="2098941"/>
                  </a:lnTo>
                  <a:lnTo>
                    <a:pt x="953223" y="2101570"/>
                  </a:lnTo>
                  <a:lnTo>
                    <a:pt x="953681" y="2102688"/>
                  </a:lnTo>
                  <a:lnTo>
                    <a:pt x="955548" y="2104555"/>
                  </a:lnTo>
                  <a:lnTo>
                    <a:pt x="956665" y="2105012"/>
                  </a:lnTo>
                  <a:lnTo>
                    <a:pt x="959294" y="2105012"/>
                  </a:lnTo>
                  <a:lnTo>
                    <a:pt x="960424" y="2104555"/>
                  </a:lnTo>
                  <a:lnTo>
                    <a:pt x="962279" y="2102688"/>
                  </a:lnTo>
                  <a:lnTo>
                    <a:pt x="962748" y="2101570"/>
                  </a:lnTo>
                  <a:lnTo>
                    <a:pt x="962748" y="2098941"/>
                  </a:lnTo>
                  <a:close/>
                </a:path>
                <a:path w="963295" h="3200400">
                  <a:moveTo>
                    <a:pt x="962748" y="2051316"/>
                  </a:moveTo>
                  <a:lnTo>
                    <a:pt x="962279" y="2050199"/>
                  </a:lnTo>
                  <a:lnTo>
                    <a:pt x="960424" y="2048332"/>
                  </a:lnTo>
                  <a:lnTo>
                    <a:pt x="959294" y="2047862"/>
                  </a:lnTo>
                  <a:lnTo>
                    <a:pt x="956665" y="2047862"/>
                  </a:lnTo>
                  <a:lnTo>
                    <a:pt x="955548" y="2048332"/>
                  </a:lnTo>
                  <a:lnTo>
                    <a:pt x="953681" y="2050199"/>
                  </a:lnTo>
                  <a:lnTo>
                    <a:pt x="953223" y="2051316"/>
                  </a:lnTo>
                  <a:lnTo>
                    <a:pt x="953223" y="2053945"/>
                  </a:lnTo>
                  <a:lnTo>
                    <a:pt x="953681" y="2055063"/>
                  </a:lnTo>
                  <a:lnTo>
                    <a:pt x="955548" y="2056930"/>
                  </a:lnTo>
                  <a:lnTo>
                    <a:pt x="956665" y="2057387"/>
                  </a:lnTo>
                  <a:lnTo>
                    <a:pt x="959294" y="2057387"/>
                  </a:lnTo>
                  <a:lnTo>
                    <a:pt x="960424" y="2056930"/>
                  </a:lnTo>
                  <a:lnTo>
                    <a:pt x="962279" y="2055063"/>
                  </a:lnTo>
                  <a:lnTo>
                    <a:pt x="962748" y="2053945"/>
                  </a:lnTo>
                  <a:lnTo>
                    <a:pt x="962748" y="2051316"/>
                  </a:lnTo>
                  <a:close/>
                </a:path>
                <a:path w="963295" h="3200400">
                  <a:moveTo>
                    <a:pt x="962748" y="2003691"/>
                  </a:moveTo>
                  <a:lnTo>
                    <a:pt x="962279" y="2002574"/>
                  </a:lnTo>
                  <a:lnTo>
                    <a:pt x="960424" y="2000707"/>
                  </a:lnTo>
                  <a:lnTo>
                    <a:pt x="959294" y="2000237"/>
                  </a:lnTo>
                  <a:lnTo>
                    <a:pt x="956665" y="2000237"/>
                  </a:lnTo>
                  <a:lnTo>
                    <a:pt x="955548" y="2000707"/>
                  </a:lnTo>
                  <a:lnTo>
                    <a:pt x="953681" y="2002574"/>
                  </a:lnTo>
                  <a:lnTo>
                    <a:pt x="953223" y="2003691"/>
                  </a:lnTo>
                  <a:lnTo>
                    <a:pt x="953223" y="2006320"/>
                  </a:lnTo>
                  <a:lnTo>
                    <a:pt x="953681" y="2007438"/>
                  </a:lnTo>
                  <a:lnTo>
                    <a:pt x="955548" y="2009305"/>
                  </a:lnTo>
                  <a:lnTo>
                    <a:pt x="956665" y="2009762"/>
                  </a:lnTo>
                  <a:lnTo>
                    <a:pt x="959294" y="2009762"/>
                  </a:lnTo>
                  <a:lnTo>
                    <a:pt x="960424" y="2009305"/>
                  </a:lnTo>
                  <a:lnTo>
                    <a:pt x="962279" y="2007438"/>
                  </a:lnTo>
                  <a:lnTo>
                    <a:pt x="962748" y="2006320"/>
                  </a:lnTo>
                  <a:lnTo>
                    <a:pt x="962748" y="2003691"/>
                  </a:lnTo>
                  <a:close/>
                </a:path>
                <a:path w="963295" h="3200400">
                  <a:moveTo>
                    <a:pt x="962748" y="1956066"/>
                  </a:moveTo>
                  <a:lnTo>
                    <a:pt x="962279" y="1954949"/>
                  </a:lnTo>
                  <a:lnTo>
                    <a:pt x="960424" y="1953082"/>
                  </a:lnTo>
                  <a:lnTo>
                    <a:pt x="959294" y="1952625"/>
                  </a:lnTo>
                  <a:lnTo>
                    <a:pt x="956665" y="1952625"/>
                  </a:lnTo>
                  <a:lnTo>
                    <a:pt x="955548" y="1953082"/>
                  </a:lnTo>
                  <a:lnTo>
                    <a:pt x="953681" y="1954949"/>
                  </a:lnTo>
                  <a:lnTo>
                    <a:pt x="953223" y="1956066"/>
                  </a:lnTo>
                  <a:lnTo>
                    <a:pt x="953223" y="1958695"/>
                  </a:lnTo>
                  <a:lnTo>
                    <a:pt x="953681" y="1959813"/>
                  </a:lnTo>
                  <a:lnTo>
                    <a:pt x="955548" y="1961680"/>
                  </a:lnTo>
                  <a:lnTo>
                    <a:pt x="956665" y="1962137"/>
                  </a:lnTo>
                  <a:lnTo>
                    <a:pt x="959294" y="1962137"/>
                  </a:lnTo>
                  <a:lnTo>
                    <a:pt x="960424" y="1961680"/>
                  </a:lnTo>
                  <a:lnTo>
                    <a:pt x="962279" y="1959813"/>
                  </a:lnTo>
                  <a:lnTo>
                    <a:pt x="962748" y="1958695"/>
                  </a:lnTo>
                  <a:lnTo>
                    <a:pt x="962748" y="1956066"/>
                  </a:lnTo>
                  <a:close/>
                </a:path>
                <a:path w="963295" h="3200400">
                  <a:moveTo>
                    <a:pt x="962748" y="1908441"/>
                  </a:moveTo>
                  <a:lnTo>
                    <a:pt x="962279" y="1907324"/>
                  </a:lnTo>
                  <a:lnTo>
                    <a:pt x="960424" y="1905457"/>
                  </a:lnTo>
                  <a:lnTo>
                    <a:pt x="959294" y="1905000"/>
                  </a:lnTo>
                  <a:lnTo>
                    <a:pt x="956665" y="1905000"/>
                  </a:lnTo>
                  <a:lnTo>
                    <a:pt x="955548" y="1905457"/>
                  </a:lnTo>
                  <a:lnTo>
                    <a:pt x="953681" y="1907324"/>
                  </a:lnTo>
                  <a:lnTo>
                    <a:pt x="953223" y="1908441"/>
                  </a:lnTo>
                  <a:lnTo>
                    <a:pt x="953223" y="1911070"/>
                  </a:lnTo>
                  <a:lnTo>
                    <a:pt x="953681" y="1912188"/>
                  </a:lnTo>
                  <a:lnTo>
                    <a:pt x="955548" y="1914055"/>
                  </a:lnTo>
                  <a:lnTo>
                    <a:pt x="956665" y="1914512"/>
                  </a:lnTo>
                  <a:lnTo>
                    <a:pt x="959294" y="1914512"/>
                  </a:lnTo>
                  <a:lnTo>
                    <a:pt x="960424" y="1914055"/>
                  </a:lnTo>
                  <a:lnTo>
                    <a:pt x="962279" y="1912188"/>
                  </a:lnTo>
                  <a:lnTo>
                    <a:pt x="962748" y="1911070"/>
                  </a:lnTo>
                  <a:lnTo>
                    <a:pt x="962748" y="1908441"/>
                  </a:lnTo>
                  <a:close/>
                </a:path>
                <a:path w="963295" h="3200400">
                  <a:moveTo>
                    <a:pt x="962748" y="1860816"/>
                  </a:moveTo>
                  <a:lnTo>
                    <a:pt x="962279" y="1859699"/>
                  </a:lnTo>
                  <a:lnTo>
                    <a:pt x="960424" y="1857832"/>
                  </a:lnTo>
                  <a:lnTo>
                    <a:pt x="959294" y="1857362"/>
                  </a:lnTo>
                  <a:lnTo>
                    <a:pt x="956665" y="1857362"/>
                  </a:lnTo>
                  <a:lnTo>
                    <a:pt x="955548" y="1857832"/>
                  </a:lnTo>
                  <a:lnTo>
                    <a:pt x="953681" y="1859699"/>
                  </a:lnTo>
                  <a:lnTo>
                    <a:pt x="953223" y="1860816"/>
                  </a:lnTo>
                  <a:lnTo>
                    <a:pt x="953223" y="1863445"/>
                  </a:lnTo>
                  <a:lnTo>
                    <a:pt x="953681" y="1864563"/>
                  </a:lnTo>
                  <a:lnTo>
                    <a:pt x="955548" y="1866430"/>
                  </a:lnTo>
                  <a:lnTo>
                    <a:pt x="956665" y="1866887"/>
                  </a:lnTo>
                  <a:lnTo>
                    <a:pt x="959294" y="1866887"/>
                  </a:lnTo>
                  <a:lnTo>
                    <a:pt x="960424" y="1866430"/>
                  </a:lnTo>
                  <a:lnTo>
                    <a:pt x="962279" y="1864563"/>
                  </a:lnTo>
                  <a:lnTo>
                    <a:pt x="962748" y="1863445"/>
                  </a:lnTo>
                  <a:lnTo>
                    <a:pt x="962748" y="1860816"/>
                  </a:lnTo>
                  <a:close/>
                </a:path>
                <a:path w="963295" h="3200400">
                  <a:moveTo>
                    <a:pt x="962748" y="1813191"/>
                  </a:moveTo>
                  <a:lnTo>
                    <a:pt x="962279" y="1812074"/>
                  </a:lnTo>
                  <a:lnTo>
                    <a:pt x="960424" y="1810207"/>
                  </a:lnTo>
                  <a:lnTo>
                    <a:pt x="959294" y="1809750"/>
                  </a:lnTo>
                  <a:lnTo>
                    <a:pt x="956665" y="1809750"/>
                  </a:lnTo>
                  <a:lnTo>
                    <a:pt x="955548" y="1810207"/>
                  </a:lnTo>
                  <a:lnTo>
                    <a:pt x="953681" y="1812074"/>
                  </a:lnTo>
                  <a:lnTo>
                    <a:pt x="953223" y="1813191"/>
                  </a:lnTo>
                  <a:lnTo>
                    <a:pt x="953223" y="1815820"/>
                  </a:lnTo>
                  <a:lnTo>
                    <a:pt x="953681" y="1816938"/>
                  </a:lnTo>
                  <a:lnTo>
                    <a:pt x="955548" y="1818805"/>
                  </a:lnTo>
                  <a:lnTo>
                    <a:pt x="956665" y="1819262"/>
                  </a:lnTo>
                  <a:lnTo>
                    <a:pt x="959294" y="1819262"/>
                  </a:lnTo>
                  <a:lnTo>
                    <a:pt x="960424" y="1818805"/>
                  </a:lnTo>
                  <a:lnTo>
                    <a:pt x="962279" y="1816938"/>
                  </a:lnTo>
                  <a:lnTo>
                    <a:pt x="962748" y="1815820"/>
                  </a:lnTo>
                  <a:lnTo>
                    <a:pt x="962748" y="1813191"/>
                  </a:lnTo>
                  <a:close/>
                </a:path>
                <a:path w="963295" h="3200400">
                  <a:moveTo>
                    <a:pt x="962748" y="1765566"/>
                  </a:moveTo>
                  <a:lnTo>
                    <a:pt x="962279" y="1764449"/>
                  </a:lnTo>
                  <a:lnTo>
                    <a:pt x="960424" y="1762582"/>
                  </a:lnTo>
                  <a:lnTo>
                    <a:pt x="959294" y="1762125"/>
                  </a:lnTo>
                  <a:lnTo>
                    <a:pt x="956665" y="1762125"/>
                  </a:lnTo>
                  <a:lnTo>
                    <a:pt x="955548" y="1762582"/>
                  </a:lnTo>
                  <a:lnTo>
                    <a:pt x="953681" y="1764449"/>
                  </a:lnTo>
                  <a:lnTo>
                    <a:pt x="953223" y="1765566"/>
                  </a:lnTo>
                  <a:lnTo>
                    <a:pt x="953223" y="1768195"/>
                  </a:lnTo>
                  <a:lnTo>
                    <a:pt x="953681" y="1769313"/>
                  </a:lnTo>
                  <a:lnTo>
                    <a:pt x="955548" y="1771180"/>
                  </a:lnTo>
                  <a:lnTo>
                    <a:pt x="956665" y="1771637"/>
                  </a:lnTo>
                  <a:lnTo>
                    <a:pt x="959294" y="1771637"/>
                  </a:lnTo>
                  <a:lnTo>
                    <a:pt x="960424" y="1771180"/>
                  </a:lnTo>
                  <a:lnTo>
                    <a:pt x="962279" y="1769313"/>
                  </a:lnTo>
                  <a:lnTo>
                    <a:pt x="962748" y="1768195"/>
                  </a:lnTo>
                  <a:lnTo>
                    <a:pt x="962748" y="1765566"/>
                  </a:lnTo>
                  <a:close/>
                </a:path>
                <a:path w="963295" h="3200400">
                  <a:moveTo>
                    <a:pt x="962748" y="1717941"/>
                  </a:moveTo>
                  <a:lnTo>
                    <a:pt x="962279" y="1716824"/>
                  </a:lnTo>
                  <a:lnTo>
                    <a:pt x="960424" y="1714957"/>
                  </a:lnTo>
                  <a:lnTo>
                    <a:pt x="959294" y="1714487"/>
                  </a:lnTo>
                  <a:lnTo>
                    <a:pt x="956665" y="1714487"/>
                  </a:lnTo>
                  <a:lnTo>
                    <a:pt x="955548" y="1714957"/>
                  </a:lnTo>
                  <a:lnTo>
                    <a:pt x="953681" y="1716824"/>
                  </a:lnTo>
                  <a:lnTo>
                    <a:pt x="953223" y="1717941"/>
                  </a:lnTo>
                  <a:lnTo>
                    <a:pt x="953223" y="1720570"/>
                  </a:lnTo>
                  <a:lnTo>
                    <a:pt x="953681" y="1721688"/>
                  </a:lnTo>
                  <a:lnTo>
                    <a:pt x="955548" y="1723555"/>
                  </a:lnTo>
                  <a:lnTo>
                    <a:pt x="956665" y="1724012"/>
                  </a:lnTo>
                  <a:lnTo>
                    <a:pt x="959294" y="1724012"/>
                  </a:lnTo>
                  <a:lnTo>
                    <a:pt x="960424" y="1723555"/>
                  </a:lnTo>
                  <a:lnTo>
                    <a:pt x="962279" y="1721688"/>
                  </a:lnTo>
                  <a:lnTo>
                    <a:pt x="962748" y="1720570"/>
                  </a:lnTo>
                  <a:lnTo>
                    <a:pt x="962748" y="1717941"/>
                  </a:lnTo>
                  <a:close/>
                </a:path>
                <a:path w="963295" h="3200400">
                  <a:moveTo>
                    <a:pt x="962748" y="1670316"/>
                  </a:moveTo>
                  <a:lnTo>
                    <a:pt x="962279" y="1669199"/>
                  </a:lnTo>
                  <a:lnTo>
                    <a:pt x="960424" y="1667332"/>
                  </a:lnTo>
                  <a:lnTo>
                    <a:pt x="959294" y="1666875"/>
                  </a:lnTo>
                  <a:lnTo>
                    <a:pt x="956665" y="1666875"/>
                  </a:lnTo>
                  <a:lnTo>
                    <a:pt x="955548" y="1667332"/>
                  </a:lnTo>
                  <a:lnTo>
                    <a:pt x="953681" y="1669199"/>
                  </a:lnTo>
                  <a:lnTo>
                    <a:pt x="953223" y="1670316"/>
                  </a:lnTo>
                  <a:lnTo>
                    <a:pt x="953223" y="1672945"/>
                  </a:lnTo>
                  <a:lnTo>
                    <a:pt x="953681" y="1674063"/>
                  </a:lnTo>
                  <a:lnTo>
                    <a:pt x="955548" y="1675930"/>
                  </a:lnTo>
                  <a:lnTo>
                    <a:pt x="956665" y="1676387"/>
                  </a:lnTo>
                  <a:lnTo>
                    <a:pt x="959294" y="1676387"/>
                  </a:lnTo>
                  <a:lnTo>
                    <a:pt x="960424" y="1675930"/>
                  </a:lnTo>
                  <a:lnTo>
                    <a:pt x="962279" y="1674063"/>
                  </a:lnTo>
                  <a:lnTo>
                    <a:pt x="962748" y="1672945"/>
                  </a:lnTo>
                  <a:lnTo>
                    <a:pt x="962748" y="1670316"/>
                  </a:lnTo>
                  <a:close/>
                </a:path>
                <a:path w="963295" h="3200400">
                  <a:moveTo>
                    <a:pt x="962748" y="1622691"/>
                  </a:moveTo>
                  <a:lnTo>
                    <a:pt x="962279" y="1621574"/>
                  </a:lnTo>
                  <a:lnTo>
                    <a:pt x="960424" y="1619707"/>
                  </a:lnTo>
                  <a:lnTo>
                    <a:pt x="959294" y="1619237"/>
                  </a:lnTo>
                  <a:lnTo>
                    <a:pt x="956665" y="1619237"/>
                  </a:lnTo>
                  <a:lnTo>
                    <a:pt x="955548" y="1619707"/>
                  </a:lnTo>
                  <a:lnTo>
                    <a:pt x="953681" y="1621574"/>
                  </a:lnTo>
                  <a:lnTo>
                    <a:pt x="953223" y="1622691"/>
                  </a:lnTo>
                  <a:lnTo>
                    <a:pt x="953223" y="1625320"/>
                  </a:lnTo>
                  <a:lnTo>
                    <a:pt x="953681" y="1626438"/>
                  </a:lnTo>
                  <a:lnTo>
                    <a:pt x="955548" y="1628305"/>
                  </a:lnTo>
                  <a:lnTo>
                    <a:pt x="956665" y="1628762"/>
                  </a:lnTo>
                  <a:lnTo>
                    <a:pt x="959294" y="1628762"/>
                  </a:lnTo>
                  <a:lnTo>
                    <a:pt x="960424" y="1628305"/>
                  </a:lnTo>
                  <a:lnTo>
                    <a:pt x="962279" y="1626438"/>
                  </a:lnTo>
                  <a:lnTo>
                    <a:pt x="962748" y="1625320"/>
                  </a:lnTo>
                  <a:lnTo>
                    <a:pt x="962748" y="1622691"/>
                  </a:lnTo>
                  <a:close/>
                </a:path>
                <a:path w="963295" h="3200400">
                  <a:moveTo>
                    <a:pt x="962748" y="1575066"/>
                  </a:moveTo>
                  <a:lnTo>
                    <a:pt x="962279" y="1573949"/>
                  </a:lnTo>
                  <a:lnTo>
                    <a:pt x="960424" y="1572082"/>
                  </a:lnTo>
                  <a:lnTo>
                    <a:pt x="959294" y="1571625"/>
                  </a:lnTo>
                  <a:lnTo>
                    <a:pt x="956665" y="1571625"/>
                  </a:lnTo>
                  <a:lnTo>
                    <a:pt x="955548" y="1572082"/>
                  </a:lnTo>
                  <a:lnTo>
                    <a:pt x="953681" y="1573949"/>
                  </a:lnTo>
                  <a:lnTo>
                    <a:pt x="953223" y="1575066"/>
                  </a:lnTo>
                  <a:lnTo>
                    <a:pt x="953223" y="1577695"/>
                  </a:lnTo>
                  <a:lnTo>
                    <a:pt x="953681" y="1578813"/>
                  </a:lnTo>
                  <a:lnTo>
                    <a:pt x="955548" y="1580680"/>
                  </a:lnTo>
                  <a:lnTo>
                    <a:pt x="956665" y="1581137"/>
                  </a:lnTo>
                  <a:lnTo>
                    <a:pt x="959294" y="1581137"/>
                  </a:lnTo>
                  <a:lnTo>
                    <a:pt x="960424" y="1580680"/>
                  </a:lnTo>
                  <a:lnTo>
                    <a:pt x="962279" y="1578813"/>
                  </a:lnTo>
                  <a:lnTo>
                    <a:pt x="962748" y="1577695"/>
                  </a:lnTo>
                  <a:lnTo>
                    <a:pt x="962748" y="1575066"/>
                  </a:lnTo>
                  <a:close/>
                </a:path>
                <a:path w="963295" h="3200400">
                  <a:moveTo>
                    <a:pt x="962748" y="1527441"/>
                  </a:moveTo>
                  <a:lnTo>
                    <a:pt x="962279" y="1526324"/>
                  </a:lnTo>
                  <a:lnTo>
                    <a:pt x="960424" y="1524457"/>
                  </a:lnTo>
                  <a:lnTo>
                    <a:pt x="959294" y="1524000"/>
                  </a:lnTo>
                  <a:lnTo>
                    <a:pt x="956665" y="1524000"/>
                  </a:lnTo>
                  <a:lnTo>
                    <a:pt x="955548" y="1524457"/>
                  </a:lnTo>
                  <a:lnTo>
                    <a:pt x="953681" y="1526324"/>
                  </a:lnTo>
                  <a:lnTo>
                    <a:pt x="953223" y="1527441"/>
                  </a:lnTo>
                  <a:lnTo>
                    <a:pt x="953223" y="1530070"/>
                  </a:lnTo>
                  <a:lnTo>
                    <a:pt x="953681" y="1531188"/>
                  </a:lnTo>
                  <a:lnTo>
                    <a:pt x="955548" y="1533055"/>
                  </a:lnTo>
                  <a:lnTo>
                    <a:pt x="956665" y="1533512"/>
                  </a:lnTo>
                  <a:lnTo>
                    <a:pt x="959294" y="1533512"/>
                  </a:lnTo>
                  <a:lnTo>
                    <a:pt x="960424" y="1533055"/>
                  </a:lnTo>
                  <a:lnTo>
                    <a:pt x="962279" y="1531188"/>
                  </a:lnTo>
                  <a:lnTo>
                    <a:pt x="962748" y="1530070"/>
                  </a:lnTo>
                  <a:lnTo>
                    <a:pt x="962748" y="1527441"/>
                  </a:lnTo>
                  <a:close/>
                </a:path>
                <a:path w="963295" h="3200400">
                  <a:moveTo>
                    <a:pt x="962748" y="1479816"/>
                  </a:moveTo>
                  <a:lnTo>
                    <a:pt x="962279" y="1478699"/>
                  </a:lnTo>
                  <a:lnTo>
                    <a:pt x="960424" y="1476832"/>
                  </a:lnTo>
                  <a:lnTo>
                    <a:pt x="959294" y="1476362"/>
                  </a:lnTo>
                  <a:lnTo>
                    <a:pt x="956665" y="1476362"/>
                  </a:lnTo>
                  <a:lnTo>
                    <a:pt x="955548" y="1476832"/>
                  </a:lnTo>
                  <a:lnTo>
                    <a:pt x="953681" y="1478699"/>
                  </a:lnTo>
                  <a:lnTo>
                    <a:pt x="953223" y="1479816"/>
                  </a:lnTo>
                  <a:lnTo>
                    <a:pt x="953223" y="1482445"/>
                  </a:lnTo>
                  <a:lnTo>
                    <a:pt x="953681" y="1483563"/>
                  </a:lnTo>
                  <a:lnTo>
                    <a:pt x="955548" y="1485430"/>
                  </a:lnTo>
                  <a:lnTo>
                    <a:pt x="956665" y="1485887"/>
                  </a:lnTo>
                  <a:lnTo>
                    <a:pt x="959294" y="1485887"/>
                  </a:lnTo>
                  <a:lnTo>
                    <a:pt x="960424" y="1485430"/>
                  </a:lnTo>
                  <a:lnTo>
                    <a:pt x="962279" y="1483563"/>
                  </a:lnTo>
                  <a:lnTo>
                    <a:pt x="962748" y="1482445"/>
                  </a:lnTo>
                  <a:lnTo>
                    <a:pt x="962748" y="1479816"/>
                  </a:lnTo>
                  <a:close/>
                </a:path>
                <a:path w="963295" h="3200400">
                  <a:moveTo>
                    <a:pt x="962748" y="1432191"/>
                  </a:moveTo>
                  <a:lnTo>
                    <a:pt x="962279" y="1431074"/>
                  </a:lnTo>
                  <a:lnTo>
                    <a:pt x="960424" y="1429207"/>
                  </a:lnTo>
                  <a:lnTo>
                    <a:pt x="959294" y="1428750"/>
                  </a:lnTo>
                  <a:lnTo>
                    <a:pt x="956665" y="1428750"/>
                  </a:lnTo>
                  <a:lnTo>
                    <a:pt x="955548" y="1429207"/>
                  </a:lnTo>
                  <a:lnTo>
                    <a:pt x="953681" y="1431074"/>
                  </a:lnTo>
                  <a:lnTo>
                    <a:pt x="953223" y="1432191"/>
                  </a:lnTo>
                  <a:lnTo>
                    <a:pt x="953223" y="1434820"/>
                  </a:lnTo>
                  <a:lnTo>
                    <a:pt x="953681" y="1435938"/>
                  </a:lnTo>
                  <a:lnTo>
                    <a:pt x="955548" y="1437805"/>
                  </a:lnTo>
                  <a:lnTo>
                    <a:pt x="956665" y="1438262"/>
                  </a:lnTo>
                  <a:lnTo>
                    <a:pt x="959294" y="1438262"/>
                  </a:lnTo>
                  <a:lnTo>
                    <a:pt x="960424" y="1437805"/>
                  </a:lnTo>
                  <a:lnTo>
                    <a:pt x="962279" y="1435938"/>
                  </a:lnTo>
                  <a:lnTo>
                    <a:pt x="962748" y="1434820"/>
                  </a:lnTo>
                  <a:lnTo>
                    <a:pt x="962748" y="1432191"/>
                  </a:lnTo>
                  <a:close/>
                </a:path>
                <a:path w="963295" h="3200400">
                  <a:moveTo>
                    <a:pt x="962748" y="1384566"/>
                  </a:moveTo>
                  <a:lnTo>
                    <a:pt x="962279" y="1383449"/>
                  </a:lnTo>
                  <a:lnTo>
                    <a:pt x="960424" y="1381582"/>
                  </a:lnTo>
                  <a:lnTo>
                    <a:pt x="959294" y="1381125"/>
                  </a:lnTo>
                  <a:lnTo>
                    <a:pt x="956665" y="1381125"/>
                  </a:lnTo>
                  <a:lnTo>
                    <a:pt x="955548" y="1381582"/>
                  </a:lnTo>
                  <a:lnTo>
                    <a:pt x="953681" y="1383449"/>
                  </a:lnTo>
                  <a:lnTo>
                    <a:pt x="953223" y="1384566"/>
                  </a:lnTo>
                  <a:lnTo>
                    <a:pt x="953223" y="1387195"/>
                  </a:lnTo>
                  <a:lnTo>
                    <a:pt x="953681" y="1388313"/>
                  </a:lnTo>
                  <a:lnTo>
                    <a:pt x="955548" y="1390180"/>
                  </a:lnTo>
                  <a:lnTo>
                    <a:pt x="956665" y="1390650"/>
                  </a:lnTo>
                  <a:lnTo>
                    <a:pt x="959294" y="1390650"/>
                  </a:lnTo>
                  <a:lnTo>
                    <a:pt x="960424" y="1390180"/>
                  </a:lnTo>
                  <a:lnTo>
                    <a:pt x="962279" y="1388313"/>
                  </a:lnTo>
                  <a:lnTo>
                    <a:pt x="962748" y="1387195"/>
                  </a:lnTo>
                  <a:lnTo>
                    <a:pt x="962748" y="1384566"/>
                  </a:lnTo>
                  <a:close/>
                </a:path>
                <a:path w="963295" h="3200400">
                  <a:moveTo>
                    <a:pt x="962748" y="1336941"/>
                  </a:moveTo>
                  <a:lnTo>
                    <a:pt x="962279" y="1335824"/>
                  </a:lnTo>
                  <a:lnTo>
                    <a:pt x="960424" y="1333957"/>
                  </a:lnTo>
                  <a:lnTo>
                    <a:pt x="959294" y="1333500"/>
                  </a:lnTo>
                  <a:lnTo>
                    <a:pt x="956665" y="1333500"/>
                  </a:lnTo>
                  <a:lnTo>
                    <a:pt x="955548" y="1333957"/>
                  </a:lnTo>
                  <a:lnTo>
                    <a:pt x="953681" y="1335824"/>
                  </a:lnTo>
                  <a:lnTo>
                    <a:pt x="953223" y="1336941"/>
                  </a:lnTo>
                  <a:lnTo>
                    <a:pt x="953223" y="1339570"/>
                  </a:lnTo>
                  <a:lnTo>
                    <a:pt x="953681" y="1340688"/>
                  </a:lnTo>
                  <a:lnTo>
                    <a:pt x="955548" y="1342555"/>
                  </a:lnTo>
                  <a:lnTo>
                    <a:pt x="956665" y="1343012"/>
                  </a:lnTo>
                  <a:lnTo>
                    <a:pt x="959294" y="1343012"/>
                  </a:lnTo>
                  <a:lnTo>
                    <a:pt x="960424" y="1342555"/>
                  </a:lnTo>
                  <a:lnTo>
                    <a:pt x="962279" y="1340688"/>
                  </a:lnTo>
                  <a:lnTo>
                    <a:pt x="962748" y="1339570"/>
                  </a:lnTo>
                  <a:lnTo>
                    <a:pt x="962748" y="1336941"/>
                  </a:lnTo>
                  <a:close/>
                </a:path>
                <a:path w="963295" h="3200400">
                  <a:moveTo>
                    <a:pt x="962748" y="1289316"/>
                  </a:moveTo>
                  <a:lnTo>
                    <a:pt x="962279" y="1288199"/>
                  </a:lnTo>
                  <a:lnTo>
                    <a:pt x="960424" y="1286332"/>
                  </a:lnTo>
                  <a:lnTo>
                    <a:pt x="959294" y="1285862"/>
                  </a:lnTo>
                  <a:lnTo>
                    <a:pt x="956665" y="1285862"/>
                  </a:lnTo>
                  <a:lnTo>
                    <a:pt x="955548" y="1286332"/>
                  </a:lnTo>
                  <a:lnTo>
                    <a:pt x="953681" y="1288199"/>
                  </a:lnTo>
                  <a:lnTo>
                    <a:pt x="953223" y="1289316"/>
                  </a:lnTo>
                  <a:lnTo>
                    <a:pt x="953223" y="1291945"/>
                  </a:lnTo>
                  <a:lnTo>
                    <a:pt x="953681" y="1293063"/>
                  </a:lnTo>
                  <a:lnTo>
                    <a:pt x="955548" y="1294930"/>
                  </a:lnTo>
                  <a:lnTo>
                    <a:pt x="956665" y="1295387"/>
                  </a:lnTo>
                  <a:lnTo>
                    <a:pt x="959294" y="1295387"/>
                  </a:lnTo>
                  <a:lnTo>
                    <a:pt x="960424" y="1294930"/>
                  </a:lnTo>
                  <a:lnTo>
                    <a:pt x="962279" y="1293063"/>
                  </a:lnTo>
                  <a:lnTo>
                    <a:pt x="962748" y="1291945"/>
                  </a:lnTo>
                  <a:lnTo>
                    <a:pt x="962748" y="1289316"/>
                  </a:lnTo>
                  <a:close/>
                </a:path>
                <a:path w="963295" h="3200400">
                  <a:moveTo>
                    <a:pt x="962748" y="1241691"/>
                  </a:moveTo>
                  <a:lnTo>
                    <a:pt x="962279" y="1240574"/>
                  </a:lnTo>
                  <a:lnTo>
                    <a:pt x="960424" y="1238707"/>
                  </a:lnTo>
                  <a:lnTo>
                    <a:pt x="959294" y="1238250"/>
                  </a:lnTo>
                  <a:lnTo>
                    <a:pt x="956665" y="1238250"/>
                  </a:lnTo>
                  <a:lnTo>
                    <a:pt x="955548" y="1238707"/>
                  </a:lnTo>
                  <a:lnTo>
                    <a:pt x="953681" y="1240574"/>
                  </a:lnTo>
                  <a:lnTo>
                    <a:pt x="953223" y="1241691"/>
                  </a:lnTo>
                  <a:lnTo>
                    <a:pt x="953223" y="1244320"/>
                  </a:lnTo>
                  <a:lnTo>
                    <a:pt x="953681" y="1245438"/>
                  </a:lnTo>
                  <a:lnTo>
                    <a:pt x="955548" y="1247305"/>
                  </a:lnTo>
                  <a:lnTo>
                    <a:pt x="956665" y="1247762"/>
                  </a:lnTo>
                  <a:lnTo>
                    <a:pt x="959294" y="1247762"/>
                  </a:lnTo>
                  <a:lnTo>
                    <a:pt x="960424" y="1247305"/>
                  </a:lnTo>
                  <a:lnTo>
                    <a:pt x="962279" y="1245438"/>
                  </a:lnTo>
                  <a:lnTo>
                    <a:pt x="962748" y="1244320"/>
                  </a:lnTo>
                  <a:lnTo>
                    <a:pt x="962748" y="1241691"/>
                  </a:lnTo>
                  <a:close/>
                </a:path>
                <a:path w="963295" h="3200400">
                  <a:moveTo>
                    <a:pt x="962748" y="1194066"/>
                  </a:moveTo>
                  <a:lnTo>
                    <a:pt x="962279" y="1192949"/>
                  </a:lnTo>
                  <a:lnTo>
                    <a:pt x="960424" y="1191082"/>
                  </a:lnTo>
                  <a:lnTo>
                    <a:pt x="959294" y="1190625"/>
                  </a:lnTo>
                  <a:lnTo>
                    <a:pt x="956665" y="1190625"/>
                  </a:lnTo>
                  <a:lnTo>
                    <a:pt x="955548" y="1191082"/>
                  </a:lnTo>
                  <a:lnTo>
                    <a:pt x="953681" y="1192949"/>
                  </a:lnTo>
                  <a:lnTo>
                    <a:pt x="953223" y="1194066"/>
                  </a:lnTo>
                  <a:lnTo>
                    <a:pt x="953223" y="1196695"/>
                  </a:lnTo>
                  <a:lnTo>
                    <a:pt x="953681" y="1197813"/>
                  </a:lnTo>
                  <a:lnTo>
                    <a:pt x="955548" y="1199680"/>
                  </a:lnTo>
                  <a:lnTo>
                    <a:pt x="956665" y="1200137"/>
                  </a:lnTo>
                  <a:lnTo>
                    <a:pt x="959294" y="1200137"/>
                  </a:lnTo>
                  <a:lnTo>
                    <a:pt x="960424" y="1199680"/>
                  </a:lnTo>
                  <a:lnTo>
                    <a:pt x="962279" y="1197813"/>
                  </a:lnTo>
                  <a:lnTo>
                    <a:pt x="962748" y="1196695"/>
                  </a:lnTo>
                  <a:lnTo>
                    <a:pt x="962748" y="1194066"/>
                  </a:lnTo>
                  <a:close/>
                </a:path>
                <a:path w="963295" h="3200400">
                  <a:moveTo>
                    <a:pt x="962748" y="1146441"/>
                  </a:moveTo>
                  <a:lnTo>
                    <a:pt x="962279" y="1145324"/>
                  </a:lnTo>
                  <a:lnTo>
                    <a:pt x="960424" y="1143457"/>
                  </a:lnTo>
                  <a:lnTo>
                    <a:pt x="959294" y="1142987"/>
                  </a:lnTo>
                  <a:lnTo>
                    <a:pt x="956665" y="1142987"/>
                  </a:lnTo>
                  <a:lnTo>
                    <a:pt x="955548" y="1143457"/>
                  </a:lnTo>
                  <a:lnTo>
                    <a:pt x="953681" y="1145324"/>
                  </a:lnTo>
                  <a:lnTo>
                    <a:pt x="953223" y="1146441"/>
                  </a:lnTo>
                  <a:lnTo>
                    <a:pt x="953223" y="1149070"/>
                  </a:lnTo>
                  <a:lnTo>
                    <a:pt x="953681" y="1150188"/>
                  </a:lnTo>
                  <a:lnTo>
                    <a:pt x="955548" y="1152055"/>
                  </a:lnTo>
                  <a:lnTo>
                    <a:pt x="956665" y="1152512"/>
                  </a:lnTo>
                  <a:lnTo>
                    <a:pt x="959294" y="1152512"/>
                  </a:lnTo>
                  <a:lnTo>
                    <a:pt x="960424" y="1152055"/>
                  </a:lnTo>
                  <a:lnTo>
                    <a:pt x="962279" y="1150188"/>
                  </a:lnTo>
                  <a:lnTo>
                    <a:pt x="962748" y="1149070"/>
                  </a:lnTo>
                  <a:lnTo>
                    <a:pt x="962748" y="1146441"/>
                  </a:lnTo>
                  <a:close/>
                </a:path>
                <a:path w="963295" h="3200400">
                  <a:moveTo>
                    <a:pt x="962748" y="1098816"/>
                  </a:moveTo>
                  <a:lnTo>
                    <a:pt x="962279" y="1097699"/>
                  </a:lnTo>
                  <a:lnTo>
                    <a:pt x="960424" y="1095832"/>
                  </a:lnTo>
                  <a:lnTo>
                    <a:pt x="959294" y="1095375"/>
                  </a:lnTo>
                  <a:lnTo>
                    <a:pt x="956665" y="1095375"/>
                  </a:lnTo>
                  <a:lnTo>
                    <a:pt x="955548" y="1095832"/>
                  </a:lnTo>
                  <a:lnTo>
                    <a:pt x="953681" y="1097699"/>
                  </a:lnTo>
                  <a:lnTo>
                    <a:pt x="953223" y="1098816"/>
                  </a:lnTo>
                  <a:lnTo>
                    <a:pt x="953223" y="1101445"/>
                  </a:lnTo>
                  <a:lnTo>
                    <a:pt x="953681" y="1102563"/>
                  </a:lnTo>
                  <a:lnTo>
                    <a:pt x="955548" y="1104430"/>
                  </a:lnTo>
                  <a:lnTo>
                    <a:pt x="956665" y="1104887"/>
                  </a:lnTo>
                  <a:lnTo>
                    <a:pt x="959294" y="1104887"/>
                  </a:lnTo>
                  <a:lnTo>
                    <a:pt x="960424" y="1104430"/>
                  </a:lnTo>
                  <a:lnTo>
                    <a:pt x="962279" y="1102563"/>
                  </a:lnTo>
                  <a:lnTo>
                    <a:pt x="962748" y="1101445"/>
                  </a:lnTo>
                  <a:lnTo>
                    <a:pt x="962748" y="1098816"/>
                  </a:lnTo>
                  <a:close/>
                </a:path>
                <a:path w="963295" h="3200400">
                  <a:moveTo>
                    <a:pt x="962748" y="1051191"/>
                  </a:moveTo>
                  <a:lnTo>
                    <a:pt x="962279" y="1050074"/>
                  </a:lnTo>
                  <a:lnTo>
                    <a:pt x="960424" y="1048207"/>
                  </a:lnTo>
                  <a:lnTo>
                    <a:pt x="959294" y="1047750"/>
                  </a:lnTo>
                  <a:lnTo>
                    <a:pt x="956665" y="1047750"/>
                  </a:lnTo>
                  <a:lnTo>
                    <a:pt x="955548" y="1048207"/>
                  </a:lnTo>
                  <a:lnTo>
                    <a:pt x="953681" y="1050074"/>
                  </a:lnTo>
                  <a:lnTo>
                    <a:pt x="953223" y="1051191"/>
                  </a:lnTo>
                  <a:lnTo>
                    <a:pt x="953223" y="1053820"/>
                  </a:lnTo>
                  <a:lnTo>
                    <a:pt x="953681" y="1054938"/>
                  </a:lnTo>
                  <a:lnTo>
                    <a:pt x="955548" y="1056805"/>
                  </a:lnTo>
                  <a:lnTo>
                    <a:pt x="956665" y="1057262"/>
                  </a:lnTo>
                  <a:lnTo>
                    <a:pt x="959294" y="1057262"/>
                  </a:lnTo>
                  <a:lnTo>
                    <a:pt x="960424" y="1056805"/>
                  </a:lnTo>
                  <a:lnTo>
                    <a:pt x="962279" y="1054938"/>
                  </a:lnTo>
                  <a:lnTo>
                    <a:pt x="962748" y="1053820"/>
                  </a:lnTo>
                  <a:lnTo>
                    <a:pt x="962748" y="1051191"/>
                  </a:lnTo>
                  <a:close/>
                </a:path>
                <a:path w="963295" h="3200400">
                  <a:moveTo>
                    <a:pt x="962748" y="1003566"/>
                  </a:moveTo>
                  <a:lnTo>
                    <a:pt x="962279" y="1002449"/>
                  </a:lnTo>
                  <a:lnTo>
                    <a:pt x="960424" y="1000582"/>
                  </a:lnTo>
                  <a:lnTo>
                    <a:pt x="959294" y="1000125"/>
                  </a:lnTo>
                  <a:lnTo>
                    <a:pt x="956665" y="1000125"/>
                  </a:lnTo>
                  <a:lnTo>
                    <a:pt x="955548" y="1000582"/>
                  </a:lnTo>
                  <a:lnTo>
                    <a:pt x="953681" y="1002449"/>
                  </a:lnTo>
                  <a:lnTo>
                    <a:pt x="953223" y="1003566"/>
                  </a:lnTo>
                  <a:lnTo>
                    <a:pt x="953223" y="1006195"/>
                  </a:lnTo>
                  <a:lnTo>
                    <a:pt x="953681" y="1007313"/>
                  </a:lnTo>
                  <a:lnTo>
                    <a:pt x="955548" y="1009180"/>
                  </a:lnTo>
                  <a:lnTo>
                    <a:pt x="956665" y="1009637"/>
                  </a:lnTo>
                  <a:lnTo>
                    <a:pt x="959294" y="1009637"/>
                  </a:lnTo>
                  <a:lnTo>
                    <a:pt x="960424" y="1009180"/>
                  </a:lnTo>
                  <a:lnTo>
                    <a:pt x="962279" y="1007313"/>
                  </a:lnTo>
                  <a:lnTo>
                    <a:pt x="962748" y="1006195"/>
                  </a:lnTo>
                  <a:lnTo>
                    <a:pt x="962748" y="1003566"/>
                  </a:lnTo>
                  <a:close/>
                </a:path>
                <a:path w="963295" h="3200400">
                  <a:moveTo>
                    <a:pt x="962748" y="955941"/>
                  </a:moveTo>
                  <a:lnTo>
                    <a:pt x="962279" y="954824"/>
                  </a:lnTo>
                  <a:lnTo>
                    <a:pt x="960424" y="952957"/>
                  </a:lnTo>
                  <a:lnTo>
                    <a:pt x="959294" y="952500"/>
                  </a:lnTo>
                  <a:lnTo>
                    <a:pt x="956665" y="952500"/>
                  </a:lnTo>
                  <a:lnTo>
                    <a:pt x="955548" y="952957"/>
                  </a:lnTo>
                  <a:lnTo>
                    <a:pt x="953681" y="954824"/>
                  </a:lnTo>
                  <a:lnTo>
                    <a:pt x="953223" y="955941"/>
                  </a:lnTo>
                  <a:lnTo>
                    <a:pt x="953223" y="958570"/>
                  </a:lnTo>
                  <a:lnTo>
                    <a:pt x="953681" y="959688"/>
                  </a:lnTo>
                  <a:lnTo>
                    <a:pt x="955548" y="961555"/>
                  </a:lnTo>
                  <a:lnTo>
                    <a:pt x="956665" y="962025"/>
                  </a:lnTo>
                  <a:lnTo>
                    <a:pt x="959294" y="962025"/>
                  </a:lnTo>
                  <a:lnTo>
                    <a:pt x="960424" y="961555"/>
                  </a:lnTo>
                  <a:lnTo>
                    <a:pt x="962279" y="959688"/>
                  </a:lnTo>
                  <a:lnTo>
                    <a:pt x="962748" y="958570"/>
                  </a:lnTo>
                  <a:lnTo>
                    <a:pt x="962748" y="955941"/>
                  </a:lnTo>
                  <a:close/>
                </a:path>
                <a:path w="963295" h="3200400">
                  <a:moveTo>
                    <a:pt x="962748" y="908316"/>
                  </a:moveTo>
                  <a:lnTo>
                    <a:pt x="962279" y="907199"/>
                  </a:lnTo>
                  <a:lnTo>
                    <a:pt x="960424" y="905332"/>
                  </a:lnTo>
                  <a:lnTo>
                    <a:pt x="959294" y="904875"/>
                  </a:lnTo>
                  <a:lnTo>
                    <a:pt x="956665" y="904875"/>
                  </a:lnTo>
                  <a:lnTo>
                    <a:pt x="955548" y="905332"/>
                  </a:lnTo>
                  <a:lnTo>
                    <a:pt x="953681" y="907199"/>
                  </a:lnTo>
                  <a:lnTo>
                    <a:pt x="953223" y="908316"/>
                  </a:lnTo>
                  <a:lnTo>
                    <a:pt x="953223" y="910945"/>
                  </a:lnTo>
                  <a:lnTo>
                    <a:pt x="953681" y="912063"/>
                  </a:lnTo>
                  <a:lnTo>
                    <a:pt x="955548" y="913930"/>
                  </a:lnTo>
                  <a:lnTo>
                    <a:pt x="956665" y="914387"/>
                  </a:lnTo>
                  <a:lnTo>
                    <a:pt x="959294" y="914387"/>
                  </a:lnTo>
                  <a:lnTo>
                    <a:pt x="960424" y="913930"/>
                  </a:lnTo>
                  <a:lnTo>
                    <a:pt x="962279" y="912063"/>
                  </a:lnTo>
                  <a:lnTo>
                    <a:pt x="962748" y="910945"/>
                  </a:lnTo>
                  <a:lnTo>
                    <a:pt x="962748" y="908316"/>
                  </a:lnTo>
                  <a:close/>
                </a:path>
                <a:path w="963295" h="3200400">
                  <a:moveTo>
                    <a:pt x="962748" y="860691"/>
                  </a:moveTo>
                  <a:lnTo>
                    <a:pt x="962279" y="859574"/>
                  </a:lnTo>
                  <a:lnTo>
                    <a:pt x="960424" y="857707"/>
                  </a:lnTo>
                  <a:lnTo>
                    <a:pt x="959294" y="857237"/>
                  </a:lnTo>
                  <a:lnTo>
                    <a:pt x="956665" y="857237"/>
                  </a:lnTo>
                  <a:lnTo>
                    <a:pt x="955548" y="857707"/>
                  </a:lnTo>
                  <a:lnTo>
                    <a:pt x="953681" y="859574"/>
                  </a:lnTo>
                  <a:lnTo>
                    <a:pt x="953223" y="860691"/>
                  </a:lnTo>
                  <a:lnTo>
                    <a:pt x="953223" y="863320"/>
                  </a:lnTo>
                  <a:lnTo>
                    <a:pt x="953681" y="864438"/>
                  </a:lnTo>
                  <a:lnTo>
                    <a:pt x="955548" y="866305"/>
                  </a:lnTo>
                  <a:lnTo>
                    <a:pt x="956665" y="866762"/>
                  </a:lnTo>
                  <a:lnTo>
                    <a:pt x="959294" y="866762"/>
                  </a:lnTo>
                  <a:lnTo>
                    <a:pt x="960424" y="866305"/>
                  </a:lnTo>
                  <a:lnTo>
                    <a:pt x="962279" y="864438"/>
                  </a:lnTo>
                  <a:lnTo>
                    <a:pt x="962748" y="863320"/>
                  </a:lnTo>
                  <a:lnTo>
                    <a:pt x="962748" y="860691"/>
                  </a:lnTo>
                  <a:close/>
                </a:path>
                <a:path w="963295" h="3200400">
                  <a:moveTo>
                    <a:pt x="962748" y="813066"/>
                  </a:moveTo>
                  <a:lnTo>
                    <a:pt x="962279" y="811949"/>
                  </a:lnTo>
                  <a:lnTo>
                    <a:pt x="960424" y="810082"/>
                  </a:lnTo>
                  <a:lnTo>
                    <a:pt x="959294" y="809625"/>
                  </a:lnTo>
                  <a:lnTo>
                    <a:pt x="956665" y="809625"/>
                  </a:lnTo>
                  <a:lnTo>
                    <a:pt x="955548" y="810082"/>
                  </a:lnTo>
                  <a:lnTo>
                    <a:pt x="953681" y="811949"/>
                  </a:lnTo>
                  <a:lnTo>
                    <a:pt x="953223" y="813066"/>
                  </a:lnTo>
                  <a:lnTo>
                    <a:pt x="953223" y="815695"/>
                  </a:lnTo>
                  <a:lnTo>
                    <a:pt x="953681" y="816813"/>
                  </a:lnTo>
                  <a:lnTo>
                    <a:pt x="955548" y="818680"/>
                  </a:lnTo>
                  <a:lnTo>
                    <a:pt x="956665" y="819137"/>
                  </a:lnTo>
                  <a:lnTo>
                    <a:pt x="959294" y="819137"/>
                  </a:lnTo>
                  <a:lnTo>
                    <a:pt x="960424" y="818680"/>
                  </a:lnTo>
                  <a:lnTo>
                    <a:pt x="962279" y="816813"/>
                  </a:lnTo>
                  <a:lnTo>
                    <a:pt x="962748" y="815695"/>
                  </a:lnTo>
                  <a:lnTo>
                    <a:pt x="962748" y="813066"/>
                  </a:lnTo>
                  <a:close/>
                </a:path>
                <a:path w="963295" h="3200400">
                  <a:moveTo>
                    <a:pt x="962748" y="765441"/>
                  </a:moveTo>
                  <a:lnTo>
                    <a:pt x="962279" y="764324"/>
                  </a:lnTo>
                  <a:lnTo>
                    <a:pt x="960424" y="762457"/>
                  </a:lnTo>
                  <a:lnTo>
                    <a:pt x="959294" y="762000"/>
                  </a:lnTo>
                  <a:lnTo>
                    <a:pt x="956665" y="762000"/>
                  </a:lnTo>
                  <a:lnTo>
                    <a:pt x="955548" y="762457"/>
                  </a:lnTo>
                  <a:lnTo>
                    <a:pt x="953681" y="764324"/>
                  </a:lnTo>
                  <a:lnTo>
                    <a:pt x="953223" y="765441"/>
                  </a:lnTo>
                  <a:lnTo>
                    <a:pt x="953223" y="768070"/>
                  </a:lnTo>
                  <a:lnTo>
                    <a:pt x="953681" y="769188"/>
                  </a:lnTo>
                  <a:lnTo>
                    <a:pt x="955548" y="771055"/>
                  </a:lnTo>
                  <a:lnTo>
                    <a:pt x="956665" y="771512"/>
                  </a:lnTo>
                  <a:lnTo>
                    <a:pt x="959294" y="771512"/>
                  </a:lnTo>
                  <a:lnTo>
                    <a:pt x="960424" y="771055"/>
                  </a:lnTo>
                  <a:lnTo>
                    <a:pt x="962279" y="769188"/>
                  </a:lnTo>
                  <a:lnTo>
                    <a:pt x="962748" y="768070"/>
                  </a:lnTo>
                  <a:lnTo>
                    <a:pt x="962748" y="765441"/>
                  </a:lnTo>
                  <a:close/>
                </a:path>
                <a:path w="963295" h="3200400">
                  <a:moveTo>
                    <a:pt x="962748" y="717816"/>
                  </a:moveTo>
                  <a:lnTo>
                    <a:pt x="962279" y="716699"/>
                  </a:lnTo>
                  <a:lnTo>
                    <a:pt x="960424" y="714832"/>
                  </a:lnTo>
                  <a:lnTo>
                    <a:pt x="959294" y="714375"/>
                  </a:lnTo>
                  <a:lnTo>
                    <a:pt x="956665" y="714375"/>
                  </a:lnTo>
                  <a:lnTo>
                    <a:pt x="955548" y="714832"/>
                  </a:lnTo>
                  <a:lnTo>
                    <a:pt x="953681" y="716699"/>
                  </a:lnTo>
                  <a:lnTo>
                    <a:pt x="953223" y="717816"/>
                  </a:lnTo>
                  <a:lnTo>
                    <a:pt x="953223" y="720445"/>
                  </a:lnTo>
                  <a:lnTo>
                    <a:pt x="953681" y="721563"/>
                  </a:lnTo>
                  <a:lnTo>
                    <a:pt x="955548" y="723430"/>
                  </a:lnTo>
                  <a:lnTo>
                    <a:pt x="956665" y="723887"/>
                  </a:lnTo>
                  <a:lnTo>
                    <a:pt x="959294" y="723887"/>
                  </a:lnTo>
                  <a:lnTo>
                    <a:pt x="960424" y="723430"/>
                  </a:lnTo>
                  <a:lnTo>
                    <a:pt x="962279" y="721563"/>
                  </a:lnTo>
                  <a:lnTo>
                    <a:pt x="962748" y="720445"/>
                  </a:lnTo>
                  <a:lnTo>
                    <a:pt x="962748" y="717816"/>
                  </a:lnTo>
                  <a:close/>
                </a:path>
                <a:path w="963295" h="3200400">
                  <a:moveTo>
                    <a:pt x="962748" y="670191"/>
                  </a:moveTo>
                  <a:lnTo>
                    <a:pt x="962279" y="669074"/>
                  </a:lnTo>
                  <a:lnTo>
                    <a:pt x="960424" y="667207"/>
                  </a:lnTo>
                  <a:lnTo>
                    <a:pt x="959294" y="666750"/>
                  </a:lnTo>
                  <a:lnTo>
                    <a:pt x="956665" y="666750"/>
                  </a:lnTo>
                  <a:lnTo>
                    <a:pt x="955548" y="667207"/>
                  </a:lnTo>
                  <a:lnTo>
                    <a:pt x="953681" y="669074"/>
                  </a:lnTo>
                  <a:lnTo>
                    <a:pt x="953223" y="670191"/>
                  </a:lnTo>
                  <a:lnTo>
                    <a:pt x="953223" y="672820"/>
                  </a:lnTo>
                  <a:lnTo>
                    <a:pt x="953681" y="673938"/>
                  </a:lnTo>
                  <a:lnTo>
                    <a:pt x="955548" y="675805"/>
                  </a:lnTo>
                  <a:lnTo>
                    <a:pt x="956665" y="676262"/>
                  </a:lnTo>
                  <a:lnTo>
                    <a:pt x="959294" y="676262"/>
                  </a:lnTo>
                  <a:lnTo>
                    <a:pt x="960424" y="675805"/>
                  </a:lnTo>
                  <a:lnTo>
                    <a:pt x="962279" y="673938"/>
                  </a:lnTo>
                  <a:lnTo>
                    <a:pt x="962748" y="672820"/>
                  </a:lnTo>
                  <a:lnTo>
                    <a:pt x="962748" y="670191"/>
                  </a:lnTo>
                  <a:close/>
                </a:path>
                <a:path w="963295" h="3200400">
                  <a:moveTo>
                    <a:pt x="962748" y="622566"/>
                  </a:moveTo>
                  <a:lnTo>
                    <a:pt x="962279" y="621449"/>
                  </a:lnTo>
                  <a:lnTo>
                    <a:pt x="960424" y="619582"/>
                  </a:lnTo>
                  <a:lnTo>
                    <a:pt x="959294" y="619112"/>
                  </a:lnTo>
                  <a:lnTo>
                    <a:pt x="956665" y="619112"/>
                  </a:lnTo>
                  <a:lnTo>
                    <a:pt x="955548" y="619582"/>
                  </a:lnTo>
                  <a:lnTo>
                    <a:pt x="953681" y="621449"/>
                  </a:lnTo>
                  <a:lnTo>
                    <a:pt x="953223" y="622566"/>
                  </a:lnTo>
                  <a:lnTo>
                    <a:pt x="953223" y="625195"/>
                  </a:lnTo>
                  <a:lnTo>
                    <a:pt x="953681" y="626313"/>
                  </a:lnTo>
                  <a:lnTo>
                    <a:pt x="955548" y="628180"/>
                  </a:lnTo>
                  <a:lnTo>
                    <a:pt x="956665" y="628637"/>
                  </a:lnTo>
                  <a:lnTo>
                    <a:pt x="959294" y="628637"/>
                  </a:lnTo>
                  <a:lnTo>
                    <a:pt x="960424" y="628180"/>
                  </a:lnTo>
                  <a:lnTo>
                    <a:pt x="962279" y="626313"/>
                  </a:lnTo>
                  <a:lnTo>
                    <a:pt x="962748" y="625195"/>
                  </a:lnTo>
                  <a:lnTo>
                    <a:pt x="962748" y="622566"/>
                  </a:lnTo>
                  <a:close/>
                </a:path>
                <a:path w="963295" h="3200400">
                  <a:moveTo>
                    <a:pt x="962748" y="574941"/>
                  </a:moveTo>
                  <a:lnTo>
                    <a:pt x="962279" y="573824"/>
                  </a:lnTo>
                  <a:lnTo>
                    <a:pt x="960424" y="571957"/>
                  </a:lnTo>
                  <a:lnTo>
                    <a:pt x="959294" y="571487"/>
                  </a:lnTo>
                  <a:lnTo>
                    <a:pt x="956665" y="571487"/>
                  </a:lnTo>
                  <a:lnTo>
                    <a:pt x="955548" y="571957"/>
                  </a:lnTo>
                  <a:lnTo>
                    <a:pt x="953681" y="573824"/>
                  </a:lnTo>
                  <a:lnTo>
                    <a:pt x="953223" y="574941"/>
                  </a:lnTo>
                  <a:lnTo>
                    <a:pt x="953223" y="577570"/>
                  </a:lnTo>
                  <a:lnTo>
                    <a:pt x="953681" y="578688"/>
                  </a:lnTo>
                  <a:lnTo>
                    <a:pt x="955548" y="580555"/>
                  </a:lnTo>
                  <a:lnTo>
                    <a:pt x="956665" y="581012"/>
                  </a:lnTo>
                  <a:lnTo>
                    <a:pt x="959294" y="581012"/>
                  </a:lnTo>
                  <a:lnTo>
                    <a:pt x="960424" y="580555"/>
                  </a:lnTo>
                  <a:lnTo>
                    <a:pt x="962279" y="578688"/>
                  </a:lnTo>
                  <a:lnTo>
                    <a:pt x="962748" y="577570"/>
                  </a:lnTo>
                  <a:lnTo>
                    <a:pt x="962748" y="574941"/>
                  </a:lnTo>
                  <a:close/>
                </a:path>
                <a:path w="963295" h="3200400">
                  <a:moveTo>
                    <a:pt x="962748" y="527316"/>
                  </a:moveTo>
                  <a:lnTo>
                    <a:pt x="962279" y="526199"/>
                  </a:lnTo>
                  <a:lnTo>
                    <a:pt x="960424" y="524332"/>
                  </a:lnTo>
                  <a:lnTo>
                    <a:pt x="959294" y="523875"/>
                  </a:lnTo>
                  <a:lnTo>
                    <a:pt x="956665" y="523875"/>
                  </a:lnTo>
                  <a:lnTo>
                    <a:pt x="955548" y="524332"/>
                  </a:lnTo>
                  <a:lnTo>
                    <a:pt x="953681" y="526199"/>
                  </a:lnTo>
                  <a:lnTo>
                    <a:pt x="953223" y="527316"/>
                  </a:lnTo>
                  <a:lnTo>
                    <a:pt x="953223" y="529945"/>
                  </a:lnTo>
                  <a:lnTo>
                    <a:pt x="953681" y="531063"/>
                  </a:lnTo>
                  <a:lnTo>
                    <a:pt x="955548" y="532930"/>
                  </a:lnTo>
                  <a:lnTo>
                    <a:pt x="956665" y="533387"/>
                  </a:lnTo>
                  <a:lnTo>
                    <a:pt x="959294" y="533387"/>
                  </a:lnTo>
                  <a:lnTo>
                    <a:pt x="960424" y="532930"/>
                  </a:lnTo>
                  <a:lnTo>
                    <a:pt x="962279" y="531063"/>
                  </a:lnTo>
                  <a:lnTo>
                    <a:pt x="962748" y="529945"/>
                  </a:lnTo>
                  <a:lnTo>
                    <a:pt x="962748" y="527316"/>
                  </a:lnTo>
                  <a:close/>
                </a:path>
                <a:path w="963295" h="3200400">
                  <a:moveTo>
                    <a:pt x="962748" y="479691"/>
                  </a:moveTo>
                  <a:lnTo>
                    <a:pt x="962279" y="478574"/>
                  </a:lnTo>
                  <a:lnTo>
                    <a:pt x="960424" y="476707"/>
                  </a:lnTo>
                  <a:lnTo>
                    <a:pt x="959294" y="476250"/>
                  </a:lnTo>
                  <a:lnTo>
                    <a:pt x="956665" y="476250"/>
                  </a:lnTo>
                  <a:lnTo>
                    <a:pt x="955548" y="476707"/>
                  </a:lnTo>
                  <a:lnTo>
                    <a:pt x="953681" y="478574"/>
                  </a:lnTo>
                  <a:lnTo>
                    <a:pt x="953223" y="479691"/>
                  </a:lnTo>
                  <a:lnTo>
                    <a:pt x="953223" y="482320"/>
                  </a:lnTo>
                  <a:lnTo>
                    <a:pt x="953681" y="483438"/>
                  </a:lnTo>
                  <a:lnTo>
                    <a:pt x="955548" y="485305"/>
                  </a:lnTo>
                  <a:lnTo>
                    <a:pt x="956665" y="485762"/>
                  </a:lnTo>
                  <a:lnTo>
                    <a:pt x="959294" y="485762"/>
                  </a:lnTo>
                  <a:lnTo>
                    <a:pt x="960424" y="485305"/>
                  </a:lnTo>
                  <a:lnTo>
                    <a:pt x="962279" y="483438"/>
                  </a:lnTo>
                  <a:lnTo>
                    <a:pt x="962748" y="482320"/>
                  </a:lnTo>
                  <a:lnTo>
                    <a:pt x="962748" y="479691"/>
                  </a:lnTo>
                  <a:close/>
                </a:path>
                <a:path w="963295" h="3200400">
                  <a:moveTo>
                    <a:pt x="962748" y="432066"/>
                  </a:moveTo>
                  <a:lnTo>
                    <a:pt x="962279" y="430949"/>
                  </a:lnTo>
                  <a:lnTo>
                    <a:pt x="960424" y="429082"/>
                  </a:lnTo>
                  <a:lnTo>
                    <a:pt x="959294" y="428625"/>
                  </a:lnTo>
                  <a:lnTo>
                    <a:pt x="956665" y="428625"/>
                  </a:lnTo>
                  <a:lnTo>
                    <a:pt x="955548" y="429082"/>
                  </a:lnTo>
                  <a:lnTo>
                    <a:pt x="953681" y="430949"/>
                  </a:lnTo>
                  <a:lnTo>
                    <a:pt x="953223" y="432066"/>
                  </a:lnTo>
                  <a:lnTo>
                    <a:pt x="953223" y="434695"/>
                  </a:lnTo>
                  <a:lnTo>
                    <a:pt x="953681" y="435813"/>
                  </a:lnTo>
                  <a:lnTo>
                    <a:pt x="955548" y="437680"/>
                  </a:lnTo>
                  <a:lnTo>
                    <a:pt x="956665" y="438137"/>
                  </a:lnTo>
                  <a:lnTo>
                    <a:pt x="959294" y="438137"/>
                  </a:lnTo>
                  <a:lnTo>
                    <a:pt x="960424" y="437680"/>
                  </a:lnTo>
                  <a:lnTo>
                    <a:pt x="962279" y="435813"/>
                  </a:lnTo>
                  <a:lnTo>
                    <a:pt x="962748" y="434695"/>
                  </a:lnTo>
                  <a:lnTo>
                    <a:pt x="962748" y="432066"/>
                  </a:lnTo>
                  <a:close/>
                </a:path>
                <a:path w="963295" h="3200400">
                  <a:moveTo>
                    <a:pt x="962748" y="384441"/>
                  </a:moveTo>
                  <a:lnTo>
                    <a:pt x="962279" y="383324"/>
                  </a:lnTo>
                  <a:lnTo>
                    <a:pt x="960424" y="381457"/>
                  </a:lnTo>
                  <a:lnTo>
                    <a:pt x="959294" y="381000"/>
                  </a:lnTo>
                  <a:lnTo>
                    <a:pt x="956665" y="381000"/>
                  </a:lnTo>
                  <a:lnTo>
                    <a:pt x="955548" y="381457"/>
                  </a:lnTo>
                  <a:lnTo>
                    <a:pt x="953681" y="383324"/>
                  </a:lnTo>
                  <a:lnTo>
                    <a:pt x="953223" y="384441"/>
                  </a:lnTo>
                  <a:lnTo>
                    <a:pt x="953223" y="387070"/>
                  </a:lnTo>
                  <a:lnTo>
                    <a:pt x="953681" y="388188"/>
                  </a:lnTo>
                  <a:lnTo>
                    <a:pt x="955548" y="390055"/>
                  </a:lnTo>
                  <a:lnTo>
                    <a:pt x="956665" y="390512"/>
                  </a:lnTo>
                  <a:lnTo>
                    <a:pt x="959294" y="390512"/>
                  </a:lnTo>
                  <a:lnTo>
                    <a:pt x="960424" y="390055"/>
                  </a:lnTo>
                  <a:lnTo>
                    <a:pt x="962279" y="388188"/>
                  </a:lnTo>
                  <a:lnTo>
                    <a:pt x="962748" y="387070"/>
                  </a:lnTo>
                  <a:lnTo>
                    <a:pt x="962748" y="384441"/>
                  </a:lnTo>
                  <a:close/>
                </a:path>
                <a:path w="963295" h="3200400">
                  <a:moveTo>
                    <a:pt x="962748" y="336816"/>
                  </a:moveTo>
                  <a:lnTo>
                    <a:pt x="962279" y="335699"/>
                  </a:lnTo>
                  <a:lnTo>
                    <a:pt x="960424" y="333832"/>
                  </a:lnTo>
                  <a:lnTo>
                    <a:pt x="959294" y="333362"/>
                  </a:lnTo>
                  <a:lnTo>
                    <a:pt x="956665" y="333362"/>
                  </a:lnTo>
                  <a:lnTo>
                    <a:pt x="955548" y="333832"/>
                  </a:lnTo>
                  <a:lnTo>
                    <a:pt x="953681" y="335699"/>
                  </a:lnTo>
                  <a:lnTo>
                    <a:pt x="953223" y="336816"/>
                  </a:lnTo>
                  <a:lnTo>
                    <a:pt x="953223" y="339445"/>
                  </a:lnTo>
                  <a:lnTo>
                    <a:pt x="953681" y="340563"/>
                  </a:lnTo>
                  <a:lnTo>
                    <a:pt x="955548" y="342430"/>
                  </a:lnTo>
                  <a:lnTo>
                    <a:pt x="956665" y="342887"/>
                  </a:lnTo>
                  <a:lnTo>
                    <a:pt x="959294" y="342887"/>
                  </a:lnTo>
                  <a:lnTo>
                    <a:pt x="960424" y="342430"/>
                  </a:lnTo>
                  <a:lnTo>
                    <a:pt x="962279" y="340563"/>
                  </a:lnTo>
                  <a:lnTo>
                    <a:pt x="962748" y="339445"/>
                  </a:lnTo>
                  <a:lnTo>
                    <a:pt x="962748" y="336816"/>
                  </a:lnTo>
                  <a:close/>
                </a:path>
                <a:path w="963295" h="3200400">
                  <a:moveTo>
                    <a:pt x="962748" y="289191"/>
                  </a:moveTo>
                  <a:lnTo>
                    <a:pt x="962279" y="288074"/>
                  </a:lnTo>
                  <a:lnTo>
                    <a:pt x="960424" y="286207"/>
                  </a:lnTo>
                  <a:lnTo>
                    <a:pt x="959294" y="285750"/>
                  </a:lnTo>
                  <a:lnTo>
                    <a:pt x="956665" y="285750"/>
                  </a:lnTo>
                  <a:lnTo>
                    <a:pt x="955548" y="286207"/>
                  </a:lnTo>
                  <a:lnTo>
                    <a:pt x="953681" y="288074"/>
                  </a:lnTo>
                  <a:lnTo>
                    <a:pt x="953223" y="289191"/>
                  </a:lnTo>
                  <a:lnTo>
                    <a:pt x="953223" y="291820"/>
                  </a:lnTo>
                  <a:lnTo>
                    <a:pt x="953681" y="292938"/>
                  </a:lnTo>
                  <a:lnTo>
                    <a:pt x="955548" y="294805"/>
                  </a:lnTo>
                  <a:lnTo>
                    <a:pt x="956665" y="295262"/>
                  </a:lnTo>
                  <a:lnTo>
                    <a:pt x="959294" y="295262"/>
                  </a:lnTo>
                  <a:lnTo>
                    <a:pt x="960424" y="294805"/>
                  </a:lnTo>
                  <a:lnTo>
                    <a:pt x="962279" y="292938"/>
                  </a:lnTo>
                  <a:lnTo>
                    <a:pt x="962748" y="291820"/>
                  </a:lnTo>
                  <a:lnTo>
                    <a:pt x="962748" y="289191"/>
                  </a:lnTo>
                  <a:close/>
                </a:path>
                <a:path w="963295" h="3200400">
                  <a:moveTo>
                    <a:pt x="962748" y="241566"/>
                  </a:moveTo>
                  <a:lnTo>
                    <a:pt x="962279" y="240449"/>
                  </a:lnTo>
                  <a:lnTo>
                    <a:pt x="960424" y="238582"/>
                  </a:lnTo>
                  <a:lnTo>
                    <a:pt x="959294" y="238125"/>
                  </a:lnTo>
                  <a:lnTo>
                    <a:pt x="956665" y="238125"/>
                  </a:lnTo>
                  <a:lnTo>
                    <a:pt x="955548" y="238582"/>
                  </a:lnTo>
                  <a:lnTo>
                    <a:pt x="953681" y="240449"/>
                  </a:lnTo>
                  <a:lnTo>
                    <a:pt x="953223" y="241566"/>
                  </a:lnTo>
                  <a:lnTo>
                    <a:pt x="953223" y="244195"/>
                  </a:lnTo>
                  <a:lnTo>
                    <a:pt x="953681" y="245313"/>
                  </a:lnTo>
                  <a:lnTo>
                    <a:pt x="955548" y="247180"/>
                  </a:lnTo>
                  <a:lnTo>
                    <a:pt x="956665" y="247637"/>
                  </a:lnTo>
                  <a:lnTo>
                    <a:pt x="959294" y="247637"/>
                  </a:lnTo>
                  <a:lnTo>
                    <a:pt x="960424" y="247180"/>
                  </a:lnTo>
                  <a:lnTo>
                    <a:pt x="962279" y="245313"/>
                  </a:lnTo>
                  <a:lnTo>
                    <a:pt x="962748" y="244195"/>
                  </a:lnTo>
                  <a:lnTo>
                    <a:pt x="962748" y="241566"/>
                  </a:lnTo>
                  <a:close/>
                </a:path>
                <a:path w="963295" h="3200400">
                  <a:moveTo>
                    <a:pt x="962748" y="193941"/>
                  </a:moveTo>
                  <a:lnTo>
                    <a:pt x="962279" y="192824"/>
                  </a:lnTo>
                  <a:lnTo>
                    <a:pt x="960424" y="190957"/>
                  </a:lnTo>
                  <a:lnTo>
                    <a:pt x="959294" y="190500"/>
                  </a:lnTo>
                  <a:lnTo>
                    <a:pt x="956665" y="190500"/>
                  </a:lnTo>
                  <a:lnTo>
                    <a:pt x="955548" y="190957"/>
                  </a:lnTo>
                  <a:lnTo>
                    <a:pt x="953681" y="192824"/>
                  </a:lnTo>
                  <a:lnTo>
                    <a:pt x="953223" y="193941"/>
                  </a:lnTo>
                  <a:lnTo>
                    <a:pt x="953223" y="196570"/>
                  </a:lnTo>
                  <a:lnTo>
                    <a:pt x="953681" y="197688"/>
                  </a:lnTo>
                  <a:lnTo>
                    <a:pt x="955548" y="199555"/>
                  </a:lnTo>
                  <a:lnTo>
                    <a:pt x="956665" y="200012"/>
                  </a:lnTo>
                  <a:lnTo>
                    <a:pt x="959294" y="200012"/>
                  </a:lnTo>
                  <a:lnTo>
                    <a:pt x="960424" y="199555"/>
                  </a:lnTo>
                  <a:lnTo>
                    <a:pt x="962279" y="197688"/>
                  </a:lnTo>
                  <a:lnTo>
                    <a:pt x="962748" y="196570"/>
                  </a:lnTo>
                  <a:lnTo>
                    <a:pt x="962748" y="193941"/>
                  </a:lnTo>
                  <a:close/>
                </a:path>
                <a:path w="963295" h="3200400">
                  <a:moveTo>
                    <a:pt x="962748" y="146316"/>
                  </a:moveTo>
                  <a:lnTo>
                    <a:pt x="962279" y="145199"/>
                  </a:lnTo>
                  <a:lnTo>
                    <a:pt x="960424" y="143332"/>
                  </a:lnTo>
                  <a:lnTo>
                    <a:pt x="959294" y="142875"/>
                  </a:lnTo>
                  <a:lnTo>
                    <a:pt x="956665" y="142875"/>
                  </a:lnTo>
                  <a:lnTo>
                    <a:pt x="955548" y="143332"/>
                  </a:lnTo>
                  <a:lnTo>
                    <a:pt x="953681" y="145199"/>
                  </a:lnTo>
                  <a:lnTo>
                    <a:pt x="953223" y="146316"/>
                  </a:lnTo>
                  <a:lnTo>
                    <a:pt x="953223" y="148945"/>
                  </a:lnTo>
                  <a:lnTo>
                    <a:pt x="953681" y="150063"/>
                  </a:lnTo>
                  <a:lnTo>
                    <a:pt x="955548" y="151930"/>
                  </a:lnTo>
                  <a:lnTo>
                    <a:pt x="956665" y="152387"/>
                  </a:lnTo>
                  <a:lnTo>
                    <a:pt x="959294" y="152387"/>
                  </a:lnTo>
                  <a:lnTo>
                    <a:pt x="960424" y="151930"/>
                  </a:lnTo>
                  <a:lnTo>
                    <a:pt x="962279" y="150063"/>
                  </a:lnTo>
                  <a:lnTo>
                    <a:pt x="962748" y="148945"/>
                  </a:lnTo>
                  <a:lnTo>
                    <a:pt x="962748" y="146316"/>
                  </a:lnTo>
                  <a:close/>
                </a:path>
                <a:path w="963295" h="3200400">
                  <a:moveTo>
                    <a:pt x="962748" y="98691"/>
                  </a:moveTo>
                  <a:lnTo>
                    <a:pt x="962279" y="97574"/>
                  </a:lnTo>
                  <a:lnTo>
                    <a:pt x="960424" y="95707"/>
                  </a:lnTo>
                  <a:lnTo>
                    <a:pt x="959294" y="95237"/>
                  </a:lnTo>
                  <a:lnTo>
                    <a:pt x="956665" y="95237"/>
                  </a:lnTo>
                  <a:lnTo>
                    <a:pt x="955548" y="95707"/>
                  </a:lnTo>
                  <a:lnTo>
                    <a:pt x="953681" y="97574"/>
                  </a:lnTo>
                  <a:lnTo>
                    <a:pt x="953223" y="98691"/>
                  </a:lnTo>
                  <a:lnTo>
                    <a:pt x="953223" y="101320"/>
                  </a:lnTo>
                  <a:lnTo>
                    <a:pt x="953681" y="102438"/>
                  </a:lnTo>
                  <a:lnTo>
                    <a:pt x="955548" y="104305"/>
                  </a:lnTo>
                  <a:lnTo>
                    <a:pt x="956665" y="104762"/>
                  </a:lnTo>
                  <a:lnTo>
                    <a:pt x="959294" y="104762"/>
                  </a:lnTo>
                  <a:lnTo>
                    <a:pt x="960424" y="104305"/>
                  </a:lnTo>
                  <a:lnTo>
                    <a:pt x="962279" y="102438"/>
                  </a:lnTo>
                  <a:lnTo>
                    <a:pt x="962748" y="101320"/>
                  </a:lnTo>
                  <a:lnTo>
                    <a:pt x="962748" y="98691"/>
                  </a:lnTo>
                  <a:close/>
                </a:path>
                <a:path w="963295" h="3200400">
                  <a:moveTo>
                    <a:pt x="962748" y="51066"/>
                  </a:moveTo>
                  <a:lnTo>
                    <a:pt x="962279" y="49949"/>
                  </a:lnTo>
                  <a:lnTo>
                    <a:pt x="960424" y="48082"/>
                  </a:lnTo>
                  <a:lnTo>
                    <a:pt x="959294" y="47625"/>
                  </a:lnTo>
                  <a:lnTo>
                    <a:pt x="956665" y="47625"/>
                  </a:lnTo>
                  <a:lnTo>
                    <a:pt x="955548" y="48082"/>
                  </a:lnTo>
                  <a:lnTo>
                    <a:pt x="953681" y="49949"/>
                  </a:lnTo>
                  <a:lnTo>
                    <a:pt x="953223" y="51066"/>
                  </a:lnTo>
                  <a:lnTo>
                    <a:pt x="953223" y="53695"/>
                  </a:lnTo>
                  <a:lnTo>
                    <a:pt x="953681" y="54813"/>
                  </a:lnTo>
                  <a:lnTo>
                    <a:pt x="955548" y="56680"/>
                  </a:lnTo>
                  <a:lnTo>
                    <a:pt x="956665" y="57137"/>
                  </a:lnTo>
                  <a:lnTo>
                    <a:pt x="959294" y="57137"/>
                  </a:lnTo>
                  <a:lnTo>
                    <a:pt x="960424" y="56680"/>
                  </a:lnTo>
                  <a:lnTo>
                    <a:pt x="962279" y="54813"/>
                  </a:lnTo>
                  <a:lnTo>
                    <a:pt x="962748" y="53695"/>
                  </a:lnTo>
                  <a:lnTo>
                    <a:pt x="962748" y="51066"/>
                  </a:lnTo>
                  <a:close/>
                </a:path>
                <a:path w="963295" h="3200400">
                  <a:moveTo>
                    <a:pt x="962748" y="3441"/>
                  </a:moveTo>
                  <a:lnTo>
                    <a:pt x="962279" y="2324"/>
                  </a:lnTo>
                  <a:lnTo>
                    <a:pt x="960424" y="457"/>
                  </a:lnTo>
                  <a:lnTo>
                    <a:pt x="959294" y="0"/>
                  </a:lnTo>
                  <a:lnTo>
                    <a:pt x="956665" y="0"/>
                  </a:lnTo>
                  <a:lnTo>
                    <a:pt x="955548" y="457"/>
                  </a:lnTo>
                  <a:lnTo>
                    <a:pt x="953681" y="2324"/>
                  </a:lnTo>
                  <a:lnTo>
                    <a:pt x="953223" y="3441"/>
                  </a:lnTo>
                  <a:lnTo>
                    <a:pt x="953223" y="6070"/>
                  </a:lnTo>
                  <a:lnTo>
                    <a:pt x="953681" y="7188"/>
                  </a:lnTo>
                  <a:lnTo>
                    <a:pt x="955548" y="9055"/>
                  </a:lnTo>
                  <a:lnTo>
                    <a:pt x="956665" y="9512"/>
                  </a:lnTo>
                  <a:lnTo>
                    <a:pt x="959294" y="9512"/>
                  </a:lnTo>
                  <a:lnTo>
                    <a:pt x="960424" y="9055"/>
                  </a:lnTo>
                  <a:lnTo>
                    <a:pt x="962279" y="7188"/>
                  </a:lnTo>
                  <a:lnTo>
                    <a:pt x="962748" y="6070"/>
                  </a:lnTo>
                  <a:lnTo>
                    <a:pt x="962748" y="3441"/>
                  </a:lnTo>
                  <a:close/>
                </a:path>
              </a:pathLst>
            </a:custGeom>
            <a:solidFill>
              <a:srgbClr val="C7C6C3"/>
            </a:solidFill>
          </p:spPr>
          <p:txBody>
            <a:bodyPr wrap="square" lIns="0" tIns="0" rIns="0" bIns="0" rtlCol="0"/>
            <a:lstStyle/>
            <a:p>
              <a:endParaRPr sz="1266"/>
            </a:p>
          </p:txBody>
        </p:sp>
        <p:sp>
          <p:nvSpPr>
            <p:cNvPr id="44" name="object 10"/>
            <p:cNvSpPr txBox="1"/>
            <p:nvPr/>
          </p:nvSpPr>
          <p:spPr>
            <a:xfrm>
              <a:off x="3190512" y="2750344"/>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60</a:t>
              </a:r>
              <a:endParaRPr sz="633">
                <a:latin typeface="Segoe UI"/>
                <a:cs typeface="Segoe UI"/>
              </a:endParaRPr>
            </a:p>
          </p:txBody>
        </p:sp>
        <p:sp>
          <p:nvSpPr>
            <p:cNvPr id="45" name="object 11"/>
            <p:cNvSpPr txBox="1"/>
            <p:nvPr/>
          </p:nvSpPr>
          <p:spPr>
            <a:xfrm>
              <a:off x="1976272" y="2744347"/>
              <a:ext cx="1064419" cy="255008"/>
            </a:xfrm>
            <a:prstGeom prst="rect">
              <a:avLst/>
            </a:prstGeom>
          </p:spPr>
          <p:txBody>
            <a:bodyPr vert="horz" wrap="square" lIns="0" tIns="14734" rIns="0" bIns="0" rtlCol="0">
              <a:spAutoFit/>
            </a:bodyPr>
            <a:lstStyle/>
            <a:p>
              <a:pPr marL="128136" algn="ctr">
                <a:spcBef>
                  <a:spcPts val="116"/>
                </a:spcBef>
              </a:pPr>
              <a:r>
                <a:rPr sz="633" spc="-18" dirty="0">
                  <a:solidFill>
                    <a:srgbClr val="605D5C"/>
                  </a:solidFill>
                  <a:latin typeface="Segoe UI"/>
                  <a:cs typeface="Segoe UI"/>
                </a:rPr>
                <a:t>40</a:t>
              </a:r>
              <a:endParaRPr sz="633">
                <a:latin typeface="Segoe UI"/>
                <a:cs typeface="Segoe UI"/>
              </a:endParaRPr>
            </a:p>
            <a:p>
              <a:pPr marL="8929">
                <a:spcBef>
                  <a:spcPts val="63"/>
                </a:spcBef>
              </a:pPr>
              <a:r>
                <a:rPr sz="844" spc="-53" dirty="0">
                  <a:solidFill>
                    <a:srgbClr val="252423"/>
                  </a:solidFill>
                  <a:latin typeface="Trebuchet MS"/>
                  <a:cs typeface="Trebuchet MS"/>
                </a:rPr>
                <a:t>Count</a:t>
              </a:r>
              <a:r>
                <a:rPr sz="844" spc="-56" dirty="0">
                  <a:solidFill>
                    <a:srgbClr val="252423"/>
                  </a:solidFill>
                  <a:latin typeface="Trebuchet MS"/>
                  <a:cs typeface="Trebuchet MS"/>
                </a:rPr>
                <a:t> </a:t>
              </a:r>
              <a:r>
                <a:rPr sz="844" spc="-67" dirty="0">
                  <a:solidFill>
                    <a:srgbClr val="252423"/>
                  </a:solidFill>
                  <a:latin typeface="Trebuchet MS"/>
                  <a:cs typeface="Trebuchet MS"/>
                </a:rPr>
                <a:t>of</a:t>
              </a:r>
              <a:r>
                <a:rPr sz="844" spc="-46" dirty="0">
                  <a:solidFill>
                    <a:srgbClr val="252423"/>
                  </a:solidFill>
                  <a:latin typeface="Trebuchet MS"/>
                  <a:cs typeface="Trebuchet MS"/>
                </a:rPr>
                <a:t> </a:t>
              </a:r>
              <a:r>
                <a:rPr sz="844" spc="-60" dirty="0">
                  <a:solidFill>
                    <a:srgbClr val="252423"/>
                  </a:solidFill>
                  <a:latin typeface="Trebuchet MS"/>
                  <a:cs typeface="Trebuchet MS"/>
                </a:rPr>
                <a:t>Top_Menu_Item</a:t>
              </a:r>
              <a:endParaRPr sz="844">
                <a:latin typeface="Trebuchet MS"/>
                <a:cs typeface="Trebuchet MS"/>
              </a:endParaRPr>
            </a:p>
          </p:txBody>
        </p:sp>
        <p:sp>
          <p:nvSpPr>
            <p:cNvPr id="46" name="object 12"/>
            <p:cNvSpPr txBox="1"/>
            <p:nvPr/>
          </p:nvSpPr>
          <p:spPr>
            <a:xfrm>
              <a:off x="313893" y="1262505"/>
              <a:ext cx="115416" cy="683121"/>
            </a:xfrm>
            <a:prstGeom prst="rect">
              <a:avLst/>
            </a:prstGeom>
          </p:spPr>
          <p:txBody>
            <a:bodyPr vert="vert270" wrap="square" lIns="0" tIns="0" rIns="0" bIns="0" rtlCol="0">
              <a:spAutoFit/>
            </a:bodyPr>
            <a:lstStyle/>
            <a:p>
              <a:pPr marL="8929">
                <a:lnSpc>
                  <a:spcPts val="896"/>
                </a:lnSpc>
              </a:pPr>
              <a:r>
                <a:rPr sz="844" spc="-60" dirty="0">
                  <a:solidFill>
                    <a:srgbClr val="252423"/>
                  </a:solidFill>
                  <a:latin typeface="Trebuchet MS"/>
                  <a:cs typeface="Trebuchet MS"/>
                </a:rPr>
                <a:t>Top_Menu_Item</a:t>
              </a:r>
              <a:endParaRPr sz="844">
                <a:latin typeface="Trebuchet MS"/>
                <a:cs typeface="Trebuchet MS"/>
              </a:endParaRPr>
            </a:p>
          </p:txBody>
        </p:sp>
        <p:sp>
          <p:nvSpPr>
            <p:cNvPr id="47" name="object 13"/>
            <p:cNvSpPr txBox="1"/>
            <p:nvPr/>
          </p:nvSpPr>
          <p:spPr>
            <a:xfrm>
              <a:off x="584915" y="680451"/>
              <a:ext cx="592484"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Jollof</a:t>
              </a:r>
              <a:r>
                <a:rPr sz="633" spc="-4" dirty="0">
                  <a:solidFill>
                    <a:srgbClr val="605D5C"/>
                  </a:solidFill>
                  <a:latin typeface="Segoe UI"/>
                  <a:cs typeface="Segoe UI"/>
                </a:rPr>
                <a:t> </a:t>
              </a:r>
              <a:r>
                <a:rPr sz="633" dirty="0">
                  <a:solidFill>
                    <a:srgbClr val="605D5C"/>
                  </a:solidFill>
                  <a:latin typeface="Segoe UI"/>
                  <a:cs typeface="Segoe UI"/>
                </a:rPr>
                <a:t>&amp;</a:t>
              </a:r>
              <a:r>
                <a:rPr sz="633" spc="-4" dirty="0">
                  <a:solidFill>
                    <a:srgbClr val="605D5C"/>
                  </a:solidFill>
                  <a:latin typeface="Segoe UI"/>
                  <a:cs typeface="Segoe UI"/>
                </a:rPr>
                <a:t> </a:t>
              </a:r>
              <a:r>
                <a:rPr sz="633" spc="-7" dirty="0">
                  <a:solidFill>
                    <a:srgbClr val="605D5C"/>
                  </a:solidFill>
                  <a:latin typeface="Segoe UI"/>
                  <a:cs typeface="Segoe UI"/>
                </a:rPr>
                <a:t>Chicken</a:t>
              </a:r>
              <a:endParaRPr sz="633">
                <a:latin typeface="Segoe UI"/>
                <a:cs typeface="Segoe UI"/>
              </a:endParaRPr>
            </a:p>
          </p:txBody>
        </p:sp>
        <p:sp>
          <p:nvSpPr>
            <p:cNvPr id="48" name="object 14"/>
            <p:cNvSpPr txBox="1"/>
            <p:nvPr/>
          </p:nvSpPr>
          <p:spPr>
            <a:xfrm>
              <a:off x="551115" y="1024447"/>
              <a:ext cx="626418"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Fried</a:t>
              </a:r>
              <a:r>
                <a:rPr sz="633" spc="-4" dirty="0">
                  <a:solidFill>
                    <a:srgbClr val="605D5C"/>
                  </a:solidFill>
                  <a:latin typeface="Segoe UI"/>
                  <a:cs typeface="Segoe UI"/>
                </a:rPr>
                <a:t> </a:t>
              </a:r>
              <a:r>
                <a:rPr sz="633" dirty="0">
                  <a:solidFill>
                    <a:srgbClr val="605D5C"/>
                  </a:solidFill>
                  <a:latin typeface="Segoe UI"/>
                  <a:cs typeface="Segoe UI"/>
                </a:rPr>
                <a:t>Rice &amp;</a:t>
              </a:r>
              <a:r>
                <a:rPr sz="633" spc="-4" dirty="0">
                  <a:solidFill>
                    <a:srgbClr val="605D5C"/>
                  </a:solidFill>
                  <a:latin typeface="Segoe UI"/>
                  <a:cs typeface="Segoe UI"/>
                </a:rPr>
                <a:t> </a:t>
              </a:r>
              <a:r>
                <a:rPr sz="633" spc="-14" dirty="0">
                  <a:solidFill>
                    <a:srgbClr val="605D5C"/>
                  </a:solidFill>
                  <a:latin typeface="Segoe UI"/>
                  <a:cs typeface="Segoe UI"/>
                </a:rPr>
                <a:t>Beef</a:t>
              </a:r>
              <a:endParaRPr sz="633">
                <a:latin typeface="Segoe UI"/>
                <a:cs typeface="Segoe UI"/>
              </a:endParaRPr>
            </a:p>
          </p:txBody>
        </p:sp>
        <p:sp>
          <p:nvSpPr>
            <p:cNvPr id="49" name="object 15"/>
            <p:cNvSpPr txBox="1"/>
            <p:nvPr/>
          </p:nvSpPr>
          <p:spPr>
            <a:xfrm>
              <a:off x="677108" y="1368442"/>
              <a:ext cx="500509"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Grilled </a:t>
              </a:r>
              <a:r>
                <a:rPr sz="633" spc="-7" dirty="0">
                  <a:solidFill>
                    <a:srgbClr val="605D5C"/>
                  </a:solidFill>
                  <a:latin typeface="Segoe UI"/>
                  <a:cs typeface="Segoe UI"/>
                </a:rPr>
                <a:t>Tilapia</a:t>
              </a:r>
              <a:endParaRPr sz="633">
                <a:latin typeface="Segoe UI"/>
                <a:cs typeface="Segoe UI"/>
              </a:endParaRPr>
            </a:p>
          </p:txBody>
        </p:sp>
        <p:sp>
          <p:nvSpPr>
            <p:cNvPr id="50" name="object 16"/>
            <p:cNvSpPr txBox="1"/>
            <p:nvPr/>
          </p:nvSpPr>
          <p:spPr>
            <a:xfrm>
              <a:off x="884932" y="1712439"/>
              <a:ext cx="292447" cy="106416"/>
            </a:xfrm>
            <a:prstGeom prst="rect">
              <a:avLst/>
            </a:prstGeom>
          </p:spPr>
          <p:txBody>
            <a:bodyPr vert="horz" wrap="square" lIns="0" tIns="8930" rIns="0" bIns="0" rtlCol="0">
              <a:spAutoFit/>
            </a:bodyPr>
            <a:lstStyle/>
            <a:p>
              <a:pPr marL="8929">
                <a:spcBef>
                  <a:spcPts val="70"/>
                </a:spcBef>
              </a:pPr>
              <a:r>
                <a:rPr sz="633" spc="-7" dirty="0">
                  <a:solidFill>
                    <a:srgbClr val="605D5C"/>
                  </a:solidFill>
                  <a:latin typeface="Segoe UI"/>
                  <a:cs typeface="Segoe UI"/>
                </a:rPr>
                <a:t>Waakye</a:t>
              </a:r>
              <a:endParaRPr sz="633">
                <a:latin typeface="Segoe UI"/>
                <a:cs typeface="Segoe UI"/>
              </a:endParaRPr>
            </a:p>
          </p:txBody>
        </p:sp>
        <p:sp>
          <p:nvSpPr>
            <p:cNvPr id="51" name="object 17"/>
            <p:cNvSpPr txBox="1"/>
            <p:nvPr/>
          </p:nvSpPr>
          <p:spPr>
            <a:xfrm>
              <a:off x="695001" y="2056435"/>
              <a:ext cx="482650"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Banku</a:t>
              </a:r>
              <a:r>
                <a:rPr sz="633" spc="-14" dirty="0">
                  <a:solidFill>
                    <a:srgbClr val="605D5C"/>
                  </a:solidFill>
                  <a:latin typeface="Segoe UI"/>
                  <a:cs typeface="Segoe UI"/>
                </a:rPr>
                <a:t> </a:t>
              </a:r>
              <a:r>
                <a:rPr sz="633" dirty="0">
                  <a:solidFill>
                    <a:srgbClr val="605D5C"/>
                  </a:solidFill>
                  <a:latin typeface="Segoe UI"/>
                  <a:cs typeface="Segoe UI"/>
                </a:rPr>
                <a:t>&amp;</a:t>
              </a:r>
              <a:r>
                <a:rPr sz="633" spc="-11" dirty="0">
                  <a:solidFill>
                    <a:srgbClr val="605D5C"/>
                  </a:solidFill>
                  <a:latin typeface="Segoe UI"/>
                  <a:cs typeface="Segoe UI"/>
                </a:rPr>
                <a:t> </a:t>
              </a:r>
              <a:r>
                <a:rPr sz="633" spc="-14" dirty="0">
                  <a:solidFill>
                    <a:srgbClr val="605D5C"/>
                  </a:solidFill>
                  <a:latin typeface="Segoe UI"/>
                  <a:cs typeface="Segoe UI"/>
                </a:rPr>
                <a:t>Fish</a:t>
              </a:r>
              <a:endParaRPr sz="633">
                <a:latin typeface="Segoe UI"/>
                <a:cs typeface="Segoe UI"/>
              </a:endParaRPr>
            </a:p>
          </p:txBody>
        </p:sp>
        <p:sp>
          <p:nvSpPr>
            <p:cNvPr id="52" name="object 18"/>
            <p:cNvSpPr txBox="1"/>
            <p:nvPr/>
          </p:nvSpPr>
          <p:spPr>
            <a:xfrm>
              <a:off x="513861" y="2400430"/>
              <a:ext cx="663476" cy="106416"/>
            </a:xfrm>
            <a:prstGeom prst="rect">
              <a:avLst/>
            </a:prstGeom>
          </p:spPr>
          <p:txBody>
            <a:bodyPr vert="horz" wrap="square" lIns="0" tIns="8930" rIns="0" bIns="0" rtlCol="0">
              <a:spAutoFit/>
            </a:bodyPr>
            <a:lstStyle/>
            <a:p>
              <a:pPr marL="8929">
                <a:spcBef>
                  <a:spcPts val="70"/>
                </a:spcBef>
              </a:pPr>
              <a:r>
                <a:rPr sz="633" dirty="0">
                  <a:solidFill>
                    <a:srgbClr val="605D5C"/>
                  </a:solidFill>
                  <a:latin typeface="Segoe UI"/>
                  <a:cs typeface="Segoe UI"/>
                </a:rPr>
                <a:t>Fufu</a:t>
              </a:r>
              <a:r>
                <a:rPr sz="633" spc="-7" dirty="0">
                  <a:solidFill>
                    <a:srgbClr val="605D5C"/>
                  </a:solidFill>
                  <a:latin typeface="Segoe UI"/>
                  <a:cs typeface="Segoe UI"/>
                </a:rPr>
                <a:t> </a:t>
              </a:r>
              <a:r>
                <a:rPr sz="633" dirty="0">
                  <a:solidFill>
                    <a:srgbClr val="605D5C"/>
                  </a:solidFill>
                  <a:latin typeface="Segoe UI"/>
                  <a:cs typeface="Segoe UI"/>
                </a:rPr>
                <a:t>&amp;</a:t>
              </a:r>
              <a:r>
                <a:rPr sz="633" spc="-7" dirty="0">
                  <a:solidFill>
                    <a:srgbClr val="605D5C"/>
                  </a:solidFill>
                  <a:latin typeface="Segoe UI"/>
                  <a:cs typeface="Segoe UI"/>
                </a:rPr>
                <a:t> </a:t>
              </a:r>
              <a:r>
                <a:rPr sz="633" dirty="0">
                  <a:solidFill>
                    <a:srgbClr val="605D5C"/>
                  </a:solidFill>
                  <a:latin typeface="Segoe UI"/>
                  <a:cs typeface="Segoe UI"/>
                </a:rPr>
                <a:t>Light</a:t>
              </a:r>
              <a:r>
                <a:rPr sz="633" spc="-4" dirty="0">
                  <a:solidFill>
                    <a:srgbClr val="605D5C"/>
                  </a:solidFill>
                  <a:latin typeface="Segoe UI"/>
                  <a:cs typeface="Segoe UI"/>
                </a:rPr>
                <a:t> </a:t>
              </a:r>
              <a:r>
                <a:rPr sz="633" spc="-14" dirty="0">
                  <a:solidFill>
                    <a:srgbClr val="605D5C"/>
                  </a:solidFill>
                  <a:latin typeface="Segoe UI"/>
                  <a:cs typeface="Segoe UI"/>
                </a:rPr>
                <a:t>Soup</a:t>
              </a:r>
              <a:endParaRPr sz="633">
                <a:latin typeface="Segoe UI"/>
                <a:cs typeface="Segoe UI"/>
              </a:endParaRPr>
            </a:p>
          </p:txBody>
        </p:sp>
        <p:sp>
          <p:nvSpPr>
            <p:cNvPr id="53" name="object 19"/>
            <p:cNvSpPr/>
            <p:nvPr/>
          </p:nvSpPr>
          <p:spPr>
            <a:xfrm>
              <a:off x="1228716" y="606415"/>
              <a:ext cx="2413248" cy="1987302"/>
            </a:xfrm>
            <a:custGeom>
              <a:avLst/>
              <a:gdLst/>
              <a:ahLst/>
              <a:cxnLst/>
              <a:rect l="l" t="t" r="r" b="b"/>
              <a:pathLst>
                <a:path w="3432175" h="2826385">
                  <a:moveTo>
                    <a:pt x="1668132" y="2446185"/>
                  </a:moveTo>
                  <a:lnTo>
                    <a:pt x="0" y="2446185"/>
                  </a:lnTo>
                  <a:lnTo>
                    <a:pt x="0" y="2826067"/>
                  </a:lnTo>
                  <a:lnTo>
                    <a:pt x="1668132" y="2826067"/>
                  </a:lnTo>
                  <a:lnTo>
                    <a:pt x="1668132" y="2446185"/>
                  </a:lnTo>
                  <a:close/>
                </a:path>
                <a:path w="3432175" h="2826385">
                  <a:moveTo>
                    <a:pt x="1668132" y="1956943"/>
                  </a:moveTo>
                  <a:lnTo>
                    <a:pt x="0" y="1956943"/>
                  </a:lnTo>
                  <a:lnTo>
                    <a:pt x="0" y="2336825"/>
                  </a:lnTo>
                  <a:lnTo>
                    <a:pt x="1668132" y="2336825"/>
                  </a:lnTo>
                  <a:lnTo>
                    <a:pt x="1668132" y="1956943"/>
                  </a:lnTo>
                  <a:close/>
                </a:path>
                <a:path w="3432175" h="2826385">
                  <a:moveTo>
                    <a:pt x="1715795" y="1467713"/>
                  </a:moveTo>
                  <a:lnTo>
                    <a:pt x="0" y="1467713"/>
                  </a:lnTo>
                  <a:lnTo>
                    <a:pt x="0" y="1847596"/>
                  </a:lnTo>
                  <a:lnTo>
                    <a:pt x="1715795" y="1847596"/>
                  </a:lnTo>
                  <a:lnTo>
                    <a:pt x="1715795" y="1467713"/>
                  </a:lnTo>
                  <a:close/>
                </a:path>
                <a:path w="3432175" h="2826385">
                  <a:moveTo>
                    <a:pt x="1715795" y="978471"/>
                  </a:moveTo>
                  <a:lnTo>
                    <a:pt x="0" y="978471"/>
                  </a:lnTo>
                  <a:lnTo>
                    <a:pt x="0" y="1358353"/>
                  </a:lnTo>
                  <a:lnTo>
                    <a:pt x="1715795" y="1358353"/>
                  </a:lnTo>
                  <a:lnTo>
                    <a:pt x="1715795" y="978471"/>
                  </a:lnTo>
                  <a:close/>
                </a:path>
                <a:path w="3432175" h="2826385">
                  <a:moveTo>
                    <a:pt x="1715795" y="489229"/>
                  </a:moveTo>
                  <a:lnTo>
                    <a:pt x="0" y="489229"/>
                  </a:lnTo>
                  <a:lnTo>
                    <a:pt x="0" y="869111"/>
                  </a:lnTo>
                  <a:lnTo>
                    <a:pt x="1715795" y="869111"/>
                  </a:lnTo>
                  <a:lnTo>
                    <a:pt x="1715795" y="489229"/>
                  </a:lnTo>
                  <a:close/>
                </a:path>
                <a:path w="3432175" h="2826385">
                  <a:moveTo>
                    <a:pt x="3431590" y="0"/>
                  </a:moveTo>
                  <a:lnTo>
                    <a:pt x="0" y="0"/>
                  </a:lnTo>
                  <a:lnTo>
                    <a:pt x="0" y="379869"/>
                  </a:lnTo>
                  <a:lnTo>
                    <a:pt x="3431590" y="379869"/>
                  </a:lnTo>
                  <a:lnTo>
                    <a:pt x="3431590" y="0"/>
                  </a:lnTo>
                  <a:close/>
                </a:path>
              </a:pathLst>
            </a:custGeom>
            <a:solidFill>
              <a:srgbClr val="118CFF"/>
            </a:solidFill>
          </p:spPr>
          <p:txBody>
            <a:bodyPr wrap="square" lIns="0" tIns="0" rIns="0" bIns="0" rtlCol="0"/>
            <a:lstStyle/>
            <a:p>
              <a:endParaRPr sz="1266"/>
            </a:p>
          </p:txBody>
        </p:sp>
        <p:sp>
          <p:nvSpPr>
            <p:cNvPr id="54" name="object 20"/>
            <p:cNvSpPr txBox="1"/>
            <p:nvPr/>
          </p:nvSpPr>
          <p:spPr>
            <a:xfrm>
              <a:off x="3686203" y="678810"/>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72</a:t>
              </a:r>
              <a:endParaRPr sz="633">
                <a:latin typeface="Segoe UI"/>
                <a:cs typeface="Segoe UI"/>
              </a:endParaRPr>
            </a:p>
          </p:txBody>
        </p:sp>
        <p:sp>
          <p:nvSpPr>
            <p:cNvPr id="55" name="object 21"/>
            <p:cNvSpPr txBox="1"/>
            <p:nvPr/>
          </p:nvSpPr>
          <p:spPr>
            <a:xfrm>
              <a:off x="2479789" y="1022807"/>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36</a:t>
              </a:r>
              <a:endParaRPr sz="633">
                <a:latin typeface="Segoe UI"/>
                <a:cs typeface="Segoe UI"/>
              </a:endParaRPr>
            </a:p>
          </p:txBody>
        </p:sp>
        <p:sp>
          <p:nvSpPr>
            <p:cNvPr id="56" name="object 22"/>
            <p:cNvSpPr txBox="1"/>
            <p:nvPr/>
          </p:nvSpPr>
          <p:spPr>
            <a:xfrm>
              <a:off x="2479789" y="1366803"/>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36</a:t>
              </a:r>
              <a:endParaRPr sz="633">
                <a:latin typeface="Segoe UI"/>
                <a:cs typeface="Segoe UI"/>
              </a:endParaRPr>
            </a:p>
          </p:txBody>
        </p:sp>
        <p:sp>
          <p:nvSpPr>
            <p:cNvPr id="57" name="object 23"/>
            <p:cNvSpPr txBox="1"/>
            <p:nvPr/>
          </p:nvSpPr>
          <p:spPr>
            <a:xfrm>
              <a:off x="2479789" y="1710798"/>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36</a:t>
              </a:r>
              <a:endParaRPr sz="633">
                <a:latin typeface="Segoe UI"/>
                <a:cs typeface="Segoe UI"/>
              </a:endParaRPr>
            </a:p>
          </p:txBody>
        </p:sp>
        <p:sp>
          <p:nvSpPr>
            <p:cNvPr id="58" name="object 24"/>
            <p:cNvSpPr txBox="1"/>
            <p:nvPr/>
          </p:nvSpPr>
          <p:spPr>
            <a:xfrm>
              <a:off x="2446277" y="2054794"/>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35</a:t>
              </a:r>
              <a:endParaRPr sz="633">
                <a:latin typeface="Segoe UI"/>
                <a:cs typeface="Segoe UI"/>
              </a:endParaRPr>
            </a:p>
          </p:txBody>
        </p:sp>
        <p:sp>
          <p:nvSpPr>
            <p:cNvPr id="59" name="object 25"/>
            <p:cNvSpPr txBox="1"/>
            <p:nvPr/>
          </p:nvSpPr>
          <p:spPr>
            <a:xfrm>
              <a:off x="2446277" y="2398790"/>
              <a:ext cx="104924" cy="106416"/>
            </a:xfrm>
            <a:prstGeom prst="rect">
              <a:avLst/>
            </a:prstGeom>
          </p:spPr>
          <p:txBody>
            <a:bodyPr vert="horz" wrap="square" lIns="0" tIns="8930" rIns="0" bIns="0" rtlCol="0">
              <a:spAutoFit/>
            </a:bodyPr>
            <a:lstStyle/>
            <a:p>
              <a:pPr marL="8929">
                <a:spcBef>
                  <a:spcPts val="70"/>
                </a:spcBef>
              </a:pPr>
              <a:r>
                <a:rPr sz="633" spc="-18" dirty="0">
                  <a:solidFill>
                    <a:srgbClr val="605D5C"/>
                  </a:solidFill>
                  <a:latin typeface="Segoe UI"/>
                  <a:cs typeface="Segoe UI"/>
                </a:rPr>
                <a:t>35</a:t>
              </a:r>
              <a:endParaRPr sz="633">
                <a:latin typeface="Segoe UI"/>
                <a:cs typeface="Segoe U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74320"/>
            <a:ext cx="6858000" cy="411480"/>
          </a:xfrm>
          <a:prstGeom prst="rect">
            <a:avLst/>
          </a:prstGeom>
          <a:noFill/>
          <a:ln/>
        </p:spPr>
        <p:txBody>
          <a:bodyPr wrap="square" rtlCol="0" anchor="ctr"/>
          <a:lstStyle/>
          <a:p>
            <a:r>
              <a:rPr lang="en-US" sz="2250" b="1" dirty="0">
                <a:solidFill>
                  <a:srgbClr val="1E3A8A"/>
                </a:solidFill>
                <a:latin typeface="Calibri" pitchFamily="34" charset="0"/>
                <a:ea typeface="Calibri" pitchFamily="34" charset="-122"/>
                <a:cs typeface="Calibri" pitchFamily="34" charset="-120"/>
              </a:rPr>
              <a:t>Business Recommendations</a:t>
            </a:r>
            <a:endParaRPr lang="en-US" sz="2250" dirty="0"/>
          </a:p>
        </p:txBody>
      </p:sp>
      <p:sp>
        <p:nvSpPr>
          <p:cNvPr id="3" name="Text 1"/>
          <p:cNvSpPr/>
          <p:nvPr/>
        </p:nvSpPr>
        <p:spPr>
          <a:xfrm>
            <a:off x="411480" y="672084"/>
            <a:ext cx="6858000" cy="240030"/>
          </a:xfrm>
          <a:prstGeom prst="rect">
            <a:avLst/>
          </a:prstGeom>
          <a:noFill/>
          <a:ln/>
        </p:spPr>
        <p:txBody>
          <a:bodyPr wrap="square" rtlCol="0" anchor="ctr"/>
          <a:lstStyle/>
          <a:p>
            <a:r>
              <a:rPr lang="en-US" sz="938" i="1" dirty="0">
                <a:solidFill>
                  <a:srgbClr val="6B7280"/>
                </a:solidFill>
                <a:latin typeface="Calibri" pitchFamily="34" charset="0"/>
                <a:ea typeface="Calibri" pitchFamily="34" charset="-122"/>
                <a:cs typeface="Calibri" pitchFamily="34" charset="-120"/>
              </a:rPr>
              <a:t>Three priority actions to convert insight into revenue</a:t>
            </a:r>
            <a:endParaRPr lang="en-US" sz="938" dirty="0"/>
          </a:p>
        </p:txBody>
      </p:sp>
      <p:sp>
        <p:nvSpPr>
          <p:cNvPr id="4" name="Shape 2"/>
          <p:cNvSpPr/>
          <p:nvPr/>
        </p:nvSpPr>
        <p:spPr>
          <a:xfrm>
            <a:off x="411480" y="1062990"/>
            <a:ext cx="2708910" cy="3120390"/>
          </a:xfrm>
          <a:prstGeom prst="roundRect">
            <a:avLst>
              <a:gd name="adj" fmla="val 2278"/>
            </a:avLst>
          </a:prstGeom>
          <a:solidFill>
            <a:srgbClr val="FFFFFF"/>
          </a:solidFill>
          <a:ln/>
          <a:effectLst>
            <a:outerShdw blurRad="127000" dist="38100" dir="5400000" algn="bl" rotWithShape="0">
              <a:srgbClr val="1F2937">
                <a:alpha val="14000"/>
              </a:srgbClr>
            </a:outerShdw>
          </a:effectLst>
        </p:spPr>
      </p:sp>
      <p:sp>
        <p:nvSpPr>
          <p:cNvPr id="5" name="Shape 3"/>
          <p:cNvSpPr/>
          <p:nvPr/>
        </p:nvSpPr>
        <p:spPr>
          <a:xfrm>
            <a:off x="617220" y="1268730"/>
            <a:ext cx="425196" cy="425196"/>
          </a:xfrm>
          <a:prstGeom prst="roundRect">
            <a:avLst>
              <a:gd name="adj" fmla="val 50000"/>
            </a:avLst>
          </a:prstGeom>
          <a:solidFill>
            <a:srgbClr val="1E3A8A"/>
          </a:solidFill>
          <a:ln/>
        </p:spPr>
      </p:sp>
      <p:pic>
        <p:nvPicPr>
          <p:cNvPr id="6" name="Image 0" descr="icons/promotion_FFFFFF.png"/>
          <p:cNvPicPr>
            <a:picLocks noChangeAspect="1"/>
          </p:cNvPicPr>
          <p:nvPr/>
        </p:nvPicPr>
        <p:blipFill>
          <a:blip r:embed="rId3"/>
          <a:stretch>
            <a:fillRect/>
          </a:stretch>
        </p:blipFill>
        <p:spPr>
          <a:xfrm>
            <a:off x="713232" y="1364742"/>
            <a:ext cx="233172" cy="233172"/>
          </a:xfrm>
          <a:prstGeom prst="rect">
            <a:avLst/>
          </a:prstGeom>
        </p:spPr>
      </p:pic>
      <p:sp>
        <p:nvSpPr>
          <p:cNvPr id="7" name="Text 4"/>
          <p:cNvSpPr/>
          <p:nvPr/>
        </p:nvSpPr>
        <p:spPr>
          <a:xfrm>
            <a:off x="2674620" y="1234440"/>
            <a:ext cx="274320" cy="274320"/>
          </a:xfrm>
          <a:prstGeom prst="rect">
            <a:avLst/>
          </a:prstGeom>
          <a:noFill/>
          <a:ln/>
        </p:spPr>
        <p:txBody>
          <a:bodyPr wrap="square" rtlCol="0" anchor="ctr"/>
          <a:lstStyle/>
          <a:p>
            <a:pPr algn="r"/>
            <a:r>
              <a:rPr lang="en-US" sz="1500" b="1" dirty="0">
                <a:solidFill>
                  <a:srgbClr val="E5E7EB"/>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617220" y="1783080"/>
            <a:ext cx="2297430" cy="514350"/>
          </a:xfrm>
          <a:prstGeom prst="rect">
            <a:avLst/>
          </a:prstGeom>
          <a:noFill/>
          <a:ln/>
        </p:spPr>
        <p:txBody>
          <a:bodyPr wrap="square" rtlCol="0" anchor="ctr"/>
          <a:lstStyle/>
          <a:p>
            <a:pPr>
              <a:lnSpc>
                <a:spcPct val="105000"/>
              </a:lnSpc>
            </a:pPr>
            <a:r>
              <a:rPr lang="en-US" sz="1600" b="1" dirty="0"/>
              <a:t>Increase Promotions During Low Seasons</a:t>
            </a:r>
          </a:p>
        </p:txBody>
      </p:sp>
      <p:sp>
        <p:nvSpPr>
          <p:cNvPr id="9" name="Text 6"/>
          <p:cNvSpPr/>
          <p:nvPr/>
        </p:nvSpPr>
        <p:spPr>
          <a:xfrm>
            <a:off x="617220" y="2331720"/>
            <a:ext cx="2297430" cy="788670"/>
          </a:xfrm>
          <a:prstGeom prst="rect">
            <a:avLst/>
          </a:prstGeom>
          <a:noFill/>
          <a:ln/>
        </p:spPr>
        <p:txBody>
          <a:bodyPr wrap="square" rtlCol="0" anchor="ctr"/>
          <a:lstStyle/>
          <a:p>
            <a:pPr>
              <a:lnSpc>
                <a:spcPct val="120000"/>
              </a:lnSpc>
            </a:pPr>
            <a:r>
              <a:rPr lang="en-US" sz="1050" dirty="0"/>
              <a:t>Increase promotions during January and February to stimulate customer demand during slower trading periods.</a:t>
            </a:r>
          </a:p>
        </p:txBody>
      </p:sp>
      <p:sp>
        <p:nvSpPr>
          <p:cNvPr id="10" name="Shape 7"/>
          <p:cNvSpPr/>
          <p:nvPr/>
        </p:nvSpPr>
        <p:spPr>
          <a:xfrm>
            <a:off x="617220" y="3154680"/>
            <a:ext cx="2297430" cy="0"/>
          </a:xfrm>
          <a:prstGeom prst="line">
            <a:avLst/>
          </a:prstGeom>
          <a:noFill/>
          <a:ln w="12700">
            <a:solidFill>
              <a:srgbClr val="E5E7EB"/>
            </a:solidFill>
            <a:prstDash val="solid"/>
          </a:ln>
        </p:spPr>
      </p:sp>
      <p:sp>
        <p:nvSpPr>
          <p:cNvPr id="11" name="Text 8"/>
          <p:cNvSpPr/>
          <p:nvPr/>
        </p:nvSpPr>
        <p:spPr>
          <a:xfrm>
            <a:off x="617220" y="3223260"/>
            <a:ext cx="2297430" cy="171450"/>
          </a:xfrm>
          <a:prstGeom prst="rect">
            <a:avLst/>
          </a:prstGeom>
          <a:noFill/>
          <a:ln/>
        </p:spPr>
        <p:txBody>
          <a:bodyPr wrap="square" rtlCol="0" anchor="ctr"/>
          <a:lstStyle/>
          <a:p>
            <a:r>
              <a:rPr lang="en-US" sz="900" b="1" kern="0" spc="75" dirty="0">
                <a:solidFill>
                  <a:srgbClr val="F59E0B"/>
                </a:solidFill>
                <a:latin typeface="Calibri" pitchFamily="34" charset="0"/>
                <a:ea typeface="Calibri" pitchFamily="34" charset="-122"/>
                <a:cs typeface="Calibri" pitchFamily="34" charset="-120"/>
              </a:rPr>
              <a:t>EXPECTED IMPACT</a:t>
            </a:r>
            <a:endParaRPr lang="en-US" sz="900" dirty="0"/>
          </a:p>
        </p:txBody>
      </p:sp>
      <p:sp>
        <p:nvSpPr>
          <p:cNvPr id="12" name="Text 9"/>
          <p:cNvSpPr/>
          <p:nvPr/>
        </p:nvSpPr>
        <p:spPr>
          <a:xfrm>
            <a:off x="617220" y="3408426"/>
            <a:ext cx="2297430" cy="720090"/>
          </a:xfrm>
          <a:prstGeom prst="rect">
            <a:avLst/>
          </a:prstGeom>
          <a:noFill/>
          <a:ln/>
        </p:spPr>
        <p:txBody>
          <a:bodyPr wrap="square" rtlCol="0" anchor="ctr"/>
          <a:lstStyle/>
          <a:p>
            <a:r>
              <a:rPr lang="en-US" sz="900" dirty="0"/>
              <a:t>Expanding promotions during slower periods can increase customer traffic and support more consistent monthly revenue.</a:t>
            </a:r>
          </a:p>
        </p:txBody>
      </p:sp>
      <p:sp>
        <p:nvSpPr>
          <p:cNvPr id="13" name="Shape 10"/>
          <p:cNvSpPr/>
          <p:nvPr/>
        </p:nvSpPr>
        <p:spPr>
          <a:xfrm>
            <a:off x="3223260" y="1062990"/>
            <a:ext cx="2708910" cy="3120390"/>
          </a:xfrm>
          <a:prstGeom prst="roundRect">
            <a:avLst>
              <a:gd name="adj" fmla="val 2278"/>
            </a:avLst>
          </a:prstGeom>
          <a:solidFill>
            <a:srgbClr val="FFFFFF"/>
          </a:solidFill>
          <a:ln/>
          <a:effectLst>
            <a:outerShdw blurRad="127000" dist="38100" dir="5400000" algn="bl" rotWithShape="0">
              <a:srgbClr val="1F2937">
                <a:alpha val="14000"/>
              </a:srgbClr>
            </a:outerShdw>
          </a:effectLst>
        </p:spPr>
      </p:sp>
      <p:sp>
        <p:nvSpPr>
          <p:cNvPr id="14" name="Shape 11"/>
          <p:cNvSpPr/>
          <p:nvPr/>
        </p:nvSpPr>
        <p:spPr>
          <a:xfrm>
            <a:off x="3429000" y="1268730"/>
            <a:ext cx="425196" cy="425196"/>
          </a:xfrm>
          <a:prstGeom prst="roundRect">
            <a:avLst>
              <a:gd name="adj" fmla="val 50000"/>
            </a:avLst>
          </a:prstGeom>
          <a:solidFill>
            <a:srgbClr val="1E3A8A"/>
          </a:solidFill>
          <a:ln/>
        </p:spPr>
      </p:sp>
      <p:pic>
        <p:nvPicPr>
          <p:cNvPr id="15" name="Image 1" descr="icons/customers_FFFFFF.png"/>
          <p:cNvPicPr>
            <a:picLocks noChangeAspect="1"/>
          </p:cNvPicPr>
          <p:nvPr/>
        </p:nvPicPr>
        <p:blipFill>
          <a:blip r:embed="rId4"/>
          <a:stretch>
            <a:fillRect/>
          </a:stretch>
        </p:blipFill>
        <p:spPr>
          <a:xfrm>
            <a:off x="3525012" y="1364742"/>
            <a:ext cx="233172" cy="233172"/>
          </a:xfrm>
          <a:prstGeom prst="rect">
            <a:avLst/>
          </a:prstGeom>
        </p:spPr>
      </p:pic>
      <p:sp>
        <p:nvSpPr>
          <p:cNvPr id="16" name="Text 12"/>
          <p:cNvSpPr/>
          <p:nvPr/>
        </p:nvSpPr>
        <p:spPr>
          <a:xfrm>
            <a:off x="5486400" y="1234440"/>
            <a:ext cx="274320" cy="274320"/>
          </a:xfrm>
          <a:prstGeom prst="rect">
            <a:avLst/>
          </a:prstGeom>
          <a:noFill/>
          <a:ln/>
        </p:spPr>
        <p:txBody>
          <a:bodyPr wrap="square" rtlCol="0" anchor="ctr"/>
          <a:lstStyle/>
          <a:p>
            <a:pPr algn="r"/>
            <a:r>
              <a:rPr lang="en-US" sz="1500" b="1" dirty="0">
                <a:solidFill>
                  <a:srgbClr val="E5E7EB"/>
                </a:solidFill>
                <a:latin typeface="Calibri" pitchFamily="34" charset="0"/>
                <a:ea typeface="Calibri" pitchFamily="34" charset="-122"/>
                <a:cs typeface="Calibri" pitchFamily="34" charset="-120"/>
              </a:rPr>
              <a:t>2</a:t>
            </a:r>
            <a:endParaRPr lang="en-US" sz="1500" dirty="0"/>
          </a:p>
        </p:txBody>
      </p:sp>
      <p:sp>
        <p:nvSpPr>
          <p:cNvPr id="17" name="Text 13"/>
          <p:cNvSpPr/>
          <p:nvPr/>
        </p:nvSpPr>
        <p:spPr>
          <a:xfrm>
            <a:off x="3423285" y="1762505"/>
            <a:ext cx="2297430" cy="514350"/>
          </a:xfrm>
          <a:prstGeom prst="rect">
            <a:avLst/>
          </a:prstGeom>
          <a:noFill/>
          <a:ln/>
        </p:spPr>
        <p:txBody>
          <a:bodyPr wrap="square" rtlCol="0" anchor="ctr"/>
          <a:lstStyle/>
          <a:p>
            <a:pPr>
              <a:lnSpc>
                <a:spcPct val="105000"/>
              </a:lnSpc>
            </a:pPr>
            <a:r>
              <a:rPr lang="en-US" sz="1600" b="1" dirty="0">
                <a:solidFill>
                  <a:srgbClr val="1F2937"/>
                </a:solidFill>
                <a:latin typeface="Calibri" pitchFamily="34" charset="0"/>
                <a:ea typeface="Calibri" pitchFamily="34" charset="-122"/>
                <a:cs typeface="Calibri" pitchFamily="34" charset="-120"/>
              </a:rPr>
              <a:t>Optimize Weekend Operations</a:t>
            </a:r>
            <a:endParaRPr lang="en-US" sz="1600" dirty="0"/>
          </a:p>
        </p:txBody>
      </p:sp>
      <p:sp>
        <p:nvSpPr>
          <p:cNvPr id="18" name="Text 14"/>
          <p:cNvSpPr/>
          <p:nvPr/>
        </p:nvSpPr>
        <p:spPr>
          <a:xfrm>
            <a:off x="3429000" y="2331720"/>
            <a:ext cx="2297430" cy="788670"/>
          </a:xfrm>
          <a:prstGeom prst="rect">
            <a:avLst/>
          </a:prstGeom>
          <a:noFill/>
          <a:ln/>
        </p:spPr>
        <p:txBody>
          <a:bodyPr wrap="square" rtlCol="0" anchor="ctr"/>
          <a:lstStyle/>
          <a:p>
            <a:pPr>
              <a:lnSpc>
                <a:spcPct val="120000"/>
              </a:lnSpc>
            </a:pPr>
            <a:r>
              <a:rPr lang="en-US" sz="1050" dirty="0"/>
              <a:t>Align staffing schedules and inventory planning with higher weekend customer demand to ensure efficient service during peak trading periods.</a:t>
            </a:r>
          </a:p>
        </p:txBody>
      </p:sp>
      <p:sp>
        <p:nvSpPr>
          <p:cNvPr id="19" name="Shape 15"/>
          <p:cNvSpPr/>
          <p:nvPr/>
        </p:nvSpPr>
        <p:spPr>
          <a:xfrm>
            <a:off x="3429000" y="3154680"/>
            <a:ext cx="2297430" cy="0"/>
          </a:xfrm>
          <a:prstGeom prst="line">
            <a:avLst/>
          </a:prstGeom>
          <a:noFill/>
          <a:ln w="12700">
            <a:solidFill>
              <a:srgbClr val="E5E7EB"/>
            </a:solidFill>
            <a:prstDash val="solid"/>
          </a:ln>
        </p:spPr>
      </p:sp>
      <p:sp>
        <p:nvSpPr>
          <p:cNvPr id="20" name="Text 16"/>
          <p:cNvSpPr/>
          <p:nvPr/>
        </p:nvSpPr>
        <p:spPr>
          <a:xfrm>
            <a:off x="3429000" y="3223260"/>
            <a:ext cx="2297430" cy="171450"/>
          </a:xfrm>
          <a:prstGeom prst="rect">
            <a:avLst/>
          </a:prstGeom>
          <a:noFill/>
          <a:ln/>
        </p:spPr>
        <p:txBody>
          <a:bodyPr wrap="square" rtlCol="0" anchor="ctr"/>
          <a:lstStyle/>
          <a:p>
            <a:r>
              <a:rPr lang="en-US" sz="900" b="1" kern="0" spc="75" dirty="0">
                <a:solidFill>
                  <a:srgbClr val="F59E0B"/>
                </a:solidFill>
                <a:latin typeface="Calibri" pitchFamily="34" charset="0"/>
                <a:ea typeface="Calibri" pitchFamily="34" charset="-122"/>
                <a:cs typeface="Calibri" pitchFamily="34" charset="-120"/>
              </a:rPr>
              <a:t>EXPECTED IMPACT</a:t>
            </a:r>
            <a:endParaRPr lang="en-US" sz="900" dirty="0"/>
          </a:p>
        </p:txBody>
      </p:sp>
      <p:sp>
        <p:nvSpPr>
          <p:cNvPr id="21" name="Text 17"/>
          <p:cNvSpPr/>
          <p:nvPr/>
        </p:nvSpPr>
        <p:spPr>
          <a:xfrm>
            <a:off x="3429000" y="3408426"/>
            <a:ext cx="2297430" cy="720090"/>
          </a:xfrm>
          <a:prstGeom prst="rect">
            <a:avLst/>
          </a:prstGeom>
          <a:noFill/>
          <a:ln/>
        </p:spPr>
        <p:txBody>
          <a:bodyPr wrap="square" rtlCol="0" anchor="ctr"/>
          <a:lstStyle/>
          <a:p>
            <a:pPr>
              <a:lnSpc>
                <a:spcPct val="120000"/>
              </a:lnSpc>
            </a:pPr>
            <a:r>
              <a:rPr lang="en-US" sz="900" dirty="0"/>
              <a:t>Optimizes staffing and inventory planning during peak demand periods, helping maintain service quality and maximize revenue opportunities.</a:t>
            </a:r>
          </a:p>
        </p:txBody>
      </p:sp>
      <p:sp>
        <p:nvSpPr>
          <p:cNvPr id="22" name="Shape 18"/>
          <p:cNvSpPr/>
          <p:nvPr/>
        </p:nvSpPr>
        <p:spPr>
          <a:xfrm>
            <a:off x="6035040" y="1062990"/>
            <a:ext cx="2708910" cy="3120390"/>
          </a:xfrm>
          <a:prstGeom prst="roundRect">
            <a:avLst>
              <a:gd name="adj" fmla="val 2278"/>
            </a:avLst>
          </a:prstGeom>
          <a:solidFill>
            <a:srgbClr val="FFFFFF"/>
          </a:solidFill>
          <a:ln/>
          <a:effectLst>
            <a:outerShdw blurRad="127000" dist="38100" dir="5400000" algn="bl" rotWithShape="0">
              <a:srgbClr val="1F2937">
                <a:alpha val="14000"/>
              </a:srgbClr>
            </a:outerShdw>
          </a:effectLst>
        </p:spPr>
      </p:sp>
      <p:sp>
        <p:nvSpPr>
          <p:cNvPr id="23" name="Shape 19"/>
          <p:cNvSpPr/>
          <p:nvPr/>
        </p:nvSpPr>
        <p:spPr>
          <a:xfrm>
            <a:off x="6240780" y="1268730"/>
            <a:ext cx="425196" cy="425196"/>
          </a:xfrm>
          <a:prstGeom prst="roundRect">
            <a:avLst>
              <a:gd name="adj" fmla="val 50000"/>
            </a:avLst>
          </a:prstGeom>
          <a:solidFill>
            <a:srgbClr val="1E3A8A"/>
          </a:solidFill>
          <a:ln/>
        </p:spPr>
      </p:sp>
      <p:pic>
        <p:nvPicPr>
          <p:cNvPr id="24" name="Image 2" descr="icons/menu_FFFFFF.png"/>
          <p:cNvPicPr>
            <a:picLocks noChangeAspect="1"/>
          </p:cNvPicPr>
          <p:nvPr/>
        </p:nvPicPr>
        <p:blipFill>
          <a:blip r:embed="rId5"/>
          <a:stretch>
            <a:fillRect/>
          </a:stretch>
        </p:blipFill>
        <p:spPr>
          <a:xfrm>
            <a:off x="6336792" y="1364742"/>
            <a:ext cx="233172" cy="233172"/>
          </a:xfrm>
          <a:prstGeom prst="rect">
            <a:avLst/>
          </a:prstGeom>
        </p:spPr>
      </p:pic>
      <p:sp>
        <p:nvSpPr>
          <p:cNvPr id="26" name="Text 21"/>
          <p:cNvSpPr/>
          <p:nvPr/>
        </p:nvSpPr>
        <p:spPr>
          <a:xfrm>
            <a:off x="6240780" y="1721358"/>
            <a:ext cx="2432165" cy="514350"/>
          </a:xfrm>
          <a:prstGeom prst="rect">
            <a:avLst/>
          </a:prstGeom>
          <a:noFill/>
          <a:ln/>
        </p:spPr>
        <p:txBody>
          <a:bodyPr wrap="square" rtlCol="0" anchor="ctr"/>
          <a:lstStyle/>
          <a:p>
            <a:pPr>
              <a:lnSpc>
                <a:spcPct val="105000"/>
              </a:lnSpc>
            </a:pPr>
            <a:r>
              <a:rPr lang="en-US" sz="1600" b="1" dirty="0">
                <a:solidFill>
                  <a:srgbClr val="1F2937"/>
                </a:solidFill>
                <a:latin typeface="Calibri" pitchFamily="34" charset="0"/>
                <a:ea typeface="Calibri" pitchFamily="34" charset="-122"/>
                <a:cs typeface="Calibri" pitchFamily="34" charset="-120"/>
              </a:rPr>
              <a:t> Bundle the Menu Around Jollof and Chicken</a:t>
            </a:r>
            <a:endParaRPr lang="en-US" sz="1600" dirty="0"/>
          </a:p>
        </p:txBody>
      </p:sp>
      <p:sp>
        <p:nvSpPr>
          <p:cNvPr id="27" name="Text 22"/>
          <p:cNvSpPr/>
          <p:nvPr/>
        </p:nvSpPr>
        <p:spPr>
          <a:xfrm>
            <a:off x="6240779" y="2304287"/>
            <a:ext cx="2432165" cy="788670"/>
          </a:xfrm>
          <a:prstGeom prst="rect">
            <a:avLst/>
          </a:prstGeom>
          <a:noFill/>
          <a:ln/>
        </p:spPr>
        <p:txBody>
          <a:bodyPr wrap="square" rtlCol="0" anchor="ctr"/>
          <a:lstStyle/>
          <a:p>
            <a:pPr>
              <a:lnSpc>
                <a:spcPct val="120000"/>
              </a:lnSpc>
            </a:pPr>
            <a:r>
              <a:rPr lang="en-US" sz="1050" dirty="0"/>
              <a:t>Leverage the popularity of </a:t>
            </a:r>
            <a:r>
              <a:rPr lang="en-US" sz="1050" b="1" dirty="0"/>
              <a:t>Jollof &amp; Chicken (28.8% menu share)</a:t>
            </a:r>
            <a:r>
              <a:rPr lang="en-US" sz="1050" dirty="0"/>
              <a:t> by offering combo meals and promotional bundles with complementary menu items.</a:t>
            </a:r>
          </a:p>
        </p:txBody>
      </p:sp>
      <p:sp>
        <p:nvSpPr>
          <p:cNvPr id="28" name="Shape 23"/>
          <p:cNvSpPr/>
          <p:nvPr/>
        </p:nvSpPr>
        <p:spPr>
          <a:xfrm>
            <a:off x="6240780" y="3154680"/>
            <a:ext cx="2297430" cy="0"/>
          </a:xfrm>
          <a:prstGeom prst="line">
            <a:avLst/>
          </a:prstGeom>
          <a:noFill/>
          <a:ln w="12700">
            <a:solidFill>
              <a:srgbClr val="E5E7EB"/>
            </a:solidFill>
            <a:prstDash val="solid"/>
          </a:ln>
        </p:spPr>
      </p:sp>
      <p:sp>
        <p:nvSpPr>
          <p:cNvPr id="29" name="Text 24"/>
          <p:cNvSpPr/>
          <p:nvPr/>
        </p:nvSpPr>
        <p:spPr>
          <a:xfrm>
            <a:off x="6240780" y="3223260"/>
            <a:ext cx="2297430" cy="171450"/>
          </a:xfrm>
          <a:prstGeom prst="rect">
            <a:avLst/>
          </a:prstGeom>
          <a:noFill/>
          <a:ln/>
        </p:spPr>
        <p:txBody>
          <a:bodyPr wrap="square" rtlCol="0" anchor="ctr"/>
          <a:lstStyle/>
          <a:p>
            <a:r>
              <a:rPr lang="en-US" sz="900" b="1" kern="0" spc="75" dirty="0">
                <a:solidFill>
                  <a:srgbClr val="F59E0B"/>
                </a:solidFill>
                <a:latin typeface="Calibri" pitchFamily="34" charset="0"/>
                <a:ea typeface="Calibri" pitchFamily="34" charset="-122"/>
                <a:cs typeface="Calibri" pitchFamily="34" charset="-120"/>
              </a:rPr>
              <a:t>EXPECTED IMPACT</a:t>
            </a:r>
            <a:endParaRPr lang="en-US" sz="900" dirty="0"/>
          </a:p>
        </p:txBody>
      </p:sp>
      <p:sp>
        <p:nvSpPr>
          <p:cNvPr id="30" name="Text 25"/>
          <p:cNvSpPr/>
          <p:nvPr/>
        </p:nvSpPr>
        <p:spPr>
          <a:xfrm>
            <a:off x="6240780" y="3408426"/>
            <a:ext cx="2297430" cy="720090"/>
          </a:xfrm>
          <a:prstGeom prst="rect">
            <a:avLst/>
          </a:prstGeom>
          <a:noFill/>
          <a:ln/>
        </p:spPr>
        <p:txBody>
          <a:bodyPr wrap="square" rtlCol="0" anchor="ctr"/>
          <a:lstStyle/>
          <a:p>
            <a:pPr>
              <a:lnSpc>
                <a:spcPct val="120000"/>
              </a:lnSpc>
            </a:pPr>
            <a:r>
              <a:rPr lang="en-US" sz="900" dirty="0"/>
              <a:t>Encourages cross-selling opportunities, increases average order value, and improves the visibility of lower-performing menu items.</a:t>
            </a:r>
          </a:p>
        </p:txBody>
      </p:sp>
      <p:sp>
        <p:nvSpPr>
          <p:cNvPr id="31" name="Shape 26"/>
          <p:cNvSpPr/>
          <p:nvPr/>
        </p:nvSpPr>
        <p:spPr>
          <a:xfrm>
            <a:off x="411480" y="4354830"/>
            <a:ext cx="8332470" cy="534924"/>
          </a:xfrm>
          <a:prstGeom prst="roundRect">
            <a:avLst>
              <a:gd name="adj" fmla="val 10256"/>
            </a:avLst>
          </a:prstGeom>
          <a:solidFill>
            <a:srgbClr val="F3F4F6"/>
          </a:solidFill>
          <a:ln/>
        </p:spPr>
      </p:sp>
      <p:sp>
        <p:nvSpPr>
          <p:cNvPr id="32" name="Text 27"/>
          <p:cNvSpPr/>
          <p:nvPr/>
        </p:nvSpPr>
        <p:spPr>
          <a:xfrm>
            <a:off x="548640" y="4379699"/>
            <a:ext cx="7886700" cy="534924"/>
          </a:xfrm>
          <a:prstGeom prst="rect">
            <a:avLst/>
          </a:prstGeom>
          <a:noFill/>
          <a:ln/>
        </p:spPr>
        <p:txBody>
          <a:bodyPr wrap="square" rtlCol="0" anchor="ctr"/>
          <a:lstStyle/>
          <a:p>
            <a:pPr algn="ctr"/>
            <a:r>
              <a:rPr lang="en-US" sz="1050" b="1" dirty="0"/>
              <a:t> Key Takeaway:</a:t>
            </a:r>
            <a:r>
              <a:rPr lang="en-US" sz="1050" dirty="0"/>
              <a:t> </a:t>
            </a:r>
            <a:r>
              <a:rPr lang="en-US" sz="1050" dirty="0">
                <a:solidFill>
                  <a:srgbClr val="002060"/>
                </a:solidFill>
              </a:rPr>
              <a:t>Customer traffic, promotions, operational planning, and menu optimization are the primary drivers of sales performance at Tasty Bites Restaurant.</a:t>
            </a:r>
          </a:p>
        </p:txBody>
      </p:sp>
      <p:sp>
        <p:nvSpPr>
          <p:cNvPr id="25" name="Text 20"/>
          <p:cNvSpPr/>
          <p:nvPr/>
        </p:nvSpPr>
        <p:spPr>
          <a:xfrm>
            <a:off x="8298180" y="1234440"/>
            <a:ext cx="274320" cy="274320"/>
          </a:xfrm>
          <a:prstGeom prst="rect">
            <a:avLst/>
          </a:prstGeom>
          <a:noFill/>
          <a:ln/>
        </p:spPr>
        <p:txBody>
          <a:bodyPr wrap="square" rtlCol="0" anchor="ctr"/>
          <a:lstStyle/>
          <a:p>
            <a:pPr algn="r"/>
            <a:r>
              <a:rPr lang="en-US" sz="1500" b="1" dirty="0">
                <a:solidFill>
                  <a:srgbClr val="E5E7EB"/>
                </a:solidFill>
                <a:latin typeface="Calibri" pitchFamily="34" charset="0"/>
                <a:ea typeface="Calibri" pitchFamily="34" charset="-122"/>
                <a:cs typeface="Calibri" pitchFamily="34" charset="-120"/>
              </a:rPr>
              <a:t>3</a:t>
            </a:r>
            <a:endParaRPr lang="en-US" sz="1500" dirty="0"/>
          </a:p>
        </p:txBody>
      </p:sp>
      <p:pic>
        <p:nvPicPr>
          <p:cNvPr id="34" name="Graphic 33" descr="Table setting with solid fill">
            <a:extLst>
              <a:ext uri="{FF2B5EF4-FFF2-40B4-BE49-F238E27FC236}">
                <a16:creationId xmlns:a16="http://schemas.microsoft.com/office/drawing/2014/main" id="{11D8AD4C-9A0C-A2AB-B3F3-30037E213E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00787" y="1313307"/>
            <a:ext cx="332613" cy="3326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45472" y="87734"/>
            <a:ext cx="9144000" cy="5143500"/>
          </a:xfrm>
          <a:prstGeom prst="rect">
            <a:avLst/>
          </a:prstGeom>
        </p:spPr>
      </p:pic>
      <p:sp>
        <p:nvSpPr>
          <p:cNvPr id="3" name="Shape 0"/>
          <p:cNvSpPr/>
          <p:nvPr/>
        </p:nvSpPr>
        <p:spPr>
          <a:xfrm>
            <a:off x="0" y="0"/>
            <a:ext cx="9144000" cy="678656"/>
          </a:xfrm>
          <a:prstGeom prst="rect">
            <a:avLst/>
          </a:prstGeom>
          <a:solidFill>
            <a:srgbClr val="1E3A8A"/>
          </a:solidFill>
          <a:ln/>
        </p:spPr>
      </p:sp>
      <p:sp>
        <p:nvSpPr>
          <p:cNvPr id="4" name="Text 1"/>
          <p:cNvSpPr/>
          <p:nvPr/>
        </p:nvSpPr>
        <p:spPr>
          <a:xfrm>
            <a:off x="352425" y="182321"/>
            <a:ext cx="3107531" cy="346249"/>
          </a:xfrm>
          <a:prstGeom prst="rect">
            <a:avLst/>
          </a:prstGeom>
          <a:noFill/>
          <a:ln/>
        </p:spPr>
        <p:txBody>
          <a:bodyPr wrap="square" lIns="0" tIns="0" rIns="0" bIns="0" rtlCol="0" anchor="t">
            <a:spAutoFit/>
          </a:bodyPr>
          <a:lstStyle/>
          <a:p>
            <a:pPr marL="0" indent="0" algn="l">
              <a:buNone/>
            </a:pPr>
            <a:r>
              <a:rPr lang="en-US" sz="2250" b="1" dirty="0">
                <a:solidFill>
                  <a:srgbClr val="FFFFFF"/>
                </a:solidFill>
                <a:ea typeface="Segoe UI" pitchFamily="34" charset="-122"/>
                <a:cs typeface="Segoe UI" pitchFamily="34" charset="-120"/>
              </a:rPr>
              <a:t>Executive Summary</a:t>
            </a:r>
            <a:endParaRPr lang="en-US" sz="2250" dirty="0"/>
          </a:p>
        </p:txBody>
      </p:sp>
      <p:sp>
        <p:nvSpPr>
          <p:cNvPr id="5" name="Text 2"/>
          <p:cNvSpPr/>
          <p:nvPr/>
        </p:nvSpPr>
        <p:spPr>
          <a:xfrm>
            <a:off x="379484" y="857250"/>
            <a:ext cx="8286750" cy="184666"/>
          </a:xfrm>
          <a:prstGeom prst="rect">
            <a:avLst/>
          </a:prstGeom>
          <a:noFill/>
          <a:ln/>
        </p:spPr>
        <p:txBody>
          <a:bodyPr wrap="square" lIns="0" tIns="0" rIns="0" bIns="0" rtlCol="0" anchor="t">
            <a:spAutoFit/>
          </a:bodyPr>
          <a:lstStyle/>
          <a:p>
            <a:pPr marL="0" indent="0" algn="l">
              <a:buNone/>
            </a:pPr>
            <a:r>
              <a:rPr lang="en-US" sz="1200" dirty="0">
                <a:solidFill>
                  <a:srgbClr val="6B7280"/>
                </a:solidFill>
                <a:ea typeface="Segoe UI" pitchFamily="34" charset="-122"/>
                <a:cs typeface="Segoe UI" pitchFamily="34" charset="-120"/>
              </a:rPr>
              <a:t>Four Critical Insights from the Tasty Bites Sales Analysis</a:t>
            </a:r>
            <a:endParaRPr lang="en-US" sz="1200" dirty="0"/>
          </a:p>
        </p:txBody>
      </p:sp>
      <p:sp>
        <p:nvSpPr>
          <p:cNvPr id="6" name="Shape 3"/>
          <p:cNvSpPr/>
          <p:nvPr/>
        </p:nvSpPr>
        <p:spPr>
          <a:xfrm>
            <a:off x="428625" y="1228725"/>
            <a:ext cx="4054078" cy="1066428"/>
          </a:xfrm>
          <a:prstGeom prst="rect">
            <a:avLst/>
          </a:prstGeom>
          <a:solidFill>
            <a:srgbClr val="F3F4F6"/>
          </a:solidFill>
          <a:ln w="9144">
            <a:solidFill>
              <a:srgbClr val="E5E7EB"/>
            </a:solidFill>
            <a:prstDash val="solid"/>
          </a:ln>
        </p:spPr>
      </p:sp>
      <p:sp>
        <p:nvSpPr>
          <p:cNvPr id="7" name="Shape 4"/>
          <p:cNvSpPr/>
          <p:nvPr/>
        </p:nvSpPr>
        <p:spPr>
          <a:xfrm>
            <a:off x="642938" y="1428750"/>
            <a:ext cx="357188" cy="357188"/>
          </a:xfrm>
          <a:prstGeom prst="rect">
            <a:avLst/>
          </a:prstGeom>
          <a:solidFill>
            <a:srgbClr val="1E3A8A"/>
          </a:solidFill>
          <a:ln/>
        </p:spPr>
      </p:sp>
      <p:pic>
        <p:nvPicPr>
          <p:cNvPr id="8" name="Image 1" descr="preencoded.png"/>
          <p:cNvPicPr>
            <a:picLocks noChangeAspect="1"/>
          </p:cNvPicPr>
          <p:nvPr/>
        </p:nvPicPr>
        <p:blipFill>
          <a:blip r:embed="rId4"/>
          <a:stretch>
            <a:fillRect/>
          </a:stretch>
        </p:blipFill>
        <p:spPr>
          <a:xfrm>
            <a:off x="742950" y="1528763"/>
            <a:ext cx="157163" cy="157163"/>
          </a:xfrm>
          <a:prstGeom prst="rect">
            <a:avLst/>
          </a:prstGeom>
        </p:spPr>
      </p:pic>
      <p:sp>
        <p:nvSpPr>
          <p:cNvPr id="9" name="Text 5"/>
          <p:cNvSpPr/>
          <p:nvPr/>
        </p:nvSpPr>
        <p:spPr>
          <a:xfrm>
            <a:off x="1143000" y="1372784"/>
            <a:ext cx="3125391" cy="184666"/>
          </a:xfrm>
          <a:prstGeom prst="rect">
            <a:avLst/>
          </a:prstGeom>
          <a:noFill/>
          <a:ln/>
        </p:spPr>
        <p:txBody>
          <a:bodyPr wrap="square" lIns="0" tIns="0" rIns="0" bIns="0" rtlCol="0" anchor="t">
            <a:spAutoFit/>
          </a:bodyPr>
          <a:lstStyle/>
          <a:p>
            <a:pPr marL="0" indent="0" algn="l">
              <a:buNone/>
            </a:pPr>
            <a:r>
              <a:rPr lang="en-US" sz="1200" b="1" dirty="0">
                <a:solidFill>
                  <a:srgbClr val="1E3A8A"/>
                </a:solidFill>
                <a:ea typeface="Segoe UI" pitchFamily="34" charset="-122"/>
                <a:cs typeface="Segoe UI" pitchFamily="34" charset="-120"/>
              </a:rPr>
              <a:t>Sales Trend</a:t>
            </a:r>
            <a:endParaRPr lang="en-US" sz="1200" dirty="0"/>
          </a:p>
        </p:txBody>
      </p:sp>
      <p:sp>
        <p:nvSpPr>
          <p:cNvPr id="10" name="Text 6"/>
          <p:cNvSpPr/>
          <p:nvPr/>
        </p:nvSpPr>
        <p:spPr>
          <a:xfrm>
            <a:off x="1143000" y="1593223"/>
            <a:ext cx="3125391" cy="603307"/>
          </a:xfrm>
          <a:prstGeom prst="rect">
            <a:avLst/>
          </a:prstGeom>
          <a:noFill/>
          <a:ln/>
        </p:spPr>
        <p:txBody>
          <a:bodyPr wrap="square" lIns="0" tIns="0" rIns="0" bIns="0" rtlCol="0" anchor="t">
            <a:spAutoFit/>
          </a:bodyPr>
          <a:lstStyle/>
          <a:p>
            <a:pPr>
              <a:lnSpc>
                <a:spcPct val="128000"/>
              </a:lnSpc>
            </a:pPr>
            <a:r>
              <a:rPr lang="en-US" sz="1050" dirty="0"/>
              <a:t>Sales increased steadily to a peak in October 2024 before moderating in the following months, highlighting opportunities for targeted seasonal promotions.</a:t>
            </a:r>
            <a:r>
              <a:rPr lang="en-US" sz="1050" dirty="0">
                <a:solidFill>
                  <a:srgbClr val="374151"/>
                </a:solidFill>
                <a:latin typeface="Segoe UI" pitchFamily="34" charset="0"/>
                <a:ea typeface="Segoe UI" pitchFamily="34" charset="-122"/>
                <a:cs typeface="Segoe UI" pitchFamily="34" charset="-120"/>
              </a:rPr>
              <a:t>.</a:t>
            </a:r>
            <a:endParaRPr lang="en-US" sz="1050" dirty="0"/>
          </a:p>
        </p:txBody>
      </p:sp>
      <p:sp>
        <p:nvSpPr>
          <p:cNvPr id="11" name="Shape 7"/>
          <p:cNvSpPr/>
          <p:nvPr/>
        </p:nvSpPr>
        <p:spPr>
          <a:xfrm>
            <a:off x="4661297" y="1228725"/>
            <a:ext cx="4054078" cy="1052140"/>
          </a:xfrm>
          <a:prstGeom prst="rect">
            <a:avLst/>
          </a:prstGeom>
          <a:solidFill>
            <a:srgbClr val="F3F4F6"/>
          </a:solidFill>
          <a:ln w="9144">
            <a:solidFill>
              <a:srgbClr val="E5E7EB"/>
            </a:solidFill>
            <a:prstDash val="solid"/>
          </a:ln>
        </p:spPr>
      </p:sp>
      <p:sp>
        <p:nvSpPr>
          <p:cNvPr id="12" name="Shape 8"/>
          <p:cNvSpPr/>
          <p:nvPr/>
        </p:nvSpPr>
        <p:spPr>
          <a:xfrm>
            <a:off x="4875609" y="1428750"/>
            <a:ext cx="357188" cy="357188"/>
          </a:xfrm>
          <a:prstGeom prst="rect">
            <a:avLst/>
          </a:prstGeom>
          <a:solidFill>
            <a:srgbClr val="1E3A8A"/>
          </a:solidFill>
          <a:ln/>
        </p:spPr>
      </p:sp>
      <p:pic>
        <p:nvPicPr>
          <p:cNvPr id="13" name="Image 2" descr="preencoded.png"/>
          <p:cNvPicPr>
            <a:picLocks noChangeAspect="1"/>
          </p:cNvPicPr>
          <p:nvPr/>
        </p:nvPicPr>
        <p:blipFill>
          <a:blip r:embed="rId5"/>
          <a:stretch>
            <a:fillRect/>
          </a:stretch>
        </p:blipFill>
        <p:spPr>
          <a:xfrm>
            <a:off x="4955977" y="1528763"/>
            <a:ext cx="196453" cy="157163"/>
          </a:xfrm>
          <a:prstGeom prst="rect">
            <a:avLst/>
          </a:prstGeom>
        </p:spPr>
      </p:pic>
      <p:sp>
        <p:nvSpPr>
          <p:cNvPr id="14" name="Text 9"/>
          <p:cNvSpPr/>
          <p:nvPr/>
        </p:nvSpPr>
        <p:spPr>
          <a:xfrm>
            <a:off x="5375672" y="1394432"/>
            <a:ext cx="3125391" cy="184666"/>
          </a:xfrm>
          <a:prstGeom prst="rect">
            <a:avLst/>
          </a:prstGeom>
          <a:noFill/>
          <a:ln/>
        </p:spPr>
        <p:txBody>
          <a:bodyPr wrap="square" lIns="0" tIns="0" rIns="0" bIns="0" rtlCol="0" anchor="t">
            <a:spAutoFit/>
          </a:bodyPr>
          <a:lstStyle/>
          <a:p>
            <a:pPr marL="0" indent="0" algn="l">
              <a:buNone/>
            </a:pPr>
            <a:r>
              <a:rPr lang="en-US" sz="1200" b="1" dirty="0">
                <a:solidFill>
                  <a:srgbClr val="1E3A8A"/>
                </a:solidFill>
                <a:ea typeface="Segoe UI" pitchFamily="34" charset="-122"/>
                <a:cs typeface="Segoe UI" pitchFamily="34" charset="-120"/>
              </a:rPr>
              <a:t>Customers</a:t>
            </a:r>
            <a:endParaRPr lang="en-US" sz="1200" dirty="0"/>
          </a:p>
        </p:txBody>
      </p:sp>
      <p:sp>
        <p:nvSpPr>
          <p:cNvPr id="15" name="Text 10"/>
          <p:cNvSpPr/>
          <p:nvPr/>
        </p:nvSpPr>
        <p:spPr>
          <a:xfrm>
            <a:off x="5375672" y="1583373"/>
            <a:ext cx="3125391" cy="604396"/>
          </a:xfrm>
          <a:prstGeom prst="rect">
            <a:avLst/>
          </a:prstGeom>
          <a:noFill/>
          <a:ln/>
        </p:spPr>
        <p:txBody>
          <a:bodyPr wrap="square" lIns="0" tIns="0" rIns="0" bIns="0" rtlCol="0" anchor="t">
            <a:spAutoFit/>
          </a:bodyPr>
          <a:lstStyle/>
          <a:p>
            <a:pPr>
              <a:lnSpc>
                <a:spcPct val="128000"/>
              </a:lnSpc>
            </a:pPr>
            <a:r>
              <a:rPr lang="en-US" sz="1050" dirty="0"/>
              <a:t>Customer traffic showed a strong positive relationship with revenue, making customer acquisition and retention key business priorities.</a:t>
            </a:r>
          </a:p>
        </p:txBody>
      </p:sp>
      <p:sp>
        <p:nvSpPr>
          <p:cNvPr id="16" name="Shape 11"/>
          <p:cNvSpPr/>
          <p:nvPr/>
        </p:nvSpPr>
        <p:spPr>
          <a:xfrm>
            <a:off x="428625" y="2459459"/>
            <a:ext cx="4054078" cy="912168"/>
          </a:xfrm>
          <a:prstGeom prst="rect">
            <a:avLst/>
          </a:prstGeom>
          <a:solidFill>
            <a:srgbClr val="F3F4F6"/>
          </a:solidFill>
          <a:ln w="9144">
            <a:solidFill>
              <a:srgbClr val="E5E7EB"/>
            </a:solidFill>
            <a:prstDash val="solid"/>
          </a:ln>
        </p:spPr>
      </p:sp>
      <p:sp>
        <p:nvSpPr>
          <p:cNvPr id="17" name="Shape 12"/>
          <p:cNvSpPr/>
          <p:nvPr/>
        </p:nvSpPr>
        <p:spPr>
          <a:xfrm>
            <a:off x="642938" y="2659484"/>
            <a:ext cx="357188" cy="357188"/>
          </a:xfrm>
          <a:prstGeom prst="rect">
            <a:avLst/>
          </a:prstGeom>
          <a:solidFill>
            <a:srgbClr val="1E3A8A"/>
          </a:solidFill>
          <a:ln/>
        </p:spPr>
      </p:sp>
      <p:pic>
        <p:nvPicPr>
          <p:cNvPr id="18" name="Image 3" descr="preencoded.png"/>
          <p:cNvPicPr>
            <a:picLocks noChangeAspect="1"/>
          </p:cNvPicPr>
          <p:nvPr/>
        </p:nvPicPr>
        <p:blipFill>
          <a:blip r:embed="rId6"/>
          <a:stretch>
            <a:fillRect/>
          </a:stretch>
        </p:blipFill>
        <p:spPr>
          <a:xfrm>
            <a:off x="751880" y="2759497"/>
            <a:ext cx="139303" cy="157163"/>
          </a:xfrm>
          <a:prstGeom prst="rect">
            <a:avLst/>
          </a:prstGeom>
        </p:spPr>
      </p:pic>
      <p:sp>
        <p:nvSpPr>
          <p:cNvPr id="19" name="Text 13"/>
          <p:cNvSpPr/>
          <p:nvPr/>
        </p:nvSpPr>
        <p:spPr>
          <a:xfrm>
            <a:off x="1105495" y="2595353"/>
            <a:ext cx="3125391" cy="184666"/>
          </a:xfrm>
          <a:prstGeom prst="rect">
            <a:avLst/>
          </a:prstGeom>
          <a:noFill/>
          <a:ln/>
        </p:spPr>
        <p:txBody>
          <a:bodyPr wrap="square" lIns="0" tIns="0" rIns="0" bIns="0" rtlCol="0" anchor="t">
            <a:spAutoFit/>
          </a:bodyPr>
          <a:lstStyle/>
          <a:p>
            <a:pPr marL="0" indent="0" algn="l">
              <a:buNone/>
            </a:pPr>
            <a:r>
              <a:rPr lang="en-US" sz="1200" b="1" dirty="0">
                <a:solidFill>
                  <a:srgbClr val="1E3A8A"/>
                </a:solidFill>
                <a:ea typeface="Segoe UI" pitchFamily="34" charset="-122"/>
                <a:cs typeface="Segoe UI" pitchFamily="34" charset="-120"/>
              </a:rPr>
              <a:t>Promotions</a:t>
            </a:r>
            <a:endParaRPr lang="en-US" sz="1200" dirty="0"/>
          </a:p>
        </p:txBody>
      </p:sp>
      <p:sp>
        <p:nvSpPr>
          <p:cNvPr id="20" name="Text 14"/>
          <p:cNvSpPr/>
          <p:nvPr/>
        </p:nvSpPr>
        <p:spPr>
          <a:xfrm>
            <a:off x="1107282" y="2767813"/>
            <a:ext cx="3339703" cy="604396"/>
          </a:xfrm>
          <a:prstGeom prst="rect">
            <a:avLst/>
          </a:prstGeom>
          <a:noFill/>
          <a:ln/>
        </p:spPr>
        <p:txBody>
          <a:bodyPr wrap="square" lIns="0" tIns="0" rIns="0" bIns="0" rtlCol="0" anchor="t">
            <a:spAutoFit/>
          </a:bodyPr>
          <a:lstStyle/>
          <a:p>
            <a:pPr>
              <a:lnSpc>
                <a:spcPct val="128000"/>
              </a:lnSpc>
            </a:pPr>
            <a:r>
              <a:rPr lang="en-US" sz="1050" dirty="0"/>
              <a:t>Promotional campaigns were associated with higher average daily sales, demonstrating their value as a revenue growth strategy.</a:t>
            </a:r>
          </a:p>
        </p:txBody>
      </p:sp>
      <p:sp>
        <p:nvSpPr>
          <p:cNvPr id="21" name="Shape 15"/>
          <p:cNvSpPr/>
          <p:nvPr/>
        </p:nvSpPr>
        <p:spPr>
          <a:xfrm>
            <a:off x="4661297" y="2459459"/>
            <a:ext cx="4054078" cy="912168"/>
          </a:xfrm>
          <a:prstGeom prst="rect">
            <a:avLst/>
          </a:prstGeom>
          <a:solidFill>
            <a:srgbClr val="F3F4F6"/>
          </a:solidFill>
          <a:ln w="9144">
            <a:solidFill>
              <a:srgbClr val="E5E7EB"/>
            </a:solidFill>
            <a:prstDash val="solid"/>
          </a:ln>
        </p:spPr>
      </p:sp>
      <p:sp>
        <p:nvSpPr>
          <p:cNvPr id="22" name="Shape 16"/>
          <p:cNvSpPr/>
          <p:nvPr/>
        </p:nvSpPr>
        <p:spPr>
          <a:xfrm>
            <a:off x="4875609" y="2659484"/>
            <a:ext cx="357188" cy="357188"/>
          </a:xfrm>
          <a:prstGeom prst="rect">
            <a:avLst/>
          </a:prstGeom>
          <a:solidFill>
            <a:srgbClr val="1E3A8A"/>
          </a:solidFill>
          <a:ln/>
        </p:spPr>
      </p:sp>
      <p:pic>
        <p:nvPicPr>
          <p:cNvPr id="23" name="Image 4" descr="preencoded.png"/>
          <p:cNvPicPr>
            <a:picLocks noChangeAspect="1"/>
          </p:cNvPicPr>
          <p:nvPr/>
        </p:nvPicPr>
        <p:blipFill>
          <a:blip r:embed="rId7"/>
          <a:stretch>
            <a:fillRect/>
          </a:stretch>
        </p:blipFill>
        <p:spPr>
          <a:xfrm>
            <a:off x="4964906" y="2759497"/>
            <a:ext cx="178594" cy="157163"/>
          </a:xfrm>
          <a:prstGeom prst="rect">
            <a:avLst/>
          </a:prstGeom>
        </p:spPr>
      </p:pic>
      <p:sp>
        <p:nvSpPr>
          <p:cNvPr id="24" name="Text 17"/>
          <p:cNvSpPr/>
          <p:nvPr/>
        </p:nvSpPr>
        <p:spPr>
          <a:xfrm>
            <a:off x="5375672" y="2588649"/>
            <a:ext cx="3125391" cy="184666"/>
          </a:xfrm>
          <a:prstGeom prst="rect">
            <a:avLst/>
          </a:prstGeom>
          <a:noFill/>
          <a:ln/>
        </p:spPr>
        <p:txBody>
          <a:bodyPr wrap="square" lIns="0" tIns="0" rIns="0" bIns="0" rtlCol="0" anchor="t">
            <a:spAutoFit/>
          </a:bodyPr>
          <a:lstStyle/>
          <a:p>
            <a:pPr marL="0" indent="0" algn="l">
              <a:buNone/>
            </a:pPr>
            <a:r>
              <a:rPr lang="en-US" sz="1200" b="1" dirty="0">
                <a:solidFill>
                  <a:srgbClr val="1E3A8A"/>
                </a:solidFill>
                <a:ea typeface="Segoe UI" pitchFamily="34" charset="-122"/>
                <a:cs typeface="Segoe UI" pitchFamily="34" charset="-120"/>
              </a:rPr>
              <a:t>Customer Satisfaction</a:t>
            </a:r>
            <a:endParaRPr lang="en-US" sz="1200" dirty="0"/>
          </a:p>
        </p:txBody>
      </p:sp>
      <p:sp>
        <p:nvSpPr>
          <p:cNvPr id="25" name="Text 18"/>
          <p:cNvSpPr/>
          <p:nvPr/>
        </p:nvSpPr>
        <p:spPr>
          <a:xfrm>
            <a:off x="5375672" y="2764320"/>
            <a:ext cx="3125391" cy="747705"/>
          </a:xfrm>
          <a:prstGeom prst="rect">
            <a:avLst/>
          </a:prstGeom>
          <a:noFill/>
          <a:ln/>
        </p:spPr>
        <p:txBody>
          <a:bodyPr wrap="square" lIns="0" tIns="0" rIns="0" bIns="0" rtlCol="0" anchor="t">
            <a:spAutoFit/>
          </a:bodyPr>
          <a:lstStyle/>
          <a:p>
            <a:pPr>
              <a:lnSpc>
                <a:spcPct val="128000"/>
              </a:lnSpc>
            </a:pPr>
            <a:r>
              <a:rPr lang="en-US" sz="1050" dirty="0"/>
              <a:t>Higher customer satisfaction scores were associated with stronger sales performance, reinforcing the importance of delivering a positive customer experience.</a:t>
            </a:r>
          </a:p>
          <a:p>
            <a:pPr marL="0" indent="0" algn="l">
              <a:lnSpc>
                <a:spcPct val="128000"/>
              </a:lnSpc>
              <a:buNone/>
            </a:pPr>
            <a:endParaRPr lang="en-US" sz="700" dirty="0"/>
          </a:p>
        </p:txBody>
      </p:sp>
      <p:sp>
        <p:nvSpPr>
          <p:cNvPr id="26" name="Text 19"/>
          <p:cNvSpPr/>
          <p:nvPr/>
        </p:nvSpPr>
        <p:spPr>
          <a:xfrm>
            <a:off x="428625" y="4429125"/>
            <a:ext cx="8286750" cy="369332"/>
          </a:xfrm>
          <a:prstGeom prst="rect">
            <a:avLst/>
          </a:prstGeom>
          <a:noFill/>
          <a:ln/>
        </p:spPr>
        <p:txBody>
          <a:bodyPr wrap="square" lIns="0" tIns="0" rIns="0" bIns="0" rtlCol="0" anchor="t">
            <a:spAutoFit/>
          </a:bodyPr>
          <a:lstStyle/>
          <a:p>
            <a:pPr marL="0" indent="0" algn="ctr">
              <a:buNone/>
            </a:pPr>
            <a:r>
              <a:rPr lang="en-US" sz="2400" b="1" kern="0" spc="1" dirty="0">
                <a:solidFill>
                  <a:srgbClr val="1E3A8A"/>
                </a:solidFill>
                <a:latin typeface="Segoe UI" pitchFamily="34" charset="0"/>
                <a:ea typeface="Segoe UI" pitchFamily="34" charset="-122"/>
                <a:cs typeface="Segoe UI" pitchFamily="34" charset="-120"/>
              </a:rPr>
              <a:t>Thank You</a:t>
            </a:r>
            <a:endParaRPr lang="en-US" sz="2400" dirty="0"/>
          </a:p>
        </p:txBody>
      </p:sp>
      <p:sp>
        <p:nvSpPr>
          <p:cNvPr id="27" name="Text 20"/>
          <p:cNvSpPr/>
          <p:nvPr/>
        </p:nvSpPr>
        <p:spPr>
          <a:xfrm>
            <a:off x="428625" y="4779169"/>
            <a:ext cx="8286750" cy="276999"/>
          </a:xfrm>
          <a:prstGeom prst="rect">
            <a:avLst/>
          </a:prstGeom>
          <a:noFill/>
          <a:ln/>
        </p:spPr>
        <p:txBody>
          <a:bodyPr wrap="square" lIns="0" tIns="0" rIns="0" bIns="0" rtlCol="0" anchor="t">
            <a:spAutoFit/>
          </a:bodyPr>
          <a:lstStyle/>
          <a:p>
            <a:pPr marL="0" indent="0" algn="ctr">
              <a:buNone/>
            </a:pPr>
            <a:r>
              <a:rPr lang="en-US" dirty="0">
                <a:solidFill>
                  <a:srgbClr val="6B7280"/>
                </a:solidFill>
                <a:latin typeface="Segoe UI" pitchFamily="34" charset="0"/>
                <a:ea typeface="Segoe UI" pitchFamily="34" charset="-122"/>
                <a:cs typeface="Segoe UI" pitchFamily="34" charset="-120"/>
              </a:rPr>
              <a:t>Questions &amp; Discussion</a:t>
            </a:r>
            <a:endParaRPr lang="en-US" dirty="0"/>
          </a:p>
        </p:txBody>
      </p:sp>
      <p:sp>
        <p:nvSpPr>
          <p:cNvPr id="29" name="TextBox 28">
            <a:extLst>
              <a:ext uri="{FF2B5EF4-FFF2-40B4-BE49-F238E27FC236}">
                <a16:creationId xmlns:a16="http://schemas.microsoft.com/office/drawing/2014/main" id="{AED4B9DF-4D1C-5036-AC2B-B3C3E1BF323B}"/>
              </a:ext>
            </a:extLst>
          </p:cNvPr>
          <p:cNvSpPr txBox="1"/>
          <p:nvPr/>
        </p:nvSpPr>
        <p:spPr>
          <a:xfrm>
            <a:off x="821531" y="3449550"/>
            <a:ext cx="7402656" cy="769441"/>
          </a:xfrm>
          <a:prstGeom prst="rect">
            <a:avLst/>
          </a:prstGeom>
          <a:noFill/>
        </p:spPr>
        <p:txBody>
          <a:bodyPr wrap="square">
            <a:spAutoFit/>
          </a:bodyPr>
          <a:lstStyle/>
          <a:p>
            <a:pPr algn="ctr">
              <a:buNone/>
            </a:pPr>
            <a:r>
              <a:rPr lang="en-US" sz="1400" b="1" dirty="0"/>
              <a:t>Executive Conclusion</a:t>
            </a:r>
          </a:p>
          <a:p>
            <a:pPr algn="just">
              <a:buNone/>
            </a:pPr>
            <a:r>
              <a:rPr lang="en-US" sz="1000" dirty="0"/>
              <a:t>The analysis demonstrates that customer traffic, promotional strategies, operational planning, and menu optimization are the primary drivers of sales performance at Tasty Bites Restaurant. Implementing these recommendations can support sustainable business growth and improved operational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1505</Words>
  <Application>Microsoft Office PowerPoint</Application>
  <PresentationFormat>On-screen Show (16:9)</PresentationFormat>
  <Paragraphs>315</Paragraphs>
  <Slides>10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MT</vt:lpstr>
      <vt:lpstr>Calibri</vt:lpstr>
      <vt:lpstr>Segoe UI</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Sonia</dc:creator>
  <cp:lastModifiedBy>Sonia N (DAUPSKILL-COHORT1)</cp:lastModifiedBy>
  <cp:revision>14</cp:revision>
  <dcterms:created xsi:type="dcterms:W3CDTF">2026-07-21T10:18:03Z</dcterms:created>
  <dcterms:modified xsi:type="dcterms:W3CDTF">2026-07-21T16:29:45Z</dcterms:modified>
</cp:coreProperties>
</file>